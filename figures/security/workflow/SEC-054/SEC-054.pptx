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a52ee05b94521" /><Relationship Type="http://schemas.openxmlformats.org/officeDocument/2006/relationships/extended-properties" Target="/docProps/app.xml" Id="R5353a08ca1ef41d3" /><Relationship Type="http://schemas.openxmlformats.org/officeDocument/2006/relationships/officeDocument" Target="/ppt/presentation.xml" Id="Rb5e3d2062ccc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65cd17e3664a48"/>
  </p:sldMasterIdLst>
  <p:notesMasterIdLst>
    <p:notesMasterId xmlns:r="http://schemas.openxmlformats.org/officeDocument/2006/relationships" r:id="R7460d286433c44c2"/>
  </p:notesMasterIdLst>
  <p:sldIdLst>
    <p:sldId xmlns:r="http://schemas.openxmlformats.org/officeDocument/2006/relationships" id="256" r:id="Rd1a1766399404fc6"/>
  </p:sldIdLst>
  <p:sldSz cx="6972300" cy="2914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64e01cf404967" /><Relationship Type="http://schemas.openxmlformats.org/officeDocument/2006/relationships/slideMaster" Target="/ppt/slideMasters/slideMaster1.xml" Id="R2865cd17e3664a48" /><Relationship Type="http://schemas.openxmlformats.org/officeDocument/2006/relationships/notesMaster" Target="/ppt/notesMasters/notesMaster1.xml" Id="R7460d286433c44c2" /><Relationship Type="http://schemas.openxmlformats.org/officeDocument/2006/relationships/presProps" Target="/ppt/presProps.xml" Id="Rb3983bb542654980" /><Relationship Type="http://schemas.openxmlformats.org/officeDocument/2006/relationships/tableStyles" Target="/ppt/tableStyles.xml" Id="R687a62e5362c44f2" /><Relationship Type="http://schemas.openxmlformats.org/officeDocument/2006/relationships/slide" Target="/ppt/slides/slide1.xml" Id="Rd1a176639940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60fd8b70e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a8ce6511424676" /><Relationship Type="http://schemas.openxmlformats.org/officeDocument/2006/relationships/notesMaster" Target="/ppt/notesMasters/notesMaster1.xml" Id="R6adddf06201d467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素材ID：SEC-054</ns1:t>
            </ns1:r>
          </ns1:p>
          <ns1:p>
            <ns1:r>
              <ns1:t>论文：LLMs in the SOC: An Empirical Study of Human-AI Collaboration in Security Operations Centres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1，PDF第1页</ns1:t>
            </ns1:r>
          </ns1:p>
          <ns1:p>
            <ns1:r>
              <ns1:t>类型：研究流程</ns1:t>
            </ns1:r>
          </ns1:p>
          <ns1:p>
            <ns1:r>
              <ns1:t>借鉴点：左侧工作背景、中央研究焦点和右侧四色发现形成紧凑摘要，将观察位置和结论相连接。</ns1:t>
            </ns1:r>
          </ns1:p>
          <ns1:p>
            <ns1:r>
              <ns1:t>论文URL：https://arxiv.org/pdf/2508.18947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1f9deecb44a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3e6995f494107" /><Relationship Type="http://schemas.openxmlformats.org/officeDocument/2006/relationships/slideLayout" Target="/ppt/slideLayouts/slideLayout1.xml" Id="Rb0ef7f97f3ee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ef7f97f3ee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97af1a03d46bf" /><Relationship Type="http://schemas.openxmlformats.org/officeDocument/2006/relationships/image" Target="/ppt/media/image.png" Id="Ra63875830b804ac2" /><Relationship Type="http://schemas.openxmlformats.org/officeDocument/2006/relationships/image" Target="/ppt/media/image2.png" Id="R819a5efc91464685" /><Relationship Type="http://schemas.openxmlformats.org/officeDocument/2006/relationships/image" Target="/ppt/media/image3.png" Id="R1d9191d201fc4af5" /><Relationship Type="http://schemas.openxmlformats.org/officeDocument/2006/relationships/image" Target="/ppt/media/image4.png" Id="R8f1d2d396ea844d6" /><Relationship Type="http://schemas.openxmlformats.org/officeDocument/2006/relationships/image" Target="/ppt/media/image5.png" Id="R75f469a792894fe4" /><Relationship Type="http://schemas.openxmlformats.org/officeDocument/2006/relationships/image" Target="/ppt/media/image6.png" Id="R9319b75488714d36" /><Relationship Type="http://schemas.openxmlformats.org/officeDocument/2006/relationships/image" Target="/ppt/media/image7.png" Id="R33479087db924234" /><Relationship Type="http://schemas.openxmlformats.org/officeDocument/2006/relationships/image" Target="/ppt/media/image8.png" Id="R4afe29eaaec24ec3" /><Relationship Type="http://schemas.openxmlformats.org/officeDocument/2006/relationships/image" Target="/ppt/media/image9.png" Id="R7c682c3003bc4dbc" /><Relationship Type="http://schemas.openxmlformats.org/officeDocument/2006/relationships/image" Target="/ppt/media/image10.png" Id="Rac7a257f763d4fea" /><Relationship Type="http://schemas.openxmlformats.org/officeDocument/2006/relationships/image" Target="/ppt/media/image11.png" Id="R033b133d28564cac" /><Relationship Type="http://schemas.openxmlformats.org/officeDocument/2006/relationships/notesSlide" Target="/ppt/notesSlides/notesSlide1.xml" Id="Ra13d86b76d83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2D4A4-9B23-42C0-921E-BC38FCF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489" y="522533"/>
            <a:ext cx="267945" cy="566960"/>
          </a:xfrm>
          <a:custGeom xmlns:a="http://schemas.openxmlformats.org/drawingml/2006/main">
            <a:pathLst>
              <a:path w="267945" h="566960" fill="none">
                <a:moveTo>
                  <a:pt x="0" y="566960"/>
                </a:moveTo>
                <a:lnTo>
                  <a:pt x="56696" y="566960"/>
                </a:lnTo>
                <a:cubicBezTo>
                  <a:pt x="94493" y="566960"/>
                  <a:pt x="113392" y="529163"/>
                  <a:pt x="113392" y="453568"/>
                </a:cubicBezTo>
                <a:lnTo>
                  <a:pt x="113392" y="113392"/>
                </a:lnTo>
                <a:cubicBezTo>
                  <a:pt x="113392" y="37798"/>
                  <a:pt x="139170" y="0"/>
                  <a:pt x="190725" y="0"/>
                </a:cubicBezTo>
                <a:lnTo>
                  <a:pt x="267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30543-70CE-4155-94B1-6ACB51D5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91" y="482846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7AEFA-2ED3-478C-B244-A4E76374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91" y="482846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F60DD-EF1D-42A9-81EC-3A40B825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489" y="1030529"/>
            <a:ext cx="297541" cy="58964"/>
          </a:xfrm>
          <a:custGeom xmlns:a="http://schemas.openxmlformats.org/drawingml/2006/main">
            <a:pathLst>
              <a:path w="297541" h="58964" fill="none">
                <a:moveTo>
                  <a:pt x="0" y="58964"/>
                </a:moveTo>
                <a:lnTo>
                  <a:pt x="113392" y="58964"/>
                </a:lnTo>
                <a:cubicBezTo>
                  <a:pt x="188987" y="58964"/>
                  <a:pt x="226784" y="49137"/>
                  <a:pt x="226784" y="29482"/>
                </a:cubicBezTo>
                <a:lnTo>
                  <a:pt x="226784" y="14741"/>
                </a:lnTo>
                <a:cubicBezTo>
                  <a:pt x="226784" y="4914"/>
                  <a:pt x="238577" y="0"/>
                  <a:pt x="262162" y="0"/>
                </a:cubicBezTo>
                <a:lnTo>
                  <a:pt x="297541" y="113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2BE4F-2D5C-41AE-9910-B5C0584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186" y="990955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801"/>
                </a:moveTo>
                <a:lnTo>
                  <a:pt x="0" y="79374"/>
                </a:lnTo>
                <a:lnTo>
                  <a:pt x="19844" y="39687"/>
                </a:lnTo>
                <a:lnTo>
                  <a:pt x="113" y="0"/>
                </a:lnTo>
                <a:lnTo>
                  <a:pt x="79374" y="398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9865E-F1C1-4BB3-B20E-7E196BA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186" y="990955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801"/>
                </a:moveTo>
                <a:lnTo>
                  <a:pt x="0" y="79374"/>
                </a:lnTo>
                <a:lnTo>
                  <a:pt x="19844" y="39687"/>
                </a:lnTo>
                <a:lnTo>
                  <a:pt x="113" y="0"/>
                </a:lnTo>
                <a:lnTo>
                  <a:pt x="79374" y="398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69EC6-9FBB-4B3B-9BDF-914A75C7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489" y="1089493"/>
            <a:ext cx="267945" cy="1394721"/>
          </a:xfrm>
          <a:custGeom xmlns:a="http://schemas.openxmlformats.org/drawingml/2006/main">
            <a:pathLst>
              <a:path w="267945" h="1394721" fill="none">
                <a:moveTo>
                  <a:pt x="0" y="0"/>
                </a:moveTo>
                <a:lnTo>
                  <a:pt x="56696" y="0"/>
                </a:lnTo>
                <a:cubicBezTo>
                  <a:pt x="94493" y="0"/>
                  <a:pt x="113392" y="37797"/>
                  <a:pt x="113392" y="113392"/>
                </a:cubicBezTo>
                <a:lnTo>
                  <a:pt x="113392" y="1281329"/>
                </a:lnTo>
                <a:cubicBezTo>
                  <a:pt x="113392" y="1356924"/>
                  <a:pt x="139170" y="1394721"/>
                  <a:pt x="190725" y="1394721"/>
                </a:cubicBezTo>
                <a:lnTo>
                  <a:pt x="267945" y="1394721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068EA-5382-4C67-94BB-A5238E93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91" y="2444527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12C5E-FC8A-425C-86EF-1A6A4A8C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91" y="2444527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B4E82-E820-46B6-933A-01EB184D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587" y="193696"/>
            <a:ext cx="1099902" cy="1791593"/>
          </a:xfrm>
          <a:custGeom xmlns:a="http://schemas.openxmlformats.org/drawingml/2006/main">
            <a:pathLst>
              <a:path w="1099902" h="1791593" fill="none">
                <a:moveTo>
                  <a:pt x="0" y="0"/>
                </a:moveTo>
                <a:lnTo>
                  <a:pt x="1099902" y="0"/>
                </a:lnTo>
                <a:lnTo>
                  <a:pt x="1099902" y="1791593"/>
                </a:lnTo>
                <a:lnTo>
                  <a:pt x="0" y="1791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C4259-CBF4-449D-B74A-26AB5B1A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265" y="216375"/>
            <a:ext cx="1054545" cy="1746236"/>
          </a:xfrm>
          <a:custGeom xmlns:a="http://schemas.openxmlformats.org/drawingml/2006/main">
            <a:pathLst>
              <a:path w="1054545" h="1746236" fill="none">
                <a:moveTo>
                  <a:pt x="0" y="0"/>
                </a:moveTo>
                <a:lnTo>
                  <a:pt x="1054545" y="0"/>
                </a:lnTo>
                <a:lnTo>
                  <a:pt x="1054545" y="1746236"/>
                </a:lnTo>
                <a:lnTo>
                  <a:pt x="0" y="17462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D783F-9229-41AC-B5C2-346A008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077" y="1509043"/>
            <a:ext cx="925619" cy="10"/>
          </a:xfrm>
          <a:custGeom xmlns:a="http://schemas.openxmlformats.org/drawingml/2006/main">
            <a:pathLst>
              <a:path w="925619" h="1" fill="none">
                <a:moveTo>
                  <a:pt x="0" y="0"/>
                </a:moveTo>
                <a:lnTo>
                  <a:pt x="498925" y="0"/>
                </a:lnTo>
                <a:lnTo>
                  <a:pt x="9256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34EFF-8BFE-44B4-B225-032E0098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52" y="1469356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ABF6B-9CCF-464E-8560-6FD23CF1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52" y="1469356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875830b804ac2"/>
          <a:stretch xmlns:a="http://schemas.openxmlformats.org/drawingml/2006/main"/>
        </p:blipFill>
        <p:spPr>
          <a:xfrm xmlns:a="http://schemas.openxmlformats.org/drawingml/2006/main">
            <a:off x="759839" y="1276589"/>
            <a:ext cx="453568" cy="453568"/>
          </a:xfrm>
          <a:prstGeom xmlns:a="http://schemas.openxmlformats.org/drawingml/2006/main" prst="rect">
            <a:avLst/>
          </a:prstGeom>
        </p:spPr>
      </p:pic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1126C-9611-441D-9867-19B4DF5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28" y="731212"/>
            <a:ext cx="94796" cy="282535"/>
          </a:xfrm>
          <a:custGeom xmlns:a="http://schemas.openxmlformats.org/drawingml/2006/main">
            <a:pathLst>
              <a:path w="94796" h="282535" fill="none">
                <a:moveTo>
                  <a:pt x="0" y="189"/>
                </a:moveTo>
                <a:lnTo>
                  <a:pt x="47398" y="76"/>
                </a:lnTo>
                <a:cubicBezTo>
                  <a:pt x="78997" y="0"/>
                  <a:pt x="94796" y="37760"/>
                  <a:pt x="94796" y="113354"/>
                </a:cubicBezTo>
                <a:lnTo>
                  <a:pt x="94796" y="282535"/>
                </a:lnTo>
              </a:path>
            </a:pathLst>
          </a:custGeom>
          <a:noFill xmlns:a="http://schemas.openxmlformats.org/drawingml/2006/main"/>
          <a:ln xmlns:a="http://schemas.openxmlformats.org/drawingml/2006/main" w="17009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35990-EB24-4EC9-BD23-CED41CC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01" y="1013747"/>
            <a:ext cx="85044" cy="85044"/>
          </a:xfrm>
          <a:custGeom xmlns:a="http://schemas.openxmlformats.org/drawingml/2006/main">
            <a:pathLst>
              <a:path w="85044" h="85044">
                <a:moveTo>
                  <a:pt x="42522" y="85044"/>
                </a:moveTo>
                <a:lnTo>
                  <a:pt x="0" y="0"/>
                </a:lnTo>
                <a:lnTo>
                  <a:pt x="85044" y="0"/>
                </a:lnTo>
                <a:lnTo>
                  <a:pt x="42522" y="85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C680D-FE59-44B1-954A-D2D25E6B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01" y="1013747"/>
            <a:ext cx="85044" cy="85044"/>
          </a:xfrm>
          <a:custGeom xmlns:a="http://schemas.openxmlformats.org/drawingml/2006/main">
            <a:pathLst>
              <a:path w="85044" h="85044" fill="none">
                <a:moveTo>
                  <a:pt x="42522" y="85044"/>
                </a:moveTo>
                <a:lnTo>
                  <a:pt x="0" y="0"/>
                </a:lnTo>
                <a:lnTo>
                  <a:pt x="85044" y="0"/>
                </a:lnTo>
                <a:lnTo>
                  <a:pt x="42522" y="850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09" cap="flat">
            <a:solidFill>
              <a:srgbClr val="000000"/>
            </a:solidFill>
            <a:miter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a5efc91464685"/>
          <a:stretch xmlns:a="http://schemas.openxmlformats.org/drawingml/2006/main"/>
        </p:blipFill>
        <p:spPr>
          <a:xfrm xmlns:a="http://schemas.openxmlformats.org/drawingml/2006/main">
            <a:off x="442342" y="505523"/>
            <a:ext cx="453568" cy="453568"/>
          </a:xfrm>
          <a:prstGeom xmlns:a="http://schemas.openxmlformats.org/drawingml/2006/main" prst="rect">
            <a:avLst/>
          </a:prstGeom>
        </p:spPr>
      </p:pic>
      <p:sp>
        <p:nvSpPr>
          <p:cNvPr id="20" name="Text C">
            <a:extLst xmlns:a="http://schemas.openxmlformats.org/drawingml/2006/main">
              <a:ext uri="{FF2B5EF4-FFF2-40B4-BE49-F238E27FC236}">
                <a16:creationId xmlns:a16="http://schemas.microsoft.com/office/drawing/2014/main" id="{4F11F450-79A5-404F-B8F5-39644510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77" y="1145191"/>
            <a:ext cx="94080" cy="81124"/>
          </a:xfrm>
          <a:custGeom xmlns:a="http://schemas.openxmlformats.org/drawingml/2006/main">
            <a:pathLst>
              <a:path w="94080" h="81124">
                <a:moveTo>
                  <a:pt x="0" y="4119"/>
                </a:moveTo>
                <a:lnTo>
                  <a:pt x="30563" y="2060"/>
                </a:lnTo>
                <a:lnTo>
                  <a:pt x="30563" y="4119"/>
                </a:lnTo>
                <a:cubicBezTo>
                  <a:pt x="21370" y="6866"/>
                  <a:pt x="14754" y="10786"/>
                  <a:pt x="10714" y="15879"/>
                </a:cubicBezTo>
                <a:cubicBezTo>
                  <a:pt x="6672" y="20973"/>
                  <a:pt x="4651" y="27086"/>
                  <a:pt x="4651" y="34217"/>
                </a:cubicBezTo>
                <a:cubicBezTo>
                  <a:pt x="4651" y="40197"/>
                  <a:pt x="6169" y="45600"/>
                  <a:pt x="9206" y="50428"/>
                </a:cubicBezTo>
                <a:cubicBezTo>
                  <a:pt x="12242" y="55256"/>
                  <a:pt x="17084" y="59055"/>
                  <a:pt x="23734" y="61823"/>
                </a:cubicBezTo>
                <a:cubicBezTo>
                  <a:pt x="30383" y="64591"/>
                  <a:pt x="38651" y="65976"/>
                  <a:pt x="48537" y="65976"/>
                </a:cubicBezTo>
                <a:cubicBezTo>
                  <a:pt x="56693" y="65976"/>
                  <a:pt x="63763" y="64669"/>
                  <a:pt x="69748" y="62056"/>
                </a:cubicBezTo>
                <a:cubicBezTo>
                  <a:pt x="75732" y="59442"/>
                  <a:pt x="80320" y="55511"/>
                  <a:pt x="83512" y="50262"/>
                </a:cubicBezTo>
                <a:cubicBezTo>
                  <a:pt x="86704" y="45014"/>
                  <a:pt x="88300" y="39023"/>
                  <a:pt x="88300" y="32290"/>
                </a:cubicBezTo>
                <a:cubicBezTo>
                  <a:pt x="88300" y="26443"/>
                  <a:pt x="87048" y="21283"/>
                  <a:pt x="84546" y="16809"/>
                </a:cubicBezTo>
                <a:cubicBezTo>
                  <a:pt x="82043" y="12336"/>
                  <a:pt x="77071" y="7419"/>
                  <a:pt x="69630" y="2060"/>
                </a:cubicBezTo>
                <a:lnTo>
                  <a:pt x="70954" y="0"/>
                </a:lnTo>
                <a:cubicBezTo>
                  <a:pt x="78951" y="4518"/>
                  <a:pt x="84805" y="9789"/>
                  <a:pt x="88516" y="15813"/>
                </a:cubicBezTo>
                <a:cubicBezTo>
                  <a:pt x="92225" y="21837"/>
                  <a:pt x="94080" y="28990"/>
                  <a:pt x="94080" y="37273"/>
                </a:cubicBezTo>
                <a:cubicBezTo>
                  <a:pt x="94080" y="52200"/>
                  <a:pt x="88551" y="63761"/>
                  <a:pt x="77493" y="71955"/>
                </a:cubicBezTo>
                <a:cubicBezTo>
                  <a:pt x="69266" y="78068"/>
                  <a:pt x="59580" y="81124"/>
                  <a:pt x="48433" y="81124"/>
                </a:cubicBezTo>
                <a:cubicBezTo>
                  <a:pt x="39454" y="81124"/>
                  <a:pt x="31205" y="79109"/>
                  <a:pt x="23686" y="75078"/>
                </a:cubicBezTo>
                <a:cubicBezTo>
                  <a:pt x="16167" y="71047"/>
                  <a:pt x="10340" y="65499"/>
                  <a:pt x="6204" y="58435"/>
                </a:cubicBezTo>
                <a:cubicBezTo>
                  <a:pt x="2068" y="51370"/>
                  <a:pt x="0" y="43651"/>
                  <a:pt x="0" y="35280"/>
                </a:cubicBezTo>
                <a:cubicBezTo>
                  <a:pt x="0" y="28769"/>
                  <a:pt x="1595" y="22346"/>
                  <a:pt x="4784" y="16012"/>
                </a:cubicBezTo>
                <a:cubicBezTo>
                  <a:pt x="5758" y="14152"/>
                  <a:pt x="6245" y="12823"/>
                  <a:pt x="6245" y="12026"/>
                </a:cubicBezTo>
                <a:cubicBezTo>
                  <a:pt x="6245" y="10830"/>
                  <a:pt x="5825" y="9789"/>
                  <a:pt x="4983" y="8903"/>
                </a:cubicBezTo>
                <a:cubicBezTo>
                  <a:pt x="3787" y="7751"/>
                  <a:pt x="2126" y="6932"/>
                  <a:pt x="0" y="6445"/>
                </a:cubicBezTo>
                <a:lnTo>
                  <a:pt x="0" y="4119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o">
            <a:extLst xmlns:a="http://schemas.openxmlformats.org/drawingml/2006/main">
              <a:ext uri="{FF2B5EF4-FFF2-40B4-BE49-F238E27FC236}">
                <a16:creationId xmlns:a16="http://schemas.microsoft.com/office/drawing/2014/main" id="{1F889C49-A002-4A87-A0CA-4C5C4D17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1077155"/>
            <a:ext cx="64447" cy="58734"/>
          </a:xfrm>
          <a:custGeom xmlns:a="http://schemas.openxmlformats.org/drawingml/2006/main">
            <a:pathLst>
              <a:path w="64447" h="58734">
                <a:moveTo>
                  <a:pt x="0" y="29300"/>
                </a:moveTo>
                <a:cubicBezTo>
                  <a:pt x="0" y="20087"/>
                  <a:pt x="3496" y="12690"/>
                  <a:pt x="10487" y="7109"/>
                </a:cubicBezTo>
                <a:cubicBezTo>
                  <a:pt x="16460" y="2370"/>
                  <a:pt x="23319" y="0"/>
                  <a:pt x="31063" y="0"/>
                </a:cubicBezTo>
                <a:cubicBezTo>
                  <a:pt x="36506" y="0"/>
                  <a:pt x="42015" y="1307"/>
                  <a:pt x="47590" y="3920"/>
                </a:cubicBezTo>
                <a:cubicBezTo>
                  <a:pt x="53164" y="6533"/>
                  <a:pt x="57367" y="10132"/>
                  <a:pt x="60199" y="14717"/>
                </a:cubicBezTo>
                <a:cubicBezTo>
                  <a:pt x="63031" y="19301"/>
                  <a:pt x="64447" y="24406"/>
                  <a:pt x="64447" y="30031"/>
                </a:cubicBezTo>
                <a:cubicBezTo>
                  <a:pt x="64447" y="39200"/>
                  <a:pt x="60797" y="46486"/>
                  <a:pt x="53495" y="51890"/>
                </a:cubicBezTo>
                <a:cubicBezTo>
                  <a:pt x="47345" y="56452"/>
                  <a:pt x="40443" y="58734"/>
                  <a:pt x="32788" y="58734"/>
                </a:cubicBezTo>
                <a:cubicBezTo>
                  <a:pt x="27213" y="58734"/>
                  <a:pt x="21671" y="57349"/>
                  <a:pt x="16162" y="54581"/>
                </a:cubicBezTo>
                <a:cubicBezTo>
                  <a:pt x="10653" y="51813"/>
                  <a:pt x="6582" y="48169"/>
                  <a:pt x="3949" y="43651"/>
                </a:cubicBezTo>
                <a:cubicBezTo>
                  <a:pt x="1316" y="39134"/>
                  <a:pt x="0" y="34350"/>
                  <a:pt x="0" y="29300"/>
                </a:cubicBezTo>
                <a:moveTo>
                  <a:pt x="4385" y="31360"/>
                </a:moveTo>
                <a:cubicBezTo>
                  <a:pt x="4385" y="33708"/>
                  <a:pt x="5082" y="36066"/>
                  <a:pt x="6476" y="38436"/>
                </a:cubicBezTo>
                <a:cubicBezTo>
                  <a:pt x="7870" y="40806"/>
                  <a:pt x="10314" y="42721"/>
                  <a:pt x="13809" y="44183"/>
                </a:cubicBezTo>
                <a:cubicBezTo>
                  <a:pt x="17304" y="45645"/>
                  <a:pt x="21795" y="46376"/>
                  <a:pt x="27280" y="46376"/>
                </a:cubicBezTo>
                <a:cubicBezTo>
                  <a:pt x="36128" y="46376"/>
                  <a:pt x="43759" y="44615"/>
                  <a:pt x="50175" y="41094"/>
                </a:cubicBezTo>
                <a:cubicBezTo>
                  <a:pt x="56589" y="37572"/>
                  <a:pt x="59797" y="32932"/>
                  <a:pt x="59797" y="27174"/>
                </a:cubicBezTo>
                <a:cubicBezTo>
                  <a:pt x="59797" y="22878"/>
                  <a:pt x="58027" y="19334"/>
                  <a:pt x="54488" y="16544"/>
                </a:cubicBezTo>
                <a:cubicBezTo>
                  <a:pt x="50948" y="13753"/>
                  <a:pt x="44865" y="12358"/>
                  <a:pt x="36239" y="12358"/>
                </a:cubicBezTo>
                <a:cubicBezTo>
                  <a:pt x="25444" y="12358"/>
                  <a:pt x="16949" y="14683"/>
                  <a:pt x="10755" y="19334"/>
                </a:cubicBezTo>
                <a:cubicBezTo>
                  <a:pt x="6508" y="22479"/>
                  <a:pt x="4385" y="26488"/>
                  <a:pt x="4385" y="31360"/>
                </a:cubicBez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n">
            <a:extLst xmlns:a="http://schemas.openxmlformats.org/drawingml/2006/main">
              <a:ext uri="{FF2B5EF4-FFF2-40B4-BE49-F238E27FC236}">
                <a16:creationId xmlns:a16="http://schemas.microsoft.com/office/drawing/2014/main" id="{786F5238-D58E-406F-80F2-260D308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1005001"/>
            <a:ext cx="62587" cy="66640"/>
          </a:xfrm>
          <a:custGeom xmlns:a="http://schemas.openxmlformats.org/drawingml/2006/main">
            <a:pathLst>
              <a:path w="62587" h="66640">
                <a:moveTo>
                  <a:pt x="12889" y="45445"/>
                </a:moveTo>
                <a:cubicBezTo>
                  <a:pt x="4296" y="38314"/>
                  <a:pt x="0" y="31515"/>
                  <a:pt x="0" y="25048"/>
                </a:cubicBezTo>
                <a:cubicBezTo>
                  <a:pt x="0" y="21726"/>
                  <a:pt x="829" y="18869"/>
                  <a:pt x="2487" y="16477"/>
                </a:cubicBezTo>
                <a:cubicBezTo>
                  <a:pt x="4144" y="14085"/>
                  <a:pt x="6873" y="12181"/>
                  <a:pt x="10674" y="10763"/>
                </a:cubicBezTo>
                <a:cubicBezTo>
                  <a:pt x="13325" y="9789"/>
                  <a:pt x="17391" y="9302"/>
                  <a:pt x="22872" y="9302"/>
                </a:cubicBezTo>
                <a:lnTo>
                  <a:pt x="48792" y="9302"/>
                </a:lnTo>
                <a:cubicBezTo>
                  <a:pt x="52638" y="9302"/>
                  <a:pt x="55245" y="8992"/>
                  <a:pt x="56616" y="8372"/>
                </a:cubicBezTo>
                <a:cubicBezTo>
                  <a:pt x="57720" y="7884"/>
                  <a:pt x="58582" y="7098"/>
                  <a:pt x="59201" y="6013"/>
                </a:cubicBezTo>
                <a:cubicBezTo>
                  <a:pt x="59819" y="4928"/>
                  <a:pt x="60129" y="2923"/>
                  <a:pt x="60129" y="0"/>
                </a:cubicBezTo>
                <a:lnTo>
                  <a:pt x="62587" y="0"/>
                </a:lnTo>
                <a:lnTo>
                  <a:pt x="62587" y="30098"/>
                </a:lnTo>
                <a:lnTo>
                  <a:pt x="60129" y="30098"/>
                </a:lnTo>
                <a:lnTo>
                  <a:pt x="60129" y="28835"/>
                </a:lnTo>
                <a:cubicBezTo>
                  <a:pt x="60129" y="26000"/>
                  <a:pt x="59699" y="24018"/>
                  <a:pt x="58839" y="22889"/>
                </a:cubicBezTo>
                <a:cubicBezTo>
                  <a:pt x="57980" y="21759"/>
                  <a:pt x="56713" y="20973"/>
                  <a:pt x="55040" y="20530"/>
                </a:cubicBezTo>
                <a:cubicBezTo>
                  <a:pt x="54378" y="20353"/>
                  <a:pt x="52307" y="20264"/>
                  <a:pt x="48826" y="20264"/>
                </a:cubicBezTo>
                <a:lnTo>
                  <a:pt x="24037" y="20264"/>
                </a:lnTo>
                <a:cubicBezTo>
                  <a:pt x="18529" y="20264"/>
                  <a:pt x="14530" y="20984"/>
                  <a:pt x="12040" y="22424"/>
                </a:cubicBezTo>
                <a:cubicBezTo>
                  <a:pt x="9550" y="23863"/>
                  <a:pt x="8305" y="26288"/>
                  <a:pt x="8305" y="29699"/>
                </a:cubicBezTo>
                <a:cubicBezTo>
                  <a:pt x="8305" y="34970"/>
                  <a:pt x="11170" y="40219"/>
                  <a:pt x="16899" y="45445"/>
                </a:cubicBezTo>
                <a:lnTo>
                  <a:pt x="48826" y="45445"/>
                </a:lnTo>
                <a:cubicBezTo>
                  <a:pt x="52924" y="45445"/>
                  <a:pt x="55458" y="45202"/>
                  <a:pt x="56427" y="44715"/>
                </a:cubicBezTo>
                <a:cubicBezTo>
                  <a:pt x="57704" y="44094"/>
                  <a:pt x="58641" y="43242"/>
                  <a:pt x="59236" y="42157"/>
                </a:cubicBezTo>
                <a:cubicBezTo>
                  <a:pt x="59831" y="41071"/>
                  <a:pt x="60129" y="38868"/>
                  <a:pt x="60129" y="35546"/>
                </a:cubicBezTo>
                <a:lnTo>
                  <a:pt x="62587" y="35546"/>
                </a:lnTo>
                <a:lnTo>
                  <a:pt x="62587" y="65643"/>
                </a:lnTo>
                <a:lnTo>
                  <a:pt x="60129" y="65643"/>
                </a:lnTo>
                <a:lnTo>
                  <a:pt x="60129" y="64315"/>
                </a:lnTo>
                <a:cubicBezTo>
                  <a:pt x="60129" y="61214"/>
                  <a:pt x="59345" y="59121"/>
                  <a:pt x="57776" y="58036"/>
                </a:cubicBezTo>
                <a:cubicBezTo>
                  <a:pt x="56207" y="56951"/>
                  <a:pt x="53212" y="56408"/>
                  <a:pt x="48792" y="56408"/>
                </a:cubicBezTo>
                <a:lnTo>
                  <a:pt x="26252" y="56408"/>
                </a:lnTo>
                <a:cubicBezTo>
                  <a:pt x="18960" y="56408"/>
                  <a:pt x="14519" y="56574"/>
                  <a:pt x="12929" y="56906"/>
                </a:cubicBezTo>
                <a:cubicBezTo>
                  <a:pt x="11337" y="57239"/>
                  <a:pt x="10254" y="57748"/>
                  <a:pt x="9680" y="58435"/>
                </a:cubicBezTo>
                <a:cubicBezTo>
                  <a:pt x="9105" y="59121"/>
                  <a:pt x="8818" y="60040"/>
                  <a:pt x="8818" y="61192"/>
                </a:cubicBezTo>
                <a:cubicBezTo>
                  <a:pt x="8818" y="62432"/>
                  <a:pt x="9149" y="63916"/>
                  <a:pt x="9812" y="65643"/>
                </a:cubicBezTo>
                <a:lnTo>
                  <a:pt x="7425" y="66640"/>
                </a:lnTo>
                <a:lnTo>
                  <a:pt x="0" y="48302"/>
                </a:lnTo>
                <a:lnTo>
                  <a:pt x="0" y="45445"/>
                </a:lnTo>
                <a:lnTo>
                  <a:pt x="12889" y="45445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t">
            <a:extLst xmlns:a="http://schemas.openxmlformats.org/drawingml/2006/main">
              <a:ext uri="{FF2B5EF4-FFF2-40B4-BE49-F238E27FC236}">
                <a16:creationId xmlns:a16="http://schemas.microsoft.com/office/drawing/2014/main" id="{E4C16DEC-22FA-42BD-A33F-F2116A67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9" y="966399"/>
            <a:ext cx="81988" cy="36675"/>
          </a:xfrm>
          <a:custGeom xmlns:a="http://schemas.openxmlformats.org/drawingml/2006/main">
            <a:pathLst>
              <a:path w="81988" h="36675">
                <a:moveTo>
                  <a:pt x="0" y="16079"/>
                </a:moveTo>
                <a:lnTo>
                  <a:pt x="20065" y="16079"/>
                </a:lnTo>
                <a:lnTo>
                  <a:pt x="20065" y="1860"/>
                </a:lnTo>
                <a:lnTo>
                  <a:pt x="24716" y="1860"/>
                </a:lnTo>
                <a:lnTo>
                  <a:pt x="24716" y="16079"/>
                </a:lnTo>
                <a:lnTo>
                  <a:pt x="64128" y="16079"/>
                </a:lnTo>
                <a:cubicBezTo>
                  <a:pt x="68066" y="16079"/>
                  <a:pt x="70720" y="15514"/>
                  <a:pt x="72092" y="14384"/>
                </a:cubicBezTo>
                <a:cubicBezTo>
                  <a:pt x="73463" y="13255"/>
                  <a:pt x="74148" y="11804"/>
                  <a:pt x="74148" y="10033"/>
                </a:cubicBezTo>
                <a:cubicBezTo>
                  <a:pt x="74148" y="8571"/>
                  <a:pt x="73694" y="7153"/>
                  <a:pt x="72786" y="5780"/>
                </a:cubicBezTo>
                <a:cubicBezTo>
                  <a:pt x="71878" y="4407"/>
                  <a:pt x="70538" y="3344"/>
                  <a:pt x="68766" y="2591"/>
                </a:cubicBezTo>
                <a:lnTo>
                  <a:pt x="68766" y="0"/>
                </a:lnTo>
                <a:cubicBezTo>
                  <a:pt x="73119" y="1550"/>
                  <a:pt x="76412" y="3743"/>
                  <a:pt x="78643" y="6578"/>
                </a:cubicBezTo>
                <a:cubicBezTo>
                  <a:pt x="80873" y="9412"/>
                  <a:pt x="81988" y="12336"/>
                  <a:pt x="81988" y="15348"/>
                </a:cubicBezTo>
                <a:cubicBezTo>
                  <a:pt x="81988" y="17385"/>
                  <a:pt x="81422" y="19379"/>
                  <a:pt x="80291" y="21327"/>
                </a:cubicBezTo>
                <a:cubicBezTo>
                  <a:pt x="79161" y="23276"/>
                  <a:pt x="77542" y="24716"/>
                  <a:pt x="75437" y="25646"/>
                </a:cubicBezTo>
                <a:cubicBezTo>
                  <a:pt x="73330" y="26576"/>
                  <a:pt x="70082" y="27041"/>
                  <a:pt x="65691" y="27041"/>
                </a:cubicBezTo>
                <a:lnTo>
                  <a:pt x="24716" y="27041"/>
                </a:lnTo>
                <a:lnTo>
                  <a:pt x="24716" y="36675"/>
                </a:lnTo>
                <a:lnTo>
                  <a:pt x="22523" y="36675"/>
                </a:lnTo>
                <a:cubicBezTo>
                  <a:pt x="21546" y="34239"/>
                  <a:pt x="19891" y="31748"/>
                  <a:pt x="17559" y="29201"/>
                </a:cubicBezTo>
                <a:cubicBezTo>
                  <a:pt x="15227" y="26654"/>
                  <a:pt x="12461" y="24384"/>
                  <a:pt x="9262" y="22390"/>
                </a:cubicBezTo>
                <a:cubicBezTo>
                  <a:pt x="7575" y="21372"/>
                  <a:pt x="4488" y="19954"/>
                  <a:pt x="0" y="18138"/>
                </a:cubicBezTo>
                <a:lnTo>
                  <a:pt x="0" y="16079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e">
            <a:extLst xmlns:a="http://schemas.openxmlformats.org/drawingml/2006/main">
              <a:ext uri="{FF2B5EF4-FFF2-40B4-BE49-F238E27FC236}">
                <a16:creationId xmlns:a16="http://schemas.microsoft.com/office/drawing/2014/main" id="{384034C6-8316-44D1-A78F-3214249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910034"/>
            <a:ext cx="64447" cy="51491"/>
          </a:xfrm>
          <a:custGeom xmlns:a="http://schemas.openxmlformats.org/drawingml/2006/main">
            <a:pathLst>
              <a:path w="64447" h="51491">
                <a:moveTo>
                  <a:pt x="24716" y="42057"/>
                </a:moveTo>
                <a:cubicBezTo>
                  <a:pt x="33731" y="42101"/>
                  <a:pt x="40802" y="39909"/>
                  <a:pt x="45929" y="35479"/>
                </a:cubicBezTo>
                <a:cubicBezTo>
                  <a:pt x="51055" y="31050"/>
                  <a:pt x="53618" y="25845"/>
                  <a:pt x="53618" y="19866"/>
                </a:cubicBezTo>
                <a:cubicBezTo>
                  <a:pt x="53618" y="15879"/>
                  <a:pt x="52521" y="12413"/>
                  <a:pt x="50329" y="9468"/>
                </a:cubicBezTo>
                <a:cubicBezTo>
                  <a:pt x="48136" y="6522"/>
                  <a:pt x="44382" y="4053"/>
                  <a:pt x="39067" y="2060"/>
                </a:cubicBezTo>
                <a:lnTo>
                  <a:pt x="40396" y="0"/>
                </a:lnTo>
                <a:cubicBezTo>
                  <a:pt x="46464" y="930"/>
                  <a:pt x="51990" y="3632"/>
                  <a:pt x="56973" y="8106"/>
                </a:cubicBezTo>
                <a:cubicBezTo>
                  <a:pt x="61956" y="12579"/>
                  <a:pt x="64447" y="18183"/>
                  <a:pt x="64447" y="24915"/>
                </a:cubicBezTo>
                <a:cubicBezTo>
                  <a:pt x="64447" y="32224"/>
                  <a:pt x="61608" y="38480"/>
                  <a:pt x="55928" y="43685"/>
                </a:cubicBezTo>
                <a:cubicBezTo>
                  <a:pt x="50248" y="48889"/>
                  <a:pt x="42611" y="51491"/>
                  <a:pt x="33019" y="51491"/>
                </a:cubicBezTo>
                <a:cubicBezTo>
                  <a:pt x="22632" y="51491"/>
                  <a:pt x="14533" y="48823"/>
                  <a:pt x="8720" y="43485"/>
                </a:cubicBezTo>
                <a:cubicBezTo>
                  <a:pt x="2907" y="38148"/>
                  <a:pt x="0" y="31449"/>
                  <a:pt x="0" y="23387"/>
                </a:cubicBezTo>
                <a:cubicBezTo>
                  <a:pt x="0" y="16566"/>
                  <a:pt x="2242" y="10963"/>
                  <a:pt x="6727" y="6578"/>
                </a:cubicBezTo>
                <a:cubicBezTo>
                  <a:pt x="11210" y="2193"/>
                  <a:pt x="17207" y="0"/>
                  <a:pt x="24716" y="0"/>
                </a:cubicBezTo>
                <a:lnTo>
                  <a:pt x="24716" y="42057"/>
                </a:lnTo>
                <a:moveTo>
                  <a:pt x="20862" y="42057"/>
                </a:moveTo>
                <a:lnTo>
                  <a:pt x="20862" y="13886"/>
                </a:lnTo>
                <a:cubicBezTo>
                  <a:pt x="16965" y="14108"/>
                  <a:pt x="14218" y="14573"/>
                  <a:pt x="12624" y="15281"/>
                </a:cubicBezTo>
                <a:cubicBezTo>
                  <a:pt x="10143" y="16389"/>
                  <a:pt x="8194" y="18039"/>
                  <a:pt x="6777" y="20231"/>
                </a:cubicBezTo>
                <a:cubicBezTo>
                  <a:pt x="5360" y="22424"/>
                  <a:pt x="4651" y="24716"/>
                  <a:pt x="4651" y="27108"/>
                </a:cubicBezTo>
                <a:cubicBezTo>
                  <a:pt x="4651" y="30784"/>
                  <a:pt x="6079" y="34073"/>
                  <a:pt x="8936" y="36974"/>
                </a:cubicBezTo>
                <a:cubicBezTo>
                  <a:pt x="11793" y="39875"/>
                  <a:pt x="15769" y="41570"/>
                  <a:pt x="20862" y="42057"/>
                </a:cubicBez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x">
            <a:extLst xmlns:a="http://schemas.openxmlformats.org/drawingml/2006/main">
              <a:ext uri="{FF2B5EF4-FFF2-40B4-BE49-F238E27FC236}">
                <a16:creationId xmlns:a16="http://schemas.microsoft.com/office/drawing/2014/main" id="{22F6AF3F-5A25-4B93-98F9-4CBF517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4" y="839786"/>
            <a:ext cx="60860" cy="64580"/>
          </a:xfrm>
          <a:custGeom xmlns:a="http://schemas.openxmlformats.org/drawingml/2006/main">
            <a:pathLst>
              <a:path w="60860" h="64580">
                <a:moveTo>
                  <a:pt x="0" y="64580"/>
                </a:moveTo>
                <a:lnTo>
                  <a:pt x="0" y="35944"/>
                </a:lnTo>
                <a:lnTo>
                  <a:pt x="2458" y="35944"/>
                </a:lnTo>
                <a:cubicBezTo>
                  <a:pt x="2458" y="37760"/>
                  <a:pt x="2768" y="39034"/>
                  <a:pt x="3388" y="39765"/>
                </a:cubicBezTo>
                <a:cubicBezTo>
                  <a:pt x="4009" y="40496"/>
                  <a:pt x="4828" y="40861"/>
                  <a:pt x="5847" y="40861"/>
                </a:cubicBezTo>
                <a:cubicBezTo>
                  <a:pt x="6910" y="40861"/>
                  <a:pt x="8549" y="40086"/>
                  <a:pt x="10763" y="38536"/>
                </a:cubicBezTo>
                <a:cubicBezTo>
                  <a:pt x="11472" y="38048"/>
                  <a:pt x="12579" y="37317"/>
                  <a:pt x="14085" y="36343"/>
                </a:cubicBezTo>
                <a:lnTo>
                  <a:pt x="20995" y="32024"/>
                </a:lnTo>
                <a:lnTo>
                  <a:pt x="14085" y="27041"/>
                </a:lnTo>
                <a:cubicBezTo>
                  <a:pt x="9700" y="23852"/>
                  <a:pt x="6932" y="22258"/>
                  <a:pt x="5780" y="22258"/>
                </a:cubicBezTo>
                <a:cubicBezTo>
                  <a:pt x="4850" y="22258"/>
                  <a:pt x="4064" y="22634"/>
                  <a:pt x="3422" y="23387"/>
                </a:cubicBezTo>
                <a:cubicBezTo>
                  <a:pt x="2779" y="24140"/>
                  <a:pt x="2458" y="25358"/>
                  <a:pt x="2458" y="27041"/>
                </a:cubicBezTo>
                <a:lnTo>
                  <a:pt x="0" y="27041"/>
                </a:lnTo>
                <a:lnTo>
                  <a:pt x="0" y="6445"/>
                </a:lnTo>
                <a:lnTo>
                  <a:pt x="2458" y="6445"/>
                </a:lnTo>
                <a:cubicBezTo>
                  <a:pt x="2591" y="8615"/>
                  <a:pt x="3189" y="10498"/>
                  <a:pt x="4252" y="12092"/>
                </a:cubicBezTo>
                <a:cubicBezTo>
                  <a:pt x="5758" y="14263"/>
                  <a:pt x="9036" y="17230"/>
                  <a:pt x="14085" y="20995"/>
                </a:cubicBezTo>
                <a:lnTo>
                  <a:pt x="25181" y="29300"/>
                </a:lnTo>
                <a:lnTo>
                  <a:pt x="46930" y="14152"/>
                </a:lnTo>
                <a:cubicBezTo>
                  <a:pt x="52278" y="10431"/>
                  <a:pt x="55495" y="7774"/>
                  <a:pt x="56578" y="6179"/>
                </a:cubicBezTo>
                <a:cubicBezTo>
                  <a:pt x="57661" y="4584"/>
                  <a:pt x="58268" y="2525"/>
                  <a:pt x="58401" y="0"/>
                </a:cubicBezTo>
                <a:lnTo>
                  <a:pt x="60860" y="0"/>
                </a:lnTo>
                <a:lnTo>
                  <a:pt x="60860" y="28702"/>
                </a:lnTo>
                <a:lnTo>
                  <a:pt x="58401" y="28702"/>
                </a:lnTo>
                <a:cubicBezTo>
                  <a:pt x="58401" y="26709"/>
                  <a:pt x="57960" y="25159"/>
                  <a:pt x="57077" y="24052"/>
                </a:cubicBezTo>
                <a:cubicBezTo>
                  <a:pt x="56458" y="23210"/>
                  <a:pt x="55641" y="22789"/>
                  <a:pt x="54625" y="22789"/>
                </a:cubicBezTo>
                <a:cubicBezTo>
                  <a:pt x="53609" y="22789"/>
                  <a:pt x="51046" y="24207"/>
                  <a:pt x="46938" y="27041"/>
                </a:cubicBezTo>
                <a:lnTo>
                  <a:pt x="33951" y="35944"/>
                </a:lnTo>
                <a:lnTo>
                  <a:pt x="46938" y="45711"/>
                </a:lnTo>
                <a:cubicBezTo>
                  <a:pt x="50958" y="48723"/>
                  <a:pt x="53344" y="50229"/>
                  <a:pt x="54095" y="50229"/>
                </a:cubicBezTo>
                <a:cubicBezTo>
                  <a:pt x="55155" y="50229"/>
                  <a:pt x="56116" y="49731"/>
                  <a:pt x="56977" y="48734"/>
                </a:cubicBezTo>
                <a:cubicBezTo>
                  <a:pt x="57838" y="47738"/>
                  <a:pt x="58313" y="46243"/>
                  <a:pt x="58401" y="44249"/>
                </a:cubicBezTo>
                <a:lnTo>
                  <a:pt x="60860" y="44249"/>
                </a:lnTo>
                <a:lnTo>
                  <a:pt x="60860" y="64115"/>
                </a:lnTo>
                <a:lnTo>
                  <a:pt x="58401" y="64115"/>
                </a:lnTo>
                <a:cubicBezTo>
                  <a:pt x="58180" y="62521"/>
                  <a:pt x="57628" y="61125"/>
                  <a:pt x="56744" y="59929"/>
                </a:cubicBezTo>
                <a:cubicBezTo>
                  <a:pt x="55463" y="58246"/>
                  <a:pt x="52193" y="55411"/>
                  <a:pt x="46934" y="51425"/>
                </a:cubicBezTo>
                <a:lnTo>
                  <a:pt x="30031" y="38668"/>
                </a:lnTo>
                <a:lnTo>
                  <a:pt x="13288" y="50229"/>
                </a:lnTo>
                <a:cubicBezTo>
                  <a:pt x="8504" y="53507"/>
                  <a:pt x="5503" y="56043"/>
                  <a:pt x="4285" y="57837"/>
                </a:cubicBezTo>
                <a:cubicBezTo>
                  <a:pt x="3067" y="59630"/>
                  <a:pt x="2458" y="61878"/>
                  <a:pt x="2458" y="64580"/>
                </a:cubicBezTo>
                <a:lnTo>
                  <a:pt x="0" y="64580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t">
            <a:extLst xmlns:a="http://schemas.openxmlformats.org/drawingml/2006/main">
              <a:ext uri="{FF2B5EF4-FFF2-40B4-BE49-F238E27FC236}">
                <a16:creationId xmlns:a16="http://schemas.microsoft.com/office/drawing/2014/main" id="{135271B5-51AC-4AD8-9F9C-AB4E356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9" y="800121"/>
            <a:ext cx="81988" cy="36675"/>
          </a:xfrm>
          <a:custGeom xmlns:a="http://schemas.openxmlformats.org/drawingml/2006/main">
            <a:pathLst>
              <a:path w="81988" h="36675">
                <a:moveTo>
                  <a:pt x="0" y="16079"/>
                </a:moveTo>
                <a:lnTo>
                  <a:pt x="20065" y="16079"/>
                </a:lnTo>
                <a:lnTo>
                  <a:pt x="20065" y="1860"/>
                </a:lnTo>
                <a:lnTo>
                  <a:pt x="24716" y="1860"/>
                </a:lnTo>
                <a:lnTo>
                  <a:pt x="24716" y="16079"/>
                </a:lnTo>
                <a:lnTo>
                  <a:pt x="64128" y="16079"/>
                </a:lnTo>
                <a:cubicBezTo>
                  <a:pt x="68066" y="16079"/>
                  <a:pt x="70720" y="15514"/>
                  <a:pt x="72092" y="14384"/>
                </a:cubicBezTo>
                <a:cubicBezTo>
                  <a:pt x="73463" y="13255"/>
                  <a:pt x="74148" y="11804"/>
                  <a:pt x="74148" y="10033"/>
                </a:cubicBezTo>
                <a:cubicBezTo>
                  <a:pt x="74148" y="8571"/>
                  <a:pt x="73694" y="7153"/>
                  <a:pt x="72786" y="5780"/>
                </a:cubicBezTo>
                <a:cubicBezTo>
                  <a:pt x="71878" y="4407"/>
                  <a:pt x="70538" y="3344"/>
                  <a:pt x="68766" y="2591"/>
                </a:cubicBezTo>
                <a:lnTo>
                  <a:pt x="68766" y="0"/>
                </a:lnTo>
                <a:cubicBezTo>
                  <a:pt x="73119" y="1550"/>
                  <a:pt x="76412" y="3743"/>
                  <a:pt x="78643" y="6578"/>
                </a:cubicBezTo>
                <a:cubicBezTo>
                  <a:pt x="80873" y="9412"/>
                  <a:pt x="81988" y="12336"/>
                  <a:pt x="81988" y="15348"/>
                </a:cubicBezTo>
                <a:cubicBezTo>
                  <a:pt x="81988" y="17385"/>
                  <a:pt x="81422" y="19379"/>
                  <a:pt x="80291" y="21327"/>
                </a:cubicBezTo>
                <a:cubicBezTo>
                  <a:pt x="79161" y="23276"/>
                  <a:pt x="77542" y="24716"/>
                  <a:pt x="75437" y="25646"/>
                </a:cubicBezTo>
                <a:cubicBezTo>
                  <a:pt x="73330" y="26576"/>
                  <a:pt x="70082" y="27041"/>
                  <a:pt x="65691" y="27041"/>
                </a:cubicBezTo>
                <a:lnTo>
                  <a:pt x="24716" y="27041"/>
                </a:lnTo>
                <a:lnTo>
                  <a:pt x="24716" y="36675"/>
                </a:lnTo>
                <a:lnTo>
                  <a:pt x="22523" y="36675"/>
                </a:lnTo>
                <a:cubicBezTo>
                  <a:pt x="21546" y="34239"/>
                  <a:pt x="19891" y="31748"/>
                  <a:pt x="17559" y="29201"/>
                </a:cubicBezTo>
                <a:cubicBezTo>
                  <a:pt x="15227" y="26654"/>
                  <a:pt x="12461" y="24384"/>
                  <a:pt x="9262" y="22390"/>
                </a:cubicBezTo>
                <a:cubicBezTo>
                  <a:pt x="7575" y="21372"/>
                  <a:pt x="4488" y="19954"/>
                  <a:pt x="0" y="18138"/>
                </a:cubicBezTo>
                <a:lnTo>
                  <a:pt x="0" y="16079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u">
            <a:extLst xmlns:a="http://schemas.openxmlformats.org/drawingml/2006/main">
              <a:ext uri="{FF2B5EF4-FFF2-40B4-BE49-F238E27FC236}">
                <a16:creationId xmlns:a16="http://schemas.microsoft.com/office/drawing/2014/main" id="{01FF4274-B76B-4AA1-B703-26FE1C4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4" y="732461"/>
            <a:ext cx="62720" cy="67703"/>
          </a:xfrm>
          <a:custGeom xmlns:a="http://schemas.openxmlformats.org/drawingml/2006/main">
            <a:pathLst>
              <a:path w="62720" h="67703">
                <a:moveTo>
                  <a:pt x="0" y="10232"/>
                </a:moveTo>
                <a:lnTo>
                  <a:pt x="36875" y="10232"/>
                </a:lnTo>
                <a:cubicBezTo>
                  <a:pt x="43917" y="10232"/>
                  <a:pt x="48225" y="10066"/>
                  <a:pt x="49797" y="9734"/>
                </a:cubicBezTo>
                <a:cubicBezTo>
                  <a:pt x="51370" y="9401"/>
                  <a:pt x="52466" y="8870"/>
                  <a:pt x="53086" y="8139"/>
                </a:cubicBezTo>
                <a:cubicBezTo>
                  <a:pt x="53706" y="7408"/>
                  <a:pt x="54016" y="6555"/>
                  <a:pt x="54016" y="5581"/>
                </a:cubicBezTo>
                <a:cubicBezTo>
                  <a:pt x="54016" y="4208"/>
                  <a:pt x="53640" y="2658"/>
                  <a:pt x="52887" y="930"/>
                </a:cubicBezTo>
                <a:lnTo>
                  <a:pt x="55212" y="0"/>
                </a:lnTo>
                <a:lnTo>
                  <a:pt x="62720" y="18205"/>
                </a:lnTo>
                <a:lnTo>
                  <a:pt x="62720" y="21195"/>
                </a:lnTo>
                <a:lnTo>
                  <a:pt x="49830" y="21195"/>
                </a:lnTo>
                <a:cubicBezTo>
                  <a:pt x="55500" y="26421"/>
                  <a:pt x="59066" y="30408"/>
                  <a:pt x="60527" y="33154"/>
                </a:cubicBezTo>
                <a:cubicBezTo>
                  <a:pt x="61989" y="35900"/>
                  <a:pt x="62720" y="38801"/>
                  <a:pt x="62720" y="41858"/>
                </a:cubicBezTo>
                <a:cubicBezTo>
                  <a:pt x="62720" y="45268"/>
                  <a:pt x="61734" y="48225"/>
                  <a:pt x="59763" y="50727"/>
                </a:cubicBezTo>
                <a:cubicBezTo>
                  <a:pt x="57792" y="53230"/>
                  <a:pt x="55256" y="54969"/>
                  <a:pt x="52156" y="55943"/>
                </a:cubicBezTo>
                <a:cubicBezTo>
                  <a:pt x="49055" y="56917"/>
                  <a:pt x="44670" y="57405"/>
                  <a:pt x="39001" y="57405"/>
                </a:cubicBezTo>
                <a:lnTo>
                  <a:pt x="11826" y="57405"/>
                </a:lnTo>
                <a:cubicBezTo>
                  <a:pt x="8947" y="57405"/>
                  <a:pt x="6954" y="57715"/>
                  <a:pt x="5847" y="58335"/>
                </a:cubicBezTo>
                <a:cubicBezTo>
                  <a:pt x="4739" y="58955"/>
                  <a:pt x="3887" y="59874"/>
                  <a:pt x="3289" y="61092"/>
                </a:cubicBezTo>
                <a:cubicBezTo>
                  <a:pt x="2691" y="62310"/>
                  <a:pt x="2414" y="64514"/>
                  <a:pt x="2458" y="67703"/>
                </a:cubicBezTo>
                <a:lnTo>
                  <a:pt x="0" y="67703"/>
                </a:lnTo>
                <a:lnTo>
                  <a:pt x="0" y="46376"/>
                </a:lnTo>
                <a:lnTo>
                  <a:pt x="40628" y="46376"/>
                </a:lnTo>
                <a:cubicBezTo>
                  <a:pt x="46284" y="46376"/>
                  <a:pt x="49996" y="45390"/>
                  <a:pt x="51763" y="43419"/>
                </a:cubicBezTo>
                <a:cubicBezTo>
                  <a:pt x="53531" y="41448"/>
                  <a:pt x="54415" y="39067"/>
                  <a:pt x="54415" y="36277"/>
                </a:cubicBezTo>
                <a:cubicBezTo>
                  <a:pt x="54415" y="34372"/>
                  <a:pt x="53818" y="32213"/>
                  <a:pt x="52625" y="29799"/>
                </a:cubicBezTo>
                <a:cubicBezTo>
                  <a:pt x="51432" y="27385"/>
                  <a:pt x="49157" y="24517"/>
                  <a:pt x="45800" y="21195"/>
                </a:cubicBezTo>
                <a:lnTo>
                  <a:pt x="11405" y="21195"/>
                </a:lnTo>
                <a:cubicBezTo>
                  <a:pt x="7958" y="21195"/>
                  <a:pt x="5628" y="21826"/>
                  <a:pt x="4414" y="23088"/>
                </a:cubicBezTo>
                <a:cubicBezTo>
                  <a:pt x="3199" y="24350"/>
                  <a:pt x="2547" y="26975"/>
                  <a:pt x="2458" y="30961"/>
                </a:cubicBezTo>
                <a:lnTo>
                  <a:pt x="0" y="30961"/>
                </a:lnTo>
                <a:lnTo>
                  <a:pt x="0" y="10232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a">
            <a:extLst xmlns:a="http://schemas.openxmlformats.org/drawingml/2006/main">
              <a:ext uri="{FF2B5EF4-FFF2-40B4-BE49-F238E27FC236}">
                <a16:creationId xmlns:a16="http://schemas.microsoft.com/office/drawing/2014/main" id="{ED9A7FD7-2635-476E-9B8F-2EE68138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672133"/>
            <a:ext cx="63916" cy="55279"/>
          </a:xfrm>
          <a:custGeom xmlns:a="http://schemas.openxmlformats.org/drawingml/2006/main">
            <a:pathLst>
              <a:path w="63916" h="55279">
                <a:moveTo>
                  <a:pt x="53817" y="21394"/>
                </a:moveTo>
                <a:cubicBezTo>
                  <a:pt x="58645" y="27639"/>
                  <a:pt x="61435" y="31559"/>
                  <a:pt x="62188" y="33154"/>
                </a:cubicBezTo>
                <a:cubicBezTo>
                  <a:pt x="63340" y="35546"/>
                  <a:pt x="63916" y="38093"/>
                  <a:pt x="63916" y="40795"/>
                </a:cubicBezTo>
                <a:cubicBezTo>
                  <a:pt x="63916" y="45002"/>
                  <a:pt x="62476" y="48468"/>
                  <a:pt x="59597" y="51192"/>
                </a:cubicBezTo>
                <a:cubicBezTo>
                  <a:pt x="56718" y="53917"/>
                  <a:pt x="52931" y="55279"/>
                  <a:pt x="48236" y="55279"/>
                </a:cubicBezTo>
                <a:cubicBezTo>
                  <a:pt x="45268" y="55279"/>
                  <a:pt x="42699" y="54614"/>
                  <a:pt x="40529" y="53285"/>
                </a:cubicBezTo>
                <a:cubicBezTo>
                  <a:pt x="37517" y="51469"/>
                  <a:pt x="34682" y="48313"/>
                  <a:pt x="32024" y="43818"/>
                </a:cubicBezTo>
                <a:cubicBezTo>
                  <a:pt x="29367" y="39322"/>
                  <a:pt x="26133" y="31847"/>
                  <a:pt x="22324" y="21394"/>
                </a:cubicBezTo>
                <a:lnTo>
                  <a:pt x="19932" y="21394"/>
                </a:lnTo>
                <a:cubicBezTo>
                  <a:pt x="13864" y="21394"/>
                  <a:pt x="9700" y="22357"/>
                  <a:pt x="7441" y="24284"/>
                </a:cubicBezTo>
                <a:cubicBezTo>
                  <a:pt x="5182" y="26211"/>
                  <a:pt x="4053" y="29012"/>
                  <a:pt x="4053" y="32689"/>
                </a:cubicBezTo>
                <a:cubicBezTo>
                  <a:pt x="4053" y="35479"/>
                  <a:pt x="4803" y="37694"/>
                  <a:pt x="6304" y="39333"/>
                </a:cubicBezTo>
                <a:cubicBezTo>
                  <a:pt x="7804" y="41016"/>
                  <a:pt x="9525" y="41858"/>
                  <a:pt x="11467" y="41858"/>
                </a:cubicBezTo>
                <a:lnTo>
                  <a:pt x="15306" y="41725"/>
                </a:lnTo>
                <a:cubicBezTo>
                  <a:pt x="17335" y="41725"/>
                  <a:pt x="18902" y="42245"/>
                  <a:pt x="20005" y="43286"/>
                </a:cubicBezTo>
                <a:cubicBezTo>
                  <a:pt x="21108" y="44327"/>
                  <a:pt x="21660" y="45689"/>
                  <a:pt x="21660" y="47372"/>
                </a:cubicBezTo>
                <a:cubicBezTo>
                  <a:pt x="21660" y="49011"/>
                  <a:pt x="21086" y="50351"/>
                  <a:pt x="19938" y="51392"/>
                </a:cubicBezTo>
                <a:cubicBezTo>
                  <a:pt x="18790" y="52433"/>
                  <a:pt x="17221" y="52953"/>
                  <a:pt x="15234" y="52953"/>
                </a:cubicBezTo>
                <a:cubicBezTo>
                  <a:pt x="11437" y="52953"/>
                  <a:pt x="7949" y="51004"/>
                  <a:pt x="4769" y="47106"/>
                </a:cubicBezTo>
                <a:cubicBezTo>
                  <a:pt x="1590" y="43209"/>
                  <a:pt x="0" y="37738"/>
                  <a:pt x="0" y="30696"/>
                </a:cubicBezTo>
                <a:cubicBezTo>
                  <a:pt x="0" y="25292"/>
                  <a:pt x="907" y="20862"/>
                  <a:pt x="2720" y="17407"/>
                </a:cubicBezTo>
                <a:cubicBezTo>
                  <a:pt x="4092" y="14794"/>
                  <a:pt x="6238" y="12867"/>
                  <a:pt x="9158" y="11627"/>
                </a:cubicBezTo>
                <a:cubicBezTo>
                  <a:pt x="11060" y="10830"/>
                  <a:pt x="14953" y="10431"/>
                  <a:pt x="20837" y="10431"/>
                </a:cubicBezTo>
                <a:lnTo>
                  <a:pt x="41476" y="10431"/>
                </a:lnTo>
                <a:cubicBezTo>
                  <a:pt x="47271" y="10431"/>
                  <a:pt x="50822" y="10320"/>
                  <a:pt x="52127" y="10099"/>
                </a:cubicBezTo>
                <a:cubicBezTo>
                  <a:pt x="53432" y="9878"/>
                  <a:pt x="54306" y="9512"/>
                  <a:pt x="54749" y="9003"/>
                </a:cubicBezTo>
                <a:cubicBezTo>
                  <a:pt x="55191" y="8493"/>
                  <a:pt x="55411" y="7906"/>
                  <a:pt x="55411" y="7242"/>
                </a:cubicBezTo>
                <a:cubicBezTo>
                  <a:pt x="55411" y="6533"/>
                  <a:pt x="55256" y="5913"/>
                  <a:pt x="54946" y="5382"/>
                </a:cubicBezTo>
                <a:cubicBezTo>
                  <a:pt x="54371" y="4452"/>
                  <a:pt x="52754" y="2658"/>
                  <a:pt x="50096" y="0"/>
                </a:cubicBezTo>
                <a:lnTo>
                  <a:pt x="53817" y="0"/>
                </a:lnTo>
                <a:cubicBezTo>
                  <a:pt x="60461" y="4961"/>
                  <a:pt x="63783" y="9700"/>
                  <a:pt x="63783" y="14218"/>
                </a:cubicBezTo>
                <a:cubicBezTo>
                  <a:pt x="63783" y="16389"/>
                  <a:pt x="63030" y="18116"/>
                  <a:pt x="61524" y="19401"/>
                </a:cubicBezTo>
                <a:cubicBezTo>
                  <a:pt x="60018" y="20685"/>
                  <a:pt x="57449" y="21350"/>
                  <a:pt x="53817" y="21394"/>
                </a:cubicBezTo>
                <a:moveTo>
                  <a:pt x="49461" y="21394"/>
                </a:moveTo>
                <a:lnTo>
                  <a:pt x="26377" y="21394"/>
                </a:lnTo>
                <a:cubicBezTo>
                  <a:pt x="29022" y="28082"/>
                  <a:pt x="30896" y="32401"/>
                  <a:pt x="31999" y="34350"/>
                </a:cubicBezTo>
                <a:cubicBezTo>
                  <a:pt x="33940" y="37849"/>
                  <a:pt x="35969" y="40352"/>
                  <a:pt x="38085" y="41858"/>
                </a:cubicBezTo>
                <a:cubicBezTo>
                  <a:pt x="40201" y="43364"/>
                  <a:pt x="42516" y="44117"/>
                  <a:pt x="45030" y="44117"/>
                </a:cubicBezTo>
                <a:cubicBezTo>
                  <a:pt x="48205" y="44117"/>
                  <a:pt x="50840" y="43164"/>
                  <a:pt x="52934" y="41260"/>
                </a:cubicBezTo>
                <a:cubicBezTo>
                  <a:pt x="55029" y="39355"/>
                  <a:pt x="56076" y="37162"/>
                  <a:pt x="56076" y="34682"/>
                </a:cubicBezTo>
                <a:cubicBezTo>
                  <a:pt x="56076" y="31316"/>
                  <a:pt x="53871" y="26886"/>
                  <a:pt x="49461" y="21394"/>
                </a:cubicBez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l">
            <a:extLst xmlns:a="http://schemas.openxmlformats.org/drawingml/2006/main">
              <a:ext uri="{FF2B5EF4-FFF2-40B4-BE49-F238E27FC236}">
                <a16:creationId xmlns:a16="http://schemas.microsoft.com/office/drawing/2014/main" id="{C27461D5-A426-467F-8A9D-4A576FFE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5" y="636832"/>
            <a:ext cx="94479" cy="30961"/>
          </a:xfrm>
          <a:custGeom xmlns:a="http://schemas.openxmlformats.org/drawingml/2006/main">
            <a:pathLst>
              <a:path w="94479" h="30961">
                <a:moveTo>
                  <a:pt x="0" y="9833"/>
                </a:moveTo>
                <a:lnTo>
                  <a:pt x="80667" y="9833"/>
                </a:lnTo>
                <a:cubicBezTo>
                  <a:pt x="84474" y="9833"/>
                  <a:pt x="86997" y="9556"/>
                  <a:pt x="88237" y="9003"/>
                </a:cubicBezTo>
                <a:cubicBezTo>
                  <a:pt x="89476" y="8449"/>
                  <a:pt x="90417" y="7596"/>
                  <a:pt x="91059" y="6445"/>
                </a:cubicBezTo>
                <a:cubicBezTo>
                  <a:pt x="91700" y="5293"/>
                  <a:pt x="92020" y="3145"/>
                  <a:pt x="92020" y="0"/>
                </a:cubicBezTo>
                <a:lnTo>
                  <a:pt x="94479" y="0"/>
                </a:lnTo>
                <a:lnTo>
                  <a:pt x="94479" y="29832"/>
                </a:lnTo>
                <a:lnTo>
                  <a:pt x="92020" y="29832"/>
                </a:lnTo>
                <a:cubicBezTo>
                  <a:pt x="92020" y="27041"/>
                  <a:pt x="91733" y="25137"/>
                  <a:pt x="91159" y="24118"/>
                </a:cubicBezTo>
                <a:cubicBezTo>
                  <a:pt x="90583" y="23099"/>
                  <a:pt x="89631" y="22302"/>
                  <a:pt x="88304" y="21726"/>
                </a:cubicBezTo>
                <a:cubicBezTo>
                  <a:pt x="86975" y="21150"/>
                  <a:pt x="84429" y="20862"/>
                  <a:pt x="80667" y="20862"/>
                </a:cubicBezTo>
                <a:lnTo>
                  <a:pt x="25428" y="20862"/>
                </a:lnTo>
                <a:cubicBezTo>
                  <a:pt x="18568" y="20862"/>
                  <a:pt x="14353" y="21017"/>
                  <a:pt x="12782" y="21327"/>
                </a:cubicBezTo>
                <a:cubicBezTo>
                  <a:pt x="11209" y="21637"/>
                  <a:pt x="10136" y="22136"/>
                  <a:pt x="9561" y="22822"/>
                </a:cubicBezTo>
                <a:cubicBezTo>
                  <a:pt x="8985" y="23509"/>
                  <a:pt x="8697" y="24384"/>
                  <a:pt x="8697" y="25447"/>
                </a:cubicBezTo>
                <a:cubicBezTo>
                  <a:pt x="8697" y="26598"/>
                  <a:pt x="9052" y="28060"/>
                  <a:pt x="9761" y="29832"/>
                </a:cubicBezTo>
                <a:lnTo>
                  <a:pt x="7435" y="30961"/>
                </a:lnTo>
                <a:lnTo>
                  <a:pt x="0" y="12823"/>
                </a:lnTo>
                <a:lnTo>
                  <a:pt x="0" y="9833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D">
            <a:extLst xmlns:a="http://schemas.openxmlformats.org/drawingml/2006/main">
              <a:ext uri="{FF2B5EF4-FFF2-40B4-BE49-F238E27FC236}">
                <a16:creationId xmlns:a16="http://schemas.microsoft.com/office/drawing/2014/main" id="{76C0DEF6-D074-4009-B715-EF2274E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70" y="506874"/>
            <a:ext cx="90093" cy="90758"/>
          </a:xfrm>
          <a:custGeom xmlns:a="http://schemas.openxmlformats.org/drawingml/2006/main">
            <a:pathLst>
              <a:path w="90093" h="90758">
                <a:moveTo>
                  <a:pt x="90093" y="90758"/>
                </a:moveTo>
                <a:lnTo>
                  <a:pt x="87635" y="90758"/>
                </a:lnTo>
                <a:lnTo>
                  <a:pt x="87635" y="87369"/>
                </a:lnTo>
                <a:cubicBezTo>
                  <a:pt x="87635" y="83560"/>
                  <a:pt x="86417" y="80858"/>
                  <a:pt x="83981" y="79264"/>
                </a:cubicBezTo>
                <a:cubicBezTo>
                  <a:pt x="82519" y="78289"/>
                  <a:pt x="79242" y="77802"/>
                  <a:pt x="74148" y="77802"/>
                </a:cubicBezTo>
                <a:lnTo>
                  <a:pt x="15946" y="77802"/>
                </a:lnTo>
                <a:cubicBezTo>
                  <a:pt x="10320" y="77802"/>
                  <a:pt x="6799" y="78422"/>
                  <a:pt x="5382" y="79662"/>
                </a:cubicBezTo>
                <a:cubicBezTo>
                  <a:pt x="3433" y="81390"/>
                  <a:pt x="2458" y="83959"/>
                  <a:pt x="2458" y="87369"/>
                </a:cubicBezTo>
                <a:lnTo>
                  <a:pt x="2458" y="90758"/>
                </a:lnTo>
                <a:lnTo>
                  <a:pt x="0" y="90758"/>
                </a:lnTo>
                <a:lnTo>
                  <a:pt x="0" y="54083"/>
                </a:lnTo>
                <a:cubicBezTo>
                  <a:pt x="0" y="40617"/>
                  <a:pt x="1528" y="30374"/>
                  <a:pt x="4584" y="23354"/>
                </a:cubicBezTo>
                <a:cubicBezTo>
                  <a:pt x="7641" y="16333"/>
                  <a:pt x="12734" y="10686"/>
                  <a:pt x="19866" y="6412"/>
                </a:cubicBezTo>
                <a:cubicBezTo>
                  <a:pt x="26997" y="2137"/>
                  <a:pt x="35236" y="0"/>
                  <a:pt x="44582" y="0"/>
                </a:cubicBezTo>
                <a:cubicBezTo>
                  <a:pt x="57117" y="0"/>
                  <a:pt x="67592" y="3809"/>
                  <a:pt x="76008" y="11428"/>
                </a:cubicBezTo>
                <a:cubicBezTo>
                  <a:pt x="85398" y="19976"/>
                  <a:pt x="90093" y="32999"/>
                  <a:pt x="90093" y="50495"/>
                </a:cubicBezTo>
                <a:lnTo>
                  <a:pt x="90093" y="90758"/>
                </a:lnTo>
                <a:moveTo>
                  <a:pt x="83649" y="65045"/>
                </a:moveTo>
                <a:cubicBezTo>
                  <a:pt x="84845" y="59420"/>
                  <a:pt x="85443" y="54703"/>
                  <a:pt x="85443" y="50894"/>
                </a:cubicBezTo>
                <a:cubicBezTo>
                  <a:pt x="85443" y="40617"/>
                  <a:pt x="81833" y="32091"/>
                  <a:pt x="74613" y="25314"/>
                </a:cubicBezTo>
                <a:cubicBezTo>
                  <a:pt x="67393" y="18537"/>
                  <a:pt x="57604" y="15148"/>
                  <a:pt x="45246" y="15148"/>
                </a:cubicBezTo>
                <a:cubicBezTo>
                  <a:pt x="32800" y="15148"/>
                  <a:pt x="22988" y="18537"/>
                  <a:pt x="15813" y="25314"/>
                </a:cubicBezTo>
                <a:cubicBezTo>
                  <a:pt x="8637" y="32091"/>
                  <a:pt x="5049" y="40795"/>
                  <a:pt x="5049" y="51425"/>
                </a:cubicBezTo>
                <a:cubicBezTo>
                  <a:pt x="5049" y="55411"/>
                  <a:pt x="5692" y="59952"/>
                  <a:pt x="6976" y="65045"/>
                </a:cubicBezTo>
                <a:lnTo>
                  <a:pt x="83649" y="65045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a">
            <a:extLst xmlns:a="http://schemas.openxmlformats.org/drawingml/2006/main">
              <a:ext uri="{FF2B5EF4-FFF2-40B4-BE49-F238E27FC236}">
                <a16:creationId xmlns:a16="http://schemas.microsoft.com/office/drawing/2014/main" id="{A9665907-B19D-4A76-98C5-8DB21227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441586"/>
            <a:ext cx="63916" cy="55279"/>
          </a:xfrm>
          <a:custGeom xmlns:a="http://schemas.openxmlformats.org/drawingml/2006/main">
            <a:pathLst>
              <a:path w="63916" h="55279">
                <a:moveTo>
                  <a:pt x="53817" y="21394"/>
                </a:moveTo>
                <a:cubicBezTo>
                  <a:pt x="58645" y="27639"/>
                  <a:pt x="61435" y="31559"/>
                  <a:pt x="62188" y="33154"/>
                </a:cubicBezTo>
                <a:cubicBezTo>
                  <a:pt x="63340" y="35546"/>
                  <a:pt x="63916" y="38093"/>
                  <a:pt x="63916" y="40795"/>
                </a:cubicBezTo>
                <a:cubicBezTo>
                  <a:pt x="63916" y="45002"/>
                  <a:pt x="62476" y="48468"/>
                  <a:pt x="59597" y="51192"/>
                </a:cubicBezTo>
                <a:cubicBezTo>
                  <a:pt x="56718" y="53917"/>
                  <a:pt x="52931" y="55279"/>
                  <a:pt x="48236" y="55279"/>
                </a:cubicBezTo>
                <a:cubicBezTo>
                  <a:pt x="45268" y="55279"/>
                  <a:pt x="42699" y="54614"/>
                  <a:pt x="40529" y="53285"/>
                </a:cubicBezTo>
                <a:cubicBezTo>
                  <a:pt x="37517" y="51469"/>
                  <a:pt x="34682" y="48313"/>
                  <a:pt x="32024" y="43818"/>
                </a:cubicBezTo>
                <a:cubicBezTo>
                  <a:pt x="29367" y="39322"/>
                  <a:pt x="26133" y="31847"/>
                  <a:pt x="22324" y="21394"/>
                </a:cubicBezTo>
                <a:lnTo>
                  <a:pt x="19932" y="21394"/>
                </a:lnTo>
                <a:cubicBezTo>
                  <a:pt x="13864" y="21394"/>
                  <a:pt x="9700" y="22357"/>
                  <a:pt x="7441" y="24284"/>
                </a:cubicBezTo>
                <a:cubicBezTo>
                  <a:pt x="5182" y="26211"/>
                  <a:pt x="4053" y="29012"/>
                  <a:pt x="4053" y="32689"/>
                </a:cubicBezTo>
                <a:cubicBezTo>
                  <a:pt x="4053" y="35479"/>
                  <a:pt x="4803" y="37694"/>
                  <a:pt x="6304" y="39333"/>
                </a:cubicBezTo>
                <a:cubicBezTo>
                  <a:pt x="7804" y="41016"/>
                  <a:pt x="9525" y="41858"/>
                  <a:pt x="11467" y="41858"/>
                </a:cubicBezTo>
                <a:lnTo>
                  <a:pt x="15306" y="41725"/>
                </a:lnTo>
                <a:cubicBezTo>
                  <a:pt x="17335" y="41725"/>
                  <a:pt x="18902" y="42245"/>
                  <a:pt x="20005" y="43286"/>
                </a:cubicBezTo>
                <a:cubicBezTo>
                  <a:pt x="21108" y="44327"/>
                  <a:pt x="21660" y="45689"/>
                  <a:pt x="21660" y="47372"/>
                </a:cubicBezTo>
                <a:cubicBezTo>
                  <a:pt x="21660" y="49011"/>
                  <a:pt x="21086" y="50351"/>
                  <a:pt x="19938" y="51392"/>
                </a:cubicBezTo>
                <a:cubicBezTo>
                  <a:pt x="18790" y="52433"/>
                  <a:pt x="17221" y="52953"/>
                  <a:pt x="15234" y="52953"/>
                </a:cubicBezTo>
                <a:cubicBezTo>
                  <a:pt x="11437" y="52953"/>
                  <a:pt x="7949" y="51004"/>
                  <a:pt x="4769" y="47106"/>
                </a:cubicBezTo>
                <a:cubicBezTo>
                  <a:pt x="1590" y="43209"/>
                  <a:pt x="0" y="37738"/>
                  <a:pt x="0" y="30696"/>
                </a:cubicBezTo>
                <a:cubicBezTo>
                  <a:pt x="0" y="25292"/>
                  <a:pt x="907" y="20862"/>
                  <a:pt x="2720" y="17407"/>
                </a:cubicBezTo>
                <a:cubicBezTo>
                  <a:pt x="4092" y="14794"/>
                  <a:pt x="6238" y="12867"/>
                  <a:pt x="9158" y="11627"/>
                </a:cubicBezTo>
                <a:cubicBezTo>
                  <a:pt x="11060" y="10830"/>
                  <a:pt x="14953" y="10431"/>
                  <a:pt x="20837" y="10431"/>
                </a:cubicBezTo>
                <a:lnTo>
                  <a:pt x="41476" y="10431"/>
                </a:lnTo>
                <a:cubicBezTo>
                  <a:pt x="47271" y="10431"/>
                  <a:pt x="50822" y="10320"/>
                  <a:pt x="52127" y="10099"/>
                </a:cubicBezTo>
                <a:cubicBezTo>
                  <a:pt x="53432" y="9878"/>
                  <a:pt x="54306" y="9512"/>
                  <a:pt x="54749" y="9003"/>
                </a:cubicBezTo>
                <a:cubicBezTo>
                  <a:pt x="55191" y="8493"/>
                  <a:pt x="55411" y="7906"/>
                  <a:pt x="55411" y="7242"/>
                </a:cubicBezTo>
                <a:cubicBezTo>
                  <a:pt x="55411" y="6533"/>
                  <a:pt x="55256" y="5913"/>
                  <a:pt x="54946" y="5382"/>
                </a:cubicBezTo>
                <a:cubicBezTo>
                  <a:pt x="54371" y="4452"/>
                  <a:pt x="52754" y="2658"/>
                  <a:pt x="50096" y="0"/>
                </a:cubicBezTo>
                <a:lnTo>
                  <a:pt x="53817" y="0"/>
                </a:lnTo>
                <a:cubicBezTo>
                  <a:pt x="60461" y="4961"/>
                  <a:pt x="63783" y="9700"/>
                  <a:pt x="63783" y="14218"/>
                </a:cubicBezTo>
                <a:cubicBezTo>
                  <a:pt x="63783" y="16389"/>
                  <a:pt x="63030" y="18116"/>
                  <a:pt x="61524" y="19401"/>
                </a:cubicBezTo>
                <a:cubicBezTo>
                  <a:pt x="60018" y="20685"/>
                  <a:pt x="57449" y="21350"/>
                  <a:pt x="53817" y="21394"/>
                </a:cubicBezTo>
                <a:moveTo>
                  <a:pt x="49461" y="21394"/>
                </a:moveTo>
                <a:lnTo>
                  <a:pt x="26377" y="21394"/>
                </a:lnTo>
                <a:cubicBezTo>
                  <a:pt x="29022" y="28082"/>
                  <a:pt x="30896" y="32401"/>
                  <a:pt x="31999" y="34350"/>
                </a:cubicBezTo>
                <a:cubicBezTo>
                  <a:pt x="33940" y="37849"/>
                  <a:pt x="35969" y="40352"/>
                  <a:pt x="38085" y="41858"/>
                </a:cubicBezTo>
                <a:cubicBezTo>
                  <a:pt x="40201" y="43364"/>
                  <a:pt x="42516" y="44117"/>
                  <a:pt x="45030" y="44117"/>
                </a:cubicBezTo>
                <a:cubicBezTo>
                  <a:pt x="48205" y="44117"/>
                  <a:pt x="50840" y="43164"/>
                  <a:pt x="52934" y="41260"/>
                </a:cubicBezTo>
                <a:cubicBezTo>
                  <a:pt x="55029" y="39355"/>
                  <a:pt x="56076" y="37162"/>
                  <a:pt x="56076" y="34682"/>
                </a:cubicBezTo>
                <a:cubicBezTo>
                  <a:pt x="56076" y="31316"/>
                  <a:pt x="53871" y="26886"/>
                  <a:pt x="49461" y="21394"/>
                </a:cubicBez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t">
            <a:extLst xmlns:a="http://schemas.openxmlformats.org/drawingml/2006/main">
              <a:ext uri="{FF2B5EF4-FFF2-40B4-BE49-F238E27FC236}">
                <a16:creationId xmlns:a16="http://schemas.microsoft.com/office/drawing/2014/main" id="{308026AB-4ED1-4A8A-B89B-A262C5F3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9" y="403295"/>
            <a:ext cx="81988" cy="36675"/>
          </a:xfrm>
          <a:custGeom xmlns:a="http://schemas.openxmlformats.org/drawingml/2006/main">
            <a:pathLst>
              <a:path w="81988" h="36675">
                <a:moveTo>
                  <a:pt x="0" y="16079"/>
                </a:moveTo>
                <a:lnTo>
                  <a:pt x="20065" y="16079"/>
                </a:lnTo>
                <a:lnTo>
                  <a:pt x="20065" y="1860"/>
                </a:lnTo>
                <a:lnTo>
                  <a:pt x="24716" y="1860"/>
                </a:lnTo>
                <a:lnTo>
                  <a:pt x="24716" y="16079"/>
                </a:lnTo>
                <a:lnTo>
                  <a:pt x="64128" y="16079"/>
                </a:lnTo>
                <a:cubicBezTo>
                  <a:pt x="68066" y="16079"/>
                  <a:pt x="70720" y="15514"/>
                  <a:pt x="72092" y="14384"/>
                </a:cubicBezTo>
                <a:cubicBezTo>
                  <a:pt x="73463" y="13255"/>
                  <a:pt x="74148" y="11804"/>
                  <a:pt x="74148" y="10033"/>
                </a:cubicBezTo>
                <a:cubicBezTo>
                  <a:pt x="74148" y="8571"/>
                  <a:pt x="73694" y="7153"/>
                  <a:pt x="72786" y="5780"/>
                </a:cubicBezTo>
                <a:cubicBezTo>
                  <a:pt x="71878" y="4407"/>
                  <a:pt x="70538" y="3344"/>
                  <a:pt x="68766" y="2591"/>
                </a:cubicBezTo>
                <a:lnTo>
                  <a:pt x="68766" y="0"/>
                </a:lnTo>
                <a:cubicBezTo>
                  <a:pt x="73119" y="1550"/>
                  <a:pt x="76412" y="3743"/>
                  <a:pt x="78643" y="6578"/>
                </a:cubicBezTo>
                <a:cubicBezTo>
                  <a:pt x="80873" y="9412"/>
                  <a:pt x="81988" y="12336"/>
                  <a:pt x="81988" y="15348"/>
                </a:cubicBezTo>
                <a:cubicBezTo>
                  <a:pt x="81988" y="17385"/>
                  <a:pt x="81422" y="19379"/>
                  <a:pt x="80291" y="21327"/>
                </a:cubicBezTo>
                <a:cubicBezTo>
                  <a:pt x="79161" y="23276"/>
                  <a:pt x="77542" y="24716"/>
                  <a:pt x="75437" y="25646"/>
                </a:cubicBezTo>
                <a:cubicBezTo>
                  <a:pt x="73330" y="26576"/>
                  <a:pt x="70082" y="27041"/>
                  <a:pt x="65691" y="27041"/>
                </a:cubicBezTo>
                <a:lnTo>
                  <a:pt x="24716" y="27041"/>
                </a:lnTo>
                <a:lnTo>
                  <a:pt x="24716" y="36675"/>
                </a:lnTo>
                <a:lnTo>
                  <a:pt x="22523" y="36675"/>
                </a:lnTo>
                <a:cubicBezTo>
                  <a:pt x="21546" y="34239"/>
                  <a:pt x="19891" y="31748"/>
                  <a:pt x="17559" y="29201"/>
                </a:cubicBezTo>
                <a:cubicBezTo>
                  <a:pt x="15227" y="26654"/>
                  <a:pt x="12461" y="24384"/>
                  <a:pt x="9262" y="22390"/>
                </a:cubicBezTo>
                <a:cubicBezTo>
                  <a:pt x="7575" y="21372"/>
                  <a:pt x="4488" y="19954"/>
                  <a:pt x="0" y="18138"/>
                </a:cubicBezTo>
                <a:lnTo>
                  <a:pt x="0" y="16079"/>
                </a:ln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a">
            <a:extLst xmlns:a="http://schemas.openxmlformats.org/drawingml/2006/main">
              <a:ext uri="{FF2B5EF4-FFF2-40B4-BE49-F238E27FC236}">
                <a16:creationId xmlns:a16="http://schemas.microsoft.com/office/drawing/2014/main" id="{742C120B-B5AB-4F41-89F6-6248BEA8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76" y="343343"/>
            <a:ext cx="63916" cy="55279"/>
          </a:xfrm>
          <a:custGeom xmlns:a="http://schemas.openxmlformats.org/drawingml/2006/main">
            <a:pathLst>
              <a:path w="63916" h="55279">
                <a:moveTo>
                  <a:pt x="53817" y="21394"/>
                </a:moveTo>
                <a:cubicBezTo>
                  <a:pt x="58645" y="27639"/>
                  <a:pt x="61435" y="31559"/>
                  <a:pt x="62188" y="33154"/>
                </a:cubicBezTo>
                <a:cubicBezTo>
                  <a:pt x="63340" y="35546"/>
                  <a:pt x="63916" y="38093"/>
                  <a:pt x="63916" y="40795"/>
                </a:cubicBezTo>
                <a:cubicBezTo>
                  <a:pt x="63916" y="45002"/>
                  <a:pt x="62476" y="48468"/>
                  <a:pt x="59597" y="51192"/>
                </a:cubicBezTo>
                <a:cubicBezTo>
                  <a:pt x="56718" y="53917"/>
                  <a:pt x="52931" y="55279"/>
                  <a:pt x="48236" y="55279"/>
                </a:cubicBezTo>
                <a:cubicBezTo>
                  <a:pt x="45268" y="55279"/>
                  <a:pt x="42699" y="54614"/>
                  <a:pt x="40529" y="53285"/>
                </a:cubicBezTo>
                <a:cubicBezTo>
                  <a:pt x="37517" y="51469"/>
                  <a:pt x="34682" y="48313"/>
                  <a:pt x="32024" y="43818"/>
                </a:cubicBezTo>
                <a:cubicBezTo>
                  <a:pt x="29367" y="39322"/>
                  <a:pt x="26133" y="31847"/>
                  <a:pt x="22324" y="21394"/>
                </a:cubicBezTo>
                <a:lnTo>
                  <a:pt x="19932" y="21394"/>
                </a:lnTo>
                <a:cubicBezTo>
                  <a:pt x="13864" y="21394"/>
                  <a:pt x="9700" y="22357"/>
                  <a:pt x="7441" y="24284"/>
                </a:cubicBezTo>
                <a:cubicBezTo>
                  <a:pt x="5182" y="26211"/>
                  <a:pt x="4053" y="29012"/>
                  <a:pt x="4053" y="32689"/>
                </a:cubicBezTo>
                <a:cubicBezTo>
                  <a:pt x="4053" y="35479"/>
                  <a:pt x="4803" y="37694"/>
                  <a:pt x="6304" y="39333"/>
                </a:cubicBezTo>
                <a:cubicBezTo>
                  <a:pt x="7804" y="41016"/>
                  <a:pt x="9525" y="41858"/>
                  <a:pt x="11467" y="41858"/>
                </a:cubicBezTo>
                <a:lnTo>
                  <a:pt x="15306" y="41725"/>
                </a:lnTo>
                <a:cubicBezTo>
                  <a:pt x="17335" y="41725"/>
                  <a:pt x="18902" y="42245"/>
                  <a:pt x="20005" y="43286"/>
                </a:cubicBezTo>
                <a:cubicBezTo>
                  <a:pt x="21108" y="44327"/>
                  <a:pt x="21660" y="45689"/>
                  <a:pt x="21660" y="47372"/>
                </a:cubicBezTo>
                <a:cubicBezTo>
                  <a:pt x="21660" y="49011"/>
                  <a:pt x="21086" y="50351"/>
                  <a:pt x="19938" y="51392"/>
                </a:cubicBezTo>
                <a:cubicBezTo>
                  <a:pt x="18790" y="52433"/>
                  <a:pt x="17221" y="52953"/>
                  <a:pt x="15234" y="52953"/>
                </a:cubicBezTo>
                <a:cubicBezTo>
                  <a:pt x="11437" y="52953"/>
                  <a:pt x="7949" y="51004"/>
                  <a:pt x="4769" y="47106"/>
                </a:cubicBezTo>
                <a:cubicBezTo>
                  <a:pt x="1590" y="43209"/>
                  <a:pt x="0" y="37738"/>
                  <a:pt x="0" y="30696"/>
                </a:cubicBezTo>
                <a:cubicBezTo>
                  <a:pt x="0" y="25292"/>
                  <a:pt x="907" y="20862"/>
                  <a:pt x="2720" y="17407"/>
                </a:cubicBezTo>
                <a:cubicBezTo>
                  <a:pt x="4092" y="14794"/>
                  <a:pt x="6238" y="12867"/>
                  <a:pt x="9158" y="11627"/>
                </a:cubicBezTo>
                <a:cubicBezTo>
                  <a:pt x="11060" y="10830"/>
                  <a:pt x="14953" y="10431"/>
                  <a:pt x="20837" y="10431"/>
                </a:cubicBezTo>
                <a:lnTo>
                  <a:pt x="41476" y="10431"/>
                </a:lnTo>
                <a:cubicBezTo>
                  <a:pt x="47271" y="10431"/>
                  <a:pt x="50822" y="10320"/>
                  <a:pt x="52127" y="10099"/>
                </a:cubicBezTo>
                <a:cubicBezTo>
                  <a:pt x="53432" y="9878"/>
                  <a:pt x="54306" y="9512"/>
                  <a:pt x="54749" y="9003"/>
                </a:cubicBezTo>
                <a:cubicBezTo>
                  <a:pt x="55191" y="8493"/>
                  <a:pt x="55411" y="7906"/>
                  <a:pt x="55411" y="7242"/>
                </a:cubicBezTo>
                <a:cubicBezTo>
                  <a:pt x="55411" y="6533"/>
                  <a:pt x="55256" y="5913"/>
                  <a:pt x="54946" y="5382"/>
                </a:cubicBezTo>
                <a:cubicBezTo>
                  <a:pt x="54371" y="4452"/>
                  <a:pt x="52754" y="2658"/>
                  <a:pt x="50096" y="0"/>
                </a:cubicBezTo>
                <a:lnTo>
                  <a:pt x="53817" y="0"/>
                </a:lnTo>
                <a:cubicBezTo>
                  <a:pt x="60461" y="4961"/>
                  <a:pt x="63783" y="9700"/>
                  <a:pt x="63783" y="14218"/>
                </a:cubicBezTo>
                <a:cubicBezTo>
                  <a:pt x="63783" y="16389"/>
                  <a:pt x="63030" y="18116"/>
                  <a:pt x="61524" y="19401"/>
                </a:cubicBezTo>
                <a:cubicBezTo>
                  <a:pt x="60018" y="20685"/>
                  <a:pt x="57449" y="21350"/>
                  <a:pt x="53817" y="21394"/>
                </a:cubicBezTo>
                <a:moveTo>
                  <a:pt x="49461" y="21394"/>
                </a:moveTo>
                <a:lnTo>
                  <a:pt x="26377" y="21394"/>
                </a:lnTo>
                <a:cubicBezTo>
                  <a:pt x="29022" y="28082"/>
                  <a:pt x="30896" y="32401"/>
                  <a:pt x="31999" y="34350"/>
                </a:cubicBezTo>
                <a:cubicBezTo>
                  <a:pt x="33940" y="37849"/>
                  <a:pt x="35969" y="40352"/>
                  <a:pt x="38085" y="41858"/>
                </a:cubicBezTo>
                <a:cubicBezTo>
                  <a:pt x="40201" y="43364"/>
                  <a:pt x="42516" y="44117"/>
                  <a:pt x="45030" y="44117"/>
                </a:cubicBezTo>
                <a:cubicBezTo>
                  <a:pt x="48205" y="44117"/>
                  <a:pt x="50840" y="43164"/>
                  <a:pt x="52934" y="41260"/>
                </a:cubicBezTo>
                <a:cubicBezTo>
                  <a:pt x="55029" y="39355"/>
                  <a:pt x="56076" y="37162"/>
                  <a:pt x="56076" y="34682"/>
                </a:cubicBezTo>
                <a:cubicBezTo>
                  <a:pt x="56076" y="31316"/>
                  <a:pt x="53871" y="26886"/>
                  <a:pt x="49461" y="21394"/>
                </a:cubicBezTo>
                <a:close/>
              </a:path>
            </a:pathLst>
          </a:custGeom>
          <a:solidFill xmlns:a="http://schemas.openxmlformats.org/drawingml/2006/main">
            <a:srgbClr val="526F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F703C-0279-42B7-BC2D-65C171D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42" y="1993000"/>
            <a:ext cx="92414" cy="205428"/>
          </a:xfrm>
          <a:custGeom xmlns:a="http://schemas.openxmlformats.org/drawingml/2006/main">
            <a:pathLst>
              <a:path w="92414" h="205428" fill="none">
                <a:moveTo>
                  <a:pt x="0" y="205239"/>
                </a:moveTo>
                <a:lnTo>
                  <a:pt x="46037" y="205353"/>
                </a:lnTo>
                <a:cubicBezTo>
                  <a:pt x="76729" y="205428"/>
                  <a:pt x="92112" y="171222"/>
                  <a:pt x="92188" y="102733"/>
                </a:cubicBezTo>
                <a:lnTo>
                  <a:pt x="92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09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2171F-D1CD-4D6E-AF0A-C3E748E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35" y="1907956"/>
            <a:ext cx="85044" cy="85044"/>
          </a:xfrm>
          <a:custGeom xmlns:a="http://schemas.openxmlformats.org/drawingml/2006/main">
            <a:pathLst>
              <a:path w="85044" h="85044">
                <a:moveTo>
                  <a:pt x="42635" y="0"/>
                </a:moveTo>
                <a:lnTo>
                  <a:pt x="85044" y="85044"/>
                </a:lnTo>
                <a:lnTo>
                  <a:pt x="0" y="84931"/>
                </a:lnTo>
                <a:lnTo>
                  <a:pt x="426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22C0A-93A6-4E51-8646-E2EE89C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35" y="1907956"/>
            <a:ext cx="85044" cy="85044"/>
          </a:xfrm>
          <a:custGeom xmlns:a="http://schemas.openxmlformats.org/drawingml/2006/main">
            <a:pathLst>
              <a:path w="85044" h="85044" fill="none">
                <a:moveTo>
                  <a:pt x="42635" y="0"/>
                </a:moveTo>
                <a:lnTo>
                  <a:pt x="85044" y="85044"/>
                </a:lnTo>
                <a:lnTo>
                  <a:pt x="0" y="84931"/>
                </a:lnTo>
                <a:lnTo>
                  <a:pt x="4263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09" cap="flat">
            <a:solidFill>
              <a:srgbClr val="000000"/>
            </a:solidFill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191d201fc4af5"/>
          <a:stretch xmlns:a="http://schemas.openxmlformats.org/drawingml/2006/main"/>
        </p:blipFill>
        <p:spPr>
          <a:xfrm xmlns:a="http://schemas.openxmlformats.org/drawingml/2006/main">
            <a:off x="442342" y="1956941"/>
            <a:ext cx="453568" cy="453568"/>
          </a:xfrm>
          <a:prstGeom xmlns:a="http://schemas.openxmlformats.org/drawingml/2006/main" prst="rect">
            <a:avLst/>
          </a:prstGeom>
        </p:spPr>
      </p:pic>
      <p:sp>
        <p:nvSpPr>
          <p:cNvPr id="38" name="Text S">
            <a:extLst xmlns:a="http://schemas.openxmlformats.org/drawingml/2006/main">
              <a:ext uri="{FF2B5EF4-FFF2-40B4-BE49-F238E27FC236}">
                <a16:creationId xmlns:a16="http://schemas.microsoft.com/office/drawing/2014/main" id="{B0E265FF-B238-4C43-A6D0-F65B81FB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17" y="2500889"/>
            <a:ext cx="94080" cy="59863"/>
          </a:xfrm>
          <a:custGeom xmlns:a="http://schemas.openxmlformats.org/drawingml/2006/main">
            <a:pathLst>
              <a:path w="94080" h="59863">
                <a:moveTo>
                  <a:pt x="0" y="5980"/>
                </a:moveTo>
                <a:lnTo>
                  <a:pt x="31094" y="5980"/>
                </a:lnTo>
                <a:lnTo>
                  <a:pt x="31094" y="8438"/>
                </a:lnTo>
                <a:cubicBezTo>
                  <a:pt x="25115" y="9235"/>
                  <a:pt x="20353" y="10664"/>
                  <a:pt x="16809" y="12723"/>
                </a:cubicBezTo>
                <a:cubicBezTo>
                  <a:pt x="13266" y="14783"/>
                  <a:pt x="10453" y="17717"/>
                  <a:pt x="8372" y="21527"/>
                </a:cubicBezTo>
                <a:cubicBezTo>
                  <a:pt x="6290" y="25336"/>
                  <a:pt x="5249" y="29278"/>
                  <a:pt x="5249" y="33353"/>
                </a:cubicBezTo>
                <a:cubicBezTo>
                  <a:pt x="5249" y="37960"/>
                  <a:pt x="6654" y="41769"/>
                  <a:pt x="9466" y="44781"/>
                </a:cubicBezTo>
                <a:cubicBezTo>
                  <a:pt x="12276" y="47793"/>
                  <a:pt x="15473" y="49299"/>
                  <a:pt x="19058" y="49299"/>
                </a:cubicBezTo>
                <a:cubicBezTo>
                  <a:pt x="21803" y="49299"/>
                  <a:pt x="24303" y="48347"/>
                  <a:pt x="26560" y="46442"/>
                </a:cubicBezTo>
                <a:cubicBezTo>
                  <a:pt x="29880" y="43696"/>
                  <a:pt x="34307" y="37162"/>
                  <a:pt x="39839" y="26842"/>
                </a:cubicBezTo>
                <a:cubicBezTo>
                  <a:pt x="44353" y="18426"/>
                  <a:pt x="47816" y="12679"/>
                  <a:pt x="50229" y="9601"/>
                </a:cubicBezTo>
                <a:cubicBezTo>
                  <a:pt x="52640" y="6522"/>
                  <a:pt x="55484" y="4153"/>
                  <a:pt x="58760" y="2492"/>
                </a:cubicBezTo>
                <a:cubicBezTo>
                  <a:pt x="62035" y="831"/>
                  <a:pt x="65465" y="0"/>
                  <a:pt x="69050" y="0"/>
                </a:cubicBezTo>
                <a:cubicBezTo>
                  <a:pt x="75866" y="0"/>
                  <a:pt x="81742" y="2647"/>
                  <a:pt x="86678" y="7940"/>
                </a:cubicBezTo>
                <a:cubicBezTo>
                  <a:pt x="91613" y="13233"/>
                  <a:pt x="94080" y="20043"/>
                  <a:pt x="94080" y="28370"/>
                </a:cubicBezTo>
                <a:cubicBezTo>
                  <a:pt x="94080" y="30983"/>
                  <a:pt x="93883" y="33442"/>
                  <a:pt x="93490" y="35745"/>
                </a:cubicBezTo>
                <a:cubicBezTo>
                  <a:pt x="93272" y="37118"/>
                  <a:pt x="92474" y="39964"/>
                  <a:pt x="91096" y="44283"/>
                </a:cubicBezTo>
                <a:cubicBezTo>
                  <a:pt x="89719" y="48601"/>
                  <a:pt x="89030" y="51336"/>
                  <a:pt x="89030" y="52488"/>
                </a:cubicBezTo>
                <a:cubicBezTo>
                  <a:pt x="89030" y="53595"/>
                  <a:pt x="89358" y="54470"/>
                  <a:pt x="90015" y="55112"/>
                </a:cubicBezTo>
                <a:cubicBezTo>
                  <a:pt x="90671" y="55755"/>
                  <a:pt x="92026" y="56231"/>
                  <a:pt x="94080" y="56541"/>
                </a:cubicBezTo>
                <a:lnTo>
                  <a:pt x="94080" y="58999"/>
                </a:lnTo>
                <a:lnTo>
                  <a:pt x="63251" y="58999"/>
                </a:lnTo>
                <a:lnTo>
                  <a:pt x="63251" y="56541"/>
                </a:lnTo>
                <a:cubicBezTo>
                  <a:pt x="69718" y="55389"/>
                  <a:pt x="74557" y="53839"/>
                  <a:pt x="77769" y="51890"/>
                </a:cubicBezTo>
                <a:cubicBezTo>
                  <a:pt x="80980" y="49941"/>
                  <a:pt x="83649" y="46962"/>
                  <a:pt x="85775" y="42954"/>
                </a:cubicBezTo>
                <a:cubicBezTo>
                  <a:pt x="87901" y="38945"/>
                  <a:pt x="88964" y="34549"/>
                  <a:pt x="88964" y="29765"/>
                </a:cubicBezTo>
                <a:cubicBezTo>
                  <a:pt x="88964" y="24229"/>
                  <a:pt x="87504" y="19855"/>
                  <a:pt x="84583" y="16643"/>
                </a:cubicBezTo>
                <a:cubicBezTo>
                  <a:pt x="81661" y="13432"/>
                  <a:pt x="78208" y="11826"/>
                  <a:pt x="74225" y="11826"/>
                </a:cubicBezTo>
                <a:cubicBezTo>
                  <a:pt x="72011" y="11826"/>
                  <a:pt x="69776" y="12435"/>
                  <a:pt x="67520" y="13654"/>
                </a:cubicBezTo>
                <a:cubicBezTo>
                  <a:pt x="65263" y="14872"/>
                  <a:pt x="63160" y="16765"/>
                  <a:pt x="61213" y="19334"/>
                </a:cubicBezTo>
                <a:cubicBezTo>
                  <a:pt x="59885" y="21062"/>
                  <a:pt x="57063" y="25779"/>
                  <a:pt x="52748" y="33486"/>
                </a:cubicBezTo>
                <a:cubicBezTo>
                  <a:pt x="48432" y="41193"/>
                  <a:pt x="44991" y="46675"/>
                  <a:pt x="42424" y="49930"/>
                </a:cubicBezTo>
                <a:cubicBezTo>
                  <a:pt x="39857" y="53186"/>
                  <a:pt x="37024" y="55655"/>
                  <a:pt x="33926" y="57338"/>
                </a:cubicBezTo>
                <a:cubicBezTo>
                  <a:pt x="30827" y="59021"/>
                  <a:pt x="27419" y="59863"/>
                  <a:pt x="23701" y="59863"/>
                </a:cubicBezTo>
                <a:cubicBezTo>
                  <a:pt x="17239" y="59863"/>
                  <a:pt x="11674" y="57383"/>
                  <a:pt x="7005" y="52422"/>
                </a:cubicBezTo>
                <a:cubicBezTo>
                  <a:pt x="2335" y="47461"/>
                  <a:pt x="0" y="41149"/>
                  <a:pt x="0" y="33486"/>
                </a:cubicBezTo>
                <a:cubicBezTo>
                  <a:pt x="0" y="28702"/>
                  <a:pt x="1174" y="23631"/>
                  <a:pt x="3521" y="18271"/>
                </a:cubicBezTo>
                <a:cubicBezTo>
                  <a:pt x="4629" y="15791"/>
                  <a:pt x="5182" y="14041"/>
                  <a:pt x="5182" y="13022"/>
                </a:cubicBezTo>
                <a:cubicBezTo>
                  <a:pt x="5182" y="11871"/>
                  <a:pt x="4839" y="10929"/>
                  <a:pt x="4153" y="10199"/>
                </a:cubicBezTo>
                <a:cubicBezTo>
                  <a:pt x="3466" y="9468"/>
                  <a:pt x="2082" y="8881"/>
                  <a:pt x="0" y="8438"/>
                </a:cubicBezTo>
                <a:lnTo>
                  <a:pt x="0" y="5980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y">
            <a:extLst xmlns:a="http://schemas.openxmlformats.org/drawingml/2006/main">
              <a:ext uri="{FF2B5EF4-FFF2-40B4-BE49-F238E27FC236}">
                <a16:creationId xmlns:a16="http://schemas.microsoft.com/office/drawing/2014/main" id="{B8E12CFD-0B70-499B-95B0-49C69400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4" y="2426364"/>
            <a:ext cx="90226" cy="66441"/>
          </a:xfrm>
          <a:custGeom xmlns:a="http://schemas.openxmlformats.org/drawingml/2006/main">
            <a:pathLst>
              <a:path w="90226" h="66441">
                <a:moveTo>
                  <a:pt x="0" y="66441"/>
                </a:moveTo>
                <a:lnTo>
                  <a:pt x="0" y="38070"/>
                </a:lnTo>
                <a:lnTo>
                  <a:pt x="2458" y="38070"/>
                </a:lnTo>
                <a:lnTo>
                  <a:pt x="2458" y="39466"/>
                </a:lnTo>
                <a:cubicBezTo>
                  <a:pt x="2458" y="41459"/>
                  <a:pt x="2890" y="42954"/>
                  <a:pt x="3754" y="43950"/>
                </a:cubicBezTo>
                <a:cubicBezTo>
                  <a:pt x="4618" y="44947"/>
                  <a:pt x="5692" y="45445"/>
                  <a:pt x="6976" y="45445"/>
                </a:cubicBezTo>
                <a:cubicBezTo>
                  <a:pt x="8704" y="45445"/>
                  <a:pt x="11096" y="44715"/>
                  <a:pt x="14152" y="43253"/>
                </a:cubicBezTo>
                <a:lnTo>
                  <a:pt x="44847" y="28437"/>
                </a:lnTo>
                <a:lnTo>
                  <a:pt x="11228" y="14816"/>
                </a:lnTo>
                <a:cubicBezTo>
                  <a:pt x="9412" y="14063"/>
                  <a:pt x="7619" y="13687"/>
                  <a:pt x="5847" y="13687"/>
                </a:cubicBezTo>
                <a:cubicBezTo>
                  <a:pt x="5049" y="13687"/>
                  <a:pt x="4452" y="13842"/>
                  <a:pt x="4053" y="14152"/>
                </a:cubicBezTo>
                <a:cubicBezTo>
                  <a:pt x="3566" y="14506"/>
                  <a:pt x="3178" y="15060"/>
                  <a:pt x="2890" y="15813"/>
                </a:cubicBezTo>
                <a:cubicBezTo>
                  <a:pt x="2602" y="16566"/>
                  <a:pt x="2458" y="17895"/>
                  <a:pt x="2458" y="19799"/>
                </a:cubicBezTo>
                <a:lnTo>
                  <a:pt x="0" y="19799"/>
                </a:lnTo>
                <a:lnTo>
                  <a:pt x="0" y="0"/>
                </a:lnTo>
                <a:lnTo>
                  <a:pt x="2458" y="0"/>
                </a:lnTo>
                <a:cubicBezTo>
                  <a:pt x="2635" y="1639"/>
                  <a:pt x="2990" y="2901"/>
                  <a:pt x="3521" y="3787"/>
                </a:cubicBezTo>
                <a:cubicBezTo>
                  <a:pt x="4053" y="4673"/>
                  <a:pt x="5049" y="5647"/>
                  <a:pt x="6511" y="6711"/>
                </a:cubicBezTo>
                <a:cubicBezTo>
                  <a:pt x="7131" y="7109"/>
                  <a:pt x="8837" y="7862"/>
                  <a:pt x="11627" y="8969"/>
                </a:cubicBezTo>
                <a:lnTo>
                  <a:pt x="72354" y="33752"/>
                </a:lnTo>
                <a:cubicBezTo>
                  <a:pt x="78245" y="36144"/>
                  <a:pt x="82696" y="39277"/>
                  <a:pt x="85708" y="43153"/>
                </a:cubicBezTo>
                <a:cubicBezTo>
                  <a:pt x="88720" y="47029"/>
                  <a:pt x="90226" y="50761"/>
                  <a:pt x="90226" y="54348"/>
                </a:cubicBezTo>
                <a:cubicBezTo>
                  <a:pt x="90226" y="56962"/>
                  <a:pt x="89482" y="59110"/>
                  <a:pt x="87994" y="60793"/>
                </a:cubicBezTo>
                <a:cubicBezTo>
                  <a:pt x="86506" y="62476"/>
                  <a:pt x="84800" y="63318"/>
                  <a:pt x="82874" y="63318"/>
                </a:cubicBezTo>
                <a:cubicBezTo>
                  <a:pt x="81036" y="63318"/>
                  <a:pt x="79554" y="62709"/>
                  <a:pt x="78427" y="61491"/>
                </a:cubicBezTo>
                <a:cubicBezTo>
                  <a:pt x="77302" y="60273"/>
                  <a:pt x="76739" y="58601"/>
                  <a:pt x="76739" y="56475"/>
                </a:cubicBezTo>
                <a:cubicBezTo>
                  <a:pt x="76739" y="55013"/>
                  <a:pt x="77226" y="53020"/>
                  <a:pt x="78201" y="50495"/>
                </a:cubicBezTo>
                <a:cubicBezTo>
                  <a:pt x="78865" y="48723"/>
                  <a:pt x="79197" y="47616"/>
                  <a:pt x="79197" y="47173"/>
                </a:cubicBezTo>
                <a:cubicBezTo>
                  <a:pt x="79197" y="45844"/>
                  <a:pt x="78506" y="44393"/>
                  <a:pt x="77123" y="42821"/>
                </a:cubicBezTo>
                <a:cubicBezTo>
                  <a:pt x="75742" y="41249"/>
                  <a:pt x="73067" y="39665"/>
                  <a:pt x="69100" y="38070"/>
                </a:cubicBezTo>
                <a:lnTo>
                  <a:pt x="58468" y="33752"/>
                </a:lnTo>
                <a:lnTo>
                  <a:pt x="12557" y="55611"/>
                </a:lnTo>
                <a:cubicBezTo>
                  <a:pt x="11184" y="56275"/>
                  <a:pt x="9479" y="57338"/>
                  <a:pt x="7441" y="58800"/>
                </a:cubicBezTo>
                <a:cubicBezTo>
                  <a:pt x="5891" y="59907"/>
                  <a:pt x="4850" y="60815"/>
                  <a:pt x="4319" y="61524"/>
                </a:cubicBezTo>
                <a:cubicBezTo>
                  <a:pt x="3610" y="62543"/>
                  <a:pt x="2990" y="64182"/>
                  <a:pt x="2458" y="66441"/>
                </a:cubicBezTo>
                <a:lnTo>
                  <a:pt x="0" y="66441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">
            <a:extLst xmlns:a="http://schemas.openxmlformats.org/drawingml/2006/main">
              <a:ext uri="{FF2B5EF4-FFF2-40B4-BE49-F238E27FC236}">
                <a16:creationId xmlns:a16="http://schemas.microsoft.com/office/drawing/2014/main" id="{5FB2A20E-D378-468D-8DD2-1186B84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2377397"/>
            <a:ext cx="64447" cy="41525"/>
          </a:xfrm>
          <a:custGeom xmlns:a="http://schemas.openxmlformats.org/drawingml/2006/main">
            <a:pathLst>
              <a:path w="64447" h="41525">
                <a:moveTo>
                  <a:pt x="0" y="4584"/>
                </a:moveTo>
                <a:lnTo>
                  <a:pt x="20597" y="4584"/>
                </a:lnTo>
                <a:lnTo>
                  <a:pt x="20597" y="6777"/>
                </a:lnTo>
                <a:cubicBezTo>
                  <a:pt x="14137" y="8460"/>
                  <a:pt x="9743" y="10619"/>
                  <a:pt x="7414" y="13255"/>
                </a:cubicBezTo>
                <a:cubicBezTo>
                  <a:pt x="5085" y="15890"/>
                  <a:pt x="3920" y="19246"/>
                  <a:pt x="3920" y="23321"/>
                </a:cubicBezTo>
                <a:cubicBezTo>
                  <a:pt x="3920" y="26421"/>
                  <a:pt x="4739" y="28924"/>
                  <a:pt x="6376" y="30828"/>
                </a:cubicBezTo>
                <a:cubicBezTo>
                  <a:pt x="8012" y="32733"/>
                  <a:pt x="9826" y="33685"/>
                  <a:pt x="11818" y="33685"/>
                </a:cubicBezTo>
                <a:cubicBezTo>
                  <a:pt x="14296" y="33685"/>
                  <a:pt x="16419" y="32977"/>
                  <a:pt x="18188" y="31559"/>
                </a:cubicBezTo>
                <a:cubicBezTo>
                  <a:pt x="20003" y="30186"/>
                  <a:pt x="21927" y="27396"/>
                  <a:pt x="23962" y="23188"/>
                </a:cubicBezTo>
                <a:lnTo>
                  <a:pt x="28675" y="13487"/>
                </a:lnTo>
                <a:cubicBezTo>
                  <a:pt x="33055" y="4496"/>
                  <a:pt x="38829" y="0"/>
                  <a:pt x="45998" y="0"/>
                </a:cubicBezTo>
                <a:cubicBezTo>
                  <a:pt x="51527" y="0"/>
                  <a:pt x="55985" y="2093"/>
                  <a:pt x="59371" y="6279"/>
                </a:cubicBezTo>
                <a:cubicBezTo>
                  <a:pt x="62755" y="10464"/>
                  <a:pt x="64447" y="15148"/>
                  <a:pt x="64447" y="20331"/>
                </a:cubicBezTo>
                <a:cubicBezTo>
                  <a:pt x="64447" y="24051"/>
                  <a:pt x="63783" y="28304"/>
                  <a:pt x="62454" y="33087"/>
                </a:cubicBezTo>
                <a:cubicBezTo>
                  <a:pt x="62011" y="34549"/>
                  <a:pt x="61790" y="35745"/>
                  <a:pt x="61790" y="36675"/>
                </a:cubicBezTo>
                <a:cubicBezTo>
                  <a:pt x="61790" y="37694"/>
                  <a:pt x="62366" y="38491"/>
                  <a:pt x="63517" y="39067"/>
                </a:cubicBezTo>
                <a:lnTo>
                  <a:pt x="63517" y="41260"/>
                </a:lnTo>
                <a:lnTo>
                  <a:pt x="41725" y="41260"/>
                </a:lnTo>
                <a:lnTo>
                  <a:pt x="41725" y="39067"/>
                </a:lnTo>
                <a:cubicBezTo>
                  <a:pt x="47948" y="37827"/>
                  <a:pt x="52638" y="35457"/>
                  <a:pt x="55794" y="31958"/>
                </a:cubicBezTo>
                <a:cubicBezTo>
                  <a:pt x="58949" y="28459"/>
                  <a:pt x="60527" y="24539"/>
                  <a:pt x="60527" y="20198"/>
                </a:cubicBezTo>
                <a:cubicBezTo>
                  <a:pt x="60527" y="17142"/>
                  <a:pt x="59632" y="14650"/>
                  <a:pt x="57841" y="12723"/>
                </a:cubicBezTo>
                <a:cubicBezTo>
                  <a:pt x="56048" y="10797"/>
                  <a:pt x="53891" y="9833"/>
                  <a:pt x="51369" y="9833"/>
                </a:cubicBezTo>
                <a:cubicBezTo>
                  <a:pt x="48315" y="9833"/>
                  <a:pt x="45749" y="10907"/>
                  <a:pt x="43670" y="13056"/>
                </a:cubicBezTo>
                <a:cubicBezTo>
                  <a:pt x="41591" y="15204"/>
                  <a:pt x="38959" y="19489"/>
                  <a:pt x="35774" y="25912"/>
                </a:cubicBezTo>
                <a:cubicBezTo>
                  <a:pt x="32588" y="32334"/>
                  <a:pt x="29711" y="36542"/>
                  <a:pt x="27145" y="38536"/>
                </a:cubicBezTo>
                <a:cubicBezTo>
                  <a:pt x="24623" y="40529"/>
                  <a:pt x="21437" y="41525"/>
                  <a:pt x="17588" y="41525"/>
                </a:cubicBezTo>
                <a:cubicBezTo>
                  <a:pt x="12588" y="41525"/>
                  <a:pt x="8408" y="39809"/>
                  <a:pt x="5045" y="36376"/>
                </a:cubicBezTo>
                <a:cubicBezTo>
                  <a:pt x="1682" y="32943"/>
                  <a:pt x="0" y="28503"/>
                  <a:pt x="0" y="23055"/>
                </a:cubicBezTo>
                <a:cubicBezTo>
                  <a:pt x="0" y="20663"/>
                  <a:pt x="509" y="17762"/>
                  <a:pt x="1528" y="14351"/>
                </a:cubicBezTo>
                <a:cubicBezTo>
                  <a:pt x="2193" y="12092"/>
                  <a:pt x="2525" y="10586"/>
                  <a:pt x="2525" y="9833"/>
                </a:cubicBezTo>
                <a:cubicBezTo>
                  <a:pt x="2525" y="9125"/>
                  <a:pt x="2370" y="8571"/>
                  <a:pt x="2060" y="8172"/>
                </a:cubicBezTo>
                <a:cubicBezTo>
                  <a:pt x="1750" y="7774"/>
                  <a:pt x="1063" y="7308"/>
                  <a:pt x="0" y="6777"/>
                </a:cubicBezTo>
                <a:lnTo>
                  <a:pt x="0" y="4584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t">
            <a:extLst xmlns:a="http://schemas.openxmlformats.org/drawingml/2006/main">
              <a:ext uri="{FF2B5EF4-FFF2-40B4-BE49-F238E27FC236}">
                <a16:creationId xmlns:a16="http://schemas.microsoft.com/office/drawing/2014/main" id="{4356CD24-AE2C-44EF-883B-AD55B027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79" y="2334631"/>
            <a:ext cx="81988" cy="36675"/>
          </a:xfrm>
          <a:custGeom xmlns:a="http://schemas.openxmlformats.org/drawingml/2006/main">
            <a:pathLst>
              <a:path w="81988" h="36675">
                <a:moveTo>
                  <a:pt x="0" y="16079"/>
                </a:moveTo>
                <a:lnTo>
                  <a:pt x="20065" y="16079"/>
                </a:lnTo>
                <a:lnTo>
                  <a:pt x="20065" y="1860"/>
                </a:lnTo>
                <a:lnTo>
                  <a:pt x="24716" y="1860"/>
                </a:lnTo>
                <a:lnTo>
                  <a:pt x="24716" y="16079"/>
                </a:lnTo>
                <a:lnTo>
                  <a:pt x="64128" y="16079"/>
                </a:lnTo>
                <a:cubicBezTo>
                  <a:pt x="68066" y="16079"/>
                  <a:pt x="70720" y="15514"/>
                  <a:pt x="72092" y="14384"/>
                </a:cubicBezTo>
                <a:cubicBezTo>
                  <a:pt x="73463" y="13255"/>
                  <a:pt x="74148" y="11804"/>
                  <a:pt x="74148" y="10033"/>
                </a:cubicBezTo>
                <a:cubicBezTo>
                  <a:pt x="74148" y="8571"/>
                  <a:pt x="73694" y="7153"/>
                  <a:pt x="72786" y="5780"/>
                </a:cubicBezTo>
                <a:cubicBezTo>
                  <a:pt x="71878" y="4407"/>
                  <a:pt x="70538" y="3344"/>
                  <a:pt x="68766" y="2591"/>
                </a:cubicBezTo>
                <a:lnTo>
                  <a:pt x="68766" y="0"/>
                </a:lnTo>
                <a:cubicBezTo>
                  <a:pt x="73119" y="1550"/>
                  <a:pt x="76412" y="3743"/>
                  <a:pt x="78643" y="6578"/>
                </a:cubicBezTo>
                <a:cubicBezTo>
                  <a:pt x="80873" y="9412"/>
                  <a:pt x="81988" y="12336"/>
                  <a:pt x="81988" y="15348"/>
                </a:cubicBezTo>
                <a:cubicBezTo>
                  <a:pt x="81988" y="17385"/>
                  <a:pt x="81422" y="19379"/>
                  <a:pt x="80291" y="21327"/>
                </a:cubicBezTo>
                <a:cubicBezTo>
                  <a:pt x="79161" y="23276"/>
                  <a:pt x="77542" y="24716"/>
                  <a:pt x="75437" y="25646"/>
                </a:cubicBezTo>
                <a:cubicBezTo>
                  <a:pt x="73330" y="26576"/>
                  <a:pt x="70082" y="27041"/>
                  <a:pt x="65691" y="27041"/>
                </a:cubicBezTo>
                <a:lnTo>
                  <a:pt x="24716" y="27041"/>
                </a:lnTo>
                <a:lnTo>
                  <a:pt x="24716" y="36675"/>
                </a:lnTo>
                <a:lnTo>
                  <a:pt x="22523" y="36675"/>
                </a:lnTo>
                <a:cubicBezTo>
                  <a:pt x="21546" y="34239"/>
                  <a:pt x="19891" y="31748"/>
                  <a:pt x="17559" y="29201"/>
                </a:cubicBezTo>
                <a:cubicBezTo>
                  <a:pt x="15227" y="26654"/>
                  <a:pt x="12461" y="24384"/>
                  <a:pt x="9262" y="22390"/>
                </a:cubicBezTo>
                <a:cubicBezTo>
                  <a:pt x="7575" y="21372"/>
                  <a:pt x="4488" y="19954"/>
                  <a:pt x="0" y="18138"/>
                </a:cubicBezTo>
                <a:lnTo>
                  <a:pt x="0" y="16079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e">
            <a:extLst xmlns:a="http://schemas.openxmlformats.org/drawingml/2006/main">
              <a:ext uri="{FF2B5EF4-FFF2-40B4-BE49-F238E27FC236}">
                <a16:creationId xmlns:a16="http://schemas.microsoft.com/office/drawing/2014/main" id="{3499472D-FDB7-4454-B670-5C03859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2278267"/>
            <a:ext cx="64447" cy="51491"/>
          </a:xfrm>
          <a:custGeom xmlns:a="http://schemas.openxmlformats.org/drawingml/2006/main">
            <a:pathLst>
              <a:path w="64447" h="51491">
                <a:moveTo>
                  <a:pt x="24716" y="42057"/>
                </a:moveTo>
                <a:cubicBezTo>
                  <a:pt x="33731" y="42101"/>
                  <a:pt x="40802" y="39909"/>
                  <a:pt x="45929" y="35479"/>
                </a:cubicBezTo>
                <a:cubicBezTo>
                  <a:pt x="51055" y="31050"/>
                  <a:pt x="53618" y="25845"/>
                  <a:pt x="53618" y="19866"/>
                </a:cubicBezTo>
                <a:cubicBezTo>
                  <a:pt x="53618" y="15879"/>
                  <a:pt x="52521" y="12413"/>
                  <a:pt x="50329" y="9468"/>
                </a:cubicBezTo>
                <a:cubicBezTo>
                  <a:pt x="48136" y="6522"/>
                  <a:pt x="44382" y="4053"/>
                  <a:pt x="39067" y="2060"/>
                </a:cubicBezTo>
                <a:lnTo>
                  <a:pt x="40396" y="0"/>
                </a:lnTo>
                <a:cubicBezTo>
                  <a:pt x="46464" y="930"/>
                  <a:pt x="51990" y="3632"/>
                  <a:pt x="56973" y="8106"/>
                </a:cubicBezTo>
                <a:cubicBezTo>
                  <a:pt x="61956" y="12579"/>
                  <a:pt x="64447" y="18183"/>
                  <a:pt x="64447" y="24915"/>
                </a:cubicBezTo>
                <a:cubicBezTo>
                  <a:pt x="64447" y="32224"/>
                  <a:pt x="61608" y="38480"/>
                  <a:pt x="55928" y="43685"/>
                </a:cubicBezTo>
                <a:cubicBezTo>
                  <a:pt x="50248" y="48889"/>
                  <a:pt x="42611" y="51491"/>
                  <a:pt x="33019" y="51491"/>
                </a:cubicBezTo>
                <a:cubicBezTo>
                  <a:pt x="22632" y="51491"/>
                  <a:pt x="14533" y="48823"/>
                  <a:pt x="8720" y="43485"/>
                </a:cubicBezTo>
                <a:cubicBezTo>
                  <a:pt x="2907" y="38148"/>
                  <a:pt x="0" y="31449"/>
                  <a:pt x="0" y="23387"/>
                </a:cubicBezTo>
                <a:cubicBezTo>
                  <a:pt x="0" y="16566"/>
                  <a:pt x="2242" y="10963"/>
                  <a:pt x="6727" y="6578"/>
                </a:cubicBezTo>
                <a:cubicBezTo>
                  <a:pt x="11210" y="2193"/>
                  <a:pt x="17207" y="0"/>
                  <a:pt x="24716" y="0"/>
                </a:cubicBezTo>
                <a:lnTo>
                  <a:pt x="24716" y="42057"/>
                </a:lnTo>
                <a:moveTo>
                  <a:pt x="20862" y="42057"/>
                </a:moveTo>
                <a:lnTo>
                  <a:pt x="20862" y="13886"/>
                </a:lnTo>
                <a:cubicBezTo>
                  <a:pt x="16965" y="14108"/>
                  <a:pt x="14218" y="14573"/>
                  <a:pt x="12624" y="15281"/>
                </a:cubicBezTo>
                <a:cubicBezTo>
                  <a:pt x="10143" y="16389"/>
                  <a:pt x="8194" y="18039"/>
                  <a:pt x="6777" y="20231"/>
                </a:cubicBezTo>
                <a:cubicBezTo>
                  <a:pt x="5360" y="22424"/>
                  <a:pt x="4651" y="24716"/>
                  <a:pt x="4651" y="27108"/>
                </a:cubicBezTo>
                <a:cubicBezTo>
                  <a:pt x="4651" y="30784"/>
                  <a:pt x="6079" y="34073"/>
                  <a:pt x="8936" y="36974"/>
                </a:cubicBezTo>
                <a:cubicBezTo>
                  <a:pt x="11793" y="39875"/>
                  <a:pt x="15769" y="41570"/>
                  <a:pt x="20862" y="42057"/>
                </a:cubicBez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m">
            <a:extLst xmlns:a="http://schemas.openxmlformats.org/drawingml/2006/main">
              <a:ext uri="{FF2B5EF4-FFF2-40B4-BE49-F238E27FC236}">
                <a16:creationId xmlns:a16="http://schemas.microsoft.com/office/drawing/2014/main" id="{961AE867-47FC-436B-8BF6-6988B52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2169150"/>
            <a:ext cx="62587" cy="104112"/>
          </a:xfrm>
          <a:custGeom xmlns:a="http://schemas.openxmlformats.org/drawingml/2006/main">
            <a:pathLst>
              <a:path w="62587" h="104112">
                <a:moveTo>
                  <a:pt x="12956" y="82918"/>
                </a:moveTo>
                <a:cubicBezTo>
                  <a:pt x="8527" y="78489"/>
                  <a:pt x="5980" y="75875"/>
                  <a:pt x="5315" y="75078"/>
                </a:cubicBezTo>
                <a:cubicBezTo>
                  <a:pt x="3632" y="73085"/>
                  <a:pt x="2325" y="70936"/>
                  <a:pt x="1395" y="68633"/>
                </a:cubicBezTo>
                <a:cubicBezTo>
                  <a:pt x="465" y="66330"/>
                  <a:pt x="0" y="64049"/>
                  <a:pt x="0" y="61790"/>
                </a:cubicBezTo>
                <a:cubicBezTo>
                  <a:pt x="0" y="57981"/>
                  <a:pt x="1107" y="54703"/>
                  <a:pt x="3322" y="51957"/>
                </a:cubicBezTo>
                <a:cubicBezTo>
                  <a:pt x="5537" y="49210"/>
                  <a:pt x="8748" y="47372"/>
                  <a:pt x="12956" y="46442"/>
                </a:cubicBezTo>
                <a:cubicBezTo>
                  <a:pt x="7641" y="41880"/>
                  <a:pt x="4153" y="38026"/>
                  <a:pt x="2492" y="34881"/>
                </a:cubicBezTo>
                <a:cubicBezTo>
                  <a:pt x="831" y="31736"/>
                  <a:pt x="0" y="28503"/>
                  <a:pt x="0" y="25181"/>
                </a:cubicBezTo>
                <a:cubicBezTo>
                  <a:pt x="0" y="21948"/>
                  <a:pt x="829" y="19080"/>
                  <a:pt x="2487" y="16577"/>
                </a:cubicBezTo>
                <a:cubicBezTo>
                  <a:pt x="4144" y="14074"/>
                  <a:pt x="6851" y="12092"/>
                  <a:pt x="10608" y="10630"/>
                </a:cubicBezTo>
                <a:cubicBezTo>
                  <a:pt x="13171" y="9656"/>
                  <a:pt x="17193" y="9169"/>
                  <a:pt x="22673" y="9169"/>
                </a:cubicBezTo>
                <a:lnTo>
                  <a:pt x="48792" y="9169"/>
                </a:lnTo>
                <a:cubicBezTo>
                  <a:pt x="52593" y="9169"/>
                  <a:pt x="55201" y="8881"/>
                  <a:pt x="56616" y="8305"/>
                </a:cubicBezTo>
                <a:cubicBezTo>
                  <a:pt x="57587" y="7862"/>
                  <a:pt x="58416" y="7043"/>
                  <a:pt x="59101" y="5847"/>
                </a:cubicBezTo>
                <a:cubicBezTo>
                  <a:pt x="59786" y="4651"/>
                  <a:pt x="60129" y="2702"/>
                  <a:pt x="60129" y="0"/>
                </a:cubicBezTo>
                <a:lnTo>
                  <a:pt x="62587" y="0"/>
                </a:lnTo>
                <a:lnTo>
                  <a:pt x="62587" y="30031"/>
                </a:lnTo>
                <a:lnTo>
                  <a:pt x="60129" y="30031"/>
                </a:lnTo>
                <a:lnTo>
                  <a:pt x="60129" y="28769"/>
                </a:lnTo>
                <a:cubicBezTo>
                  <a:pt x="60129" y="26155"/>
                  <a:pt x="59622" y="24118"/>
                  <a:pt x="58609" y="22656"/>
                </a:cubicBezTo>
                <a:cubicBezTo>
                  <a:pt x="57903" y="21637"/>
                  <a:pt x="56779" y="20907"/>
                  <a:pt x="55237" y="20464"/>
                </a:cubicBezTo>
                <a:cubicBezTo>
                  <a:pt x="54488" y="20287"/>
                  <a:pt x="52351" y="20198"/>
                  <a:pt x="48826" y="20198"/>
                </a:cubicBezTo>
                <a:lnTo>
                  <a:pt x="22781" y="20198"/>
                </a:lnTo>
                <a:cubicBezTo>
                  <a:pt x="17845" y="20198"/>
                  <a:pt x="14364" y="20796"/>
                  <a:pt x="12337" y="21992"/>
                </a:cubicBezTo>
                <a:cubicBezTo>
                  <a:pt x="9516" y="23719"/>
                  <a:pt x="8106" y="26488"/>
                  <a:pt x="8106" y="30297"/>
                </a:cubicBezTo>
                <a:cubicBezTo>
                  <a:pt x="8106" y="32644"/>
                  <a:pt x="8690" y="35003"/>
                  <a:pt x="9858" y="37373"/>
                </a:cubicBezTo>
                <a:cubicBezTo>
                  <a:pt x="11025" y="39743"/>
                  <a:pt x="13195" y="42611"/>
                  <a:pt x="16369" y="45977"/>
                </a:cubicBezTo>
                <a:lnTo>
                  <a:pt x="17096" y="46110"/>
                </a:lnTo>
                <a:lnTo>
                  <a:pt x="19938" y="45977"/>
                </a:lnTo>
                <a:lnTo>
                  <a:pt x="48826" y="45977"/>
                </a:lnTo>
                <a:cubicBezTo>
                  <a:pt x="52968" y="45977"/>
                  <a:pt x="55546" y="45744"/>
                  <a:pt x="56560" y="45279"/>
                </a:cubicBezTo>
                <a:cubicBezTo>
                  <a:pt x="57573" y="44814"/>
                  <a:pt x="58421" y="43939"/>
                  <a:pt x="59105" y="42655"/>
                </a:cubicBezTo>
                <a:cubicBezTo>
                  <a:pt x="59788" y="41370"/>
                  <a:pt x="60129" y="39178"/>
                  <a:pt x="60129" y="36077"/>
                </a:cubicBezTo>
                <a:lnTo>
                  <a:pt x="62587" y="36077"/>
                </a:lnTo>
                <a:lnTo>
                  <a:pt x="62587" y="66839"/>
                </a:lnTo>
                <a:lnTo>
                  <a:pt x="60129" y="66839"/>
                </a:lnTo>
                <a:cubicBezTo>
                  <a:pt x="60129" y="63473"/>
                  <a:pt x="59732" y="61159"/>
                  <a:pt x="58939" y="59896"/>
                </a:cubicBezTo>
                <a:cubicBezTo>
                  <a:pt x="58146" y="58634"/>
                  <a:pt x="56956" y="57759"/>
                  <a:pt x="55370" y="57272"/>
                </a:cubicBezTo>
                <a:cubicBezTo>
                  <a:pt x="54620" y="57050"/>
                  <a:pt x="52438" y="56940"/>
                  <a:pt x="48826" y="56940"/>
                </a:cubicBezTo>
                <a:lnTo>
                  <a:pt x="22781" y="56940"/>
                </a:lnTo>
                <a:cubicBezTo>
                  <a:pt x="17845" y="56940"/>
                  <a:pt x="14297" y="57670"/>
                  <a:pt x="12138" y="59132"/>
                </a:cubicBezTo>
                <a:cubicBezTo>
                  <a:pt x="9317" y="61081"/>
                  <a:pt x="7906" y="63805"/>
                  <a:pt x="7906" y="67304"/>
                </a:cubicBezTo>
                <a:cubicBezTo>
                  <a:pt x="7906" y="69696"/>
                  <a:pt x="8545" y="72066"/>
                  <a:pt x="9823" y="74413"/>
                </a:cubicBezTo>
                <a:cubicBezTo>
                  <a:pt x="11762" y="78090"/>
                  <a:pt x="13944" y="80925"/>
                  <a:pt x="16367" y="82918"/>
                </a:cubicBezTo>
                <a:lnTo>
                  <a:pt x="48826" y="82918"/>
                </a:lnTo>
                <a:cubicBezTo>
                  <a:pt x="52791" y="82918"/>
                  <a:pt x="55369" y="82641"/>
                  <a:pt x="56560" y="82087"/>
                </a:cubicBezTo>
                <a:cubicBezTo>
                  <a:pt x="57749" y="81534"/>
                  <a:pt x="58641" y="80714"/>
                  <a:pt x="59236" y="79629"/>
                </a:cubicBezTo>
                <a:cubicBezTo>
                  <a:pt x="59831" y="78544"/>
                  <a:pt x="60129" y="76340"/>
                  <a:pt x="60129" y="73018"/>
                </a:cubicBezTo>
                <a:lnTo>
                  <a:pt x="62587" y="73018"/>
                </a:lnTo>
                <a:lnTo>
                  <a:pt x="62587" y="103116"/>
                </a:lnTo>
                <a:lnTo>
                  <a:pt x="60129" y="103116"/>
                </a:lnTo>
                <a:cubicBezTo>
                  <a:pt x="60129" y="100325"/>
                  <a:pt x="59830" y="98376"/>
                  <a:pt x="59234" y="97269"/>
                </a:cubicBezTo>
                <a:cubicBezTo>
                  <a:pt x="58637" y="96162"/>
                  <a:pt x="57687" y="95320"/>
                  <a:pt x="56383" y="94744"/>
                </a:cubicBezTo>
                <a:cubicBezTo>
                  <a:pt x="55079" y="94168"/>
                  <a:pt x="52549" y="93881"/>
                  <a:pt x="48792" y="93881"/>
                </a:cubicBezTo>
                <a:lnTo>
                  <a:pt x="25590" y="93881"/>
                </a:lnTo>
                <a:cubicBezTo>
                  <a:pt x="18916" y="93881"/>
                  <a:pt x="14607" y="94080"/>
                  <a:pt x="12663" y="94479"/>
                </a:cubicBezTo>
                <a:cubicBezTo>
                  <a:pt x="11204" y="94789"/>
                  <a:pt x="10199" y="95276"/>
                  <a:pt x="9646" y="95940"/>
                </a:cubicBezTo>
                <a:cubicBezTo>
                  <a:pt x="9094" y="96605"/>
                  <a:pt x="8818" y="97513"/>
                  <a:pt x="8818" y="98664"/>
                </a:cubicBezTo>
                <a:cubicBezTo>
                  <a:pt x="8818" y="99905"/>
                  <a:pt x="9149" y="101388"/>
                  <a:pt x="9812" y="103116"/>
                </a:cubicBezTo>
                <a:lnTo>
                  <a:pt x="7425" y="104112"/>
                </a:lnTo>
                <a:lnTo>
                  <a:pt x="0" y="85775"/>
                </a:lnTo>
                <a:lnTo>
                  <a:pt x="0" y="82918"/>
                </a:lnTo>
                <a:lnTo>
                  <a:pt x="12956" y="82918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L">
            <a:extLst xmlns:a="http://schemas.openxmlformats.org/drawingml/2006/main">
              <a:ext uri="{FF2B5EF4-FFF2-40B4-BE49-F238E27FC236}">
                <a16:creationId xmlns:a16="http://schemas.microsoft.com/office/drawing/2014/main" id="{0CF01E92-F679-4D45-845C-5D400417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10" y="2054276"/>
            <a:ext cx="90093" cy="77470"/>
          </a:xfrm>
          <a:custGeom xmlns:a="http://schemas.openxmlformats.org/drawingml/2006/main">
            <a:pathLst>
              <a:path w="90093" h="77470">
                <a:moveTo>
                  <a:pt x="65112" y="2193"/>
                </a:moveTo>
                <a:lnTo>
                  <a:pt x="65579" y="0"/>
                </a:lnTo>
                <a:lnTo>
                  <a:pt x="90093" y="7707"/>
                </a:lnTo>
                <a:lnTo>
                  <a:pt x="90093" y="77470"/>
                </a:lnTo>
                <a:lnTo>
                  <a:pt x="87635" y="77470"/>
                </a:lnTo>
                <a:lnTo>
                  <a:pt x="87635" y="74081"/>
                </a:lnTo>
                <a:cubicBezTo>
                  <a:pt x="87635" y="70272"/>
                  <a:pt x="86395" y="67548"/>
                  <a:pt x="83914" y="65909"/>
                </a:cubicBezTo>
                <a:cubicBezTo>
                  <a:pt x="82497" y="64979"/>
                  <a:pt x="79219" y="64514"/>
                  <a:pt x="74081" y="64514"/>
                </a:cubicBezTo>
                <a:lnTo>
                  <a:pt x="15946" y="64514"/>
                </a:lnTo>
                <a:cubicBezTo>
                  <a:pt x="10320" y="64514"/>
                  <a:pt x="6799" y="65134"/>
                  <a:pt x="5382" y="66374"/>
                </a:cubicBezTo>
                <a:cubicBezTo>
                  <a:pt x="3433" y="68102"/>
                  <a:pt x="2458" y="70671"/>
                  <a:pt x="2458" y="74081"/>
                </a:cubicBezTo>
                <a:lnTo>
                  <a:pt x="2458" y="77470"/>
                </a:lnTo>
                <a:lnTo>
                  <a:pt x="0" y="77470"/>
                </a:lnTo>
                <a:lnTo>
                  <a:pt x="0" y="36675"/>
                </a:lnTo>
                <a:lnTo>
                  <a:pt x="2458" y="36675"/>
                </a:lnTo>
                <a:cubicBezTo>
                  <a:pt x="2414" y="41459"/>
                  <a:pt x="2858" y="44814"/>
                  <a:pt x="3789" y="46741"/>
                </a:cubicBezTo>
                <a:cubicBezTo>
                  <a:pt x="4719" y="48668"/>
                  <a:pt x="5894" y="49985"/>
                  <a:pt x="7313" y="50694"/>
                </a:cubicBezTo>
                <a:cubicBezTo>
                  <a:pt x="8731" y="51403"/>
                  <a:pt x="12123" y="51757"/>
                  <a:pt x="17486" y="51757"/>
                </a:cubicBezTo>
                <a:lnTo>
                  <a:pt x="74139" y="51757"/>
                </a:lnTo>
                <a:cubicBezTo>
                  <a:pt x="77819" y="51757"/>
                  <a:pt x="80345" y="51403"/>
                  <a:pt x="81720" y="50694"/>
                </a:cubicBezTo>
                <a:cubicBezTo>
                  <a:pt x="82650" y="50163"/>
                  <a:pt x="83337" y="49343"/>
                  <a:pt x="83782" y="48236"/>
                </a:cubicBezTo>
                <a:cubicBezTo>
                  <a:pt x="84225" y="47129"/>
                  <a:pt x="84446" y="43674"/>
                  <a:pt x="84446" y="37871"/>
                </a:cubicBezTo>
                <a:lnTo>
                  <a:pt x="84446" y="31294"/>
                </a:lnTo>
                <a:cubicBezTo>
                  <a:pt x="84446" y="24384"/>
                  <a:pt x="83933" y="19534"/>
                  <a:pt x="82908" y="16743"/>
                </a:cubicBezTo>
                <a:cubicBezTo>
                  <a:pt x="81882" y="13953"/>
                  <a:pt x="80064" y="11406"/>
                  <a:pt x="77455" y="9102"/>
                </a:cubicBezTo>
                <a:cubicBezTo>
                  <a:pt x="74846" y="6799"/>
                  <a:pt x="70732" y="4496"/>
                  <a:pt x="65112" y="2193"/>
                </a:cubicBez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o">
            <a:extLst xmlns:a="http://schemas.openxmlformats.org/drawingml/2006/main">
              <a:ext uri="{FF2B5EF4-FFF2-40B4-BE49-F238E27FC236}">
                <a16:creationId xmlns:a16="http://schemas.microsoft.com/office/drawing/2014/main" id="{8061C207-304B-4863-97CD-B2222DC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1988013"/>
            <a:ext cx="64447" cy="58734"/>
          </a:xfrm>
          <a:custGeom xmlns:a="http://schemas.openxmlformats.org/drawingml/2006/main">
            <a:pathLst>
              <a:path w="64447" h="58734">
                <a:moveTo>
                  <a:pt x="0" y="29300"/>
                </a:moveTo>
                <a:cubicBezTo>
                  <a:pt x="0" y="20087"/>
                  <a:pt x="3496" y="12690"/>
                  <a:pt x="10487" y="7109"/>
                </a:cubicBezTo>
                <a:cubicBezTo>
                  <a:pt x="16460" y="2370"/>
                  <a:pt x="23319" y="0"/>
                  <a:pt x="31063" y="0"/>
                </a:cubicBezTo>
                <a:cubicBezTo>
                  <a:pt x="36506" y="0"/>
                  <a:pt x="42015" y="1307"/>
                  <a:pt x="47590" y="3920"/>
                </a:cubicBezTo>
                <a:cubicBezTo>
                  <a:pt x="53164" y="6533"/>
                  <a:pt x="57367" y="10132"/>
                  <a:pt x="60199" y="14717"/>
                </a:cubicBezTo>
                <a:cubicBezTo>
                  <a:pt x="63031" y="19301"/>
                  <a:pt x="64447" y="24406"/>
                  <a:pt x="64447" y="30031"/>
                </a:cubicBezTo>
                <a:cubicBezTo>
                  <a:pt x="64447" y="39200"/>
                  <a:pt x="60797" y="46486"/>
                  <a:pt x="53495" y="51890"/>
                </a:cubicBezTo>
                <a:cubicBezTo>
                  <a:pt x="47345" y="56452"/>
                  <a:pt x="40443" y="58734"/>
                  <a:pt x="32788" y="58734"/>
                </a:cubicBezTo>
                <a:cubicBezTo>
                  <a:pt x="27213" y="58734"/>
                  <a:pt x="21671" y="57349"/>
                  <a:pt x="16162" y="54581"/>
                </a:cubicBezTo>
                <a:cubicBezTo>
                  <a:pt x="10653" y="51813"/>
                  <a:pt x="6582" y="48169"/>
                  <a:pt x="3949" y="43651"/>
                </a:cubicBezTo>
                <a:cubicBezTo>
                  <a:pt x="1316" y="39134"/>
                  <a:pt x="0" y="34350"/>
                  <a:pt x="0" y="29300"/>
                </a:cubicBezTo>
                <a:moveTo>
                  <a:pt x="4385" y="31360"/>
                </a:moveTo>
                <a:cubicBezTo>
                  <a:pt x="4385" y="33708"/>
                  <a:pt x="5082" y="36066"/>
                  <a:pt x="6476" y="38436"/>
                </a:cubicBezTo>
                <a:cubicBezTo>
                  <a:pt x="7870" y="40806"/>
                  <a:pt x="10314" y="42721"/>
                  <a:pt x="13809" y="44183"/>
                </a:cubicBezTo>
                <a:cubicBezTo>
                  <a:pt x="17304" y="45645"/>
                  <a:pt x="21795" y="46376"/>
                  <a:pt x="27280" y="46376"/>
                </a:cubicBezTo>
                <a:cubicBezTo>
                  <a:pt x="36128" y="46376"/>
                  <a:pt x="43759" y="44615"/>
                  <a:pt x="50175" y="41094"/>
                </a:cubicBezTo>
                <a:cubicBezTo>
                  <a:pt x="56589" y="37572"/>
                  <a:pt x="59797" y="32932"/>
                  <a:pt x="59797" y="27174"/>
                </a:cubicBezTo>
                <a:cubicBezTo>
                  <a:pt x="59797" y="22878"/>
                  <a:pt x="58027" y="19334"/>
                  <a:pt x="54488" y="16544"/>
                </a:cubicBezTo>
                <a:cubicBezTo>
                  <a:pt x="50948" y="13753"/>
                  <a:pt x="44865" y="12358"/>
                  <a:pt x="36239" y="12358"/>
                </a:cubicBezTo>
                <a:cubicBezTo>
                  <a:pt x="25444" y="12358"/>
                  <a:pt x="16949" y="14683"/>
                  <a:pt x="10755" y="19334"/>
                </a:cubicBezTo>
                <a:cubicBezTo>
                  <a:pt x="6508" y="22479"/>
                  <a:pt x="4385" y="26488"/>
                  <a:pt x="4385" y="31360"/>
                </a:cubicBez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g">
            <a:extLst xmlns:a="http://schemas.openxmlformats.org/drawingml/2006/main">
              <a:ext uri="{FF2B5EF4-FFF2-40B4-BE49-F238E27FC236}">
                <a16:creationId xmlns:a16="http://schemas.microsoft.com/office/drawing/2014/main" id="{D98634D4-4491-4C8F-A726-0BE7DCF6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1917718"/>
            <a:ext cx="91954" cy="61524"/>
          </a:xfrm>
          <a:custGeom xmlns:a="http://schemas.openxmlformats.org/drawingml/2006/main">
            <a:pathLst>
              <a:path w="91954" h="61524">
                <a:moveTo>
                  <a:pt x="40410" y="45047"/>
                </a:moveTo>
                <a:cubicBezTo>
                  <a:pt x="38597" y="48767"/>
                  <a:pt x="36065" y="51624"/>
                  <a:pt x="32813" y="53618"/>
                </a:cubicBezTo>
                <a:cubicBezTo>
                  <a:pt x="29562" y="55611"/>
                  <a:pt x="25967" y="56607"/>
                  <a:pt x="22029" y="56607"/>
                </a:cubicBezTo>
                <a:cubicBezTo>
                  <a:pt x="16014" y="56607"/>
                  <a:pt x="10838" y="54337"/>
                  <a:pt x="6503" y="49797"/>
                </a:cubicBezTo>
                <a:cubicBezTo>
                  <a:pt x="2168" y="45257"/>
                  <a:pt x="0" y="39444"/>
                  <a:pt x="0" y="32357"/>
                </a:cubicBezTo>
                <a:cubicBezTo>
                  <a:pt x="0" y="26554"/>
                  <a:pt x="1417" y="21527"/>
                  <a:pt x="4252" y="17275"/>
                </a:cubicBezTo>
                <a:lnTo>
                  <a:pt x="4252" y="4385"/>
                </a:lnTo>
                <a:cubicBezTo>
                  <a:pt x="4252" y="2480"/>
                  <a:pt x="4307" y="1373"/>
                  <a:pt x="4416" y="1063"/>
                </a:cubicBezTo>
                <a:cubicBezTo>
                  <a:pt x="4526" y="753"/>
                  <a:pt x="4712" y="532"/>
                  <a:pt x="4975" y="399"/>
                </a:cubicBezTo>
                <a:cubicBezTo>
                  <a:pt x="5369" y="133"/>
                  <a:pt x="6070" y="0"/>
                  <a:pt x="7078" y="0"/>
                </a:cubicBezTo>
                <a:cubicBezTo>
                  <a:pt x="8216" y="0"/>
                  <a:pt x="9004" y="111"/>
                  <a:pt x="9443" y="332"/>
                </a:cubicBezTo>
                <a:cubicBezTo>
                  <a:pt x="9662" y="465"/>
                  <a:pt x="9837" y="698"/>
                  <a:pt x="9968" y="1030"/>
                </a:cubicBezTo>
                <a:cubicBezTo>
                  <a:pt x="10100" y="1362"/>
                  <a:pt x="10165" y="2480"/>
                  <a:pt x="10165" y="4385"/>
                </a:cubicBezTo>
                <a:lnTo>
                  <a:pt x="10165" y="12292"/>
                </a:lnTo>
                <a:cubicBezTo>
                  <a:pt x="13361" y="9811"/>
                  <a:pt x="17445" y="8571"/>
                  <a:pt x="22415" y="8571"/>
                </a:cubicBezTo>
                <a:cubicBezTo>
                  <a:pt x="28096" y="8571"/>
                  <a:pt x="32956" y="10741"/>
                  <a:pt x="36995" y="15082"/>
                </a:cubicBezTo>
                <a:cubicBezTo>
                  <a:pt x="41034" y="19423"/>
                  <a:pt x="43054" y="25247"/>
                  <a:pt x="43054" y="32556"/>
                </a:cubicBezTo>
                <a:cubicBezTo>
                  <a:pt x="43054" y="35568"/>
                  <a:pt x="42602" y="38646"/>
                  <a:pt x="41698" y="41791"/>
                </a:cubicBezTo>
                <a:cubicBezTo>
                  <a:pt x="43379" y="43740"/>
                  <a:pt x="44852" y="45058"/>
                  <a:pt x="46114" y="45744"/>
                </a:cubicBezTo>
                <a:cubicBezTo>
                  <a:pt x="47375" y="46431"/>
                  <a:pt x="48448" y="46774"/>
                  <a:pt x="49332" y="46774"/>
                </a:cubicBezTo>
                <a:cubicBezTo>
                  <a:pt x="50085" y="46774"/>
                  <a:pt x="50816" y="46409"/>
                  <a:pt x="51525" y="45678"/>
                </a:cubicBezTo>
                <a:cubicBezTo>
                  <a:pt x="52232" y="44947"/>
                  <a:pt x="52741" y="43519"/>
                  <a:pt x="53051" y="41393"/>
                </a:cubicBezTo>
                <a:cubicBezTo>
                  <a:pt x="53228" y="40152"/>
                  <a:pt x="53383" y="37052"/>
                  <a:pt x="53516" y="32091"/>
                </a:cubicBezTo>
                <a:cubicBezTo>
                  <a:pt x="53736" y="22966"/>
                  <a:pt x="54045" y="17053"/>
                  <a:pt x="54444" y="14351"/>
                </a:cubicBezTo>
                <a:cubicBezTo>
                  <a:pt x="55020" y="10232"/>
                  <a:pt x="56547" y="6943"/>
                  <a:pt x="59026" y="4485"/>
                </a:cubicBezTo>
                <a:cubicBezTo>
                  <a:pt x="61504" y="2026"/>
                  <a:pt x="64557" y="797"/>
                  <a:pt x="68187" y="797"/>
                </a:cubicBezTo>
                <a:cubicBezTo>
                  <a:pt x="73188" y="797"/>
                  <a:pt x="77879" y="3145"/>
                  <a:pt x="82262" y="7840"/>
                </a:cubicBezTo>
                <a:cubicBezTo>
                  <a:pt x="88723" y="14750"/>
                  <a:pt x="91954" y="23764"/>
                  <a:pt x="91954" y="34881"/>
                </a:cubicBezTo>
                <a:cubicBezTo>
                  <a:pt x="91954" y="43430"/>
                  <a:pt x="90030" y="50650"/>
                  <a:pt x="86182" y="56541"/>
                </a:cubicBezTo>
                <a:cubicBezTo>
                  <a:pt x="83970" y="59863"/>
                  <a:pt x="81669" y="61524"/>
                  <a:pt x="79280" y="61524"/>
                </a:cubicBezTo>
                <a:cubicBezTo>
                  <a:pt x="78220" y="61524"/>
                  <a:pt x="77159" y="61280"/>
                  <a:pt x="76097" y="60793"/>
                </a:cubicBezTo>
                <a:cubicBezTo>
                  <a:pt x="74460" y="60040"/>
                  <a:pt x="72181" y="58490"/>
                  <a:pt x="69262" y="56142"/>
                </a:cubicBezTo>
                <a:cubicBezTo>
                  <a:pt x="68865" y="55832"/>
                  <a:pt x="66477" y="53573"/>
                  <a:pt x="62097" y="49365"/>
                </a:cubicBezTo>
                <a:cubicBezTo>
                  <a:pt x="60723" y="51669"/>
                  <a:pt x="59492" y="53296"/>
                  <a:pt x="58405" y="54249"/>
                </a:cubicBezTo>
                <a:cubicBezTo>
                  <a:pt x="57319" y="55201"/>
                  <a:pt x="56088" y="55677"/>
                  <a:pt x="54714" y="55677"/>
                </a:cubicBezTo>
                <a:cubicBezTo>
                  <a:pt x="53161" y="55677"/>
                  <a:pt x="51342" y="55046"/>
                  <a:pt x="49257" y="53784"/>
                </a:cubicBezTo>
                <a:cubicBezTo>
                  <a:pt x="47173" y="52521"/>
                  <a:pt x="44224" y="49609"/>
                  <a:pt x="40410" y="45047"/>
                </a:cubicBezTo>
                <a:moveTo>
                  <a:pt x="3322" y="33486"/>
                </a:moveTo>
                <a:cubicBezTo>
                  <a:pt x="3322" y="36764"/>
                  <a:pt x="4622" y="39510"/>
                  <a:pt x="7221" y="41725"/>
                </a:cubicBezTo>
                <a:cubicBezTo>
                  <a:pt x="9819" y="43939"/>
                  <a:pt x="13806" y="45047"/>
                  <a:pt x="19181" y="45047"/>
                </a:cubicBezTo>
                <a:cubicBezTo>
                  <a:pt x="26142" y="45047"/>
                  <a:pt x="31538" y="43541"/>
                  <a:pt x="35369" y="40529"/>
                </a:cubicBezTo>
                <a:cubicBezTo>
                  <a:pt x="38277" y="38225"/>
                  <a:pt x="39731" y="35302"/>
                  <a:pt x="39731" y="31759"/>
                </a:cubicBezTo>
                <a:cubicBezTo>
                  <a:pt x="39731" y="28392"/>
                  <a:pt x="38476" y="25624"/>
                  <a:pt x="35965" y="23454"/>
                </a:cubicBezTo>
                <a:cubicBezTo>
                  <a:pt x="33454" y="21283"/>
                  <a:pt x="29511" y="20198"/>
                  <a:pt x="24137" y="20198"/>
                </a:cubicBezTo>
                <a:cubicBezTo>
                  <a:pt x="17133" y="20198"/>
                  <a:pt x="11648" y="21726"/>
                  <a:pt x="7682" y="24782"/>
                </a:cubicBezTo>
                <a:cubicBezTo>
                  <a:pt x="4775" y="27041"/>
                  <a:pt x="3322" y="29943"/>
                  <a:pt x="3322" y="33486"/>
                </a:cubicBezTo>
                <a:moveTo>
                  <a:pt x="62627" y="45711"/>
                </a:moveTo>
                <a:cubicBezTo>
                  <a:pt x="64881" y="47793"/>
                  <a:pt x="66981" y="49365"/>
                  <a:pt x="68926" y="50428"/>
                </a:cubicBezTo>
                <a:cubicBezTo>
                  <a:pt x="70872" y="51491"/>
                  <a:pt x="72663" y="52023"/>
                  <a:pt x="74299" y="52023"/>
                </a:cubicBezTo>
                <a:cubicBezTo>
                  <a:pt x="76421" y="52023"/>
                  <a:pt x="78278" y="50738"/>
                  <a:pt x="79870" y="48169"/>
                </a:cubicBezTo>
                <a:cubicBezTo>
                  <a:pt x="82611" y="43740"/>
                  <a:pt x="83981" y="37340"/>
                  <a:pt x="83981" y="28968"/>
                </a:cubicBezTo>
                <a:cubicBezTo>
                  <a:pt x="83981" y="20995"/>
                  <a:pt x="82577" y="15115"/>
                  <a:pt x="79768" y="11328"/>
                </a:cubicBezTo>
                <a:cubicBezTo>
                  <a:pt x="76961" y="7541"/>
                  <a:pt x="73966" y="5647"/>
                  <a:pt x="70784" y="5647"/>
                </a:cubicBezTo>
                <a:cubicBezTo>
                  <a:pt x="68485" y="5647"/>
                  <a:pt x="66849" y="6777"/>
                  <a:pt x="65876" y="9036"/>
                </a:cubicBezTo>
                <a:cubicBezTo>
                  <a:pt x="64903" y="11339"/>
                  <a:pt x="64328" y="15901"/>
                  <a:pt x="64153" y="22723"/>
                </a:cubicBezTo>
                <a:cubicBezTo>
                  <a:pt x="63887" y="32689"/>
                  <a:pt x="63378" y="40352"/>
                  <a:pt x="62627" y="45711"/>
                </a:cubicBez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s">
            <a:extLst xmlns:a="http://schemas.openxmlformats.org/drawingml/2006/main">
              <a:ext uri="{FF2B5EF4-FFF2-40B4-BE49-F238E27FC236}">
                <a16:creationId xmlns:a16="http://schemas.microsoft.com/office/drawing/2014/main" id="{B9C64BC8-2A5E-404F-9BAC-DBA82DD8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16" y="1867091"/>
            <a:ext cx="64447" cy="41525"/>
          </a:xfrm>
          <a:custGeom xmlns:a="http://schemas.openxmlformats.org/drawingml/2006/main">
            <a:pathLst>
              <a:path w="64447" h="41525">
                <a:moveTo>
                  <a:pt x="0" y="4584"/>
                </a:moveTo>
                <a:lnTo>
                  <a:pt x="20597" y="4584"/>
                </a:lnTo>
                <a:lnTo>
                  <a:pt x="20597" y="6777"/>
                </a:lnTo>
                <a:cubicBezTo>
                  <a:pt x="14137" y="8460"/>
                  <a:pt x="9743" y="10619"/>
                  <a:pt x="7414" y="13255"/>
                </a:cubicBezTo>
                <a:cubicBezTo>
                  <a:pt x="5085" y="15890"/>
                  <a:pt x="3920" y="19246"/>
                  <a:pt x="3920" y="23321"/>
                </a:cubicBezTo>
                <a:cubicBezTo>
                  <a:pt x="3920" y="26421"/>
                  <a:pt x="4739" y="28924"/>
                  <a:pt x="6376" y="30828"/>
                </a:cubicBezTo>
                <a:cubicBezTo>
                  <a:pt x="8012" y="32733"/>
                  <a:pt x="9826" y="33685"/>
                  <a:pt x="11818" y="33685"/>
                </a:cubicBezTo>
                <a:cubicBezTo>
                  <a:pt x="14296" y="33685"/>
                  <a:pt x="16419" y="32977"/>
                  <a:pt x="18188" y="31559"/>
                </a:cubicBezTo>
                <a:cubicBezTo>
                  <a:pt x="20003" y="30186"/>
                  <a:pt x="21927" y="27396"/>
                  <a:pt x="23962" y="23188"/>
                </a:cubicBezTo>
                <a:lnTo>
                  <a:pt x="28675" y="13487"/>
                </a:lnTo>
                <a:cubicBezTo>
                  <a:pt x="33055" y="4496"/>
                  <a:pt x="38829" y="0"/>
                  <a:pt x="45998" y="0"/>
                </a:cubicBezTo>
                <a:cubicBezTo>
                  <a:pt x="51527" y="0"/>
                  <a:pt x="55985" y="2093"/>
                  <a:pt x="59371" y="6279"/>
                </a:cubicBezTo>
                <a:cubicBezTo>
                  <a:pt x="62755" y="10464"/>
                  <a:pt x="64447" y="15148"/>
                  <a:pt x="64447" y="20331"/>
                </a:cubicBezTo>
                <a:cubicBezTo>
                  <a:pt x="64447" y="24051"/>
                  <a:pt x="63783" y="28304"/>
                  <a:pt x="62454" y="33087"/>
                </a:cubicBezTo>
                <a:cubicBezTo>
                  <a:pt x="62011" y="34549"/>
                  <a:pt x="61790" y="35745"/>
                  <a:pt x="61790" y="36675"/>
                </a:cubicBezTo>
                <a:cubicBezTo>
                  <a:pt x="61790" y="37694"/>
                  <a:pt x="62366" y="38491"/>
                  <a:pt x="63517" y="39067"/>
                </a:cubicBezTo>
                <a:lnTo>
                  <a:pt x="63517" y="41260"/>
                </a:lnTo>
                <a:lnTo>
                  <a:pt x="41725" y="41260"/>
                </a:lnTo>
                <a:lnTo>
                  <a:pt x="41725" y="39067"/>
                </a:lnTo>
                <a:cubicBezTo>
                  <a:pt x="47948" y="37827"/>
                  <a:pt x="52638" y="35457"/>
                  <a:pt x="55794" y="31958"/>
                </a:cubicBezTo>
                <a:cubicBezTo>
                  <a:pt x="58949" y="28459"/>
                  <a:pt x="60527" y="24539"/>
                  <a:pt x="60527" y="20198"/>
                </a:cubicBezTo>
                <a:cubicBezTo>
                  <a:pt x="60527" y="17142"/>
                  <a:pt x="59632" y="14650"/>
                  <a:pt x="57841" y="12723"/>
                </a:cubicBezTo>
                <a:cubicBezTo>
                  <a:pt x="56048" y="10797"/>
                  <a:pt x="53891" y="9833"/>
                  <a:pt x="51369" y="9833"/>
                </a:cubicBezTo>
                <a:cubicBezTo>
                  <a:pt x="48315" y="9833"/>
                  <a:pt x="45749" y="10907"/>
                  <a:pt x="43670" y="13056"/>
                </a:cubicBezTo>
                <a:cubicBezTo>
                  <a:pt x="41591" y="15204"/>
                  <a:pt x="38959" y="19489"/>
                  <a:pt x="35774" y="25912"/>
                </a:cubicBezTo>
                <a:cubicBezTo>
                  <a:pt x="32588" y="32334"/>
                  <a:pt x="29711" y="36542"/>
                  <a:pt x="27145" y="38536"/>
                </a:cubicBezTo>
                <a:cubicBezTo>
                  <a:pt x="24623" y="40529"/>
                  <a:pt x="21437" y="41525"/>
                  <a:pt x="17588" y="41525"/>
                </a:cubicBezTo>
                <a:cubicBezTo>
                  <a:pt x="12588" y="41525"/>
                  <a:pt x="8408" y="39809"/>
                  <a:pt x="5045" y="36376"/>
                </a:cubicBezTo>
                <a:cubicBezTo>
                  <a:pt x="1682" y="32943"/>
                  <a:pt x="0" y="28503"/>
                  <a:pt x="0" y="23055"/>
                </a:cubicBezTo>
                <a:cubicBezTo>
                  <a:pt x="0" y="20663"/>
                  <a:pt x="509" y="17762"/>
                  <a:pt x="1528" y="14351"/>
                </a:cubicBezTo>
                <a:cubicBezTo>
                  <a:pt x="2193" y="12092"/>
                  <a:pt x="2525" y="10586"/>
                  <a:pt x="2525" y="9833"/>
                </a:cubicBezTo>
                <a:cubicBezTo>
                  <a:pt x="2525" y="9125"/>
                  <a:pt x="2370" y="8571"/>
                  <a:pt x="2060" y="8172"/>
                </a:cubicBezTo>
                <a:cubicBezTo>
                  <a:pt x="1750" y="7774"/>
                  <a:pt x="1063" y="7308"/>
                  <a:pt x="0" y="6777"/>
                </a:cubicBezTo>
                <a:lnTo>
                  <a:pt x="0" y="4584"/>
                </a:lnTo>
                <a:close/>
              </a:path>
            </a:pathLst>
          </a:custGeom>
          <a:solidFill xmlns:a="http://schemas.openxmlformats.org/drawingml/2006/main">
            <a:srgbClr val="3A414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Knowledge">
            <a:extLst xmlns:a="http://schemas.openxmlformats.org/drawingml/2006/main">
              <a:ext uri="{FF2B5EF4-FFF2-40B4-BE49-F238E27FC236}">
                <a16:creationId xmlns:a16="http://schemas.microsoft.com/office/drawing/2014/main" id="{596B5523-6526-4972-8E82-35CE21C8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49" y="240957"/>
            <a:ext cx="621151" cy="123845"/>
          </a:xfrm>
          <a:custGeom xmlns:a="http://schemas.openxmlformats.org/drawingml/2006/main">
            <a:pathLst>
              <a:path w="621151" h="123845">
                <a:moveTo>
                  <a:pt x="38403" y="44515"/>
                </a:moveTo>
                <a:lnTo>
                  <a:pt x="71623" y="77536"/>
                </a:lnTo>
                <a:cubicBezTo>
                  <a:pt x="77071" y="82984"/>
                  <a:pt x="81722" y="86694"/>
                  <a:pt x="85576" y="88665"/>
                </a:cubicBezTo>
                <a:cubicBezTo>
                  <a:pt x="89429" y="90636"/>
                  <a:pt x="93283" y="91754"/>
                  <a:pt x="97136" y="92020"/>
                </a:cubicBezTo>
                <a:lnTo>
                  <a:pt x="97136" y="94479"/>
                </a:lnTo>
                <a:lnTo>
                  <a:pt x="54282" y="94479"/>
                </a:lnTo>
                <a:lnTo>
                  <a:pt x="54282" y="92020"/>
                </a:lnTo>
                <a:cubicBezTo>
                  <a:pt x="56851" y="92020"/>
                  <a:pt x="58700" y="91588"/>
                  <a:pt x="59830" y="90725"/>
                </a:cubicBezTo>
                <a:cubicBezTo>
                  <a:pt x="60959" y="89861"/>
                  <a:pt x="61524" y="88898"/>
                  <a:pt x="61524" y="87834"/>
                </a:cubicBezTo>
                <a:cubicBezTo>
                  <a:pt x="61524" y="86771"/>
                  <a:pt x="61314" y="85819"/>
                  <a:pt x="60893" y="84978"/>
                </a:cubicBezTo>
                <a:cubicBezTo>
                  <a:pt x="60472" y="84136"/>
                  <a:pt x="59088" y="82564"/>
                  <a:pt x="56740" y="80260"/>
                </a:cubicBezTo>
                <a:lnTo>
                  <a:pt x="25646" y="49498"/>
                </a:lnTo>
                <a:lnTo>
                  <a:pt x="25646" y="78533"/>
                </a:lnTo>
                <a:cubicBezTo>
                  <a:pt x="25646" y="83095"/>
                  <a:pt x="25934" y="86107"/>
                  <a:pt x="26510" y="87569"/>
                </a:cubicBezTo>
                <a:cubicBezTo>
                  <a:pt x="26953" y="88676"/>
                  <a:pt x="27883" y="89628"/>
                  <a:pt x="29300" y="90426"/>
                </a:cubicBezTo>
                <a:cubicBezTo>
                  <a:pt x="31205" y="91489"/>
                  <a:pt x="33220" y="92020"/>
                  <a:pt x="35346" y="92020"/>
                </a:cubicBezTo>
                <a:lnTo>
                  <a:pt x="38403" y="92020"/>
                </a:lnTo>
                <a:lnTo>
                  <a:pt x="38403" y="94479"/>
                </a:lnTo>
                <a:lnTo>
                  <a:pt x="0" y="94479"/>
                </a:lnTo>
                <a:lnTo>
                  <a:pt x="0" y="92020"/>
                </a:lnTo>
                <a:lnTo>
                  <a:pt x="3189" y="92020"/>
                </a:lnTo>
                <a:cubicBezTo>
                  <a:pt x="6910" y="92020"/>
                  <a:pt x="9612" y="90935"/>
                  <a:pt x="11295" y="88765"/>
                </a:cubicBezTo>
                <a:cubicBezTo>
                  <a:pt x="12358" y="87347"/>
                  <a:pt x="12889" y="83937"/>
                  <a:pt x="12889" y="78533"/>
                </a:cubicBezTo>
                <a:lnTo>
                  <a:pt x="12889" y="20331"/>
                </a:lnTo>
                <a:cubicBezTo>
                  <a:pt x="12889" y="15769"/>
                  <a:pt x="12602" y="12734"/>
                  <a:pt x="12026" y="11228"/>
                </a:cubicBezTo>
                <a:cubicBezTo>
                  <a:pt x="11583" y="10165"/>
                  <a:pt x="10675" y="9235"/>
                  <a:pt x="9302" y="8438"/>
                </a:cubicBezTo>
                <a:cubicBezTo>
                  <a:pt x="7353" y="7375"/>
                  <a:pt x="5315" y="6843"/>
                  <a:pt x="3189" y="6843"/>
                </a:cubicBezTo>
                <a:lnTo>
                  <a:pt x="0" y="6843"/>
                </a:lnTo>
                <a:lnTo>
                  <a:pt x="0" y="4385"/>
                </a:lnTo>
                <a:lnTo>
                  <a:pt x="38403" y="4385"/>
                </a:lnTo>
                <a:lnTo>
                  <a:pt x="38403" y="6843"/>
                </a:lnTo>
                <a:lnTo>
                  <a:pt x="35346" y="6843"/>
                </a:lnTo>
                <a:cubicBezTo>
                  <a:pt x="33265" y="6843"/>
                  <a:pt x="31249" y="7353"/>
                  <a:pt x="29300" y="8372"/>
                </a:cubicBezTo>
                <a:cubicBezTo>
                  <a:pt x="27927" y="9080"/>
                  <a:pt x="26975" y="10143"/>
                  <a:pt x="26443" y="11561"/>
                </a:cubicBezTo>
                <a:cubicBezTo>
                  <a:pt x="25912" y="12978"/>
                  <a:pt x="25646" y="15901"/>
                  <a:pt x="25646" y="20331"/>
                </a:cubicBezTo>
                <a:lnTo>
                  <a:pt x="25646" y="47904"/>
                </a:lnTo>
                <a:cubicBezTo>
                  <a:pt x="26532" y="47062"/>
                  <a:pt x="29566" y="44249"/>
                  <a:pt x="34748" y="39466"/>
                </a:cubicBezTo>
                <a:cubicBezTo>
                  <a:pt x="47904" y="27418"/>
                  <a:pt x="55854" y="19379"/>
                  <a:pt x="58601" y="15348"/>
                </a:cubicBezTo>
                <a:cubicBezTo>
                  <a:pt x="59797" y="13576"/>
                  <a:pt x="60395" y="12026"/>
                  <a:pt x="60395" y="10697"/>
                </a:cubicBezTo>
                <a:cubicBezTo>
                  <a:pt x="60395" y="9678"/>
                  <a:pt x="59929" y="8781"/>
                  <a:pt x="58999" y="8006"/>
                </a:cubicBezTo>
                <a:cubicBezTo>
                  <a:pt x="58069" y="7231"/>
                  <a:pt x="56497" y="6843"/>
                  <a:pt x="54282" y="6843"/>
                </a:cubicBezTo>
                <a:lnTo>
                  <a:pt x="52222" y="6843"/>
                </a:lnTo>
                <a:lnTo>
                  <a:pt x="52222" y="4385"/>
                </a:lnTo>
                <a:lnTo>
                  <a:pt x="85310" y="4385"/>
                </a:lnTo>
                <a:lnTo>
                  <a:pt x="85310" y="6843"/>
                </a:lnTo>
                <a:cubicBezTo>
                  <a:pt x="83361" y="6888"/>
                  <a:pt x="81589" y="7153"/>
                  <a:pt x="79994" y="7641"/>
                </a:cubicBezTo>
                <a:cubicBezTo>
                  <a:pt x="78400" y="8128"/>
                  <a:pt x="76451" y="9069"/>
                  <a:pt x="74148" y="10464"/>
                </a:cubicBezTo>
                <a:cubicBezTo>
                  <a:pt x="71844" y="11860"/>
                  <a:pt x="69010" y="14108"/>
                  <a:pt x="65643" y="17208"/>
                </a:cubicBezTo>
                <a:cubicBezTo>
                  <a:pt x="64669" y="18094"/>
                  <a:pt x="60173" y="22634"/>
                  <a:pt x="52156" y="30828"/>
                </a:cubicBezTo>
                <a:lnTo>
                  <a:pt x="38403" y="44515"/>
                </a:lnTo>
                <a:close/>
                <a:moveTo>
                  <a:pt x="117976" y="44781"/>
                </a:moveTo>
                <a:cubicBezTo>
                  <a:pt x="125107" y="36188"/>
                  <a:pt x="131906" y="31891"/>
                  <a:pt x="138373" y="31891"/>
                </a:cubicBezTo>
                <a:cubicBezTo>
                  <a:pt x="141695" y="31891"/>
                  <a:pt x="144552" y="32721"/>
                  <a:pt x="146944" y="34379"/>
                </a:cubicBezTo>
                <a:cubicBezTo>
                  <a:pt x="149336" y="36036"/>
                  <a:pt x="151240" y="38765"/>
                  <a:pt x="152658" y="42566"/>
                </a:cubicBezTo>
                <a:cubicBezTo>
                  <a:pt x="153632" y="45216"/>
                  <a:pt x="154119" y="49282"/>
                  <a:pt x="154119" y="54764"/>
                </a:cubicBezTo>
                <a:lnTo>
                  <a:pt x="154119" y="80684"/>
                </a:lnTo>
                <a:cubicBezTo>
                  <a:pt x="154119" y="84529"/>
                  <a:pt x="154429" y="87137"/>
                  <a:pt x="155050" y="88507"/>
                </a:cubicBezTo>
                <a:cubicBezTo>
                  <a:pt x="155537" y="89612"/>
                  <a:pt x="156323" y="90473"/>
                  <a:pt x="157408" y="91092"/>
                </a:cubicBezTo>
                <a:cubicBezTo>
                  <a:pt x="158493" y="91711"/>
                  <a:pt x="160498" y="92020"/>
                  <a:pt x="163421" y="92020"/>
                </a:cubicBezTo>
                <a:lnTo>
                  <a:pt x="163421" y="94479"/>
                </a:lnTo>
                <a:lnTo>
                  <a:pt x="133324" y="94479"/>
                </a:lnTo>
                <a:lnTo>
                  <a:pt x="133324" y="92020"/>
                </a:lnTo>
                <a:lnTo>
                  <a:pt x="134586" y="92020"/>
                </a:lnTo>
                <a:cubicBezTo>
                  <a:pt x="137421" y="92020"/>
                  <a:pt x="139403" y="91590"/>
                  <a:pt x="140532" y="90731"/>
                </a:cubicBezTo>
                <a:cubicBezTo>
                  <a:pt x="141662" y="89871"/>
                  <a:pt x="142448" y="88605"/>
                  <a:pt x="142891" y="86931"/>
                </a:cubicBezTo>
                <a:cubicBezTo>
                  <a:pt x="143068" y="86270"/>
                  <a:pt x="143157" y="84198"/>
                  <a:pt x="143157" y="80717"/>
                </a:cubicBezTo>
                <a:lnTo>
                  <a:pt x="143157" y="55928"/>
                </a:lnTo>
                <a:cubicBezTo>
                  <a:pt x="143157" y="50421"/>
                  <a:pt x="142437" y="46422"/>
                  <a:pt x="140997" y="43932"/>
                </a:cubicBezTo>
                <a:cubicBezTo>
                  <a:pt x="139558" y="41442"/>
                  <a:pt x="137133" y="40197"/>
                  <a:pt x="133722" y="40197"/>
                </a:cubicBezTo>
                <a:cubicBezTo>
                  <a:pt x="128451" y="40197"/>
                  <a:pt x="123202" y="43061"/>
                  <a:pt x="117976" y="48790"/>
                </a:cubicBezTo>
                <a:lnTo>
                  <a:pt x="117976" y="80717"/>
                </a:lnTo>
                <a:cubicBezTo>
                  <a:pt x="117976" y="84816"/>
                  <a:pt x="118219" y="87349"/>
                  <a:pt x="118707" y="88318"/>
                </a:cubicBezTo>
                <a:cubicBezTo>
                  <a:pt x="119327" y="89596"/>
                  <a:pt x="120179" y="90532"/>
                  <a:pt x="121265" y="91127"/>
                </a:cubicBezTo>
                <a:cubicBezTo>
                  <a:pt x="122350" y="91723"/>
                  <a:pt x="124553" y="92020"/>
                  <a:pt x="127875" y="92020"/>
                </a:cubicBezTo>
                <a:lnTo>
                  <a:pt x="127875" y="94479"/>
                </a:lnTo>
                <a:lnTo>
                  <a:pt x="97778" y="94479"/>
                </a:lnTo>
                <a:lnTo>
                  <a:pt x="97778" y="92020"/>
                </a:lnTo>
                <a:lnTo>
                  <a:pt x="99107" y="92020"/>
                </a:lnTo>
                <a:cubicBezTo>
                  <a:pt x="102207" y="92020"/>
                  <a:pt x="104300" y="91236"/>
                  <a:pt x="105385" y="89668"/>
                </a:cubicBezTo>
                <a:cubicBezTo>
                  <a:pt x="106470" y="88098"/>
                  <a:pt x="107013" y="85104"/>
                  <a:pt x="107013" y="80684"/>
                </a:cubicBezTo>
                <a:lnTo>
                  <a:pt x="107013" y="58144"/>
                </a:lnTo>
                <a:cubicBezTo>
                  <a:pt x="107013" y="50852"/>
                  <a:pt x="106847" y="46411"/>
                  <a:pt x="106515" y="44820"/>
                </a:cubicBezTo>
                <a:cubicBezTo>
                  <a:pt x="106183" y="43229"/>
                  <a:pt x="105673" y="42145"/>
                  <a:pt x="104987" y="41571"/>
                </a:cubicBezTo>
                <a:cubicBezTo>
                  <a:pt x="104300" y="40997"/>
                  <a:pt x="103381" y="40709"/>
                  <a:pt x="102229" y="40709"/>
                </a:cubicBezTo>
                <a:cubicBezTo>
                  <a:pt x="100989" y="40709"/>
                  <a:pt x="99505" y="41041"/>
                  <a:pt x="97778" y="41704"/>
                </a:cubicBezTo>
                <a:lnTo>
                  <a:pt x="96781" y="39316"/>
                </a:lnTo>
                <a:lnTo>
                  <a:pt x="115119" y="31891"/>
                </a:lnTo>
                <a:lnTo>
                  <a:pt x="117976" y="31891"/>
                </a:lnTo>
                <a:lnTo>
                  <a:pt x="117976" y="44781"/>
                </a:lnTo>
                <a:close/>
                <a:moveTo>
                  <a:pt x="198037" y="31891"/>
                </a:moveTo>
                <a:cubicBezTo>
                  <a:pt x="207250" y="31891"/>
                  <a:pt x="214647" y="35387"/>
                  <a:pt x="220228" y="42379"/>
                </a:cubicBezTo>
                <a:cubicBezTo>
                  <a:pt x="224967" y="48351"/>
                  <a:pt x="227337" y="55210"/>
                  <a:pt x="227337" y="62955"/>
                </a:cubicBezTo>
                <a:cubicBezTo>
                  <a:pt x="227337" y="68397"/>
                  <a:pt x="226030" y="73906"/>
                  <a:pt x="223417" y="79482"/>
                </a:cubicBezTo>
                <a:cubicBezTo>
                  <a:pt x="220804" y="85056"/>
                  <a:pt x="217205" y="89259"/>
                  <a:pt x="212620" y="92091"/>
                </a:cubicBezTo>
                <a:cubicBezTo>
                  <a:pt x="208036" y="94923"/>
                  <a:pt x="202931" y="96339"/>
                  <a:pt x="197306" y="96339"/>
                </a:cubicBezTo>
                <a:cubicBezTo>
                  <a:pt x="188137" y="96339"/>
                  <a:pt x="180851" y="92688"/>
                  <a:pt x="175447" y="85387"/>
                </a:cubicBezTo>
                <a:cubicBezTo>
                  <a:pt x="170885" y="79237"/>
                  <a:pt x="168603" y="72334"/>
                  <a:pt x="168603" y="64680"/>
                </a:cubicBezTo>
                <a:cubicBezTo>
                  <a:pt x="168603" y="59104"/>
                  <a:pt x="169988" y="53562"/>
                  <a:pt x="172756" y="48053"/>
                </a:cubicBezTo>
                <a:cubicBezTo>
                  <a:pt x="175524" y="42544"/>
                  <a:pt x="179167" y="38473"/>
                  <a:pt x="183685" y="35841"/>
                </a:cubicBezTo>
                <a:cubicBezTo>
                  <a:pt x="188203" y="33208"/>
                  <a:pt x="192987" y="31891"/>
                  <a:pt x="198037" y="31891"/>
                </a:cubicBezTo>
                <a:moveTo>
                  <a:pt x="195977" y="36277"/>
                </a:moveTo>
                <a:cubicBezTo>
                  <a:pt x="193629" y="36277"/>
                  <a:pt x="191271" y="36974"/>
                  <a:pt x="188901" y="38367"/>
                </a:cubicBezTo>
                <a:cubicBezTo>
                  <a:pt x="186531" y="39761"/>
                  <a:pt x="184616" y="42206"/>
                  <a:pt x="183154" y="45701"/>
                </a:cubicBezTo>
                <a:cubicBezTo>
                  <a:pt x="181692" y="49196"/>
                  <a:pt x="180961" y="53686"/>
                  <a:pt x="180961" y="59172"/>
                </a:cubicBezTo>
                <a:cubicBezTo>
                  <a:pt x="180961" y="68019"/>
                  <a:pt x="182722" y="75651"/>
                  <a:pt x="186243" y="82067"/>
                </a:cubicBezTo>
                <a:cubicBezTo>
                  <a:pt x="189765" y="88481"/>
                  <a:pt x="194404" y="91688"/>
                  <a:pt x="200163" y="91688"/>
                </a:cubicBezTo>
                <a:cubicBezTo>
                  <a:pt x="204459" y="91688"/>
                  <a:pt x="208003" y="89918"/>
                  <a:pt x="210793" y="86379"/>
                </a:cubicBezTo>
                <a:cubicBezTo>
                  <a:pt x="213584" y="82840"/>
                  <a:pt x="214979" y="76757"/>
                  <a:pt x="214979" y="68131"/>
                </a:cubicBezTo>
                <a:cubicBezTo>
                  <a:pt x="214979" y="57335"/>
                  <a:pt x="212654" y="48841"/>
                  <a:pt x="208003" y="42647"/>
                </a:cubicBezTo>
                <a:cubicBezTo>
                  <a:pt x="204858" y="38400"/>
                  <a:pt x="200849" y="36277"/>
                  <a:pt x="195977" y="36277"/>
                </a:cubicBezTo>
                <a:close/>
                <a:moveTo>
                  <a:pt x="232918" y="33619"/>
                </a:moveTo>
                <a:lnTo>
                  <a:pt x="258431" y="33619"/>
                </a:lnTo>
                <a:lnTo>
                  <a:pt x="258431" y="36077"/>
                </a:lnTo>
                <a:cubicBezTo>
                  <a:pt x="256084" y="36254"/>
                  <a:pt x="254544" y="36675"/>
                  <a:pt x="253813" y="37340"/>
                </a:cubicBezTo>
                <a:cubicBezTo>
                  <a:pt x="253083" y="38004"/>
                  <a:pt x="252717" y="38956"/>
                  <a:pt x="252717" y="40197"/>
                </a:cubicBezTo>
                <a:cubicBezTo>
                  <a:pt x="252717" y="41570"/>
                  <a:pt x="253094" y="43231"/>
                  <a:pt x="253847" y="45180"/>
                </a:cubicBezTo>
                <a:lnTo>
                  <a:pt x="266869" y="80194"/>
                </a:lnTo>
                <a:lnTo>
                  <a:pt x="279958" y="51691"/>
                </a:lnTo>
                <a:lnTo>
                  <a:pt x="276503" y="42721"/>
                </a:lnTo>
                <a:cubicBezTo>
                  <a:pt x="275440" y="40064"/>
                  <a:pt x="274045" y="38225"/>
                  <a:pt x="272317" y="37207"/>
                </a:cubicBezTo>
                <a:cubicBezTo>
                  <a:pt x="271343" y="36587"/>
                  <a:pt x="269527" y="36210"/>
                  <a:pt x="266869" y="36077"/>
                </a:cubicBezTo>
                <a:lnTo>
                  <a:pt x="266869" y="33619"/>
                </a:lnTo>
                <a:lnTo>
                  <a:pt x="295837" y="33619"/>
                </a:lnTo>
                <a:lnTo>
                  <a:pt x="295837" y="36077"/>
                </a:lnTo>
                <a:cubicBezTo>
                  <a:pt x="292648" y="36210"/>
                  <a:pt x="290389" y="36786"/>
                  <a:pt x="289060" y="37805"/>
                </a:cubicBezTo>
                <a:cubicBezTo>
                  <a:pt x="288174" y="38513"/>
                  <a:pt x="287731" y="39643"/>
                  <a:pt x="287731" y="41193"/>
                </a:cubicBezTo>
                <a:cubicBezTo>
                  <a:pt x="287731" y="42079"/>
                  <a:pt x="287909" y="42987"/>
                  <a:pt x="288263" y="43917"/>
                </a:cubicBezTo>
                <a:lnTo>
                  <a:pt x="302083" y="78865"/>
                </a:lnTo>
                <a:lnTo>
                  <a:pt x="314906" y="45180"/>
                </a:lnTo>
                <a:cubicBezTo>
                  <a:pt x="315792" y="42788"/>
                  <a:pt x="316234" y="40883"/>
                  <a:pt x="316234" y="39466"/>
                </a:cubicBezTo>
                <a:cubicBezTo>
                  <a:pt x="316234" y="38624"/>
                  <a:pt x="315803" y="37871"/>
                  <a:pt x="314939" y="37207"/>
                </a:cubicBezTo>
                <a:cubicBezTo>
                  <a:pt x="314075" y="36542"/>
                  <a:pt x="312381" y="36166"/>
                  <a:pt x="309856" y="36077"/>
                </a:cubicBezTo>
                <a:lnTo>
                  <a:pt x="309856" y="33619"/>
                </a:lnTo>
                <a:lnTo>
                  <a:pt x="329057" y="33619"/>
                </a:lnTo>
                <a:lnTo>
                  <a:pt x="329057" y="36077"/>
                </a:lnTo>
                <a:cubicBezTo>
                  <a:pt x="325204" y="36653"/>
                  <a:pt x="322369" y="39266"/>
                  <a:pt x="320553" y="43917"/>
                </a:cubicBezTo>
                <a:lnTo>
                  <a:pt x="300222" y="96339"/>
                </a:lnTo>
                <a:lnTo>
                  <a:pt x="297498" y="96339"/>
                </a:lnTo>
                <a:lnTo>
                  <a:pt x="282283" y="57471"/>
                </a:lnTo>
                <a:lnTo>
                  <a:pt x="264544" y="96339"/>
                </a:lnTo>
                <a:lnTo>
                  <a:pt x="262085" y="96339"/>
                </a:lnTo>
                <a:lnTo>
                  <a:pt x="242552" y="45180"/>
                </a:lnTo>
                <a:cubicBezTo>
                  <a:pt x="241267" y="41946"/>
                  <a:pt x="240005" y="39765"/>
                  <a:pt x="238765" y="38635"/>
                </a:cubicBezTo>
                <a:cubicBezTo>
                  <a:pt x="237524" y="37506"/>
                  <a:pt x="235576" y="36653"/>
                  <a:pt x="232918" y="36077"/>
                </a:cubicBezTo>
                <a:lnTo>
                  <a:pt x="232918" y="33619"/>
                </a:lnTo>
                <a:close/>
                <a:moveTo>
                  <a:pt x="355478" y="0"/>
                </a:moveTo>
                <a:lnTo>
                  <a:pt x="355478" y="80667"/>
                </a:lnTo>
                <a:cubicBezTo>
                  <a:pt x="355478" y="84474"/>
                  <a:pt x="355755" y="86997"/>
                  <a:pt x="356309" y="88237"/>
                </a:cubicBezTo>
                <a:cubicBezTo>
                  <a:pt x="356862" y="89476"/>
                  <a:pt x="357715" y="90417"/>
                  <a:pt x="358867" y="91059"/>
                </a:cubicBezTo>
                <a:cubicBezTo>
                  <a:pt x="360018" y="91700"/>
                  <a:pt x="362166" y="92020"/>
                  <a:pt x="365311" y="92020"/>
                </a:cubicBezTo>
                <a:lnTo>
                  <a:pt x="365311" y="94479"/>
                </a:lnTo>
                <a:lnTo>
                  <a:pt x="335479" y="94479"/>
                </a:lnTo>
                <a:lnTo>
                  <a:pt x="335479" y="92020"/>
                </a:lnTo>
                <a:cubicBezTo>
                  <a:pt x="338270" y="92020"/>
                  <a:pt x="340175" y="91733"/>
                  <a:pt x="341193" y="91159"/>
                </a:cubicBezTo>
                <a:cubicBezTo>
                  <a:pt x="342212" y="90583"/>
                  <a:pt x="343009" y="89631"/>
                  <a:pt x="343585" y="88304"/>
                </a:cubicBezTo>
                <a:cubicBezTo>
                  <a:pt x="344161" y="86975"/>
                  <a:pt x="344449" y="84429"/>
                  <a:pt x="344449" y="80667"/>
                </a:cubicBezTo>
                <a:lnTo>
                  <a:pt x="344449" y="25428"/>
                </a:lnTo>
                <a:cubicBezTo>
                  <a:pt x="344449" y="18568"/>
                  <a:pt x="344294" y="14353"/>
                  <a:pt x="343984" y="12782"/>
                </a:cubicBezTo>
                <a:cubicBezTo>
                  <a:pt x="343674" y="11209"/>
                  <a:pt x="343176" y="10136"/>
                  <a:pt x="342489" y="9561"/>
                </a:cubicBezTo>
                <a:cubicBezTo>
                  <a:pt x="341802" y="8985"/>
                  <a:pt x="340928" y="8697"/>
                  <a:pt x="339865" y="8697"/>
                </a:cubicBezTo>
                <a:cubicBezTo>
                  <a:pt x="338713" y="8697"/>
                  <a:pt x="337251" y="9052"/>
                  <a:pt x="335479" y="9761"/>
                </a:cubicBezTo>
                <a:lnTo>
                  <a:pt x="334350" y="7435"/>
                </a:lnTo>
                <a:lnTo>
                  <a:pt x="352488" y="0"/>
                </a:lnTo>
                <a:lnTo>
                  <a:pt x="355478" y="0"/>
                </a:lnTo>
                <a:close/>
                <a:moveTo>
                  <a:pt x="382609" y="56607"/>
                </a:moveTo>
                <a:cubicBezTo>
                  <a:pt x="382564" y="65623"/>
                  <a:pt x="384757" y="72694"/>
                  <a:pt x="389186" y="77821"/>
                </a:cubicBezTo>
                <a:cubicBezTo>
                  <a:pt x="393616" y="82946"/>
                  <a:pt x="398820" y="85509"/>
                  <a:pt x="404800" y="85509"/>
                </a:cubicBezTo>
                <a:cubicBezTo>
                  <a:pt x="408786" y="85509"/>
                  <a:pt x="412252" y="84413"/>
                  <a:pt x="415198" y="82220"/>
                </a:cubicBezTo>
                <a:cubicBezTo>
                  <a:pt x="418143" y="80028"/>
                  <a:pt x="420613" y="76274"/>
                  <a:pt x="422606" y="70959"/>
                </a:cubicBezTo>
                <a:lnTo>
                  <a:pt x="424666" y="72287"/>
                </a:lnTo>
                <a:cubicBezTo>
                  <a:pt x="423735" y="78356"/>
                  <a:pt x="421034" y="83881"/>
                  <a:pt x="416560" y="88864"/>
                </a:cubicBezTo>
                <a:cubicBezTo>
                  <a:pt x="412086" y="93847"/>
                  <a:pt x="406483" y="96339"/>
                  <a:pt x="399750" y="96339"/>
                </a:cubicBezTo>
                <a:cubicBezTo>
                  <a:pt x="392442" y="96339"/>
                  <a:pt x="386185" y="93499"/>
                  <a:pt x="380981" y="87820"/>
                </a:cubicBezTo>
                <a:cubicBezTo>
                  <a:pt x="375776" y="82139"/>
                  <a:pt x="373174" y="74503"/>
                  <a:pt x="373174" y="64910"/>
                </a:cubicBezTo>
                <a:cubicBezTo>
                  <a:pt x="373174" y="54524"/>
                  <a:pt x="375843" y="46424"/>
                  <a:pt x="381180" y="40612"/>
                </a:cubicBezTo>
                <a:cubicBezTo>
                  <a:pt x="386518" y="34798"/>
                  <a:pt x="393217" y="31891"/>
                  <a:pt x="401279" y="31891"/>
                </a:cubicBezTo>
                <a:cubicBezTo>
                  <a:pt x="408100" y="31891"/>
                  <a:pt x="413703" y="34134"/>
                  <a:pt x="418088" y="38619"/>
                </a:cubicBezTo>
                <a:cubicBezTo>
                  <a:pt x="422473" y="43102"/>
                  <a:pt x="424666" y="49098"/>
                  <a:pt x="424666" y="56607"/>
                </a:cubicBezTo>
                <a:lnTo>
                  <a:pt x="382609" y="56607"/>
                </a:lnTo>
                <a:moveTo>
                  <a:pt x="382609" y="52754"/>
                </a:moveTo>
                <a:lnTo>
                  <a:pt x="410780" y="52754"/>
                </a:lnTo>
                <a:cubicBezTo>
                  <a:pt x="410558" y="48856"/>
                  <a:pt x="410093" y="46110"/>
                  <a:pt x="409384" y="44515"/>
                </a:cubicBezTo>
                <a:cubicBezTo>
                  <a:pt x="408277" y="42035"/>
                  <a:pt x="406627" y="40086"/>
                  <a:pt x="404434" y="38668"/>
                </a:cubicBezTo>
                <a:cubicBezTo>
                  <a:pt x="402242" y="37251"/>
                  <a:pt x="399950" y="36542"/>
                  <a:pt x="397558" y="36542"/>
                </a:cubicBezTo>
                <a:cubicBezTo>
                  <a:pt x="393881" y="36542"/>
                  <a:pt x="390593" y="37971"/>
                  <a:pt x="387691" y="40828"/>
                </a:cubicBezTo>
                <a:cubicBezTo>
                  <a:pt x="384790" y="43685"/>
                  <a:pt x="383096" y="47660"/>
                  <a:pt x="382609" y="52754"/>
                </a:cubicBezTo>
                <a:close/>
                <a:moveTo>
                  <a:pt x="475779" y="87635"/>
                </a:moveTo>
                <a:cubicBezTo>
                  <a:pt x="472811" y="90736"/>
                  <a:pt x="469910" y="92961"/>
                  <a:pt x="467075" y="94312"/>
                </a:cubicBezTo>
                <a:cubicBezTo>
                  <a:pt x="464241" y="95663"/>
                  <a:pt x="461184" y="96339"/>
                  <a:pt x="457906" y="96339"/>
                </a:cubicBezTo>
                <a:cubicBezTo>
                  <a:pt x="451262" y="96339"/>
                  <a:pt x="445460" y="93566"/>
                  <a:pt x="440499" y="88019"/>
                </a:cubicBezTo>
                <a:cubicBezTo>
                  <a:pt x="435538" y="82471"/>
                  <a:pt x="433058" y="75343"/>
                  <a:pt x="433058" y="66634"/>
                </a:cubicBezTo>
                <a:cubicBezTo>
                  <a:pt x="433058" y="57926"/>
                  <a:pt x="435804" y="49958"/>
                  <a:pt x="441296" y="42732"/>
                </a:cubicBezTo>
                <a:cubicBezTo>
                  <a:pt x="446789" y="35505"/>
                  <a:pt x="453854" y="31891"/>
                  <a:pt x="462491" y="31891"/>
                </a:cubicBezTo>
                <a:cubicBezTo>
                  <a:pt x="467850" y="31891"/>
                  <a:pt x="472280" y="33597"/>
                  <a:pt x="475779" y="37007"/>
                </a:cubicBezTo>
                <a:lnTo>
                  <a:pt x="475779" y="25754"/>
                </a:lnTo>
                <a:cubicBezTo>
                  <a:pt x="475779" y="18771"/>
                  <a:pt x="475613" y="14479"/>
                  <a:pt x="475281" y="12877"/>
                </a:cubicBezTo>
                <a:cubicBezTo>
                  <a:pt x="474949" y="11276"/>
                  <a:pt x="474428" y="10186"/>
                  <a:pt x="473719" y="9609"/>
                </a:cubicBezTo>
                <a:cubicBezTo>
                  <a:pt x="473011" y="9030"/>
                  <a:pt x="472125" y="8741"/>
                  <a:pt x="471062" y="8741"/>
                </a:cubicBezTo>
                <a:cubicBezTo>
                  <a:pt x="469910" y="8741"/>
                  <a:pt x="468382" y="9097"/>
                  <a:pt x="466477" y="9808"/>
                </a:cubicBezTo>
                <a:lnTo>
                  <a:pt x="465614" y="7472"/>
                </a:lnTo>
                <a:lnTo>
                  <a:pt x="483752" y="0"/>
                </a:lnTo>
                <a:lnTo>
                  <a:pt x="486742" y="0"/>
                </a:lnTo>
                <a:lnTo>
                  <a:pt x="486742" y="70361"/>
                </a:lnTo>
                <a:cubicBezTo>
                  <a:pt x="486742" y="77492"/>
                  <a:pt x="486908" y="81844"/>
                  <a:pt x="487240" y="83416"/>
                </a:cubicBezTo>
                <a:cubicBezTo>
                  <a:pt x="487572" y="84989"/>
                  <a:pt x="488104" y="86085"/>
                  <a:pt x="488835" y="86705"/>
                </a:cubicBezTo>
                <a:cubicBezTo>
                  <a:pt x="489565" y="87325"/>
                  <a:pt x="490418" y="87635"/>
                  <a:pt x="491393" y="87635"/>
                </a:cubicBezTo>
                <a:cubicBezTo>
                  <a:pt x="492588" y="87635"/>
                  <a:pt x="494183" y="87259"/>
                  <a:pt x="496176" y="86506"/>
                </a:cubicBezTo>
                <a:lnTo>
                  <a:pt x="496907" y="88831"/>
                </a:lnTo>
                <a:lnTo>
                  <a:pt x="478835" y="96339"/>
                </a:lnTo>
                <a:lnTo>
                  <a:pt x="475779" y="96339"/>
                </a:lnTo>
                <a:lnTo>
                  <a:pt x="475779" y="87635"/>
                </a:lnTo>
                <a:moveTo>
                  <a:pt x="475779" y="82999"/>
                </a:moveTo>
                <a:lnTo>
                  <a:pt x="475779" y="51718"/>
                </a:lnTo>
                <a:cubicBezTo>
                  <a:pt x="475513" y="48713"/>
                  <a:pt x="474716" y="45973"/>
                  <a:pt x="473387" y="43500"/>
                </a:cubicBezTo>
                <a:cubicBezTo>
                  <a:pt x="472058" y="41025"/>
                  <a:pt x="470298" y="39158"/>
                  <a:pt x="468105" y="37900"/>
                </a:cubicBezTo>
                <a:cubicBezTo>
                  <a:pt x="465913" y="36641"/>
                  <a:pt x="463775" y="36011"/>
                  <a:pt x="461694" y="36011"/>
                </a:cubicBezTo>
                <a:cubicBezTo>
                  <a:pt x="457796" y="36011"/>
                  <a:pt x="454319" y="37756"/>
                  <a:pt x="451262" y="41247"/>
                </a:cubicBezTo>
                <a:cubicBezTo>
                  <a:pt x="447232" y="45841"/>
                  <a:pt x="445216" y="52557"/>
                  <a:pt x="445216" y="61393"/>
                </a:cubicBezTo>
                <a:cubicBezTo>
                  <a:pt x="445216" y="70318"/>
                  <a:pt x="447165" y="77156"/>
                  <a:pt x="451063" y="81907"/>
                </a:cubicBezTo>
                <a:cubicBezTo>
                  <a:pt x="454961" y="86656"/>
                  <a:pt x="459302" y="89030"/>
                  <a:pt x="464085" y="89030"/>
                </a:cubicBezTo>
                <a:cubicBezTo>
                  <a:pt x="468116" y="89030"/>
                  <a:pt x="472014" y="87020"/>
                  <a:pt x="475779" y="82999"/>
                </a:cubicBezTo>
                <a:close/>
                <a:moveTo>
                  <a:pt x="517105" y="72302"/>
                </a:moveTo>
                <a:cubicBezTo>
                  <a:pt x="513385" y="70489"/>
                  <a:pt x="510528" y="67956"/>
                  <a:pt x="508534" y="64705"/>
                </a:cubicBezTo>
                <a:cubicBezTo>
                  <a:pt x="506541" y="61453"/>
                  <a:pt x="505545" y="57859"/>
                  <a:pt x="505545" y="53921"/>
                </a:cubicBezTo>
                <a:cubicBezTo>
                  <a:pt x="505545" y="47905"/>
                  <a:pt x="507815" y="42730"/>
                  <a:pt x="512355" y="38394"/>
                </a:cubicBezTo>
                <a:cubicBezTo>
                  <a:pt x="516895" y="34059"/>
                  <a:pt x="522708" y="31891"/>
                  <a:pt x="529795" y="31891"/>
                </a:cubicBezTo>
                <a:cubicBezTo>
                  <a:pt x="535598" y="31891"/>
                  <a:pt x="540625" y="33309"/>
                  <a:pt x="544877" y="36144"/>
                </a:cubicBezTo>
                <a:lnTo>
                  <a:pt x="557767" y="36144"/>
                </a:lnTo>
                <a:cubicBezTo>
                  <a:pt x="559672" y="36144"/>
                  <a:pt x="560779" y="36198"/>
                  <a:pt x="561089" y="36308"/>
                </a:cubicBezTo>
                <a:cubicBezTo>
                  <a:pt x="561399" y="36417"/>
                  <a:pt x="561620" y="36603"/>
                  <a:pt x="561753" y="36866"/>
                </a:cubicBezTo>
                <a:cubicBezTo>
                  <a:pt x="562019" y="37261"/>
                  <a:pt x="562152" y="37962"/>
                  <a:pt x="562152" y="38969"/>
                </a:cubicBezTo>
                <a:cubicBezTo>
                  <a:pt x="562152" y="40107"/>
                  <a:pt x="562041" y="40896"/>
                  <a:pt x="561820" y="41334"/>
                </a:cubicBezTo>
                <a:cubicBezTo>
                  <a:pt x="561687" y="41553"/>
                  <a:pt x="561454" y="41728"/>
                  <a:pt x="561122" y="41860"/>
                </a:cubicBezTo>
                <a:cubicBezTo>
                  <a:pt x="560790" y="41991"/>
                  <a:pt x="559672" y="42057"/>
                  <a:pt x="557767" y="42057"/>
                </a:cubicBezTo>
                <a:lnTo>
                  <a:pt x="549860" y="42057"/>
                </a:lnTo>
                <a:cubicBezTo>
                  <a:pt x="552341" y="45253"/>
                  <a:pt x="553581" y="49336"/>
                  <a:pt x="553581" y="54307"/>
                </a:cubicBezTo>
                <a:cubicBezTo>
                  <a:pt x="553581" y="59988"/>
                  <a:pt x="551411" y="64847"/>
                  <a:pt x="547070" y="68886"/>
                </a:cubicBezTo>
                <a:cubicBezTo>
                  <a:pt x="542729" y="72925"/>
                  <a:pt x="536905" y="74945"/>
                  <a:pt x="529596" y="74945"/>
                </a:cubicBezTo>
                <a:cubicBezTo>
                  <a:pt x="526584" y="74945"/>
                  <a:pt x="523506" y="74493"/>
                  <a:pt x="520361" y="73589"/>
                </a:cubicBezTo>
                <a:cubicBezTo>
                  <a:pt x="518412" y="75271"/>
                  <a:pt x="517094" y="76743"/>
                  <a:pt x="516408" y="78005"/>
                </a:cubicBezTo>
                <a:cubicBezTo>
                  <a:pt x="515721" y="79266"/>
                  <a:pt x="515378" y="80339"/>
                  <a:pt x="515378" y="81224"/>
                </a:cubicBezTo>
                <a:cubicBezTo>
                  <a:pt x="515378" y="81977"/>
                  <a:pt x="515743" y="82707"/>
                  <a:pt x="516474" y="83416"/>
                </a:cubicBezTo>
                <a:cubicBezTo>
                  <a:pt x="517205" y="84124"/>
                  <a:pt x="518633" y="84632"/>
                  <a:pt x="520759" y="84942"/>
                </a:cubicBezTo>
                <a:cubicBezTo>
                  <a:pt x="522000" y="85119"/>
                  <a:pt x="525100" y="85274"/>
                  <a:pt x="530061" y="85407"/>
                </a:cubicBezTo>
                <a:cubicBezTo>
                  <a:pt x="539186" y="85627"/>
                  <a:pt x="545099" y="85937"/>
                  <a:pt x="547801" y="86335"/>
                </a:cubicBezTo>
                <a:cubicBezTo>
                  <a:pt x="551920" y="86911"/>
                  <a:pt x="555209" y="88439"/>
                  <a:pt x="557667" y="90918"/>
                </a:cubicBezTo>
                <a:cubicBezTo>
                  <a:pt x="560126" y="93395"/>
                  <a:pt x="561355" y="96449"/>
                  <a:pt x="561355" y="100078"/>
                </a:cubicBezTo>
                <a:cubicBezTo>
                  <a:pt x="561355" y="105079"/>
                  <a:pt x="559007" y="109771"/>
                  <a:pt x="554312" y="114153"/>
                </a:cubicBezTo>
                <a:cubicBezTo>
                  <a:pt x="547402" y="120615"/>
                  <a:pt x="538388" y="123845"/>
                  <a:pt x="527271" y="123845"/>
                </a:cubicBezTo>
                <a:cubicBezTo>
                  <a:pt x="518722" y="123845"/>
                  <a:pt x="511502" y="121921"/>
                  <a:pt x="505611" y="118073"/>
                </a:cubicBezTo>
                <a:cubicBezTo>
                  <a:pt x="502289" y="115861"/>
                  <a:pt x="500628" y="113561"/>
                  <a:pt x="500628" y="111172"/>
                </a:cubicBezTo>
                <a:cubicBezTo>
                  <a:pt x="500628" y="110111"/>
                  <a:pt x="500872" y="109050"/>
                  <a:pt x="501359" y="107989"/>
                </a:cubicBezTo>
                <a:cubicBezTo>
                  <a:pt x="502112" y="106351"/>
                  <a:pt x="503662" y="104073"/>
                  <a:pt x="506010" y="101154"/>
                </a:cubicBezTo>
                <a:cubicBezTo>
                  <a:pt x="506320" y="100756"/>
                  <a:pt x="508579" y="98368"/>
                  <a:pt x="512787" y="93989"/>
                </a:cubicBezTo>
                <a:cubicBezTo>
                  <a:pt x="510483" y="92614"/>
                  <a:pt x="508856" y="91384"/>
                  <a:pt x="507903" y="90297"/>
                </a:cubicBezTo>
                <a:cubicBezTo>
                  <a:pt x="506951" y="89210"/>
                  <a:pt x="506475" y="87980"/>
                  <a:pt x="506475" y="86605"/>
                </a:cubicBezTo>
                <a:cubicBezTo>
                  <a:pt x="506475" y="85052"/>
                  <a:pt x="507106" y="83233"/>
                  <a:pt x="508368" y="81149"/>
                </a:cubicBezTo>
                <a:cubicBezTo>
                  <a:pt x="509631" y="79064"/>
                  <a:pt x="512543" y="76115"/>
                  <a:pt x="517105" y="72302"/>
                </a:cubicBezTo>
                <a:moveTo>
                  <a:pt x="528666" y="35214"/>
                </a:moveTo>
                <a:cubicBezTo>
                  <a:pt x="525388" y="35214"/>
                  <a:pt x="522642" y="36513"/>
                  <a:pt x="520427" y="39113"/>
                </a:cubicBezTo>
                <a:cubicBezTo>
                  <a:pt x="518213" y="41711"/>
                  <a:pt x="517105" y="45697"/>
                  <a:pt x="517105" y="51072"/>
                </a:cubicBezTo>
                <a:cubicBezTo>
                  <a:pt x="517105" y="58033"/>
                  <a:pt x="518611" y="63429"/>
                  <a:pt x="521623" y="67261"/>
                </a:cubicBezTo>
                <a:cubicBezTo>
                  <a:pt x="523926" y="70169"/>
                  <a:pt x="526850" y="71623"/>
                  <a:pt x="530393" y="71623"/>
                </a:cubicBezTo>
                <a:cubicBezTo>
                  <a:pt x="533760" y="71623"/>
                  <a:pt x="536528" y="70368"/>
                  <a:pt x="538698" y="67857"/>
                </a:cubicBezTo>
                <a:cubicBezTo>
                  <a:pt x="540869" y="65346"/>
                  <a:pt x="541954" y="61403"/>
                  <a:pt x="541954" y="56028"/>
                </a:cubicBezTo>
                <a:cubicBezTo>
                  <a:pt x="541954" y="49024"/>
                  <a:pt x="540426" y="43539"/>
                  <a:pt x="537370" y="39574"/>
                </a:cubicBezTo>
                <a:cubicBezTo>
                  <a:pt x="535111" y="36667"/>
                  <a:pt x="532209" y="35214"/>
                  <a:pt x="528666" y="35214"/>
                </a:cubicBezTo>
                <a:moveTo>
                  <a:pt x="516441" y="94518"/>
                </a:moveTo>
                <a:cubicBezTo>
                  <a:pt x="514359" y="96773"/>
                  <a:pt x="512787" y="98873"/>
                  <a:pt x="511724" y="100817"/>
                </a:cubicBezTo>
                <a:cubicBezTo>
                  <a:pt x="510661" y="102764"/>
                  <a:pt x="510129" y="104555"/>
                  <a:pt x="510129" y="106191"/>
                </a:cubicBezTo>
                <a:cubicBezTo>
                  <a:pt x="510129" y="108313"/>
                  <a:pt x="511414" y="110170"/>
                  <a:pt x="513983" y="111761"/>
                </a:cubicBezTo>
                <a:cubicBezTo>
                  <a:pt x="518412" y="114502"/>
                  <a:pt x="524812" y="115872"/>
                  <a:pt x="533184" y="115872"/>
                </a:cubicBezTo>
                <a:cubicBezTo>
                  <a:pt x="541157" y="115872"/>
                  <a:pt x="547037" y="114468"/>
                  <a:pt x="550824" y="111660"/>
                </a:cubicBezTo>
                <a:cubicBezTo>
                  <a:pt x="554611" y="108853"/>
                  <a:pt x="556505" y="105858"/>
                  <a:pt x="556505" y="102676"/>
                </a:cubicBezTo>
                <a:cubicBezTo>
                  <a:pt x="556505" y="100377"/>
                  <a:pt x="555375" y="98740"/>
                  <a:pt x="553116" y="97767"/>
                </a:cubicBezTo>
                <a:cubicBezTo>
                  <a:pt x="550813" y="96794"/>
                  <a:pt x="546251" y="96220"/>
                  <a:pt x="539429" y="96044"/>
                </a:cubicBezTo>
                <a:cubicBezTo>
                  <a:pt x="529463" y="95778"/>
                  <a:pt x="521800" y="95270"/>
                  <a:pt x="516441" y="94518"/>
                </a:cubicBezTo>
                <a:close/>
                <a:moveTo>
                  <a:pt x="579094" y="56607"/>
                </a:moveTo>
                <a:cubicBezTo>
                  <a:pt x="579050" y="65623"/>
                  <a:pt x="581242" y="72694"/>
                  <a:pt x="585672" y="77821"/>
                </a:cubicBezTo>
                <a:cubicBezTo>
                  <a:pt x="590101" y="82946"/>
                  <a:pt x="595306" y="85509"/>
                  <a:pt x="601285" y="85509"/>
                </a:cubicBezTo>
                <a:cubicBezTo>
                  <a:pt x="605272" y="85509"/>
                  <a:pt x="608738" y="84413"/>
                  <a:pt x="611683" y="82220"/>
                </a:cubicBezTo>
                <a:cubicBezTo>
                  <a:pt x="614629" y="80028"/>
                  <a:pt x="617098" y="76274"/>
                  <a:pt x="619091" y="70959"/>
                </a:cubicBezTo>
                <a:lnTo>
                  <a:pt x="621151" y="72287"/>
                </a:lnTo>
                <a:cubicBezTo>
                  <a:pt x="620221" y="78356"/>
                  <a:pt x="617519" y="83881"/>
                  <a:pt x="613045" y="88864"/>
                </a:cubicBezTo>
                <a:cubicBezTo>
                  <a:pt x="608572" y="93847"/>
                  <a:pt x="602969" y="96339"/>
                  <a:pt x="596236" y="96339"/>
                </a:cubicBezTo>
                <a:cubicBezTo>
                  <a:pt x="588927" y="96339"/>
                  <a:pt x="582671" y="93499"/>
                  <a:pt x="577466" y="87820"/>
                </a:cubicBezTo>
                <a:cubicBezTo>
                  <a:pt x="572262" y="82139"/>
                  <a:pt x="569660" y="74503"/>
                  <a:pt x="569660" y="64910"/>
                </a:cubicBezTo>
                <a:cubicBezTo>
                  <a:pt x="569660" y="54524"/>
                  <a:pt x="572328" y="46424"/>
                  <a:pt x="577666" y="40612"/>
                </a:cubicBezTo>
                <a:cubicBezTo>
                  <a:pt x="583003" y="34798"/>
                  <a:pt x="589703" y="31891"/>
                  <a:pt x="597764" y="31891"/>
                </a:cubicBezTo>
                <a:cubicBezTo>
                  <a:pt x="604585" y="31891"/>
                  <a:pt x="610188" y="34134"/>
                  <a:pt x="614574" y="38619"/>
                </a:cubicBezTo>
                <a:cubicBezTo>
                  <a:pt x="618959" y="43102"/>
                  <a:pt x="621151" y="49098"/>
                  <a:pt x="621151" y="56607"/>
                </a:cubicBezTo>
                <a:lnTo>
                  <a:pt x="579094" y="56607"/>
                </a:lnTo>
                <a:moveTo>
                  <a:pt x="579094" y="52754"/>
                </a:moveTo>
                <a:lnTo>
                  <a:pt x="607265" y="52754"/>
                </a:lnTo>
                <a:cubicBezTo>
                  <a:pt x="607044" y="48856"/>
                  <a:pt x="606579" y="46110"/>
                  <a:pt x="605870" y="44515"/>
                </a:cubicBezTo>
                <a:cubicBezTo>
                  <a:pt x="604762" y="42035"/>
                  <a:pt x="603113" y="40086"/>
                  <a:pt x="600920" y="38668"/>
                </a:cubicBezTo>
                <a:cubicBezTo>
                  <a:pt x="598727" y="37251"/>
                  <a:pt x="596435" y="36542"/>
                  <a:pt x="594043" y="36542"/>
                </a:cubicBezTo>
                <a:cubicBezTo>
                  <a:pt x="590367" y="36542"/>
                  <a:pt x="587078" y="37971"/>
                  <a:pt x="584177" y="40828"/>
                </a:cubicBezTo>
                <a:cubicBezTo>
                  <a:pt x="581276" y="43685"/>
                  <a:pt x="579581" y="47660"/>
                  <a:pt x="579094" y="52754"/>
                </a:cubicBezTo>
                <a:close/>
              </a:path>
            </a:pathLst>
          </a:custGeom>
          <a:solidFill xmlns:a="http://schemas.openxmlformats.org/drawingml/2006/main">
            <a:srgbClr val="696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(Business,Tacit)">
            <a:extLst xmlns:a="http://schemas.openxmlformats.org/drawingml/2006/main">
              <a:ext uri="{FF2B5EF4-FFF2-40B4-BE49-F238E27FC236}">
                <a16:creationId xmlns:a16="http://schemas.microsoft.com/office/drawing/2014/main" id="{43BD516C-4989-41E8-B3AB-98C4EF47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385" y="411045"/>
            <a:ext cx="899029" cy="123580"/>
          </a:xfrm>
          <a:custGeom xmlns:a="http://schemas.openxmlformats.org/drawingml/2006/main">
            <a:pathLst>
              <a:path w="899029" h="123580">
                <a:moveTo>
                  <a:pt x="36675" y="121121"/>
                </a:moveTo>
                <a:lnTo>
                  <a:pt x="36675" y="123580"/>
                </a:lnTo>
                <a:cubicBezTo>
                  <a:pt x="29987" y="120213"/>
                  <a:pt x="24406" y="116271"/>
                  <a:pt x="19932" y="111753"/>
                </a:cubicBezTo>
                <a:cubicBezTo>
                  <a:pt x="13554" y="105331"/>
                  <a:pt x="8637" y="97756"/>
                  <a:pt x="5182" y="89030"/>
                </a:cubicBezTo>
                <a:cubicBezTo>
                  <a:pt x="1727" y="80305"/>
                  <a:pt x="0" y="71246"/>
                  <a:pt x="0" y="61856"/>
                </a:cubicBezTo>
                <a:cubicBezTo>
                  <a:pt x="0" y="48125"/>
                  <a:pt x="3388" y="35601"/>
                  <a:pt x="10165" y="24284"/>
                </a:cubicBezTo>
                <a:cubicBezTo>
                  <a:pt x="16942" y="12967"/>
                  <a:pt x="25779" y="4872"/>
                  <a:pt x="36675" y="0"/>
                </a:cubicBezTo>
                <a:lnTo>
                  <a:pt x="36675" y="2791"/>
                </a:lnTo>
                <a:cubicBezTo>
                  <a:pt x="31227" y="5802"/>
                  <a:pt x="26753" y="9922"/>
                  <a:pt x="23254" y="15148"/>
                </a:cubicBezTo>
                <a:cubicBezTo>
                  <a:pt x="19755" y="20375"/>
                  <a:pt x="17142" y="26997"/>
                  <a:pt x="15414" y="35014"/>
                </a:cubicBezTo>
                <a:cubicBezTo>
                  <a:pt x="13687" y="43031"/>
                  <a:pt x="12823" y="51403"/>
                  <a:pt x="12823" y="60129"/>
                </a:cubicBezTo>
                <a:cubicBezTo>
                  <a:pt x="12823" y="69608"/>
                  <a:pt x="13554" y="78223"/>
                  <a:pt x="15016" y="85974"/>
                </a:cubicBezTo>
                <a:cubicBezTo>
                  <a:pt x="16167" y="92087"/>
                  <a:pt x="17562" y="96992"/>
                  <a:pt x="19201" y="100691"/>
                </a:cubicBezTo>
                <a:cubicBezTo>
                  <a:pt x="20840" y="104389"/>
                  <a:pt x="23044" y="107944"/>
                  <a:pt x="25812" y="111354"/>
                </a:cubicBezTo>
                <a:cubicBezTo>
                  <a:pt x="28581" y="114765"/>
                  <a:pt x="32202" y="118021"/>
                  <a:pt x="36675" y="121121"/>
                </a:cubicBezTo>
                <a:close/>
                <a:moveTo>
                  <a:pt x="102583" y="48541"/>
                </a:moveTo>
                <a:cubicBezTo>
                  <a:pt x="108829" y="49869"/>
                  <a:pt x="113502" y="51993"/>
                  <a:pt x="116602" y="54913"/>
                </a:cubicBezTo>
                <a:cubicBezTo>
                  <a:pt x="120899" y="58985"/>
                  <a:pt x="123047" y="63964"/>
                  <a:pt x="123047" y="69850"/>
                </a:cubicBezTo>
                <a:cubicBezTo>
                  <a:pt x="123047" y="74319"/>
                  <a:pt x="121630" y="78601"/>
                  <a:pt x="118795" y="82696"/>
                </a:cubicBezTo>
                <a:cubicBezTo>
                  <a:pt x="115960" y="86789"/>
                  <a:pt x="112073" y="89776"/>
                  <a:pt x="107134" y="91657"/>
                </a:cubicBezTo>
                <a:cubicBezTo>
                  <a:pt x="102196" y="93538"/>
                  <a:pt x="94655" y="94479"/>
                  <a:pt x="84511" y="94479"/>
                </a:cubicBezTo>
                <a:lnTo>
                  <a:pt x="41989" y="94479"/>
                </a:lnTo>
                <a:lnTo>
                  <a:pt x="41989" y="92020"/>
                </a:lnTo>
                <a:lnTo>
                  <a:pt x="45378" y="92020"/>
                </a:lnTo>
                <a:cubicBezTo>
                  <a:pt x="49143" y="92020"/>
                  <a:pt x="51845" y="90824"/>
                  <a:pt x="53484" y="88432"/>
                </a:cubicBezTo>
                <a:cubicBezTo>
                  <a:pt x="54502" y="86882"/>
                  <a:pt x="55012" y="83582"/>
                  <a:pt x="55012" y="78533"/>
                </a:cubicBezTo>
                <a:lnTo>
                  <a:pt x="55012" y="20331"/>
                </a:lnTo>
                <a:cubicBezTo>
                  <a:pt x="55012" y="14750"/>
                  <a:pt x="54369" y="11228"/>
                  <a:pt x="53085" y="9767"/>
                </a:cubicBezTo>
                <a:cubicBezTo>
                  <a:pt x="51358" y="7818"/>
                  <a:pt x="48788" y="6843"/>
                  <a:pt x="45378" y="6843"/>
                </a:cubicBezTo>
                <a:lnTo>
                  <a:pt x="41989" y="6843"/>
                </a:lnTo>
                <a:lnTo>
                  <a:pt x="41989" y="4385"/>
                </a:lnTo>
                <a:lnTo>
                  <a:pt x="80924" y="4385"/>
                </a:lnTo>
                <a:cubicBezTo>
                  <a:pt x="88188" y="4385"/>
                  <a:pt x="94012" y="4917"/>
                  <a:pt x="98397" y="5982"/>
                </a:cubicBezTo>
                <a:cubicBezTo>
                  <a:pt x="105042" y="7578"/>
                  <a:pt x="110113" y="10404"/>
                  <a:pt x="113612" y="14461"/>
                </a:cubicBezTo>
                <a:cubicBezTo>
                  <a:pt x="117112" y="18517"/>
                  <a:pt x="118861" y="23182"/>
                  <a:pt x="118861" y="28457"/>
                </a:cubicBezTo>
                <a:cubicBezTo>
                  <a:pt x="118861" y="32979"/>
                  <a:pt x="117488" y="37025"/>
                  <a:pt x="114742" y="40595"/>
                </a:cubicBezTo>
                <a:cubicBezTo>
                  <a:pt x="111996" y="44164"/>
                  <a:pt x="107943" y="46812"/>
                  <a:pt x="102583" y="48541"/>
                </a:cubicBezTo>
                <a:moveTo>
                  <a:pt x="67768" y="44914"/>
                </a:moveTo>
                <a:cubicBezTo>
                  <a:pt x="69407" y="45224"/>
                  <a:pt x="71279" y="45456"/>
                  <a:pt x="73383" y="45611"/>
                </a:cubicBezTo>
                <a:cubicBezTo>
                  <a:pt x="75487" y="45767"/>
                  <a:pt x="77801" y="45844"/>
                  <a:pt x="80326" y="45844"/>
                </a:cubicBezTo>
                <a:cubicBezTo>
                  <a:pt x="86792" y="45844"/>
                  <a:pt x="91654" y="45145"/>
                  <a:pt x="94909" y="43747"/>
                </a:cubicBezTo>
                <a:cubicBezTo>
                  <a:pt x="98165" y="42349"/>
                  <a:pt x="100656" y="40208"/>
                  <a:pt x="102384" y="37325"/>
                </a:cubicBezTo>
                <a:cubicBezTo>
                  <a:pt x="104111" y="34440"/>
                  <a:pt x="104975" y="31289"/>
                  <a:pt x="104975" y="27872"/>
                </a:cubicBezTo>
                <a:cubicBezTo>
                  <a:pt x="104975" y="22593"/>
                  <a:pt x="102827" y="18089"/>
                  <a:pt x="98530" y="14362"/>
                </a:cubicBezTo>
                <a:cubicBezTo>
                  <a:pt x="94234" y="10634"/>
                  <a:pt x="87966" y="8770"/>
                  <a:pt x="79728" y="8770"/>
                </a:cubicBezTo>
                <a:cubicBezTo>
                  <a:pt x="75298" y="8770"/>
                  <a:pt x="71312" y="9280"/>
                  <a:pt x="67768" y="10298"/>
                </a:cubicBezTo>
                <a:lnTo>
                  <a:pt x="67768" y="44914"/>
                </a:lnTo>
                <a:moveTo>
                  <a:pt x="67768" y="88034"/>
                </a:moveTo>
                <a:cubicBezTo>
                  <a:pt x="72906" y="89230"/>
                  <a:pt x="77978" y="89828"/>
                  <a:pt x="82983" y="89828"/>
                </a:cubicBezTo>
                <a:cubicBezTo>
                  <a:pt x="91000" y="89828"/>
                  <a:pt x="97113" y="88023"/>
                  <a:pt x="101321" y="84413"/>
                </a:cubicBezTo>
                <a:cubicBezTo>
                  <a:pt x="105529" y="80803"/>
                  <a:pt x="107633" y="76340"/>
                  <a:pt x="107633" y="71025"/>
                </a:cubicBezTo>
                <a:cubicBezTo>
                  <a:pt x="107633" y="67526"/>
                  <a:pt x="106680" y="64159"/>
                  <a:pt x="104776" y="60926"/>
                </a:cubicBezTo>
                <a:cubicBezTo>
                  <a:pt x="102871" y="57693"/>
                  <a:pt x="99771" y="55146"/>
                  <a:pt x="95474" y="53285"/>
                </a:cubicBezTo>
                <a:cubicBezTo>
                  <a:pt x="91178" y="51425"/>
                  <a:pt x="85862" y="50495"/>
                  <a:pt x="79528" y="50495"/>
                </a:cubicBezTo>
                <a:cubicBezTo>
                  <a:pt x="76782" y="50495"/>
                  <a:pt x="74435" y="50539"/>
                  <a:pt x="72486" y="50628"/>
                </a:cubicBezTo>
                <a:cubicBezTo>
                  <a:pt x="70537" y="50716"/>
                  <a:pt x="68964" y="50871"/>
                  <a:pt x="67768" y="51093"/>
                </a:cubicBezTo>
                <a:lnTo>
                  <a:pt x="67768" y="88034"/>
                </a:lnTo>
                <a:close/>
                <a:moveTo>
                  <a:pt x="188093" y="33619"/>
                </a:moveTo>
                <a:lnTo>
                  <a:pt x="188093" y="70493"/>
                </a:lnTo>
                <a:cubicBezTo>
                  <a:pt x="188093" y="77536"/>
                  <a:pt x="188259" y="81844"/>
                  <a:pt x="188592" y="83416"/>
                </a:cubicBezTo>
                <a:cubicBezTo>
                  <a:pt x="188924" y="84989"/>
                  <a:pt x="189455" y="86085"/>
                  <a:pt x="190186" y="86705"/>
                </a:cubicBezTo>
                <a:cubicBezTo>
                  <a:pt x="190917" y="87325"/>
                  <a:pt x="191770" y="87635"/>
                  <a:pt x="192744" y="87635"/>
                </a:cubicBezTo>
                <a:cubicBezTo>
                  <a:pt x="194117" y="87635"/>
                  <a:pt x="195667" y="87259"/>
                  <a:pt x="197395" y="86506"/>
                </a:cubicBezTo>
                <a:lnTo>
                  <a:pt x="198325" y="88831"/>
                </a:lnTo>
                <a:lnTo>
                  <a:pt x="180120" y="96339"/>
                </a:lnTo>
                <a:lnTo>
                  <a:pt x="177131" y="96339"/>
                </a:lnTo>
                <a:lnTo>
                  <a:pt x="177131" y="83449"/>
                </a:lnTo>
                <a:cubicBezTo>
                  <a:pt x="171904" y="89119"/>
                  <a:pt x="167917" y="92685"/>
                  <a:pt x="165171" y="94146"/>
                </a:cubicBezTo>
                <a:cubicBezTo>
                  <a:pt x="162425" y="95608"/>
                  <a:pt x="159524" y="96339"/>
                  <a:pt x="156468" y="96339"/>
                </a:cubicBezTo>
                <a:cubicBezTo>
                  <a:pt x="153057" y="96339"/>
                  <a:pt x="150100" y="95353"/>
                  <a:pt x="147598" y="93382"/>
                </a:cubicBezTo>
                <a:cubicBezTo>
                  <a:pt x="145095" y="91411"/>
                  <a:pt x="143357" y="88875"/>
                  <a:pt x="142382" y="85775"/>
                </a:cubicBezTo>
                <a:cubicBezTo>
                  <a:pt x="141408" y="82674"/>
                  <a:pt x="140920" y="78289"/>
                  <a:pt x="140920" y="72620"/>
                </a:cubicBezTo>
                <a:lnTo>
                  <a:pt x="140920" y="45445"/>
                </a:lnTo>
                <a:cubicBezTo>
                  <a:pt x="140920" y="42566"/>
                  <a:pt x="140610" y="40573"/>
                  <a:pt x="139990" y="39466"/>
                </a:cubicBezTo>
                <a:cubicBezTo>
                  <a:pt x="139370" y="38358"/>
                  <a:pt x="138451" y="37506"/>
                  <a:pt x="137233" y="36908"/>
                </a:cubicBezTo>
                <a:cubicBezTo>
                  <a:pt x="136015" y="36310"/>
                  <a:pt x="133811" y="36033"/>
                  <a:pt x="130622" y="36077"/>
                </a:cubicBezTo>
                <a:lnTo>
                  <a:pt x="130622" y="33619"/>
                </a:lnTo>
                <a:lnTo>
                  <a:pt x="151950" y="33619"/>
                </a:lnTo>
                <a:lnTo>
                  <a:pt x="151950" y="74247"/>
                </a:lnTo>
                <a:cubicBezTo>
                  <a:pt x="151950" y="79903"/>
                  <a:pt x="152935" y="83615"/>
                  <a:pt x="154906" y="85382"/>
                </a:cubicBezTo>
                <a:cubicBezTo>
                  <a:pt x="156877" y="87150"/>
                  <a:pt x="159258" y="88034"/>
                  <a:pt x="162049" y="88034"/>
                </a:cubicBezTo>
                <a:cubicBezTo>
                  <a:pt x="163953" y="88034"/>
                  <a:pt x="166112" y="87437"/>
                  <a:pt x="168527" y="86244"/>
                </a:cubicBezTo>
                <a:cubicBezTo>
                  <a:pt x="170941" y="85051"/>
                  <a:pt x="173809" y="82776"/>
                  <a:pt x="177131" y="79419"/>
                </a:cubicBezTo>
                <a:lnTo>
                  <a:pt x="177131" y="45024"/>
                </a:lnTo>
                <a:cubicBezTo>
                  <a:pt x="177131" y="41577"/>
                  <a:pt x="176499" y="39247"/>
                  <a:pt x="175237" y="38033"/>
                </a:cubicBezTo>
                <a:cubicBezTo>
                  <a:pt x="173975" y="36818"/>
                  <a:pt x="171350" y="36166"/>
                  <a:pt x="167364" y="36077"/>
                </a:cubicBezTo>
                <a:lnTo>
                  <a:pt x="167364" y="33619"/>
                </a:lnTo>
                <a:lnTo>
                  <a:pt x="188093" y="33619"/>
                </a:lnTo>
                <a:close/>
                <a:moveTo>
                  <a:pt x="242109" y="31891"/>
                </a:moveTo>
                <a:lnTo>
                  <a:pt x="242109" y="52488"/>
                </a:lnTo>
                <a:lnTo>
                  <a:pt x="239917" y="52488"/>
                </a:lnTo>
                <a:cubicBezTo>
                  <a:pt x="238234" y="46028"/>
                  <a:pt x="236074" y="41634"/>
                  <a:pt x="233439" y="39306"/>
                </a:cubicBezTo>
                <a:cubicBezTo>
                  <a:pt x="230803" y="36976"/>
                  <a:pt x="227448" y="35811"/>
                  <a:pt x="223373" y="35811"/>
                </a:cubicBezTo>
                <a:cubicBezTo>
                  <a:pt x="220273" y="35811"/>
                  <a:pt x="217770" y="36630"/>
                  <a:pt x="215865" y="38268"/>
                </a:cubicBezTo>
                <a:cubicBezTo>
                  <a:pt x="213961" y="39904"/>
                  <a:pt x="213008" y="41718"/>
                  <a:pt x="213008" y="43710"/>
                </a:cubicBezTo>
                <a:cubicBezTo>
                  <a:pt x="213008" y="46187"/>
                  <a:pt x="213717" y="48311"/>
                  <a:pt x="215135" y="50080"/>
                </a:cubicBezTo>
                <a:cubicBezTo>
                  <a:pt x="216508" y="51894"/>
                  <a:pt x="219298" y="53819"/>
                  <a:pt x="223506" y="55854"/>
                </a:cubicBezTo>
                <a:lnTo>
                  <a:pt x="233206" y="60567"/>
                </a:lnTo>
                <a:cubicBezTo>
                  <a:pt x="242198" y="64946"/>
                  <a:pt x="246694" y="70720"/>
                  <a:pt x="246694" y="77889"/>
                </a:cubicBezTo>
                <a:cubicBezTo>
                  <a:pt x="246694" y="83419"/>
                  <a:pt x="244601" y="87877"/>
                  <a:pt x="240415" y="91262"/>
                </a:cubicBezTo>
                <a:cubicBezTo>
                  <a:pt x="236229" y="94647"/>
                  <a:pt x="231545" y="96339"/>
                  <a:pt x="226363" y="96339"/>
                </a:cubicBezTo>
                <a:cubicBezTo>
                  <a:pt x="222642" y="96339"/>
                  <a:pt x="218390" y="95674"/>
                  <a:pt x="213606" y="94346"/>
                </a:cubicBezTo>
                <a:cubicBezTo>
                  <a:pt x="212145" y="93903"/>
                  <a:pt x="210949" y="93681"/>
                  <a:pt x="210019" y="93681"/>
                </a:cubicBezTo>
                <a:cubicBezTo>
                  <a:pt x="209000" y="93681"/>
                  <a:pt x="208203" y="94257"/>
                  <a:pt x="207627" y="95409"/>
                </a:cubicBezTo>
                <a:lnTo>
                  <a:pt x="205434" y="95409"/>
                </a:lnTo>
                <a:lnTo>
                  <a:pt x="205434" y="73616"/>
                </a:lnTo>
                <a:lnTo>
                  <a:pt x="207627" y="73616"/>
                </a:lnTo>
                <a:cubicBezTo>
                  <a:pt x="208867" y="79839"/>
                  <a:pt x="211237" y="84529"/>
                  <a:pt x="214736" y="87685"/>
                </a:cubicBezTo>
                <a:cubicBezTo>
                  <a:pt x="218235" y="90841"/>
                  <a:pt x="222155" y="92419"/>
                  <a:pt x="226496" y="92419"/>
                </a:cubicBezTo>
                <a:cubicBezTo>
                  <a:pt x="229552" y="92419"/>
                  <a:pt x="232044" y="91523"/>
                  <a:pt x="233970" y="89732"/>
                </a:cubicBezTo>
                <a:cubicBezTo>
                  <a:pt x="235897" y="87940"/>
                  <a:pt x="236861" y="85782"/>
                  <a:pt x="236861" y="83260"/>
                </a:cubicBezTo>
                <a:cubicBezTo>
                  <a:pt x="236861" y="80207"/>
                  <a:pt x="235787" y="77641"/>
                  <a:pt x="233638" y="75562"/>
                </a:cubicBezTo>
                <a:cubicBezTo>
                  <a:pt x="231490" y="73483"/>
                  <a:pt x="227205" y="70851"/>
                  <a:pt x="220782" y="67666"/>
                </a:cubicBezTo>
                <a:cubicBezTo>
                  <a:pt x="214359" y="64479"/>
                  <a:pt x="210152" y="61603"/>
                  <a:pt x="208158" y="59037"/>
                </a:cubicBezTo>
                <a:cubicBezTo>
                  <a:pt x="206165" y="56515"/>
                  <a:pt x="205168" y="53329"/>
                  <a:pt x="205168" y="49480"/>
                </a:cubicBezTo>
                <a:cubicBezTo>
                  <a:pt x="205168" y="44480"/>
                  <a:pt x="206885" y="40299"/>
                  <a:pt x="210318" y="36937"/>
                </a:cubicBezTo>
                <a:cubicBezTo>
                  <a:pt x="213750" y="33573"/>
                  <a:pt x="218191" y="31891"/>
                  <a:pt x="223639" y="31891"/>
                </a:cubicBezTo>
                <a:cubicBezTo>
                  <a:pt x="226031" y="31891"/>
                  <a:pt x="228932" y="32401"/>
                  <a:pt x="232343" y="33420"/>
                </a:cubicBezTo>
                <a:cubicBezTo>
                  <a:pt x="234602" y="34084"/>
                  <a:pt x="236108" y="34416"/>
                  <a:pt x="236861" y="34416"/>
                </a:cubicBezTo>
                <a:cubicBezTo>
                  <a:pt x="237569" y="34416"/>
                  <a:pt x="238123" y="34261"/>
                  <a:pt x="238522" y="33951"/>
                </a:cubicBezTo>
                <a:cubicBezTo>
                  <a:pt x="238920" y="33641"/>
                  <a:pt x="239385" y="32955"/>
                  <a:pt x="239917" y="31891"/>
                </a:cubicBezTo>
                <a:lnTo>
                  <a:pt x="242109" y="31891"/>
                </a:lnTo>
                <a:close/>
                <a:moveTo>
                  <a:pt x="271189" y="0"/>
                </a:moveTo>
                <a:cubicBezTo>
                  <a:pt x="273049" y="0"/>
                  <a:pt x="274632" y="657"/>
                  <a:pt x="275939" y="1970"/>
                </a:cubicBezTo>
                <a:cubicBezTo>
                  <a:pt x="277246" y="3283"/>
                  <a:pt x="277899" y="4874"/>
                  <a:pt x="277899" y="6744"/>
                </a:cubicBezTo>
                <a:cubicBezTo>
                  <a:pt x="277899" y="8614"/>
                  <a:pt x="277246" y="10217"/>
                  <a:pt x="275939" y="11552"/>
                </a:cubicBezTo>
                <a:cubicBezTo>
                  <a:pt x="274632" y="12887"/>
                  <a:pt x="273049" y="13554"/>
                  <a:pt x="271189" y="13554"/>
                </a:cubicBezTo>
                <a:cubicBezTo>
                  <a:pt x="269328" y="13554"/>
                  <a:pt x="267734" y="12887"/>
                  <a:pt x="266405" y="11552"/>
                </a:cubicBezTo>
                <a:cubicBezTo>
                  <a:pt x="265076" y="10217"/>
                  <a:pt x="264412" y="8614"/>
                  <a:pt x="264412" y="6744"/>
                </a:cubicBezTo>
                <a:cubicBezTo>
                  <a:pt x="264412" y="4874"/>
                  <a:pt x="265065" y="3283"/>
                  <a:pt x="266372" y="1970"/>
                </a:cubicBezTo>
                <a:cubicBezTo>
                  <a:pt x="267678" y="657"/>
                  <a:pt x="269284" y="0"/>
                  <a:pt x="271189" y="0"/>
                </a:cubicBezTo>
                <a:moveTo>
                  <a:pt x="276703" y="31891"/>
                </a:moveTo>
                <a:lnTo>
                  <a:pt x="276703" y="80684"/>
                </a:lnTo>
                <a:cubicBezTo>
                  <a:pt x="276703" y="84485"/>
                  <a:pt x="276980" y="87015"/>
                  <a:pt x="277534" y="88275"/>
                </a:cubicBezTo>
                <a:cubicBezTo>
                  <a:pt x="278087" y="89534"/>
                  <a:pt x="278907" y="90473"/>
                  <a:pt x="279992" y="91092"/>
                </a:cubicBezTo>
                <a:cubicBezTo>
                  <a:pt x="281077" y="91711"/>
                  <a:pt x="283059" y="92020"/>
                  <a:pt x="285938" y="92020"/>
                </a:cubicBezTo>
                <a:lnTo>
                  <a:pt x="285938" y="94479"/>
                </a:lnTo>
                <a:lnTo>
                  <a:pt x="256372" y="94479"/>
                </a:lnTo>
                <a:lnTo>
                  <a:pt x="256372" y="92020"/>
                </a:lnTo>
                <a:cubicBezTo>
                  <a:pt x="259340" y="92020"/>
                  <a:pt x="261333" y="91733"/>
                  <a:pt x="262352" y="91159"/>
                </a:cubicBezTo>
                <a:cubicBezTo>
                  <a:pt x="263371" y="90584"/>
                  <a:pt x="264179" y="89634"/>
                  <a:pt x="264777" y="88308"/>
                </a:cubicBezTo>
                <a:cubicBezTo>
                  <a:pt x="265375" y="86982"/>
                  <a:pt x="265674" y="84440"/>
                  <a:pt x="265674" y="80684"/>
                </a:cubicBezTo>
                <a:lnTo>
                  <a:pt x="265674" y="57282"/>
                </a:lnTo>
                <a:cubicBezTo>
                  <a:pt x="265674" y="50696"/>
                  <a:pt x="265475" y="46432"/>
                  <a:pt x="265076" y="44488"/>
                </a:cubicBezTo>
                <a:cubicBezTo>
                  <a:pt x="264766" y="43074"/>
                  <a:pt x="264279" y="42090"/>
                  <a:pt x="263614" y="41538"/>
                </a:cubicBezTo>
                <a:cubicBezTo>
                  <a:pt x="262950" y="40986"/>
                  <a:pt x="262042" y="40709"/>
                  <a:pt x="260890" y="40709"/>
                </a:cubicBezTo>
                <a:cubicBezTo>
                  <a:pt x="259650" y="40709"/>
                  <a:pt x="258144" y="41041"/>
                  <a:pt x="256372" y="41704"/>
                </a:cubicBezTo>
                <a:lnTo>
                  <a:pt x="255442" y="39316"/>
                </a:lnTo>
                <a:lnTo>
                  <a:pt x="273780" y="31891"/>
                </a:lnTo>
                <a:lnTo>
                  <a:pt x="276703" y="31891"/>
                </a:lnTo>
                <a:close/>
                <a:moveTo>
                  <a:pt x="311275" y="44781"/>
                </a:moveTo>
                <a:cubicBezTo>
                  <a:pt x="318406" y="36188"/>
                  <a:pt x="325206" y="31891"/>
                  <a:pt x="331672" y="31891"/>
                </a:cubicBezTo>
                <a:cubicBezTo>
                  <a:pt x="334994" y="31891"/>
                  <a:pt x="337851" y="32721"/>
                  <a:pt x="340243" y="34379"/>
                </a:cubicBezTo>
                <a:cubicBezTo>
                  <a:pt x="342635" y="36036"/>
                  <a:pt x="344540" y="38765"/>
                  <a:pt x="345957" y="42566"/>
                </a:cubicBezTo>
                <a:cubicBezTo>
                  <a:pt x="346932" y="45216"/>
                  <a:pt x="347419" y="49282"/>
                  <a:pt x="347419" y="54764"/>
                </a:cubicBezTo>
                <a:lnTo>
                  <a:pt x="347419" y="80684"/>
                </a:lnTo>
                <a:cubicBezTo>
                  <a:pt x="347419" y="84529"/>
                  <a:pt x="347729" y="87137"/>
                  <a:pt x="348349" y="88507"/>
                </a:cubicBezTo>
                <a:cubicBezTo>
                  <a:pt x="348836" y="89612"/>
                  <a:pt x="349622" y="90473"/>
                  <a:pt x="350708" y="91092"/>
                </a:cubicBezTo>
                <a:cubicBezTo>
                  <a:pt x="351793" y="91711"/>
                  <a:pt x="353797" y="92020"/>
                  <a:pt x="356721" y="92020"/>
                </a:cubicBezTo>
                <a:lnTo>
                  <a:pt x="356721" y="94479"/>
                </a:lnTo>
                <a:lnTo>
                  <a:pt x="326623" y="94479"/>
                </a:lnTo>
                <a:lnTo>
                  <a:pt x="326623" y="92020"/>
                </a:lnTo>
                <a:lnTo>
                  <a:pt x="327885" y="92020"/>
                </a:lnTo>
                <a:cubicBezTo>
                  <a:pt x="330720" y="92020"/>
                  <a:pt x="332702" y="91590"/>
                  <a:pt x="333832" y="90731"/>
                </a:cubicBezTo>
                <a:cubicBezTo>
                  <a:pt x="334961" y="89871"/>
                  <a:pt x="335747" y="88605"/>
                  <a:pt x="336190" y="86931"/>
                </a:cubicBezTo>
                <a:cubicBezTo>
                  <a:pt x="336368" y="86270"/>
                  <a:pt x="336456" y="84198"/>
                  <a:pt x="336456" y="80717"/>
                </a:cubicBezTo>
                <a:lnTo>
                  <a:pt x="336456" y="55928"/>
                </a:lnTo>
                <a:cubicBezTo>
                  <a:pt x="336456" y="50421"/>
                  <a:pt x="335736" y="46422"/>
                  <a:pt x="334297" y="43932"/>
                </a:cubicBezTo>
                <a:cubicBezTo>
                  <a:pt x="332857" y="41442"/>
                  <a:pt x="330432" y="40197"/>
                  <a:pt x="327022" y="40197"/>
                </a:cubicBezTo>
                <a:cubicBezTo>
                  <a:pt x="321751" y="40197"/>
                  <a:pt x="316502" y="43061"/>
                  <a:pt x="311275" y="48790"/>
                </a:cubicBezTo>
                <a:lnTo>
                  <a:pt x="311275" y="80717"/>
                </a:lnTo>
                <a:cubicBezTo>
                  <a:pt x="311275" y="84816"/>
                  <a:pt x="311519" y="87349"/>
                  <a:pt x="312006" y="88318"/>
                </a:cubicBezTo>
                <a:cubicBezTo>
                  <a:pt x="312626" y="89596"/>
                  <a:pt x="313479" y="90532"/>
                  <a:pt x="314564" y="91127"/>
                </a:cubicBezTo>
                <a:cubicBezTo>
                  <a:pt x="315649" y="91723"/>
                  <a:pt x="317853" y="92020"/>
                  <a:pt x="321175" y="92020"/>
                </a:cubicBezTo>
                <a:lnTo>
                  <a:pt x="321175" y="94479"/>
                </a:lnTo>
                <a:lnTo>
                  <a:pt x="291077" y="94479"/>
                </a:lnTo>
                <a:lnTo>
                  <a:pt x="291077" y="92020"/>
                </a:lnTo>
                <a:lnTo>
                  <a:pt x="292406" y="92020"/>
                </a:lnTo>
                <a:cubicBezTo>
                  <a:pt x="295507" y="92020"/>
                  <a:pt x="297599" y="91236"/>
                  <a:pt x="298685" y="89668"/>
                </a:cubicBezTo>
                <a:cubicBezTo>
                  <a:pt x="299770" y="88098"/>
                  <a:pt x="300312" y="85104"/>
                  <a:pt x="300312" y="80684"/>
                </a:cubicBezTo>
                <a:lnTo>
                  <a:pt x="300312" y="58144"/>
                </a:lnTo>
                <a:cubicBezTo>
                  <a:pt x="300312" y="50852"/>
                  <a:pt x="300146" y="46411"/>
                  <a:pt x="299814" y="44820"/>
                </a:cubicBezTo>
                <a:cubicBezTo>
                  <a:pt x="299482" y="43229"/>
                  <a:pt x="298973" y="42145"/>
                  <a:pt x="298286" y="41571"/>
                </a:cubicBezTo>
                <a:cubicBezTo>
                  <a:pt x="297599" y="40997"/>
                  <a:pt x="296680" y="40709"/>
                  <a:pt x="295529" y="40709"/>
                </a:cubicBezTo>
                <a:cubicBezTo>
                  <a:pt x="294289" y="40709"/>
                  <a:pt x="292805" y="41041"/>
                  <a:pt x="291077" y="41704"/>
                </a:cubicBezTo>
                <a:lnTo>
                  <a:pt x="290081" y="39316"/>
                </a:lnTo>
                <a:lnTo>
                  <a:pt x="308418" y="31891"/>
                </a:lnTo>
                <a:lnTo>
                  <a:pt x="311275" y="31891"/>
                </a:lnTo>
                <a:lnTo>
                  <a:pt x="311275" y="44781"/>
                </a:lnTo>
                <a:close/>
                <a:moveTo>
                  <a:pt x="371803" y="56607"/>
                </a:moveTo>
                <a:cubicBezTo>
                  <a:pt x="371758" y="65623"/>
                  <a:pt x="373951" y="72694"/>
                  <a:pt x="378380" y="77821"/>
                </a:cubicBezTo>
                <a:cubicBezTo>
                  <a:pt x="382810" y="82946"/>
                  <a:pt x="388014" y="85509"/>
                  <a:pt x="393994" y="85509"/>
                </a:cubicBezTo>
                <a:cubicBezTo>
                  <a:pt x="397980" y="85509"/>
                  <a:pt x="401446" y="84413"/>
                  <a:pt x="404392" y="82220"/>
                </a:cubicBezTo>
                <a:cubicBezTo>
                  <a:pt x="407337" y="80028"/>
                  <a:pt x="409807" y="76274"/>
                  <a:pt x="411800" y="70959"/>
                </a:cubicBezTo>
                <a:lnTo>
                  <a:pt x="413860" y="72287"/>
                </a:lnTo>
                <a:cubicBezTo>
                  <a:pt x="412929" y="78356"/>
                  <a:pt x="410227" y="83881"/>
                  <a:pt x="405754" y="88864"/>
                </a:cubicBezTo>
                <a:cubicBezTo>
                  <a:pt x="401280" y="93847"/>
                  <a:pt x="395677" y="96339"/>
                  <a:pt x="388944" y="96339"/>
                </a:cubicBezTo>
                <a:cubicBezTo>
                  <a:pt x="381636" y="96339"/>
                  <a:pt x="375379" y="93499"/>
                  <a:pt x="370175" y="87820"/>
                </a:cubicBezTo>
                <a:cubicBezTo>
                  <a:pt x="364970" y="82139"/>
                  <a:pt x="362368" y="74503"/>
                  <a:pt x="362368" y="64910"/>
                </a:cubicBezTo>
                <a:cubicBezTo>
                  <a:pt x="362368" y="54524"/>
                  <a:pt x="365037" y="46424"/>
                  <a:pt x="370374" y="40612"/>
                </a:cubicBezTo>
                <a:cubicBezTo>
                  <a:pt x="375712" y="34798"/>
                  <a:pt x="382411" y="31891"/>
                  <a:pt x="390472" y="31891"/>
                </a:cubicBezTo>
                <a:cubicBezTo>
                  <a:pt x="397294" y="31891"/>
                  <a:pt x="402897" y="34134"/>
                  <a:pt x="407282" y="38619"/>
                </a:cubicBezTo>
                <a:cubicBezTo>
                  <a:pt x="411667" y="43102"/>
                  <a:pt x="413860" y="49098"/>
                  <a:pt x="413860" y="56607"/>
                </a:cubicBezTo>
                <a:lnTo>
                  <a:pt x="371803" y="56607"/>
                </a:lnTo>
                <a:moveTo>
                  <a:pt x="371803" y="52754"/>
                </a:moveTo>
                <a:lnTo>
                  <a:pt x="399973" y="52754"/>
                </a:lnTo>
                <a:cubicBezTo>
                  <a:pt x="399752" y="48856"/>
                  <a:pt x="399287" y="46110"/>
                  <a:pt x="398578" y="44515"/>
                </a:cubicBezTo>
                <a:cubicBezTo>
                  <a:pt x="397471" y="42035"/>
                  <a:pt x="395821" y="40086"/>
                  <a:pt x="393628" y="38668"/>
                </a:cubicBezTo>
                <a:cubicBezTo>
                  <a:pt x="391436" y="37251"/>
                  <a:pt x="389144" y="36542"/>
                  <a:pt x="386752" y="36542"/>
                </a:cubicBezTo>
                <a:cubicBezTo>
                  <a:pt x="383075" y="36542"/>
                  <a:pt x="379787" y="37971"/>
                  <a:pt x="376885" y="40828"/>
                </a:cubicBezTo>
                <a:cubicBezTo>
                  <a:pt x="373984" y="43685"/>
                  <a:pt x="372290" y="47660"/>
                  <a:pt x="371803" y="52754"/>
                </a:cubicBezTo>
                <a:close/>
                <a:moveTo>
                  <a:pt x="461319" y="31891"/>
                </a:moveTo>
                <a:lnTo>
                  <a:pt x="461319" y="52488"/>
                </a:lnTo>
                <a:lnTo>
                  <a:pt x="459126" y="52488"/>
                </a:lnTo>
                <a:cubicBezTo>
                  <a:pt x="457443" y="46028"/>
                  <a:pt x="455284" y="41634"/>
                  <a:pt x="452648" y="39306"/>
                </a:cubicBezTo>
                <a:cubicBezTo>
                  <a:pt x="450013" y="36976"/>
                  <a:pt x="446658" y="35811"/>
                  <a:pt x="442583" y="35811"/>
                </a:cubicBezTo>
                <a:cubicBezTo>
                  <a:pt x="439482" y="35811"/>
                  <a:pt x="436980" y="36630"/>
                  <a:pt x="435075" y="38268"/>
                </a:cubicBezTo>
                <a:cubicBezTo>
                  <a:pt x="433170" y="39904"/>
                  <a:pt x="432218" y="41718"/>
                  <a:pt x="432218" y="43710"/>
                </a:cubicBezTo>
                <a:cubicBezTo>
                  <a:pt x="432218" y="46187"/>
                  <a:pt x="432927" y="48311"/>
                  <a:pt x="434344" y="50080"/>
                </a:cubicBezTo>
                <a:cubicBezTo>
                  <a:pt x="435717" y="51894"/>
                  <a:pt x="438508" y="53819"/>
                  <a:pt x="442716" y="55854"/>
                </a:cubicBezTo>
                <a:lnTo>
                  <a:pt x="452416" y="60567"/>
                </a:lnTo>
                <a:cubicBezTo>
                  <a:pt x="461408" y="64946"/>
                  <a:pt x="465903" y="70720"/>
                  <a:pt x="465903" y="77889"/>
                </a:cubicBezTo>
                <a:cubicBezTo>
                  <a:pt x="465903" y="83419"/>
                  <a:pt x="463810" y="87877"/>
                  <a:pt x="459625" y="91262"/>
                </a:cubicBezTo>
                <a:cubicBezTo>
                  <a:pt x="455439" y="94647"/>
                  <a:pt x="450755" y="96339"/>
                  <a:pt x="445573" y="96339"/>
                </a:cubicBezTo>
                <a:cubicBezTo>
                  <a:pt x="441852" y="96339"/>
                  <a:pt x="437600" y="95674"/>
                  <a:pt x="432816" y="94346"/>
                </a:cubicBezTo>
                <a:cubicBezTo>
                  <a:pt x="431354" y="93903"/>
                  <a:pt x="430158" y="93681"/>
                  <a:pt x="429228" y="93681"/>
                </a:cubicBezTo>
                <a:cubicBezTo>
                  <a:pt x="428209" y="93681"/>
                  <a:pt x="427412" y="94257"/>
                  <a:pt x="426836" y="95409"/>
                </a:cubicBezTo>
                <a:lnTo>
                  <a:pt x="424644" y="95409"/>
                </a:lnTo>
                <a:lnTo>
                  <a:pt x="424644" y="73616"/>
                </a:lnTo>
                <a:lnTo>
                  <a:pt x="426836" y="73616"/>
                </a:lnTo>
                <a:cubicBezTo>
                  <a:pt x="428077" y="79839"/>
                  <a:pt x="430446" y="84529"/>
                  <a:pt x="433945" y="87685"/>
                </a:cubicBezTo>
                <a:cubicBezTo>
                  <a:pt x="437445" y="90841"/>
                  <a:pt x="441365" y="92419"/>
                  <a:pt x="445705" y="92419"/>
                </a:cubicBezTo>
                <a:cubicBezTo>
                  <a:pt x="448762" y="92419"/>
                  <a:pt x="451253" y="91523"/>
                  <a:pt x="453180" y="89732"/>
                </a:cubicBezTo>
                <a:cubicBezTo>
                  <a:pt x="455107" y="87940"/>
                  <a:pt x="456070" y="85782"/>
                  <a:pt x="456070" y="83260"/>
                </a:cubicBezTo>
                <a:cubicBezTo>
                  <a:pt x="456070" y="80207"/>
                  <a:pt x="454996" y="77641"/>
                  <a:pt x="452848" y="75562"/>
                </a:cubicBezTo>
                <a:cubicBezTo>
                  <a:pt x="450700" y="73483"/>
                  <a:pt x="446414" y="70851"/>
                  <a:pt x="439992" y="67666"/>
                </a:cubicBezTo>
                <a:cubicBezTo>
                  <a:pt x="433569" y="64479"/>
                  <a:pt x="429361" y="61603"/>
                  <a:pt x="427368" y="59037"/>
                </a:cubicBezTo>
                <a:cubicBezTo>
                  <a:pt x="425375" y="56515"/>
                  <a:pt x="424378" y="53329"/>
                  <a:pt x="424378" y="49480"/>
                </a:cubicBezTo>
                <a:cubicBezTo>
                  <a:pt x="424378" y="44480"/>
                  <a:pt x="426094" y="40299"/>
                  <a:pt x="429527" y="36937"/>
                </a:cubicBezTo>
                <a:cubicBezTo>
                  <a:pt x="432960" y="33573"/>
                  <a:pt x="437400" y="31891"/>
                  <a:pt x="442848" y="31891"/>
                </a:cubicBezTo>
                <a:cubicBezTo>
                  <a:pt x="445240" y="31891"/>
                  <a:pt x="448142" y="32401"/>
                  <a:pt x="451552" y="33420"/>
                </a:cubicBezTo>
                <a:cubicBezTo>
                  <a:pt x="453811" y="34084"/>
                  <a:pt x="455317" y="34416"/>
                  <a:pt x="456070" y="34416"/>
                </a:cubicBezTo>
                <a:cubicBezTo>
                  <a:pt x="456779" y="34416"/>
                  <a:pt x="457333" y="34261"/>
                  <a:pt x="457731" y="33951"/>
                </a:cubicBezTo>
                <a:cubicBezTo>
                  <a:pt x="458130" y="33641"/>
                  <a:pt x="458595" y="32955"/>
                  <a:pt x="459126" y="31891"/>
                </a:cubicBezTo>
                <a:lnTo>
                  <a:pt x="461319" y="31891"/>
                </a:lnTo>
                <a:close/>
                <a:moveTo>
                  <a:pt x="514250" y="31891"/>
                </a:moveTo>
                <a:lnTo>
                  <a:pt x="514250" y="52488"/>
                </a:lnTo>
                <a:lnTo>
                  <a:pt x="512058" y="52488"/>
                </a:lnTo>
                <a:cubicBezTo>
                  <a:pt x="510375" y="46028"/>
                  <a:pt x="508215" y="41634"/>
                  <a:pt x="505580" y="39306"/>
                </a:cubicBezTo>
                <a:cubicBezTo>
                  <a:pt x="502944" y="36976"/>
                  <a:pt x="499589" y="35811"/>
                  <a:pt x="495514" y="35811"/>
                </a:cubicBezTo>
                <a:cubicBezTo>
                  <a:pt x="492413" y="35811"/>
                  <a:pt x="489911" y="36630"/>
                  <a:pt x="488006" y="38268"/>
                </a:cubicBezTo>
                <a:cubicBezTo>
                  <a:pt x="486102" y="39904"/>
                  <a:pt x="485149" y="41718"/>
                  <a:pt x="485149" y="43710"/>
                </a:cubicBezTo>
                <a:cubicBezTo>
                  <a:pt x="485149" y="46187"/>
                  <a:pt x="485858" y="48311"/>
                  <a:pt x="487275" y="50080"/>
                </a:cubicBezTo>
                <a:cubicBezTo>
                  <a:pt x="488648" y="51894"/>
                  <a:pt x="491439" y="53819"/>
                  <a:pt x="495647" y="55854"/>
                </a:cubicBezTo>
                <a:lnTo>
                  <a:pt x="505347" y="60567"/>
                </a:lnTo>
                <a:cubicBezTo>
                  <a:pt x="514339" y="64946"/>
                  <a:pt x="518835" y="70720"/>
                  <a:pt x="518835" y="77889"/>
                </a:cubicBezTo>
                <a:cubicBezTo>
                  <a:pt x="518835" y="83419"/>
                  <a:pt x="516742" y="87877"/>
                  <a:pt x="512556" y="91262"/>
                </a:cubicBezTo>
                <a:cubicBezTo>
                  <a:pt x="508370" y="94647"/>
                  <a:pt x="503686" y="96339"/>
                  <a:pt x="498504" y="96339"/>
                </a:cubicBezTo>
                <a:cubicBezTo>
                  <a:pt x="494783" y="96339"/>
                  <a:pt x="490531" y="95674"/>
                  <a:pt x="485747" y="94346"/>
                </a:cubicBezTo>
                <a:cubicBezTo>
                  <a:pt x="484286" y="93903"/>
                  <a:pt x="483090" y="93681"/>
                  <a:pt x="482159" y="93681"/>
                </a:cubicBezTo>
                <a:cubicBezTo>
                  <a:pt x="481141" y="93681"/>
                  <a:pt x="480343" y="94257"/>
                  <a:pt x="479768" y="95409"/>
                </a:cubicBezTo>
                <a:lnTo>
                  <a:pt x="477575" y="95409"/>
                </a:lnTo>
                <a:lnTo>
                  <a:pt x="477575" y="73616"/>
                </a:lnTo>
                <a:lnTo>
                  <a:pt x="479768" y="73616"/>
                </a:lnTo>
                <a:cubicBezTo>
                  <a:pt x="481008" y="79839"/>
                  <a:pt x="483378" y="84529"/>
                  <a:pt x="486877" y="87685"/>
                </a:cubicBezTo>
                <a:cubicBezTo>
                  <a:pt x="490376" y="90841"/>
                  <a:pt x="494296" y="92419"/>
                  <a:pt x="498637" y="92419"/>
                </a:cubicBezTo>
                <a:cubicBezTo>
                  <a:pt x="501693" y="92419"/>
                  <a:pt x="504185" y="91523"/>
                  <a:pt x="506111" y="89732"/>
                </a:cubicBezTo>
                <a:cubicBezTo>
                  <a:pt x="508038" y="87940"/>
                  <a:pt x="509001" y="85782"/>
                  <a:pt x="509001" y="83260"/>
                </a:cubicBezTo>
                <a:cubicBezTo>
                  <a:pt x="509001" y="80207"/>
                  <a:pt x="507927" y="77641"/>
                  <a:pt x="505779" y="75562"/>
                </a:cubicBezTo>
                <a:cubicBezTo>
                  <a:pt x="503631" y="73483"/>
                  <a:pt x="499345" y="70851"/>
                  <a:pt x="492923" y="67666"/>
                </a:cubicBezTo>
                <a:cubicBezTo>
                  <a:pt x="486500" y="64479"/>
                  <a:pt x="482292" y="61603"/>
                  <a:pt x="480299" y="59037"/>
                </a:cubicBezTo>
                <a:cubicBezTo>
                  <a:pt x="478306" y="56515"/>
                  <a:pt x="477309" y="53329"/>
                  <a:pt x="477309" y="49480"/>
                </a:cubicBezTo>
                <a:cubicBezTo>
                  <a:pt x="477309" y="44480"/>
                  <a:pt x="479026" y="40299"/>
                  <a:pt x="482458" y="36937"/>
                </a:cubicBezTo>
                <a:cubicBezTo>
                  <a:pt x="485891" y="33573"/>
                  <a:pt x="490332" y="31891"/>
                  <a:pt x="495780" y="31891"/>
                </a:cubicBezTo>
                <a:cubicBezTo>
                  <a:pt x="498172" y="31891"/>
                  <a:pt x="501073" y="32401"/>
                  <a:pt x="504483" y="33420"/>
                </a:cubicBezTo>
                <a:cubicBezTo>
                  <a:pt x="506742" y="34084"/>
                  <a:pt x="508248" y="34416"/>
                  <a:pt x="509001" y="34416"/>
                </a:cubicBezTo>
                <a:cubicBezTo>
                  <a:pt x="509710" y="34416"/>
                  <a:pt x="510264" y="34261"/>
                  <a:pt x="510662" y="33951"/>
                </a:cubicBezTo>
                <a:cubicBezTo>
                  <a:pt x="511061" y="33641"/>
                  <a:pt x="511526" y="32955"/>
                  <a:pt x="512058" y="31891"/>
                </a:cubicBezTo>
                <a:lnTo>
                  <a:pt x="514250" y="31891"/>
                </a:lnTo>
                <a:close/>
                <a:moveTo>
                  <a:pt x="530905" y="117201"/>
                </a:moveTo>
                <a:lnTo>
                  <a:pt x="530905" y="114278"/>
                </a:lnTo>
                <a:cubicBezTo>
                  <a:pt x="535467" y="112766"/>
                  <a:pt x="539000" y="110421"/>
                  <a:pt x="541502" y="107241"/>
                </a:cubicBezTo>
                <a:cubicBezTo>
                  <a:pt x="544005" y="104063"/>
                  <a:pt x="545256" y="100696"/>
                  <a:pt x="545256" y="97138"/>
                </a:cubicBezTo>
                <a:cubicBezTo>
                  <a:pt x="545256" y="96295"/>
                  <a:pt x="545057" y="95586"/>
                  <a:pt x="544658" y="95010"/>
                </a:cubicBezTo>
                <a:cubicBezTo>
                  <a:pt x="544348" y="94611"/>
                  <a:pt x="544038" y="94412"/>
                  <a:pt x="543728" y="94412"/>
                </a:cubicBezTo>
                <a:cubicBezTo>
                  <a:pt x="543241" y="94412"/>
                  <a:pt x="542178" y="94855"/>
                  <a:pt x="540539" y="95741"/>
                </a:cubicBezTo>
                <a:cubicBezTo>
                  <a:pt x="539742" y="96140"/>
                  <a:pt x="538900" y="96339"/>
                  <a:pt x="538014" y="96339"/>
                </a:cubicBezTo>
                <a:cubicBezTo>
                  <a:pt x="535844" y="96339"/>
                  <a:pt x="534116" y="95697"/>
                  <a:pt x="532832" y="94412"/>
                </a:cubicBezTo>
                <a:cubicBezTo>
                  <a:pt x="531547" y="93128"/>
                  <a:pt x="530905" y="91356"/>
                  <a:pt x="530905" y="89097"/>
                </a:cubicBezTo>
                <a:cubicBezTo>
                  <a:pt x="530905" y="86926"/>
                  <a:pt x="531735" y="85066"/>
                  <a:pt x="533396" y="83516"/>
                </a:cubicBezTo>
                <a:cubicBezTo>
                  <a:pt x="535057" y="81966"/>
                  <a:pt x="537084" y="81190"/>
                  <a:pt x="539476" y="81190"/>
                </a:cubicBezTo>
                <a:cubicBezTo>
                  <a:pt x="542399" y="81190"/>
                  <a:pt x="545001" y="82467"/>
                  <a:pt x="547283" y="85019"/>
                </a:cubicBezTo>
                <a:cubicBezTo>
                  <a:pt x="549564" y="87570"/>
                  <a:pt x="550704" y="90953"/>
                  <a:pt x="550704" y="95168"/>
                </a:cubicBezTo>
                <a:cubicBezTo>
                  <a:pt x="550704" y="99740"/>
                  <a:pt x="549121" y="103989"/>
                  <a:pt x="545954" y="107916"/>
                </a:cubicBezTo>
                <a:cubicBezTo>
                  <a:pt x="542787" y="111843"/>
                  <a:pt x="537770" y="114938"/>
                  <a:pt x="530905" y="117201"/>
                </a:cubicBezTo>
                <a:close/>
                <a:moveTo>
                  <a:pt x="667927" y="4385"/>
                </a:moveTo>
                <a:lnTo>
                  <a:pt x="668924" y="25513"/>
                </a:lnTo>
                <a:lnTo>
                  <a:pt x="666399" y="25513"/>
                </a:lnTo>
                <a:cubicBezTo>
                  <a:pt x="665912" y="21793"/>
                  <a:pt x="665248" y="19135"/>
                  <a:pt x="664406" y="17540"/>
                </a:cubicBezTo>
                <a:cubicBezTo>
                  <a:pt x="663033" y="14971"/>
                  <a:pt x="661206" y="13078"/>
                  <a:pt x="658925" y="11860"/>
                </a:cubicBezTo>
                <a:cubicBezTo>
                  <a:pt x="656644" y="10642"/>
                  <a:pt x="653643" y="10033"/>
                  <a:pt x="649922" y="10033"/>
                </a:cubicBezTo>
                <a:lnTo>
                  <a:pt x="637232" y="10033"/>
                </a:lnTo>
                <a:lnTo>
                  <a:pt x="637232" y="78865"/>
                </a:lnTo>
                <a:cubicBezTo>
                  <a:pt x="637232" y="84402"/>
                  <a:pt x="637830" y="87857"/>
                  <a:pt x="639026" y="89230"/>
                </a:cubicBezTo>
                <a:cubicBezTo>
                  <a:pt x="640709" y="91090"/>
                  <a:pt x="643300" y="92020"/>
                  <a:pt x="646799" y="92020"/>
                </a:cubicBezTo>
                <a:lnTo>
                  <a:pt x="649922" y="92020"/>
                </a:lnTo>
                <a:lnTo>
                  <a:pt x="649922" y="94479"/>
                </a:lnTo>
                <a:lnTo>
                  <a:pt x="611719" y="94479"/>
                </a:lnTo>
                <a:lnTo>
                  <a:pt x="611719" y="92020"/>
                </a:lnTo>
                <a:lnTo>
                  <a:pt x="614908" y="92020"/>
                </a:lnTo>
                <a:cubicBezTo>
                  <a:pt x="618717" y="92020"/>
                  <a:pt x="621419" y="90869"/>
                  <a:pt x="623014" y="88565"/>
                </a:cubicBezTo>
                <a:cubicBezTo>
                  <a:pt x="623988" y="87148"/>
                  <a:pt x="624475" y="83914"/>
                  <a:pt x="624475" y="78865"/>
                </a:cubicBezTo>
                <a:lnTo>
                  <a:pt x="624475" y="10033"/>
                </a:lnTo>
                <a:lnTo>
                  <a:pt x="613645" y="10033"/>
                </a:lnTo>
                <a:cubicBezTo>
                  <a:pt x="609437" y="10033"/>
                  <a:pt x="606448" y="10343"/>
                  <a:pt x="604676" y="10963"/>
                </a:cubicBezTo>
                <a:cubicBezTo>
                  <a:pt x="602373" y="11804"/>
                  <a:pt x="600402" y="13421"/>
                  <a:pt x="598763" y="15813"/>
                </a:cubicBezTo>
                <a:cubicBezTo>
                  <a:pt x="597124" y="18205"/>
                  <a:pt x="596149" y="21438"/>
                  <a:pt x="595839" y="25513"/>
                </a:cubicBezTo>
                <a:lnTo>
                  <a:pt x="593315" y="25513"/>
                </a:lnTo>
                <a:lnTo>
                  <a:pt x="594378" y="4385"/>
                </a:lnTo>
                <a:lnTo>
                  <a:pt x="667927" y="4385"/>
                </a:lnTo>
                <a:close/>
                <a:moveTo>
                  <a:pt x="701546" y="85708"/>
                </a:moveTo>
                <a:cubicBezTo>
                  <a:pt x="695301" y="90536"/>
                  <a:pt x="691381" y="93327"/>
                  <a:pt x="689786" y="94080"/>
                </a:cubicBezTo>
                <a:cubicBezTo>
                  <a:pt x="687395" y="95232"/>
                  <a:pt x="684848" y="95807"/>
                  <a:pt x="682146" y="95807"/>
                </a:cubicBezTo>
                <a:cubicBezTo>
                  <a:pt x="677938" y="95807"/>
                  <a:pt x="674472" y="94368"/>
                  <a:pt x="671748" y="91489"/>
                </a:cubicBezTo>
                <a:cubicBezTo>
                  <a:pt x="669024" y="88610"/>
                  <a:pt x="667662" y="84823"/>
                  <a:pt x="667662" y="80127"/>
                </a:cubicBezTo>
                <a:cubicBezTo>
                  <a:pt x="667662" y="77160"/>
                  <a:pt x="668326" y="74591"/>
                  <a:pt x="669655" y="72420"/>
                </a:cubicBezTo>
                <a:cubicBezTo>
                  <a:pt x="671471" y="69408"/>
                  <a:pt x="674627" y="66573"/>
                  <a:pt x="679123" y="63916"/>
                </a:cubicBezTo>
                <a:cubicBezTo>
                  <a:pt x="683619" y="61258"/>
                  <a:pt x="691093" y="58025"/>
                  <a:pt x="701546" y="54216"/>
                </a:cubicBezTo>
                <a:lnTo>
                  <a:pt x="701546" y="51824"/>
                </a:lnTo>
                <a:cubicBezTo>
                  <a:pt x="701546" y="45755"/>
                  <a:pt x="700583" y="41592"/>
                  <a:pt x="698656" y="39333"/>
                </a:cubicBezTo>
                <a:cubicBezTo>
                  <a:pt x="696730" y="37074"/>
                  <a:pt x="693928" y="35944"/>
                  <a:pt x="690252" y="35944"/>
                </a:cubicBezTo>
                <a:cubicBezTo>
                  <a:pt x="687461" y="35944"/>
                  <a:pt x="685246" y="36695"/>
                  <a:pt x="683607" y="38195"/>
                </a:cubicBezTo>
                <a:cubicBezTo>
                  <a:pt x="681924" y="39695"/>
                  <a:pt x="681083" y="41417"/>
                  <a:pt x="681083" y="43359"/>
                </a:cubicBezTo>
                <a:lnTo>
                  <a:pt x="681216" y="47198"/>
                </a:lnTo>
                <a:cubicBezTo>
                  <a:pt x="681216" y="49227"/>
                  <a:pt x="680695" y="50793"/>
                  <a:pt x="679654" y="51896"/>
                </a:cubicBezTo>
                <a:cubicBezTo>
                  <a:pt x="678613" y="53000"/>
                  <a:pt x="677251" y="53551"/>
                  <a:pt x="675568" y="53551"/>
                </a:cubicBezTo>
                <a:cubicBezTo>
                  <a:pt x="673929" y="53551"/>
                  <a:pt x="672589" y="52977"/>
                  <a:pt x="671549" y="51830"/>
                </a:cubicBezTo>
                <a:cubicBezTo>
                  <a:pt x="670508" y="50681"/>
                  <a:pt x="669987" y="49113"/>
                  <a:pt x="669987" y="47125"/>
                </a:cubicBezTo>
                <a:cubicBezTo>
                  <a:pt x="669987" y="43328"/>
                  <a:pt x="671936" y="39840"/>
                  <a:pt x="675834" y="36661"/>
                </a:cubicBezTo>
                <a:cubicBezTo>
                  <a:pt x="679732" y="33481"/>
                  <a:pt x="685202" y="31891"/>
                  <a:pt x="692245" y="31891"/>
                </a:cubicBezTo>
                <a:cubicBezTo>
                  <a:pt x="697649" y="31891"/>
                  <a:pt x="702078" y="32798"/>
                  <a:pt x="705533" y="34611"/>
                </a:cubicBezTo>
                <a:cubicBezTo>
                  <a:pt x="708146" y="35983"/>
                  <a:pt x="710073" y="38129"/>
                  <a:pt x="711313" y="41050"/>
                </a:cubicBezTo>
                <a:cubicBezTo>
                  <a:pt x="712111" y="42952"/>
                  <a:pt x="712509" y="46845"/>
                  <a:pt x="712509" y="52729"/>
                </a:cubicBezTo>
                <a:lnTo>
                  <a:pt x="712509" y="73367"/>
                </a:lnTo>
                <a:cubicBezTo>
                  <a:pt x="712509" y="79163"/>
                  <a:pt x="712620" y="82713"/>
                  <a:pt x="712841" y="84018"/>
                </a:cubicBezTo>
                <a:cubicBezTo>
                  <a:pt x="713063" y="85324"/>
                  <a:pt x="713428" y="86198"/>
                  <a:pt x="713938" y="86641"/>
                </a:cubicBezTo>
                <a:cubicBezTo>
                  <a:pt x="714447" y="87082"/>
                  <a:pt x="715034" y="87303"/>
                  <a:pt x="715698" y="87303"/>
                </a:cubicBezTo>
                <a:cubicBezTo>
                  <a:pt x="716407" y="87303"/>
                  <a:pt x="717027" y="87148"/>
                  <a:pt x="717559" y="86838"/>
                </a:cubicBezTo>
                <a:cubicBezTo>
                  <a:pt x="718489" y="86262"/>
                  <a:pt x="720283" y="84645"/>
                  <a:pt x="722940" y="81988"/>
                </a:cubicBezTo>
                <a:lnTo>
                  <a:pt x="722940" y="85708"/>
                </a:lnTo>
                <a:cubicBezTo>
                  <a:pt x="717979" y="92352"/>
                  <a:pt x="713240" y="95674"/>
                  <a:pt x="708722" y="95674"/>
                </a:cubicBezTo>
                <a:cubicBezTo>
                  <a:pt x="706552" y="95674"/>
                  <a:pt x="704824" y="94921"/>
                  <a:pt x="703540" y="93416"/>
                </a:cubicBezTo>
                <a:cubicBezTo>
                  <a:pt x="702255" y="91910"/>
                  <a:pt x="701591" y="89340"/>
                  <a:pt x="701546" y="85708"/>
                </a:cubicBezTo>
                <a:moveTo>
                  <a:pt x="701546" y="81352"/>
                </a:moveTo>
                <a:lnTo>
                  <a:pt x="701546" y="58268"/>
                </a:lnTo>
                <a:cubicBezTo>
                  <a:pt x="694858" y="60914"/>
                  <a:pt x="690539" y="62788"/>
                  <a:pt x="688591" y="63891"/>
                </a:cubicBezTo>
                <a:cubicBezTo>
                  <a:pt x="685091" y="65832"/>
                  <a:pt x="682589" y="67860"/>
                  <a:pt x="681083" y="69976"/>
                </a:cubicBezTo>
                <a:cubicBezTo>
                  <a:pt x="679577" y="72093"/>
                  <a:pt x="678824" y="74408"/>
                  <a:pt x="678824" y="76922"/>
                </a:cubicBezTo>
                <a:cubicBezTo>
                  <a:pt x="678824" y="80097"/>
                  <a:pt x="679776" y="82732"/>
                  <a:pt x="681681" y="84826"/>
                </a:cubicBezTo>
                <a:cubicBezTo>
                  <a:pt x="683585" y="86920"/>
                  <a:pt x="685778" y="87967"/>
                  <a:pt x="688258" y="87967"/>
                </a:cubicBezTo>
                <a:cubicBezTo>
                  <a:pt x="691625" y="87967"/>
                  <a:pt x="696054" y="85762"/>
                  <a:pt x="701546" y="81352"/>
                </a:cubicBezTo>
                <a:close/>
                <a:moveTo>
                  <a:pt x="779170" y="71357"/>
                </a:moveTo>
                <a:cubicBezTo>
                  <a:pt x="777531" y="79374"/>
                  <a:pt x="774319" y="85542"/>
                  <a:pt x="769536" y="89861"/>
                </a:cubicBezTo>
                <a:cubicBezTo>
                  <a:pt x="764752" y="94180"/>
                  <a:pt x="759459" y="96339"/>
                  <a:pt x="753656" y="96339"/>
                </a:cubicBezTo>
                <a:cubicBezTo>
                  <a:pt x="746747" y="96339"/>
                  <a:pt x="740723" y="93441"/>
                  <a:pt x="735585" y="87646"/>
                </a:cubicBezTo>
                <a:cubicBezTo>
                  <a:pt x="730446" y="81849"/>
                  <a:pt x="727877" y="74016"/>
                  <a:pt x="727877" y="64148"/>
                </a:cubicBezTo>
                <a:cubicBezTo>
                  <a:pt x="727877" y="54591"/>
                  <a:pt x="730723" y="46825"/>
                  <a:pt x="736415" y="40853"/>
                </a:cubicBezTo>
                <a:cubicBezTo>
                  <a:pt x="742107" y="34879"/>
                  <a:pt x="748939" y="31891"/>
                  <a:pt x="756912" y="31891"/>
                </a:cubicBezTo>
                <a:cubicBezTo>
                  <a:pt x="762892" y="31891"/>
                  <a:pt x="767808" y="33470"/>
                  <a:pt x="771662" y="36627"/>
                </a:cubicBezTo>
                <a:cubicBezTo>
                  <a:pt x="775515" y="39783"/>
                  <a:pt x="777442" y="43061"/>
                  <a:pt x="777442" y="46461"/>
                </a:cubicBezTo>
                <a:cubicBezTo>
                  <a:pt x="777442" y="48138"/>
                  <a:pt x="776900" y="49496"/>
                  <a:pt x="775814" y="50534"/>
                </a:cubicBezTo>
                <a:cubicBezTo>
                  <a:pt x="774729" y="51571"/>
                  <a:pt x="773212" y="52089"/>
                  <a:pt x="771263" y="52089"/>
                </a:cubicBezTo>
                <a:cubicBezTo>
                  <a:pt x="768650" y="52089"/>
                  <a:pt x="766679" y="51248"/>
                  <a:pt x="765350" y="49565"/>
                </a:cubicBezTo>
                <a:cubicBezTo>
                  <a:pt x="764597" y="48635"/>
                  <a:pt x="764099" y="46863"/>
                  <a:pt x="763855" y="44249"/>
                </a:cubicBezTo>
                <a:cubicBezTo>
                  <a:pt x="763611" y="41636"/>
                  <a:pt x="762714" y="39643"/>
                  <a:pt x="761164" y="38270"/>
                </a:cubicBezTo>
                <a:cubicBezTo>
                  <a:pt x="759614" y="36941"/>
                  <a:pt x="757466" y="36277"/>
                  <a:pt x="754719" y="36277"/>
                </a:cubicBezTo>
                <a:cubicBezTo>
                  <a:pt x="750290" y="36277"/>
                  <a:pt x="746724" y="37915"/>
                  <a:pt x="744022" y="41193"/>
                </a:cubicBezTo>
                <a:cubicBezTo>
                  <a:pt x="740435" y="45534"/>
                  <a:pt x="738641" y="51270"/>
                  <a:pt x="738641" y="58401"/>
                </a:cubicBezTo>
                <a:cubicBezTo>
                  <a:pt x="738641" y="65665"/>
                  <a:pt x="740424" y="72077"/>
                  <a:pt x="743989" y="77636"/>
                </a:cubicBezTo>
                <a:cubicBezTo>
                  <a:pt x="747555" y="83195"/>
                  <a:pt x="752372" y="85974"/>
                  <a:pt x="758440" y="85974"/>
                </a:cubicBezTo>
                <a:cubicBezTo>
                  <a:pt x="762781" y="85974"/>
                  <a:pt x="766679" y="84490"/>
                  <a:pt x="770134" y="81523"/>
                </a:cubicBezTo>
                <a:cubicBezTo>
                  <a:pt x="772570" y="79485"/>
                  <a:pt x="774940" y="75787"/>
                  <a:pt x="777243" y="70427"/>
                </a:cubicBezTo>
                <a:lnTo>
                  <a:pt x="779170" y="71357"/>
                </a:lnTo>
                <a:close/>
                <a:moveTo>
                  <a:pt x="803375" y="0"/>
                </a:moveTo>
                <a:cubicBezTo>
                  <a:pt x="805235" y="0"/>
                  <a:pt x="806819" y="657"/>
                  <a:pt x="808125" y="1970"/>
                </a:cubicBezTo>
                <a:cubicBezTo>
                  <a:pt x="809432" y="3283"/>
                  <a:pt x="810085" y="4874"/>
                  <a:pt x="810085" y="6744"/>
                </a:cubicBezTo>
                <a:cubicBezTo>
                  <a:pt x="810085" y="8614"/>
                  <a:pt x="809432" y="10217"/>
                  <a:pt x="808125" y="11552"/>
                </a:cubicBezTo>
                <a:cubicBezTo>
                  <a:pt x="806819" y="12887"/>
                  <a:pt x="805235" y="13554"/>
                  <a:pt x="803375" y="13554"/>
                </a:cubicBezTo>
                <a:cubicBezTo>
                  <a:pt x="801515" y="13554"/>
                  <a:pt x="799920" y="12887"/>
                  <a:pt x="798591" y="11552"/>
                </a:cubicBezTo>
                <a:cubicBezTo>
                  <a:pt x="797262" y="10217"/>
                  <a:pt x="796598" y="8614"/>
                  <a:pt x="796598" y="6744"/>
                </a:cubicBezTo>
                <a:cubicBezTo>
                  <a:pt x="796598" y="4874"/>
                  <a:pt x="797251" y="3283"/>
                  <a:pt x="798558" y="1970"/>
                </a:cubicBezTo>
                <a:cubicBezTo>
                  <a:pt x="799865" y="657"/>
                  <a:pt x="801470" y="0"/>
                  <a:pt x="803375" y="0"/>
                </a:cubicBezTo>
                <a:moveTo>
                  <a:pt x="808890" y="31891"/>
                </a:moveTo>
                <a:lnTo>
                  <a:pt x="808890" y="80684"/>
                </a:lnTo>
                <a:cubicBezTo>
                  <a:pt x="808890" y="84485"/>
                  <a:pt x="809166" y="87015"/>
                  <a:pt x="809720" y="88275"/>
                </a:cubicBezTo>
                <a:cubicBezTo>
                  <a:pt x="810274" y="89534"/>
                  <a:pt x="811093" y="90473"/>
                  <a:pt x="812178" y="91092"/>
                </a:cubicBezTo>
                <a:cubicBezTo>
                  <a:pt x="813264" y="91711"/>
                  <a:pt x="815246" y="92020"/>
                  <a:pt x="818125" y="92020"/>
                </a:cubicBezTo>
                <a:lnTo>
                  <a:pt x="818125" y="94479"/>
                </a:lnTo>
                <a:lnTo>
                  <a:pt x="788559" y="94479"/>
                </a:lnTo>
                <a:lnTo>
                  <a:pt x="788559" y="92020"/>
                </a:lnTo>
                <a:cubicBezTo>
                  <a:pt x="791526" y="92020"/>
                  <a:pt x="793520" y="91733"/>
                  <a:pt x="794538" y="91159"/>
                </a:cubicBezTo>
                <a:cubicBezTo>
                  <a:pt x="795557" y="90584"/>
                  <a:pt x="796365" y="89634"/>
                  <a:pt x="796963" y="88308"/>
                </a:cubicBezTo>
                <a:cubicBezTo>
                  <a:pt x="797561" y="86982"/>
                  <a:pt x="797860" y="84440"/>
                  <a:pt x="797860" y="80684"/>
                </a:cubicBezTo>
                <a:lnTo>
                  <a:pt x="797860" y="57282"/>
                </a:lnTo>
                <a:cubicBezTo>
                  <a:pt x="797860" y="50696"/>
                  <a:pt x="797661" y="46432"/>
                  <a:pt x="797262" y="44488"/>
                </a:cubicBezTo>
                <a:cubicBezTo>
                  <a:pt x="796952" y="43074"/>
                  <a:pt x="796465" y="42090"/>
                  <a:pt x="795801" y="41538"/>
                </a:cubicBezTo>
                <a:cubicBezTo>
                  <a:pt x="795136" y="40986"/>
                  <a:pt x="794228" y="40709"/>
                  <a:pt x="793077" y="40709"/>
                </a:cubicBezTo>
                <a:cubicBezTo>
                  <a:pt x="791836" y="40709"/>
                  <a:pt x="790330" y="41041"/>
                  <a:pt x="788559" y="41704"/>
                </a:cubicBezTo>
                <a:lnTo>
                  <a:pt x="787629" y="39316"/>
                </a:lnTo>
                <a:lnTo>
                  <a:pt x="805966" y="31891"/>
                </a:lnTo>
                <a:lnTo>
                  <a:pt x="808890" y="31891"/>
                </a:lnTo>
                <a:close/>
                <a:moveTo>
                  <a:pt x="843395" y="13554"/>
                </a:moveTo>
                <a:lnTo>
                  <a:pt x="843395" y="33619"/>
                </a:lnTo>
                <a:lnTo>
                  <a:pt x="857613" y="33619"/>
                </a:lnTo>
                <a:lnTo>
                  <a:pt x="857613" y="38270"/>
                </a:lnTo>
                <a:lnTo>
                  <a:pt x="843395" y="38270"/>
                </a:lnTo>
                <a:lnTo>
                  <a:pt x="843395" y="77682"/>
                </a:lnTo>
                <a:cubicBezTo>
                  <a:pt x="843395" y="81620"/>
                  <a:pt x="843960" y="84274"/>
                  <a:pt x="845089" y="85646"/>
                </a:cubicBezTo>
                <a:cubicBezTo>
                  <a:pt x="846219" y="87016"/>
                  <a:pt x="847669" y="87702"/>
                  <a:pt x="849441" y="87702"/>
                </a:cubicBezTo>
                <a:cubicBezTo>
                  <a:pt x="850903" y="87702"/>
                  <a:pt x="852320" y="87248"/>
                  <a:pt x="853693" y="86340"/>
                </a:cubicBezTo>
                <a:cubicBezTo>
                  <a:pt x="855066" y="85432"/>
                  <a:pt x="856130" y="84092"/>
                  <a:pt x="856883" y="82320"/>
                </a:cubicBezTo>
                <a:lnTo>
                  <a:pt x="859474" y="82320"/>
                </a:lnTo>
                <a:cubicBezTo>
                  <a:pt x="857923" y="86673"/>
                  <a:pt x="855731" y="89965"/>
                  <a:pt x="852896" y="92197"/>
                </a:cubicBezTo>
                <a:cubicBezTo>
                  <a:pt x="850061" y="94427"/>
                  <a:pt x="847138" y="95542"/>
                  <a:pt x="844126" y="95542"/>
                </a:cubicBezTo>
                <a:cubicBezTo>
                  <a:pt x="842088" y="95542"/>
                  <a:pt x="840095" y="94976"/>
                  <a:pt x="838146" y="93845"/>
                </a:cubicBezTo>
                <a:cubicBezTo>
                  <a:pt x="836197" y="92714"/>
                  <a:pt x="834758" y="91096"/>
                  <a:pt x="833828" y="88991"/>
                </a:cubicBezTo>
                <a:cubicBezTo>
                  <a:pt x="832897" y="86884"/>
                  <a:pt x="832432" y="83636"/>
                  <a:pt x="832432" y="79245"/>
                </a:cubicBezTo>
                <a:lnTo>
                  <a:pt x="832432" y="38270"/>
                </a:lnTo>
                <a:lnTo>
                  <a:pt x="822798" y="38270"/>
                </a:lnTo>
                <a:lnTo>
                  <a:pt x="822798" y="36077"/>
                </a:lnTo>
                <a:cubicBezTo>
                  <a:pt x="825235" y="35100"/>
                  <a:pt x="827726" y="33445"/>
                  <a:pt x="830273" y="31113"/>
                </a:cubicBezTo>
                <a:cubicBezTo>
                  <a:pt x="832820" y="28781"/>
                  <a:pt x="835090" y="26015"/>
                  <a:pt x="837083" y="22816"/>
                </a:cubicBezTo>
                <a:cubicBezTo>
                  <a:pt x="838102" y="21129"/>
                  <a:pt x="839519" y="18041"/>
                  <a:pt x="841335" y="13554"/>
                </a:cubicBezTo>
                <a:lnTo>
                  <a:pt x="843395" y="13554"/>
                </a:lnTo>
                <a:close/>
                <a:moveTo>
                  <a:pt x="862353" y="2791"/>
                </a:moveTo>
                <a:lnTo>
                  <a:pt x="862353" y="0"/>
                </a:lnTo>
                <a:cubicBezTo>
                  <a:pt x="869086" y="3322"/>
                  <a:pt x="874689" y="7242"/>
                  <a:pt x="879163" y="11760"/>
                </a:cubicBezTo>
                <a:cubicBezTo>
                  <a:pt x="885497" y="18227"/>
                  <a:pt x="890391" y="25812"/>
                  <a:pt x="893846" y="34516"/>
                </a:cubicBezTo>
                <a:cubicBezTo>
                  <a:pt x="897301" y="43220"/>
                  <a:pt x="899029" y="52289"/>
                  <a:pt x="899029" y="61723"/>
                </a:cubicBezTo>
                <a:cubicBezTo>
                  <a:pt x="899029" y="75454"/>
                  <a:pt x="895651" y="87978"/>
                  <a:pt x="888897" y="99295"/>
                </a:cubicBezTo>
                <a:cubicBezTo>
                  <a:pt x="882142" y="110613"/>
                  <a:pt x="873294" y="118707"/>
                  <a:pt x="862353" y="123580"/>
                </a:cubicBezTo>
                <a:lnTo>
                  <a:pt x="862353" y="121121"/>
                </a:lnTo>
                <a:cubicBezTo>
                  <a:pt x="867802" y="118065"/>
                  <a:pt x="872286" y="113935"/>
                  <a:pt x="875808" y="108730"/>
                </a:cubicBezTo>
                <a:cubicBezTo>
                  <a:pt x="879329" y="103526"/>
                  <a:pt x="881942" y="96904"/>
                  <a:pt x="883648" y="88864"/>
                </a:cubicBezTo>
                <a:cubicBezTo>
                  <a:pt x="885353" y="80825"/>
                  <a:pt x="886206" y="72442"/>
                  <a:pt x="886206" y="63717"/>
                </a:cubicBezTo>
                <a:cubicBezTo>
                  <a:pt x="886206" y="54282"/>
                  <a:pt x="885475" y="45667"/>
                  <a:pt x="884013" y="37871"/>
                </a:cubicBezTo>
                <a:cubicBezTo>
                  <a:pt x="882906" y="31759"/>
                  <a:pt x="881522" y="26864"/>
                  <a:pt x="879861" y="23188"/>
                </a:cubicBezTo>
                <a:cubicBezTo>
                  <a:pt x="878200" y="19511"/>
                  <a:pt x="875996" y="15968"/>
                  <a:pt x="873250" y="12557"/>
                </a:cubicBezTo>
                <a:cubicBezTo>
                  <a:pt x="870504" y="9147"/>
                  <a:pt x="866871" y="5891"/>
                  <a:pt x="862353" y="2791"/>
                </a:cubicBezTo>
                <a:close/>
              </a:path>
            </a:pathLst>
          </a:custGeom>
          <a:solidFill xmlns:a="http://schemas.openxmlformats.org/drawingml/2006/main">
            <a:srgbClr val="696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Alerts">
            <a:extLst xmlns:a="http://schemas.openxmlformats.org/drawingml/2006/main">
              <a:ext uri="{FF2B5EF4-FFF2-40B4-BE49-F238E27FC236}">
                <a16:creationId xmlns:a16="http://schemas.microsoft.com/office/drawing/2014/main" id="{8DA883AB-A149-4AF7-8FE8-3C184F6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31" y="1567643"/>
            <a:ext cx="328150" cy="96073"/>
          </a:xfrm>
          <a:custGeom xmlns:a="http://schemas.openxmlformats.org/drawingml/2006/main">
            <a:pathLst>
              <a:path w="328150" h="96073">
                <a:moveTo>
                  <a:pt x="76739" y="2392"/>
                </a:moveTo>
                <a:lnTo>
                  <a:pt x="69896" y="77270"/>
                </a:lnTo>
                <a:cubicBezTo>
                  <a:pt x="69541" y="80785"/>
                  <a:pt x="69364" y="83099"/>
                  <a:pt x="69364" y="84211"/>
                </a:cubicBezTo>
                <a:cubicBezTo>
                  <a:pt x="69364" y="85991"/>
                  <a:pt x="69696" y="87349"/>
                  <a:pt x="70361" y="88283"/>
                </a:cubicBezTo>
                <a:cubicBezTo>
                  <a:pt x="71202" y="89573"/>
                  <a:pt x="72343" y="90529"/>
                  <a:pt x="73782" y="91152"/>
                </a:cubicBezTo>
                <a:cubicBezTo>
                  <a:pt x="75222" y="91775"/>
                  <a:pt x="77647" y="92087"/>
                  <a:pt x="81058" y="92087"/>
                </a:cubicBezTo>
                <a:lnTo>
                  <a:pt x="80327" y="94479"/>
                </a:lnTo>
                <a:lnTo>
                  <a:pt x="44847" y="94479"/>
                </a:lnTo>
                <a:lnTo>
                  <a:pt x="45578" y="92087"/>
                </a:lnTo>
                <a:lnTo>
                  <a:pt x="47106" y="92087"/>
                </a:lnTo>
                <a:cubicBezTo>
                  <a:pt x="49985" y="92087"/>
                  <a:pt x="52333" y="91464"/>
                  <a:pt x="54149" y="90218"/>
                </a:cubicBezTo>
                <a:cubicBezTo>
                  <a:pt x="55434" y="89374"/>
                  <a:pt x="56430" y="87973"/>
                  <a:pt x="57139" y="86016"/>
                </a:cubicBezTo>
                <a:cubicBezTo>
                  <a:pt x="57626" y="84637"/>
                  <a:pt x="58091" y="81390"/>
                  <a:pt x="58534" y="76274"/>
                </a:cubicBezTo>
                <a:lnTo>
                  <a:pt x="59597" y="64846"/>
                </a:lnTo>
                <a:lnTo>
                  <a:pt x="33818" y="64846"/>
                </a:lnTo>
                <a:lnTo>
                  <a:pt x="24649" y="77273"/>
                </a:lnTo>
                <a:cubicBezTo>
                  <a:pt x="22568" y="80075"/>
                  <a:pt x="21261" y="82089"/>
                  <a:pt x="20729" y="83312"/>
                </a:cubicBezTo>
                <a:cubicBezTo>
                  <a:pt x="20198" y="84535"/>
                  <a:pt x="19932" y="85680"/>
                  <a:pt x="19932" y="86749"/>
                </a:cubicBezTo>
                <a:cubicBezTo>
                  <a:pt x="19932" y="88172"/>
                  <a:pt x="20508" y="89395"/>
                  <a:pt x="21660" y="90419"/>
                </a:cubicBezTo>
                <a:cubicBezTo>
                  <a:pt x="22811" y="91442"/>
                  <a:pt x="24716" y="91998"/>
                  <a:pt x="27374" y="92087"/>
                </a:cubicBezTo>
                <a:lnTo>
                  <a:pt x="26643" y="94479"/>
                </a:lnTo>
                <a:lnTo>
                  <a:pt x="0" y="94479"/>
                </a:lnTo>
                <a:lnTo>
                  <a:pt x="731" y="92087"/>
                </a:lnTo>
                <a:cubicBezTo>
                  <a:pt x="4009" y="91952"/>
                  <a:pt x="6899" y="90849"/>
                  <a:pt x="9401" y="88775"/>
                </a:cubicBezTo>
                <a:cubicBezTo>
                  <a:pt x="11904" y="86702"/>
                  <a:pt x="15636" y="82275"/>
                  <a:pt x="20597" y="75495"/>
                </a:cubicBezTo>
                <a:lnTo>
                  <a:pt x="74413" y="2392"/>
                </a:lnTo>
                <a:lnTo>
                  <a:pt x="76739" y="2392"/>
                </a:lnTo>
                <a:moveTo>
                  <a:pt x="63584" y="24353"/>
                </a:moveTo>
                <a:lnTo>
                  <a:pt x="37473" y="59929"/>
                </a:lnTo>
                <a:lnTo>
                  <a:pt x="60129" y="59929"/>
                </a:lnTo>
                <a:lnTo>
                  <a:pt x="63584" y="24353"/>
                </a:lnTo>
                <a:close/>
                <a:moveTo>
                  <a:pt x="130245" y="0"/>
                </a:moveTo>
                <a:lnTo>
                  <a:pt x="107523" y="79085"/>
                </a:lnTo>
                <a:cubicBezTo>
                  <a:pt x="106415" y="83029"/>
                  <a:pt x="105862" y="85443"/>
                  <a:pt x="105862" y="86329"/>
                </a:cubicBezTo>
                <a:cubicBezTo>
                  <a:pt x="105862" y="86994"/>
                  <a:pt x="106072" y="87547"/>
                  <a:pt x="106493" y="87990"/>
                </a:cubicBezTo>
                <a:cubicBezTo>
                  <a:pt x="106914" y="88433"/>
                  <a:pt x="107434" y="88655"/>
                  <a:pt x="108054" y="88655"/>
                </a:cubicBezTo>
                <a:cubicBezTo>
                  <a:pt x="108896" y="88655"/>
                  <a:pt x="109804" y="88278"/>
                  <a:pt x="110778" y="87525"/>
                </a:cubicBezTo>
                <a:cubicBezTo>
                  <a:pt x="113082" y="85706"/>
                  <a:pt x="115496" y="82886"/>
                  <a:pt x="118020" y="79064"/>
                </a:cubicBezTo>
                <a:lnTo>
                  <a:pt x="120014" y="81124"/>
                </a:lnTo>
                <a:cubicBezTo>
                  <a:pt x="115806" y="87059"/>
                  <a:pt x="111930" y="91201"/>
                  <a:pt x="108386" y="93548"/>
                </a:cubicBezTo>
                <a:cubicBezTo>
                  <a:pt x="105773" y="95232"/>
                  <a:pt x="103293" y="96073"/>
                  <a:pt x="100945" y="96073"/>
                </a:cubicBezTo>
                <a:cubicBezTo>
                  <a:pt x="99262" y="96073"/>
                  <a:pt x="97856" y="95497"/>
                  <a:pt x="96726" y="94346"/>
                </a:cubicBezTo>
                <a:cubicBezTo>
                  <a:pt x="95597" y="93194"/>
                  <a:pt x="95032" y="91865"/>
                  <a:pt x="95032" y="90359"/>
                </a:cubicBezTo>
                <a:cubicBezTo>
                  <a:pt x="95032" y="88762"/>
                  <a:pt x="95741" y="85478"/>
                  <a:pt x="97158" y="80507"/>
                </a:cubicBezTo>
                <a:lnTo>
                  <a:pt x="115163" y="18072"/>
                </a:lnTo>
                <a:cubicBezTo>
                  <a:pt x="116625" y="12978"/>
                  <a:pt x="117356" y="10055"/>
                  <a:pt x="117356" y="9302"/>
                </a:cubicBezTo>
                <a:cubicBezTo>
                  <a:pt x="117356" y="8239"/>
                  <a:pt x="116935" y="7364"/>
                  <a:pt x="116094" y="6677"/>
                </a:cubicBezTo>
                <a:cubicBezTo>
                  <a:pt x="115252" y="5991"/>
                  <a:pt x="113945" y="5647"/>
                  <a:pt x="112174" y="5647"/>
                </a:cubicBezTo>
                <a:cubicBezTo>
                  <a:pt x="111155" y="5647"/>
                  <a:pt x="109604" y="5802"/>
                  <a:pt x="107523" y="6113"/>
                </a:cubicBezTo>
                <a:lnTo>
                  <a:pt x="107523" y="3721"/>
                </a:lnTo>
                <a:lnTo>
                  <a:pt x="130245" y="0"/>
                </a:lnTo>
                <a:close/>
                <a:moveTo>
                  <a:pt x="143822" y="69497"/>
                </a:moveTo>
                <a:cubicBezTo>
                  <a:pt x="143512" y="71705"/>
                  <a:pt x="143357" y="73537"/>
                  <a:pt x="143357" y="74993"/>
                </a:cubicBezTo>
                <a:cubicBezTo>
                  <a:pt x="143357" y="78921"/>
                  <a:pt x="144752" y="82265"/>
                  <a:pt x="147543" y="85025"/>
                </a:cubicBezTo>
                <a:cubicBezTo>
                  <a:pt x="150333" y="87784"/>
                  <a:pt x="153722" y="89163"/>
                  <a:pt x="157708" y="89163"/>
                </a:cubicBezTo>
                <a:cubicBezTo>
                  <a:pt x="160897" y="89163"/>
                  <a:pt x="163965" y="88512"/>
                  <a:pt x="166910" y="87210"/>
                </a:cubicBezTo>
                <a:cubicBezTo>
                  <a:pt x="169856" y="85906"/>
                  <a:pt x="174230" y="83023"/>
                  <a:pt x="180032" y="78562"/>
                </a:cubicBezTo>
                <a:lnTo>
                  <a:pt x="181427" y="80489"/>
                </a:lnTo>
                <a:cubicBezTo>
                  <a:pt x="170930" y="90878"/>
                  <a:pt x="160919" y="96073"/>
                  <a:pt x="151396" y="96073"/>
                </a:cubicBezTo>
                <a:cubicBezTo>
                  <a:pt x="144929" y="96073"/>
                  <a:pt x="140057" y="94034"/>
                  <a:pt x="136779" y="89954"/>
                </a:cubicBezTo>
                <a:cubicBezTo>
                  <a:pt x="133502" y="85875"/>
                  <a:pt x="131863" y="81375"/>
                  <a:pt x="131863" y="76452"/>
                </a:cubicBezTo>
                <a:cubicBezTo>
                  <a:pt x="131863" y="69846"/>
                  <a:pt x="133900" y="63084"/>
                  <a:pt x="137975" y="56167"/>
                </a:cubicBezTo>
                <a:cubicBezTo>
                  <a:pt x="142050" y="49249"/>
                  <a:pt x="147166" y="43872"/>
                  <a:pt x="153323" y="40037"/>
                </a:cubicBezTo>
                <a:cubicBezTo>
                  <a:pt x="159480" y="36201"/>
                  <a:pt x="165814" y="34283"/>
                  <a:pt x="172325" y="34283"/>
                </a:cubicBezTo>
                <a:cubicBezTo>
                  <a:pt x="177020" y="34283"/>
                  <a:pt x="180497" y="35239"/>
                  <a:pt x="182756" y="37151"/>
                </a:cubicBezTo>
                <a:cubicBezTo>
                  <a:pt x="185015" y="39062"/>
                  <a:pt x="186145" y="41330"/>
                  <a:pt x="186145" y="43955"/>
                </a:cubicBezTo>
                <a:cubicBezTo>
                  <a:pt x="186145" y="47645"/>
                  <a:pt x="184683" y="51179"/>
                  <a:pt x="181760" y="54558"/>
                </a:cubicBezTo>
                <a:cubicBezTo>
                  <a:pt x="177906" y="58960"/>
                  <a:pt x="172237" y="62516"/>
                  <a:pt x="164751" y="65228"/>
                </a:cubicBezTo>
                <a:cubicBezTo>
                  <a:pt x="159790" y="67051"/>
                  <a:pt x="152814" y="68474"/>
                  <a:pt x="143822" y="69497"/>
                </a:cubicBezTo>
                <a:moveTo>
                  <a:pt x="144287" y="66175"/>
                </a:moveTo>
                <a:cubicBezTo>
                  <a:pt x="150843" y="65420"/>
                  <a:pt x="156180" y="64133"/>
                  <a:pt x="160299" y="62313"/>
                </a:cubicBezTo>
                <a:cubicBezTo>
                  <a:pt x="165747" y="59871"/>
                  <a:pt x="169834" y="56952"/>
                  <a:pt x="172558" y="53555"/>
                </a:cubicBezTo>
                <a:cubicBezTo>
                  <a:pt x="175282" y="50159"/>
                  <a:pt x="176644" y="46929"/>
                  <a:pt x="176644" y="43865"/>
                </a:cubicBezTo>
                <a:cubicBezTo>
                  <a:pt x="176644" y="42001"/>
                  <a:pt x="176057" y="40491"/>
                  <a:pt x="174883" y="39337"/>
                </a:cubicBezTo>
                <a:cubicBezTo>
                  <a:pt x="173709" y="38183"/>
                  <a:pt x="172037" y="37605"/>
                  <a:pt x="169867" y="37605"/>
                </a:cubicBezTo>
                <a:cubicBezTo>
                  <a:pt x="165349" y="37605"/>
                  <a:pt x="160554" y="40014"/>
                  <a:pt x="155482" y="44831"/>
                </a:cubicBezTo>
                <a:cubicBezTo>
                  <a:pt x="150411" y="49648"/>
                  <a:pt x="146679" y="56762"/>
                  <a:pt x="144287" y="66175"/>
                </a:cubicBezTo>
                <a:close/>
                <a:moveTo>
                  <a:pt x="195135" y="38004"/>
                </a:moveTo>
                <a:lnTo>
                  <a:pt x="218057" y="34283"/>
                </a:lnTo>
                <a:lnTo>
                  <a:pt x="208490" y="66640"/>
                </a:lnTo>
                <a:cubicBezTo>
                  <a:pt x="216241" y="53368"/>
                  <a:pt x="223284" y="44092"/>
                  <a:pt x="229618" y="38810"/>
                </a:cubicBezTo>
                <a:cubicBezTo>
                  <a:pt x="233206" y="35792"/>
                  <a:pt x="236129" y="34283"/>
                  <a:pt x="238388" y="34283"/>
                </a:cubicBezTo>
                <a:cubicBezTo>
                  <a:pt x="239850" y="34283"/>
                  <a:pt x="241001" y="34717"/>
                  <a:pt x="241843" y="35585"/>
                </a:cubicBezTo>
                <a:cubicBezTo>
                  <a:pt x="242684" y="36452"/>
                  <a:pt x="243105" y="37708"/>
                  <a:pt x="243105" y="39354"/>
                </a:cubicBezTo>
                <a:cubicBezTo>
                  <a:pt x="243105" y="42288"/>
                  <a:pt x="242352" y="45090"/>
                  <a:pt x="240846" y="47758"/>
                </a:cubicBezTo>
                <a:cubicBezTo>
                  <a:pt x="239783" y="49760"/>
                  <a:pt x="238255" y="50761"/>
                  <a:pt x="236262" y="50761"/>
                </a:cubicBezTo>
                <a:cubicBezTo>
                  <a:pt x="235243" y="50761"/>
                  <a:pt x="234368" y="50428"/>
                  <a:pt x="233637" y="49764"/>
                </a:cubicBezTo>
                <a:cubicBezTo>
                  <a:pt x="232907" y="49100"/>
                  <a:pt x="232453" y="48081"/>
                  <a:pt x="232275" y="46708"/>
                </a:cubicBezTo>
                <a:cubicBezTo>
                  <a:pt x="232187" y="45866"/>
                  <a:pt x="231987" y="45312"/>
                  <a:pt x="231677" y="45047"/>
                </a:cubicBezTo>
                <a:cubicBezTo>
                  <a:pt x="231323" y="44692"/>
                  <a:pt x="230902" y="44515"/>
                  <a:pt x="230415" y="44515"/>
                </a:cubicBezTo>
                <a:cubicBezTo>
                  <a:pt x="229662" y="44515"/>
                  <a:pt x="228953" y="44692"/>
                  <a:pt x="228289" y="45047"/>
                </a:cubicBezTo>
                <a:cubicBezTo>
                  <a:pt x="227137" y="45667"/>
                  <a:pt x="225388" y="47394"/>
                  <a:pt x="223040" y="50227"/>
                </a:cubicBezTo>
                <a:cubicBezTo>
                  <a:pt x="219364" y="54568"/>
                  <a:pt x="215377" y="60192"/>
                  <a:pt x="211081" y="67101"/>
                </a:cubicBezTo>
                <a:cubicBezTo>
                  <a:pt x="209220" y="70023"/>
                  <a:pt x="207626" y="73322"/>
                  <a:pt x="206297" y="76998"/>
                </a:cubicBezTo>
                <a:cubicBezTo>
                  <a:pt x="204437" y="82047"/>
                  <a:pt x="203374" y="85080"/>
                  <a:pt x="203108" y="86099"/>
                </a:cubicBezTo>
                <a:lnTo>
                  <a:pt x="200982" y="94479"/>
                </a:lnTo>
                <a:lnTo>
                  <a:pt x="190816" y="94479"/>
                </a:lnTo>
                <a:lnTo>
                  <a:pt x="203108" y="53152"/>
                </a:lnTo>
                <a:cubicBezTo>
                  <a:pt x="204525" y="48344"/>
                  <a:pt x="205234" y="44915"/>
                  <a:pt x="205234" y="42867"/>
                </a:cubicBezTo>
                <a:cubicBezTo>
                  <a:pt x="205234" y="42065"/>
                  <a:pt x="204902" y="41397"/>
                  <a:pt x="204237" y="40863"/>
                </a:cubicBezTo>
                <a:cubicBezTo>
                  <a:pt x="203352" y="40153"/>
                  <a:pt x="202178" y="39798"/>
                  <a:pt x="200716" y="39798"/>
                </a:cubicBezTo>
                <a:cubicBezTo>
                  <a:pt x="199786" y="39798"/>
                  <a:pt x="198081" y="39997"/>
                  <a:pt x="195600" y="40396"/>
                </a:cubicBezTo>
                <a:lnTo>
                  <a:pt x="195135" y="38004"/>
                </a:lnTo>
                <a:close/>
                <a:moveTo>
                  <a:pt x="276304" y="17939"/>
                </a:moveTo>
                <a:lnTo>
                  <a:pt x="271121" y="35878"/>
                </a:lnTo>
                <a:lnTo>
                  <a:pt x="281552" y="35878"/>
                </a:lnTo>
                <a:lnTo>
                  <a:pt x="280423" y="40130"/>
                </a:lnTo>
                <a:lnTo>
                  <a:pt x="270058" y="40130"/>
                </a:lnTo>
                <a:lnTo>
                  <a:pt x="258630" y="79336"/>
                </a:lnTo>
                <a:cubicBezTo>
                  <a:pt x="257390" y="83551"/>
                  <a:pt x="256770" y="86280"/>
                  <a:pt x="256770" y="87523"/>
                </a:cubicBezTo>
                <a:cubicBezTo>
                  <a:pt x="256770" y="88275"/>
                  <a:pt x="256947" y="88849"/>
                  <a:pt x="257302" y="89246"/>
                </a:cubicBezTo>
                <a:cubicBezTo>
                  <a:pt x="257656" y="89644"/>
                  <a:pt x="258077" y="89842"/>
                  <a:pt x="258564" y="89842"/>
                </a:cubicBezTo>
                <a:cubicBezTo>
                  <a:pt x="259671" y="89842"/>
                  <a:pt x="261133" y="89069"/>
                  <a:pt x="262949" y="87523"/>
                </a:cubicBezTo>
                <a:cubicBezTo>
                  <a:pt x="264012" y="86637"/>
                  <a:pt x="266382" y="83913"/>
                  <a:pt x="270058" y="79351"/>
                </a:cubicBezTo>
                <a:lnTo>
                  <a:pt x="272251" y="81012"/>
                </a:lnTo>
                <a:cubicBezTo>
                  <a:pt x="268176" y="86943"/>
                  <a:pt x="264322" y="91124"/>
                  <a:pt x="260690" y="93555"/>
                </a:cubicBezTo>
                <a:cubicBezTo>
                  <a:pt x="258210" y="95234"/>
                  <a:pt x="255707" y="96073"/>
                  <a:pt x="253182" y="96073"/>
                </a:cubicBezTo>
                <a:cubicBezTo>
                  <a:pt x="251233" y="96073"/>
                  <a:pt x="249639" y="95464"/>
                  <a:pt x="248399" y="94246"/>
                </a:cubicBezTo>
                <a:cubicBezTo>
                  <a:pt x="247158" y="93028"/>
                  <a:pt x="246538" y="91467"/>
                  <a:pt x="246538" y="89562"/>
                </a:cubicBezTo>
                <a:cubicBezTo>
                  <a:pt x="246538" y="87170"/>
                  <a:pt x="247247" y="83516"/>
                  <a:pt x="248664" y="78599"/>
                </a:cubicBezTo>
                <a:lnTo>
                  <a:pt x="259760" y="40130"/>
                </a:lnTo>
                <a:lnTo>
                  <a:pt x="249727" y="40130"/>
                </a:lnTo>
                <a:lnTo>
                  <a:pt x="250392" y="37497"/>
                </a:lnTo>
                <a:cubicBezTo>
                  <a:pt x="255264" y="36153"/>
                  <a:pt x="259317" y="34168"/>
                  <a:pt x="262550" y="31543"/>
                </a:cubicBezTo>
                <a:cubicBezTo>
                  <a:pt x="265784" y="28917"/>
                  <a:pt x="269394" y="24382"/>
                  <a:pt x="273380" y="17939"/>
                </a:cubicBezTo>
                <a:lnTo>
                  <a:pt x="276304" y="17939"/>
                </a:lnTo>
                <a:close/>
                <a:moveTo>
                  <a:pt x="328150" y="34283"/>
                </a:moveTo>
                <a:lnTo>
                  <a:pt x="324097" y="54747"/>
                </a:lnTo>
                <a:lnTo>
                  <a:pt x="321639" y="54747"/>
                </a:lnTo>
                <a:cubicBezTo>
                  <a:pt x="321418" y="48765"/>
                  <a:pt x="320155" y="44412"/>
                  <a:pt x="317852" y="41689"/>
                </a:cubicBezTo>
                <a:cubicBezTo>
                  <a:pt x="315549" y="38967"/>
                  <a:pt x="312692" y="37605"/>
                  <a:pt x="309281" y="37605"/>
                </a:cubicBezTo>
                <a:cubicBezTo>
                  <a:pt x="306535" y="37605"/>
                  <a:pt x="304353" y="38360"/>
                  <a:pt x="302737" y="39871"/>
                </a:cubicBezTo>
                <a:cubicBezTo>
                  <a:pt x="301120" y="41379"/>
                  <a:pt x="300312" y="43199"/>
                  <a:pt x="300312" y="45329"/>
                </a:cubicBezTo>
                <a:cubicBezTo>
                  <a:pt x="300312" y="46795"/>
                  <a:pt x="300633" y="48194"/>
                  <a:pt x="301275" y="49525"/>
                </a:cubicBezTo>
                <a:cubicBezTo>
                  <a:pt x="301917" y="50857"/>
                  <a:pt x="303324" y="52721"/>
                  <a:pt x="305494" y="55119"/>
                </a:cubicBezTo>
                <a:cubicBezTo>
                  <a:pt x="311252" y="61424"/>
                  <a:pt x="314973" y="66174"/>
                  <a:pt x="316656" y="69370"/>
                </a:cubicBezTo>
                <a:cubicBezTo>
                  <a:pt x="318339" y="72566"/>
                  <a:pt x="319181" y="75585"/>
                  <a:pt x="319181" y="78427"/>
                </a:cubicBezTo>
                <a:cubicBezTo>
                  <a:pt x="319181" y="83043"/>
                  <a:pt x="317265" y="87138"/>
                  <a:pt x="313434" y="90712"/>
                </a:cubicBezTo>
                <a:cubicBezTo>
                  <a:pt x="309602" y="94286"/>
                  <a:pt x="304763" y="96073"/>
                  <a:pt x="298916" y="96073"/>
                </a:cubicBezTo>
                <a:cubicBezTo>
                  <a:pt x="295727" y="96073"/>
                  <a:pt x="292051" y="95320"/>
                  <a:pt x="287887" y="93814"/>
                </a:cubicBezTo>
                <a:cubicBezTo>
                  <a:pt x="286425" y="93283"/>
                  <a:pt x="285296" y="93017"/>
                  <a:pt x="284499" y="93017"/>
                </a:cubicBezTo>
                <a:cubicBezTo>
                  <a:pt x="282505" y="93017"/>
                  <a:pt x="280999" y="94036"/>
                  <a:pt x="279981" y="96073"/>
                </a:cubicBezTo>
                <a:lnTo>
                  <a:pt x="277522" y="96073"/>
                </a:lnTo>
                <a:lnTo>
                  <a:pt x="281575" y="74413"/>
                </a:lnTo>
                <a:lnTo>
                  <a:pt x="284034" y="74413"/>
                </a:lnTo>
                <a:cubicBezTo>
                  <a:pt x="284299" y="81195"/>
                  <a:pt x="285695" y="85991"/>
                  <a:pt x="288219" y="88802"/>
                </a:cubicBezTo>
                <a:cubicBezTo>
                  <a:pt x="290744" y="91612"/>
                  <a:pt x="294199" y="93017"/>
                  <a:pt x="298584" y="93017"/>
                </a:cubicBezTo>
                <a:cubicBezTo>
                  <a:pt x="301950" y="93017"/>
                  <a:pt x="304619" y="92075"/>
                  <a:pt x="306590" y="90191"/>
                </a:cubicBezTo>
                <a:cubicBezTo>
                  <a:pt x="308561" y="88306"/>
                  <a:pt x="309547" y="85989"/>
                  <a:pt x="309547" y="83240"/>
                </a:cubicBezTo>
                <a:cubicBezTo>
                  <a:pt x="309547" y="81465"/>
                  <a:pt x="309192" y="79824"/>
                  <a:pt x="308484" y="78317"/>
                </a:cubicBezTo>
                <a:cubicBezTo>
                  <a:pt x="307244" y="75656"/>
                  <a:pt x="304641" y="71976"/>
                  <a:pt x="300677" y="67275"/>
                </a:cubicBezTo>
                <a:cubicBezTo>
                  <a:pt x="296713" y="62575"/>
                  <a:pt x="294166" y="59049"/>
                  <a:pt x="293036" y="56699"/>
                </a:cubicBezTo>
                <a:cubicBezTo>
                  <a:pt x="291907" y="54348"/>
                  <a:pt x="291342" y="51998"/>
                  <a:pt x="291342" y="49648"/>
                </a:cubicBezTo>
                <a:cubicBezTo>
                  <a:pt x="291342" y="45347"/>
                  <a:pt x="292903" y="41712"/>
                  <a:pt x="296026" y="38741"/>
                </a:cubicBezTo>
                <a:cubicBezTo>
                  <a:pt x="299149" y="35769"/>
                  <a:pt x="303168" y="34283"/>
                  <a:pt x="308085" y="34283"/>
                </a:cubicBezTo>
                <a:cubicBezTo>
                  <a:pt x="309502" y="34283"/>
                  <a:pt x="310787" y="34396"/>
                  <a:pt x="311939" y="34622"/>
                </a:cubicBezTo>
                <a:cubicBezTo>
                  <a:pt x="312559" y="34757"/>
                  <a:pt x="314009" y="35267"/>
                  <a:pt x="316291" y="36150"/>
                </a:cubicBezTo>
                <a:cubicBezTo>
                  <a:pt x="318572" y="37032"/>
                  <a:pt x="320089" y="37473"/>
                  <a:pt x="320842" y="37473"/>
                </a:cubicBezTo>
                <a:cubicBezTo>
                  <a:pt x="322746" y="37473"/>
                  <a:pt x="324341" y="36409"/>
                  <a:pt x="325625" y="34283"/>
                </a:cubicBezTo>
                <a:lnTo>
                  <a:pt x="328150" y="34283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SOCAnalyst">
            <a:extLst xmlns:a="http://schemas.openxmlformats.org/drawingml/2006/main">
              <a:ext uri="{FF2B5EF4-FFF2-40B4-BE49-F238E27FC236}">
                <a16:creationId xmlns:a16="http://schemas.microsoft.com/office/drawing/2014/main" id="{2B9A51BA-5F2A-4792-8BF0-0ADA3542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261" y="1796819"/>
            <a:ext cx="743959" cy="121453"/>
          </a:xfrm>
          <a:custGeom xmlns:a="http://schemas.openxmlformats.org/drawingml/2006/main">
            <a:pathLst>
              <a:path w="743959" h="121453">
                <a:moveTo>
                  <a:pt x="56873" y="0"/>
                </a:moveTo>
                <a:lnTo>
                  <a:pt x="57604" y="30031"/>
                </a:lnTo>
                <a:lnTo>
                  <a:pt x="54880" y="30031"/>
                </a:lnTo>
                <a:cubicBezTo>
                  <a:pt x="53595" y="22521"/>
                  <a:pt x="50439" y="16479"/>
                  <a:pt x="45412" y="11907"/>
                </a:cubicBezTo>
                <a:cubicBezTo>
                  <a:pt x="40385" y="7335"/>
                  <a:pt x="34948" y="5049"/>
                  <a:pt x="29101" y="5049"/>
                </a:cubicBezTo>
                <a:cubicBezTo>
                  <a:pt x="24583" y="5049"/>
                  <a:pt x="21006" y="6253"/>
                  <a:pt x="18371" y="8660"/>
                </a:cubicBezTo>
                <a:cubicBezTo>
                  <a:pt x="15735" y="11066"/>
                  <a:pt x="14418" y="13836"/>
                  <a:pt x="14418" y="16971"/>
                </a:cubicBezTo>
                <a:cubicBezTo>
                  <a:pt x="14418" y="18958"/>
                  <a:pt x="14883" y="20724"/>
                  <a:pt x="15813" y="22270"/>
                </a:cubicBezTo>
                <a:cubicBezTo>
                  <a:pt x="17097" y="24345"/>
                  <a:pt x="19157" y="26398"/>
                  <a:pt x="21992" y="28428"/>
                </a:cubicBezTo>
                <a:cubicBezTo>
                  <a:pt x="24074" y="29886"/>
                  <a:pt x="28880" y="32469"/>
                  <a:pt x="36409" y="36179"/>
                </a:cubicBezTo>
                <a:cubicBezTo>
                  <a:pt x="46951" y="41345"/>
                  <a:pt x="54061" y="46225"/>
                  <a:pt x="57737" y="50819"/>
                </a:cubicBezTo>
                <a:cubicBezTo>
                  <a:pt x="61369" y="55411"/>
                  <a:pt x="63185" y="60667"/>
                  <a:pt x="63185" y="66586"/>
                </a:cubicBezTo>
                <a:cubicBezTo>
                  <a:pt x="63185" y="74094"/>
                  <a:pt x="60251" y="80553"/>
                  <a:pt x="54382" y="85964"/>
                </a:cubicBezTo>
                <a:cubicBezTo>
                  <a:pt x="48513" y="91375"/>
                  <a:pt x="41060" y="94080"/>
                  <a:pt x="32024" y="94080"/>
                </a:cubicBezTo>
                <a:cubicBezTo>
                  <a:pt x="29190" y="94080"/>
                  <a:pt x="26510" y="93792"/>
                  <a:pt x="23985" y="93216"/>
                </a:cubicBezTo>
                <a:cubicBezTo>
                  <a:pt x="21460" y="92640"/>
                  <a:pt x="18293" y="91555"/>
                  <a:pt x="14484" y="89961"/>
                </a:cubicBezTo>
                <a:cubicBezTo>
                  <a:pt x="12358" y="89075"/>
                  <a:pt x="10608" y="88632"/>
                  <a:pt x="9235" y="88632"/>
                </a:cubicBezTo>
                <a:cubicBezTo>
                  <a:pt x="8084" y="88632"/>
                  <a:pt x="6866" y="89080"/>
                  <a:pt x="5581" y="89977"/>
                </a:cubicBezTo>
                <a:cubicBezTo>
                  <a:pt x="4296" y="90874"/>
                  <a:pt x="3256" y="92242"/>
                  <a:pt x="2458" y="94080"/>
                </a:cubicBezTo>
                <a:lnTo>
                  <a:pt x="0" y="94080"/>
                </a:lnTo>
                <a:lnTo>
                  <a:pt x="0" y="60062"/>
                </a:lnTo>
                <a:lnTo>
                  <a:pt x="2458" y="60062"/>
                </a:lnTo>
                <a:cubicBezTo>
                  <a:pt x="4407" y="69608"/>
                  <a:pt x="8161" y="76888"/>
                  <a:pt x="13720" y="81905"/>
                </a:cubicBezTo>
                <a:cubicBezTo>
                  <a:pt x="19279" y="86921"/>
                  <a:pt x="25270" y="89429"/>
                  <a:pt x="31692" y="89429"/>
                </a:cubicBezTo>
                <a:cubicBezTo>
                  <a:pt x="36653" y="89429"/>
                  <a:pt x="40606" y="88082"/>
                  <a:pt x="43552" y="85389"/>
                </a:cubicBezTo>
                <a:cubicBezTo>
                  <a:pt x="46497" y="82695"/>
                  <a:pt x="47970" y="79560"/>
                  <a:pt x="47970" y="75983"/>
                </a:cubicBezTo>
                <a:cubicBezTo>
                  <a:pt x="47970" y="73864"/>
                  <a:pt x="47405" y="71811"/>
                  <a:pt x="46276" y="69825"/>
                </a:cubicBezTo>
                <a:cubicBezTo>
                  <a:pt x="45146" y="67837"/>
                  <a:pt x="43430" y="65949"/>
                  <a:pt x="41127" y="64161"/>
                </a:cubicBezTo>
                <a:cubicBezTo>
                  <a:pt x="38823" y="62373"/>
                  <a:pt x="34748" y="60044"/>
                  <a:pt x="28902" y="57174"/>
                </a:cubicBezTo>
                <a:cubicBezTo>
                  <a:pt x="20707" y="53156"/>
                  <a:pt x="14816" y="49731"/>
                  <a:pt x="11228" y="46901"/>
                </a:cubicBezTo>
                <a:cubicBezTo>
                  <a:pt x="7641" y="44070"/>
                  <a:pt x="4883" y="40908"/>
                  <a:pt x="2957" y="37414"/>
                </a:cubicBezTo>
                <a:cubicBezTo>
                  <a:pt x="1030" y="33921"/>
                  <a:pt x="66" y="30073"/>
                  <a:pt x="66" y="25872"/>
                </a:cubicBezTo>
                <a:cubicBezTo>
                  <a:pt x="66" y="18708"/>
                  <a:pt x="2702" y="12605"/>
                  <a:pt x="7973" y="7564"/>
                </a:cubicBezTo>
                <a:cubicBezTo>
                  <a:pt x="13244" y="2521"/>
                  <a:pt x="19888" y="0"/>
                  <a:pt x="27905" y="0"/>
                </a:cubicBezTo>
                <a:cubicBezTo>
                  <a:pt x="30828" y="0"/>
                  <a:pt x="33663" y="359"/>
                  <a:pt x="36409" y="1076"/>
                </a:cubicBezTo>
                <a:cubicBezTo>
                  <a:pt x="38491" y="1613"/>
                  <a:pt x="41027" y="2608"/>
                  <a:pt x="44017" y="4063"/>
                </a:cubicBezTo>
                <a:cubicBezTo>
                  <a:pt x="47007" y="5518"/>
                  <a:pt x="49100" y="6245"/>
                  <a:pt x="50296" y="6245"/>
                </a:cubicBezTo>
                <a:cubicBezTo>
                  <a:pt x="51447" y="6245"/>
                  <a:pt x="52355" y="5888"/>
                  <a:pt x="53020" y="5172"/>
                </a:cubicBezTo>
                <a:cubicBezTo>
                  <a:pt x="53684" y="4455"/>
                  <a:pt x="54304" y="2731"/>
                  <a:pt x="54880" y="0"/>
                </a:cubicBezTo>
                <a:lnTo>
                  <a:pt x="56873" y="0"/>
                </a:lnTo>
                <a:close/>
                <a:moveTo>
                  <a:pt x="121167" y="664"/>
                </a:moveTo>
                <a:cubicBezTo>
                  <a:pt x="135518" y="133"/>
                  <a:pt x="147178" y="4319"/>
                  <a:pt x="156148" y="13222"/>
                </a:cubicBezTo>
                <a:cubicBezTo>
                  <a:pt x="165117" y="22125"/>
                  <a:pt x="169602" y="33265"/>
                  <a:pt x="169602" y="46641"/>
                </a:cubicBezTo>
                <a:cubicBezTo>
                  <a:pt x="169602" y="58069"/>
                  <a:pt x="166258" y="68124"/>
                  <a:pt x="159570" y="76805"/>
                </a:cubicBezTo>
                <a:cubicBezTo>
                  <a:pt x="150711" y="88322"/>
                  <a:pt x="138198" y="94080"/>
                  <a:pt x="122031" y="94080"/>
                </a:cubicBezTo>
                <a:cubicBezTo>
                  <a:pt x="105819" y="94080"/>
                  <a:pt x="93284" y="88587"/>
                  <a:pt x="84425" y="77603"/>
                </a:cubicBezTo>
                <a:cubicBezTo>
                  <a:pt x="77427" y="68921"/>
                  <a:pt x="73928" y="58623"/>
                  <a:pt x="73928" y="46708"/>
                </a:cubicBezTo>
                <a:cubicBezTo>
                  <a:pt x="73928" y="33331"/>
                  <a:pt x="78479" y="22180"/>
                  <a:pt x="87581" y="13255"/>
                </a:cubicBezTo>
                <a:cubicBezTo>
                  <a:pt x="96684" y="4330"/>
                  <a:pt x="107879" y="133"/>
                  <a:pt x="121167" y="664"/>
                </a:cubicBezTo>
                <a:moveTo>
                  <a:pt x="121964" y="4917"/>
                </a:moveTo>
                <a:cubicBezTo>
                  <a:pt x="113726" y="4917"/>
                  <a:pt x="107458" y="9121"/>
                  <a:pt x="103162" y="17530"/>
                </a:cubicBezTo>
                <a:cubicBezTo>
                  <a:pt x="99662" y="24434"/>
                  <a:pt x="97913" y="34348"/>
                  <a:pt x="97913" y="47272"/>
                </a:cubicBezTo>
                <a:cubicBezTo>
                  <a:pt x="97913" y="62630"/>
                  <a:pt x="100615" y="73982"/>
                  <a:pt x="106019" y="81330"/>
                </a:cubicBezTo>
                <a:cubicBezTo>
                  <a:pt x="109783" y="86463"/>
                  <a:pt x="115054" y="89030"/>
                  <a:pt x="121831" y="89030"/>
                </a:cubicBezTo>
                <a:cubicBezTo>
                  <a:pt x="126394" y="89030"/>
                  <a:pt x="130203" y="87924"/>
                  <a:pt x="133259" y="85710"/>
                </a:cubicBezTo>
                <a:cubicBezTo>
                  <a:pt x="137157" y="82878"/>
                  <a:pt x="140191" y="78354"/>
                  <a:pt x="142362" y="72136"/>
                </a:cubicBezTo>
                <a:cubicBezTo>
                  <a:pt x="144532" y="65917"/>
                  <a:pt x="145617" y="57806"/>
                  <a:pt x="145617" y="47804"/>
                </a:cubicBezTo>
                <a:cubicBezTo>
                  <a:pt x="145617" y="35897"/>
                  <a:pt x="144510" y="26990"/>
                  <a:pt x="142295" y="21082"/>
                </a:cubicBezTo>
                <a:cubicBezTo>
                  <a:pt x="140080" y="15173"/>
                  <a:pt x="137257" y="11002"/>
                  <a:pt x="133824" y="8569"/>
                </a:cubicBezTo>
                <a:cubicBezTo>
                  <a:pt x="130391" y="6134"/>
                  <a:pt x="126438" y="4917"/>
                  <a:pt x="121964" y="4917"/>
                </a:cubicBezTo>
                <a:close/>
                <a:moveTo>
                  <a:pt x="265299" y="0"/>
                </a:moveTo>
                <a:lnTo>
                  <a:pt x="265299" y="31227"/>
                </a:lnTo>
                <a:lnTo>
                  <a:pt x="262708" y="31227"/>
                </a:lnTo>
                <a:cubicBezTo>
                  <a:pt x="260759" y="23034"/>
                  <a:pt x="257127" y="16756"/>
                  <a:pt x="251812" y="12393"/>
                </a:cubicBezTo>
                <a:cubicBezTo>
                  <a:pt x="246497" y="8029"/>
                  <a:pt x="240473" y="5847"/>
                  <a:pt x="233740" y="5847"/>
                </a:cubicBezTo>
                <a:cubicBezTo>
                  <a:pt x="228115" y="5847"/>
                  <a:pt x="222955" y="7463"/>
                  <a:pt x="218259" y="10697"/>
                </a:cubicBezTo>
                <a:cubicBezTo>
                  <a:pt x="213564" y="13930"/>
                  <a:pt x="210132" y="18160"/>
                  <a:pt x="207961" y="23387"/>
                </a:cubicBezTo>
                <a:cubicBezTo>
                  <a:pt x="205171" y="30075"/>
                  <a:pt x="203775" y="37517"/>
                  <a:pt x="203775" y="45711"/>
                </a:cubicBezTo>
                <a:cubicBezTo>
                  <a:pt x="203775" y="53773"/>
                  <a:pt x="204794" y="61114"/>
                  <a:pt x="206832" y="67736"/>
                </a:cubicBezTo>
                <a:cubicBezTo>
                  <a:pt x="208869" y="74358"/>
                  <a:pt x="212058" y="79363"/>
                  <a:pt x="216399" y="82752"/>
                </a:cubicBezTo>
                <a:cubicBezTo>
                  <a:pt x="220740" y="86140"/>
                  <a:pt x="226365" y="87834"/>
                  <a:pt x="233275" y="87834"/>
                </a:cubicBezTo>
                <a:cubicBezTo>
                  <a:pt x="238945" y="87834"/>
                  <a:pt x="244138" y="86594"/>
                  <a:pt x="248855" y="84114"/>
                </a:cubicBezTo>
                <a:cubicBezTo>
                  <a:pt x="253573" y="81633"/>
                  <a:pt x="258545" y="77359"/>
                  <a:pt x="263771" y="71291"/>
                </a:cubicBezTo>
                <a:lnTo>
                  <a:pt x="263771" y="79064"/>
                </a:lnTo>
                <a:cubicBezTo>
                  <a:pt x="258722" y="84335"/>
                  <a:pt x="253462" y="88156"/>
                  <a:pt x="247992" y="90525"/>
                </a:cubicBezTo>
                <a:cubicBezTo>
                  <a:pt x="242521" y="92895"/>
                  <a:pt x="236132" y="94080"/>
                  <a:pt x="228824" y="94080"/>
                </a:cubicBezTo>
                <a:cubicBezTo>
                  <a:pt x="219212" y="94080"/>
                  <a:pt x="210674" y="92156"/>
                  <a:pt x="203211" y="88308"/>
                </a:cubicBezTo>
                <a:cubicBezTo>
                  <a:pt x="195747" y="84460"/>
                  <a:pt x="189989" y="78931"/>
                  <a:pt x="185936" y="71723"/>
                </a:cubicBezTo>
                <a:cubicBezTo>
                  <a:pt x="181883" y="64512"/>
                  <a:pt x="179857" y="56838"/>
                  <a:pt x="179857" y="48699"/>
                </a:cubicBezTo>
                <a:cubicBezTo>
                  <a:pt x="179857" y="40118"/>
                  <a:pt x="182105" y="31980"/>
                  <a:pt x="186601" y="24284"/>
                </a:cubicBezTo>
                <a:cubicBezTo>
                  <a:pt x="191096" y="16587"/>
                  <a:pt x="197165" y="10615"/>
                  <a:pt x="204805" y="6370"/>
                </a:cubicBezTo>
                <a:cubicBezTo>
                  <a:pt x="212446" y="2123"/>
                  <a:pt x="220563" y="0"/>
                  <a:pt x="229156" y="0"/>
                </a:cubicBezTo>
                <a:cubicBezTo>
                  <a:pt x="235490" y="0"/>
                  <a:pt x="242178" y="1373"/>
                  <a:pt x="249221" y="4119"/>
                </a:cubicBezTo>
                <a:cubicBezTo>
                  <a:pt x="253296" y="5714"/>
                  <a:pt x="255887" y="6511"/>
                  <a:pt x="256994" y="6511"/>
                </a:cubicBezTo>
                <a:cubicBezTo>
                  <a:pt x="258412" y="6511"/>
                  <a:pt x="259641" y="5991"/>
                  <a:pt x="260682" y="4950"/>
                </a:cubicBezTo>
                <a:cubicBezTo>
                  <a:pt x="261723" y="3909"/>
                  <a:pt x="262398" y="2259"/>
                  <a:pt x="262708" y="0"/>
                </a:cubicBezTo>
                <a:lnTo>
                  <a:pt x="265299" y="0"/>
                </a:lnTo>
                <a:close/>
                <a:moveTo>
                  <a:pt x="355856" y="66308"/>
                </a:moveTo>
                <a:lnTo>
                  <a:pt x="324031" y="66308"/>
                </a:lnTo>
                <a:lnTo>
                  <a:pt x="320244" y="75121"/>
                </a:lnTo>
                <a:cubicBezTo>
                  <a:pt x="319003" y="78077"/>
                  <a:pt x="318383" y="80517"/>
                  <a:pt x="318383" y="82442"/>
                </a:cubicBezTo>
                <a:cubicBezTo>
                  <a:pt x="318383" y="84993"/>
                  <a:pt x="319402" y="86874"/>
                  <a:pt x="321440" y="88084"/>
                </a:cubicBezTo>
                <a:cubicBezTo>
                  <a:pt x="322636" y="88799"/>
                  <a:pt x="325581" y="89336"/>
                  <a:pt x="330276" y="89695"/>
                </a:cubicBezTo>
                <a:lnTo>
                  <a:pt x="330276" y="92087"/>
                </a:lnTo>
                <a:lnTo>
                  <a:pt x="300311" y="92087"/>
                </a:lnTo>
                <a:lnTo>
                  <a:pt x="300311" y="89695"/>
                </a:lnTo>
                <a:cubicBezTo>
                  <a:pt x="303545" y="89203"/>
                  <a:pt x="306203" y="87851"/>
                  <a:pt x="308284" y="85638"/>
                </a:cubicBezTo>
                <a:cubicBezTo>
                  <a:pt x="310366" y="83423"/>
                  <a:pt x="312935" y="78850"/>
                  <a:pt x="315991" y="71918"/>
                </a:cubicBezTo>
                <a:lnTo>
                  <a:pt x="348215" y="0"/>
                </a:lnTo>
                <a:lnTo>
                  <a:pt x="349478" y="0"/>
                </a:lnTo>
                <a:lnTo>
                  <a:pt x="381967" y="73921"/>
                </a:lnTo>
                <a:cubicBezTo>
                  <a:pt x="385068" y="80992"/>
                  <a:pt x="387614" y="85444"/>
                  <a:pt x="389608" y="87278"/>
                </a:cubicBezTo>
                <a:cubicBezTo>
                  <a:pt x="391114" y="88665"/>
                  <a:pt x="393240" y="89471"/>
                  <a:pt x="395986" y="89695"/>
                </a:cubicBezTo>
                <a:lnTo>
                  <a:pt x="395986" y="92087"/>
                </a:lnTo>
                <a:lnTo>
                  <a:pt x="352401" y="92087"/>
                </a:lnTo>
                <a:lnTo>
                  <a:pt x="352401" y="89695"/>
                </a:lnTo>
                <a:lnTo>
                  <a:pt x="354195" y="89695"/>
                </a:lnTo>
                <a:cubicBezTo>
                  <a:pt x="357694" y="89695"/>
                  <a:pt x="360152" y="89199"/>
                  <a:pt x="361570" y="88208"/>
                </a:cubicBezTo>
                <a:cubicBezTo>
                  <a:pt x="362544" y="87488"/>
                  <a:pt x="363031" y="86452"/>
                  <a:pt x="363031" y="85100"/>
                </a:cubicBezTo>
                <a:cubicBezTo>
                  <a:pt x="363031" y="84290"/>
                  <a:pt x="362899" y="83457"/>
                  <a:pt x="362633" y="82600"/>
                </a:cubicBezTo>
                <a:cubicBezTo>
                  <a:pt x="362544" y="82196"/>
                  <a:pt x="361880" y="80507"/>
                  <a:pt x="360640" y="77534"/>
                </a:cubicBezTo>
                <a:lnTo>
                  <a:pt x="355856" y="66308"/>
                </a:lnTo>
                <a:moveTo>
                  <a:pt x="353597" y="61391"/>
                </a:moveTo>
                <a:lnTo>
                  <a:pt x="340176" y="30326"/>
                </a:lnTo>
                <a:lnTo>
                  <a:pt x="326356" y="61391"/>
                </a:lnTo>
                <a:lnTo>
                  <a:pt x="353597" y="61391"/>
                </a:lnTo>
                <a:close/>
                <a:moveTo>
                  <a:pt x="427456" y="29898"/>
                </a:moveTo>
                <a:lnTo>
                  <a:pt x="427456" y="38004"/>
                </a:lnTo>
                <a:cubicBezTo>
                  <a:pt x="430645" y="34526"/>
                  <a:pt x="433701" y="31995"/>
                  <a:pt x="436625" y="30413"/>
                </a:cubicBezTo>
                <a:cubicBezTo>
                  <a:pt x="439548" y="28830"/>
                  <a:pt x="442693" y="28038"/>
                  <a:pt x="446059" y="28038"/>
                </a:cubicBezTo>
                <a:cubicBezTo>
                  <a:pt x="450090" y="28038"/>
                  <a:pt x="453434" y="29158"/>
                  <a:pt x="456092" y="31397"/>
                </a:cubicBezTo>
                <a:cubicBezTo>
                  <a:pt x="458749" y="33637"/>
                  <a:pt x="460521" y="36420"/>
                  <a:pt x="461407" y="39746"/>
                </a:cubicBezTo>
                <a:cubicBezTo>
                  <a:pt x="462116" y="42275"/>
                  <a:pt x="462470" y="47132"/>
                  <a:pt x="462470" y="54317"/>
                </a:cubicBezTo>
                <a:lnTo>
                  <a:pt x="462470" y="78533"/>
                </a:lnTo>
                <a:cubicBezTo>
                  <a:pt x="462470" y="83317"/>
                  <a:pt x="462902" y="86295"/>
                  <a:pt x="463766" y="87469"/>
                </a:cubicBezTo>
                <a:cubicBezTo>
                  <a:pt x="464629" y="88643"/>
                  <a:pt x="466434" y="89385"/>
                  <a:pt x="469180" y="89695"/>
                </a:cubicBezTo>
                <a:lnTo>
                  <a:pt x="469180" y="92087"/>
                </a:lnTo>
                <a:lnTo>
                  <a:pt x="437754" y="92087"/>
                </a:lnTo>
                <a:lnTo>
                  <a:pt x="437754" y="89695"/>
                </a:lnTo>
                <a:cubicBezTo>
                  <a:pt x="440102" y="89385"/>
                  <a:pt x="441785" y="88410"/>
                  <a:pt x="442803" y="86771"/>
                </a:cubicBezTo>
                <a:cubicBezTo>
                  <a:pt x="443512" y="85664"/>
                  <a:pt x="443867" y="82918"/>
                  <a:pt x="443867" y="78533"/>
                </a:cubicBezTo>
                <a:lnTo>
                  <a:pt x="443867" y="50894"/>
                </a:lnTo>
                <a:cubicBezTo>
                  <a:pt x="443867" y="45800"/>
                  <a:pt x="443667" y="42588"/>
                  <a:pt x="443269" y="41260"/>
                </a:cubicBezTo>
                <a:cubicBezTo>
                  <a:pt x="442870" y="39931"/>
                  <a:pt x="442194" y="38901"/>
                  <a:pt x="441242" y="38170"/>
                </a:cubicBezTo>
                <a:cubicBezTo>
                  <a:pt x="440290" y="37439"/>
                  <a:pt x="439238" y="37074"/>
                  <a:pt x="438086" y="37074"/>
                </a:cubicBezTo>
                <a:cubicBezTo>
                  <a:pt x="434277" y="37074"/>
                  <a:pt x="430733" y="39820"/>
                  <a:pt x="427456" y="45312"/>
                </a:cubicBezTo>
                <a:lnTo>
                  <a:pt x="427456" y="78533"/>
                </a:lnTo>
                <a:cubicBezTo>
                  <a:pt x="427456" y="83184"/>
                  <a:pt x="427888" y="86129"/>
                  <a:pt x="428751" y="87369"/>
                </a:cubicBezTo>
                <a:cubicBezTo>
                  <a:pt x="429615" y="88610"/>
                  <a:pt x="431221" y="89385"/>
                  <a:pt x="433568" y="89695"/>
                </a:cubicBezTo>
                <a:lnTo>
                  <a:pt x="433568" y="92087"/>
                </a:lnTo>
                <a:lnTo>
                  <a:pt x="402142" y="92087"/>
                </a:lnTo>
                <a:lnTo>
                  <a:pt x="402142" y="89695"/>
                </a:lnTo>
                <a:cubicBezTo>
                  <a:pt x="404755" y="89429"/>
                  <a:pt x="406616" y="88587"/>
                  <a:pt x="407723" y="87170"/>
                </a:cubicBezTo>
                <a:cubicBezTo>
                  <a:pt x="408476" y="86196"/>
                  <a:pt x="408852" y="83317"/>
                  <a:pt x="408852" y="78533"/>
                </a:cubicBezTo>
                <a:lnTo>
                  <a:pt x="408852" y="43452"/>
                </a:lnTo>
                <a:cubicBezTo>
                  <a:pt x="408852" y="38700"/>
                  <a:pt x="408420" y="35742"/>
                  <a:pt x="407557" y="34576"/>
                </a:cubicBezTo>
                <a:cubicBezTo>
                  <a:pt x="406693" y="33411"/>
                  <a:pt x="404888" y="32649"/>
                  <a:pt x="402142" y="32290"/>
                </a:cubicBezTo>
                <a:lnTo>
                  <a:pt x="402142" y="29898"/>
                </a:lnTo>
                <a:lnTo>
                  <a:pt x="427456" y="29898"/>
                </a:lnTo>
                <a:close/>
                <a:moveTo>
                  <a:pt x="512014" y="82918"/>
                </a:moveTo>
                <a:cubicBezTo>
                  <a:pt x="504440" y="89651"/>
                  <a:pt x="497641" y="93017"/>
                  <a:pt x="491617" y="93017"/>
                </a:cubicBezTo>
                <a:cubicBezTo>
                  <a:pt x="488073" y="93017"/>
                  <a:pt x="485128" y="91851"/>
                  <a:pt x="482780" y="89518"/>
                </a:cubicBezTo>
                <a:cubicBezTo>
                  <a:pt x="480432" y="87185"/>
                  <a:pt x="479259" y="84263"/>
                  <a:pt x="479259" y="80752"/>
                </a:cubicBezTo>
                <a:cubicBezTo>
                  <a:pt x="479259" y="75996"/>
                  <a:pt x="481296" y="71718"/>
                  <a:pt x="485371" y="67919"/>
                </a:cubicBezTo>
                <a:cubicBezTo>
                  <a:pt x="489446" y="64119"/>
                  <a:pt x="498327" y="59064"/>
                  <a:pt x="512014" y="52754"/>
                </a:cubicBezTo>
                <a:lnTo>
                  <a:pt x="512014" y="46508"/>
                </a:lnTo>
                <a:cubicBezTo>
                  <a:pt x="512014" y="41813"/>
                  <a:pt x="511759" y="38857"/>
                  <a:pt x="511250" y="37639"/>
                </a:cubicBezTo>
                <a:cubicBezTo>
                  <a:pt x="510740" y="36421"/>
                  <a:pt x="509777" y="35357"/>
                  <a:pt x="508360" y="34449"/>
                </a:cubicBezTo>
                <a:cubicBezTo>
                  <a:pt x="506942" y="33541"/>
                  <a:pt x="505348" y="33087"/>
                  <a:pt x="503576" y="33087"/>
                </a:cubicBezTo>
                <a:cubicBezTo>
                  <a:pt x="500697" y="33087"/>
                  <a:pt x="498327" y="33730"/>
                  <a:pt x="496467" y="35014"/>
                </a:cubicBezTo>
                <a:cubicBezTo>
                  <a:pt x="495315" y="35811"/>
                  <a:pt x="494739" y="36742"/>
                  <a:pt x="494739" y="37805"/>
                </a:cubicBezTo>
                <a:cubicBezTo>
                  <a:pt x="494739" y="38735"/>
                  <a:pt x="495359" y="39887"/>
                  <a:pt x="496600" y="41260"/>
                </a:cubicBezTo>
                <a:cubicBezTo>
                  <a:pt x="498283" y="43164"/>
                  <a:pt x="499124" y="45002"/>
                  <a:pt x="499124" y="46774"/>
                </a:cubicBezTo>
                <a:cubicBezTo>
                  <a:pt x="499124" y="48945"/>
                  <a:pt x="498316" y="50794"/>
                  <a:pt x="496699" y="52322"/>
                </a:cubicBezTo>
                <a:cubicBezTo>
                  <a:pt x="495083" y="53850"/>
                  <a:pt x="492968" y="54614"/>
                  <a:pt x="490354" y="54614"/>
                </a:cubicBezTo>
                <a:cubicBezTo>
                  <a:pt x="487564" y="54614"/>
                  <a:pt x="485227" y="53773"/>
                  <a:pt x="483345" y="52089"/>
                </a:cubicBezTo>
                <a:cubicBezTo>
                  <a:pt x="481462" y="50406"/>
                  <a:pt x="480521" y="48435"/>
                  <a:pt x="480521" y="46176"/>
                </a:cubicBezTo>
                <a:cubicBezTo>
                  <a:pt x="480521" y="42987"/>
                  <a:pt x="481783" y="39942"/>
                  <a:pt x="484308" y="37041"/>
                </a:cubicBezTo>
                <a:cubicBezTo>
                  <a:pt x="486833" y="34139"/>
                  <a:pt x="490354" y="31914"/>
                  <a:pt x="494872" y="30363"/>
                </a:cubicBezTo>
                <a:cubicBezTo>
                  <a:pt x="499390" y="28813"/>
                  <a:pt x="504085" y="28038"/>
                  <a:pt x="508958" y="28038"/>
                </a:cubicBezTo>
                <a:cubicBezTo>
                  <a:pt x="514849" y="28038"/>
                  <a:pt x="519511" y="29293"/>
                  <a:pt x="522943" y="31802"/>
                </a:cubicBezTo>
                <a:cubicBezTo>
                  <a:pt x="526376" y="34310"/>
                  <a:pt x="528602" y="37030"/>
                  <a:pt x="529621" y="39960"/>
                </a:cubicBezTo>
                <a:cubicBezTo>
                  <a:pt x="530241" y="41824"/>
                  <a:pt x="530551" y="46108"/>
                  <a:pt x="530551" y="52812"/>
                </a:cubicBezTo>
                <a:lnTo>
                  <a:pt x="530551" y="76986"/>
                </a:lnTo>
                <a:cubicBezTo>
                  <a:pt x="530551" y="79828"/>
                  <a:pt x="530662" y="81615"/>
                  <a:pt x="530883" y="82349"/>
                </a:cubicBezTo>
                <a:cubicBezTo>
                  <a:pt x="531105" y="83081"/>
                  <a:pt x="531437" y="83625"/>
                  <a:pt x="531880" y="83981"/>
                </a:cubicBezTo>
                <a:cubicBezTo>
                  <a:pt x="532323" y="84335"/>
                  <a:pt x="532832" y="84512"/>
                  <a:pt x="533408" y="84512"/>
                </a:cubicBezTo>
                <a:cubicBezTo>
                  <a:pt x="534559" y="84512"/>
                  <a:pt x="535733" y="83693"/>
                  <a:pt x="536929" y="82054"/>
                </a:cubicBezTo>
                <a:lnTo>
                  <a:pt x="538922" y="83649"/>
                </a:lnTo>
                <a:cubicBezTo>
                  <a:pt x="536708" y="86926"/>
                  <a:pt x="534415" y="89307"/>
                  <a:pt x="532046" y="90791"/>
                </a:cubicBezTo>
                <a:cubicBezTo>
                  <a:pt x="529676" y="92275"/>
                  <a:pt x="526985" y="93017"/>
                  <a:pt x="523973" y="93017"/>
                </a:cubicBezTo>
                <a:cubicBezTo>
                  <a:pt x="520430" y="93017"/>
                  <a:pt x="517661" y="92181"/>
                  <a:pt x="515668" y="90509"/>
                </a:cubicBezTo>
                <a:cubicBezTo>
                  <a:pt x="513675" y="88837"/>
                  <a:pt x="512457" y="86306"/>
                  <a:pt x="512014" y="82918"/>
                </a:cubicBezTo>
                <a:moveTo>
                  <a:pt x="512014" y="78001"/>
                </a:moveTo>
                <a:lnTo>
                  <a:pt x="512014" y="57218"/>
                </a:lnTo>
                <a:cubicBezTo>
                  <a:pt x="506654" y="60378"/>
                  <a:pt x="502668" y="63761"/>
                  <a:pt x="500055" y="67367"/>
                </a:cubicBezTo>
                <a:cubicBezTo>
                  <a:pt x="498327" y="69770"/>
                  <a:pt x="497463" y="72195"/>
                  <a:pt x="497463" y="74644"/>
                </a:cubicBezTo>
                <a:cubicBezTo>
                  <a:pt x="497463" y="76691"/>
                  <a:pt x="498194" y="78494"/>
                  <a:pt x="499656" y="80053"/>
                </a:cubicBezTo>
                <a:cubicBezTo>
                  <a:pt x="500763" y="81254"/>
                  <a:pt x="502314" y="81855"/>
                  <a:pt x="504307" y="81855"/>
                </a:cubicBezTo>
                <a:cubicBezTo>
                  <a:pt x="506522" y="81855"/>
                  <a:pt x="509091" y="80570"/>
                  <a:pt x="512014" y="78001"/>
                </a:cubicBezTo>
                <a:close/>
                <a:moveTo>
                  <a:pt x="570083" y="1993"/>
                </a:moveTo>
                <a:lnTo>
                  <a:pt x="570083" y="79197"/>
                </a:lnTo>
                <a:cubicBezTo>
                  <a:pt x="570083" y="83582"/>
                  <a:pt x="570593" y="86384"/>
                  <a:pt x="571611" y="87602"/>
                </a:cubicBezTo>
                <a:cubicBezTo>
                  <a:pt x="572630" y="88820"/>
                  <a:pt x="574623" y="89518"/>
                  <a:pt x="577591" y="89695"/>
                </a:cubicBezTo>
                <a:lnTo>
                  <a:pt x="577591" y="92087"/>
                </a:lnTo>
                <a:lnTo>
                  <a:pt x="544038" y="92087"/>
                </a:lnTo>
                <a:lnTo>
                  <a:pt x="544038" y="89695"/>
                </a:lnTo>
                <a:cubicBezTo>
                  <a:pt x="546785" y="89606"/>
                  <a:pt x="548822" y="88809"/>
                  <a:pt x="550151" y="87303"/>
                </a:cubicBezTo>
                <a:cubicBezTo>
                  <a:pt x="551037" y="86284"/>
                  <a:pt x="551480" y="83582"/>
                  <a:pt x="551480" y="79197"/>
                </a:cubicBezTo>
                <a:lnTo>
                  <a:pt x="551480" y="14883"/>
                </a:lnTo>
                <a:cubicBezTo>
                  <a:pt x="551480" y="10514"/>
                  <a:pt x="550970" y="7717"/>
                  <a:pt x="549952" y="6492"/>
                </a:cubicBezTo>
                <a:cubicBezTo>
                  <a:pt x="548933" y="5266"/>
                  <a:pt x="546962" y="4564"/>
                  <a:pt x="544038" y="4385"/>
                </a:cubicBezTo>
                <a:lnTo>
                  <a:pt x="544038" y="1993"/>
                </a:lnTo>
                <a:lnTo>
                  <a:pt x="570083" y="1993"/>
                </a:lnTo>
                <a:close/>
                <a:moveTo>
                  <a:pt x="612097" y="94672"/>
                </a:moveTo>
                <a:lnTo>
                  <a:pt x="592031" y="48520"/>
                </a:lnTo>
                <a:cubicBezTo>
                  <a:pt x="589019" y="41530"/>
                  <a:pt x="586794" y="37234"/>
                  <a:pt x="585354" y="35631"/>
                </a:cubicBezTo>
                <a:cubicBezTo>
                  <a:pt x="583915" y="34027"/>
                  <a:pt x="582176" y="32913"/>
                  <a:pt x="580139" y="32290"/>
                </a:cubicBezTo>
                <a:lnTo>
                  <a:pt x="580139" y="29898"/>
                </a:lnTo>
                <a:lnTo>
                  <a:pt x="613160" y="29898"/>
                </a:lnTo>
                <a:lnTo>
                  <a:pt x="613160" y="32290"/>
                </a:lnTo>
                <a:cubicBezTo>
                  <a:pt x="610989" y="32379"/>
                  <a:pt x="609461" y="32802"/>
                  <a:pt x="608575" y="33559"/>
                </a:cubicBezTo>
                <a:cubicBezTo>
                  <a:pt x="607689" y="34314"/>
                  <a:pt x="607246" y="35227"/>
                  <a:pt x="607246" y="36295"/>
                </a:cubicBezTo>
                <a:cubicBezTo>
                  <a:pt x="607246" y="37985"/>
                  <a:pt x="608354" y="41323"/>
                  <a:pt x="610568" y="46307"/>
                </a:cubicBezTo>
                <a:lnTo>
                  <a:pt x="621199" y="70738"/>
                </a:lnTo>
                <a:lnTo>
                  <a:pt x="628441" y="51859"/>
                </a:lnTo>
                <a:cubicBezTo>
                  <a:pt x="631054" y="45136"/>
                  <a:pt x="632361" y="40461"/>
                  <a:pt x="632361" y="37834"/>
                </a:cubicBezTo>
                <a:cubicBezTo>
                  <a:pt x="632361" y="36187"/>
                  <a:pt x="631818" y="34873"/>
                  <a:pt x="630733" y="33893"/>
                </a:cubicBezTo>
                <a:cubicBezTo>
                  <a:pt x="629648" y="32913"/>
                  <a:pt x="627732" y="32379"/>
                  <a:pt x="624986" y="32290"/>
                </a:cubicBezTo>
                <a:lnTo>
                  <a:pt x="624986" y="29898"/>
                </a:lnTo>
                <a:lnTo>
                  <a:pt x="645782" y="29898"/>
                </a:lnTo>
                <a:lnTo>
                  <a:pt x="645782" y="32290"/>
                </a:lnTo>
                <a:cubicBezTo>
                  <a:pt x="643744" y="32513"/>
                  <a:pt x="642083" y="33303"/>
                  <a:pt x="640799" y="34661"/>
                </a:cubicBezTo>
                <a:cubicBezTo>
                  <a:pt x="639514" y="36019"/>
                  <a:pt x="637366" y="40639"/>
                  <a:pt x="634354" y="48520"/>
                </a:cubicBezTo>
                <a:lnTo>
                  <a:pt x="616615" y="94611"/>
                </a:lnTo>
                <a:cubicBezTo>
                  <a:pt x="612141" y="106128"/>
                  <a:pt x="608819" y="113215"/>
                  <a:pt x="606648" y="115872"/>
                </a:cubicBezTo>
                <a:cubicBezTo>
                  <a:pt x="603592" y="119593"/>
                  <a:pt x="599761" y="121453"/>
                  <a:pt x="595154" y="121453"/>
                </a:cubicBezTo>
                <a:cubicBezTo>
                  <a:pt x="591478" y="121453"/>
                  <a:pt x="588499" y="120401"/>
                  <a:pt x="586218" y="118298"/>
                </a:cubicBezTo>
                <a:cubicBezTo>
                  <a:pt x="583937" y="116194"/>
                  <a:pt x="582796" y="113658"/>
                  <a:pt x="582796" y="110690"/>
                </a:cubicBezTo>
                <a:cubicBezTo>
                  <a:pt x="582796" y="108121"/>
                  <a:pt x="583582" y="105995"/>
                  <a:pt x="585155" y="104312"/>
                </a:cubicBezTo>
                <a:cubicBezTo>
                  <a:pt x="586727" y="102629"/>
                  <a:pt x="588665" y="101787"/>
                  <a:pt x="590968" y="101787"/>
                </a:cubicBezTo>
                <a:cubicBezTo>
                  <a:pt x="593183" y="101787"/>
                  <a:pt x="594966" y="102492"/>
                  <a:pt x="596317" y="103901"/>
                </a:cubicBezTo>
                <a:cubicBezTo>
                  <a:pt x="597668" y="105311"/>
                  <a:pt x="598365" y="107493"/>
                  <a:pt x="598410" y="110445"/>
                </a:cubicBezTo>
                <a:cubicBezTo>
                  <a:pt x="598454" y="112120"/>
                  <a:pt x="598653" y="113200"/>
                  <a:pt x="599008" y="113684"/>
                </a:cubicBezTo>
                <a:cubicBezTo>
                  <a:pt x="599362" y="114168"/>
                  <a:pt x="599871" y="114411"/>
                  <a:pt x="600536" y="114411"/>
                </a:cubicBezTo>
                <a:cubicBezTo>
                  <a:pt x="601599" y="114411"/>
                  <a:pt x="602728" y="113771"/>
                  <a:pt x="603924" y="112492"/>
                </a:cubicBezTo>
                <a:cubicBezTo>
                  <a:pt x="605696" y="110640"/>
                  <a:pt x="607778" y="106407"/>
                  <a:pt x="610170" y="99794"/>
                </a:cubicBezTo>
                <a:lnTo>
                  <a:pt x="612097" y="94672"/>
                </a:lnTo>
                <a:close/>
                <a:moveTo>
                  <a:pt x="690895" y="28304"/>
                </a:moveTo>
                <a:lnTo>
                  <a:pt x="691892" y="49565"/>
                </a:lnTo>
                <a:lnTo>
                  <a:pt x="689633" y="49565"/>
                </a:lnTo>
                <a:cubicBezTo>
                  <a:pt x="686931" y="43224"/>
                  <a:pt x="684129" y="38893"/>
                  <a:pt x="681228" y="36571"/>
                </a:cubicBezTo>
                <a:cubicBezTo>
                  <a:pt x="678327" y="34249"/>
                  <a:pt x="675437" y="33087"/>
                  <a:pt x="672558" y="33087"/>
                </a:cubicBezTo>
                <a:cubicBezTo>
                  <a:pt x="670742" y="33087"/>
                  <a:pt x="669191" y="33696"/>
                  <a:pt x="667907" y="34915"/>
                </a:cubicBezTo>
                <a:cubicBezTo>
                  <a:pt x="666622" y="36133"/>
                  <a:pt x="665980" y="37539"/>
                  <a:pt x="665980" y="39134"/>
                </a:cubicBezTo>
                <a:cubicBezTo>
                  <a:pt x="665980" y="40329"/>
                  <a:pt x="666423" y="41481"/>
                  <a:pt x="667309" y="42588"/>
                </a:cubicBezTo>
                <a:cubicBezTo>
                  <a:pt x="668726" y="44404"/>
                  <a:pt x="672691" y="47516"/>
                  <a:pt x="679202" y="51923"/>
                </a:cubicBezTo>
                <a:cubicBezTo>
                  <a:pt x="685713" y="56331"/>
                  <a:pt x="689998" y="60073"/>
                  <a:pt x="692058" y="63152"/>
                </a:cubicBezTo>
                <a:cubicBezTo>
                  <a:pt x="694118" y="66230"/>
                  <a:pt x="695147" y="69674"/>
                  <a:pt x="695147" y="73483"/>
                </a:cubicBezTo>
                <a:cubicBezTo>
                  <a:pt x="695147" y="76938"/>
                  <a:pt x="694284" y="80327"/>
                  <a:pt x="692556" y="83649"/>
                </a:cubicBezTo>
                <a:cubicBezTo>
                  <a:pt x="690829" y="86971"/>
                  <a:pt x="688393" y="89518"/>
                  <a:pt x="685248" y="91289"/>
                </a:cubicBezTo>
                <a:cubicBezTo>
                  <a:pt x="682103" y="93061"/>
                  <a:pt x="678626" y="93947"/>
                  <a:pt x="674817" y="93947"/>
                </a:cubicBezTo>
                <a:cubicBezTo>
                  <a:pt x="671849" y="93947"/>
                  <a:pt x="667885" y="93000"/>
                  <a:pt x="662924" y="91105"/>
                </a:cubicBezTo>
                <a:cubicBezTo>
                  <a:pt x="661595" y="90608"/>
                  <a:pt x="660687" y="90359"/>
                  <a:pt x="660200" y="90359"/>
                </a:cubicBezTo>
                <a:cubicBezTo>
                  <a:pt x="658738" y="90359"/>
                  <a:pt x="657520" y="91467"/>
                  <a:pt x="656545" y="93681"/>
                </a:cubicBezTo>
                <a:lnTo>
                  <a:pt x="654353" y="93681"/>
                </a:lnTo>
                <a:lnTo>
                  <a:pt x="653290" y="71357"/>
                </a:lnTo>
                <a:lnTo>
                  <a:pt x="655549" y="71357"/>
                </a:lnTo>
                <a:cubicBezTo>
                  <a:pt x="657542" y="77204"/>
                  <a:pt x="660277" y="81589"/>
                  <a:pt x="663754" y="84512"/>
                </a:cubicBezTo>
                <a:cubicBezTo>
                  <a:pt x="667231" y="87436"/>
                  <a:pt x="670520" y="88898"/>
                  <a:pt x="673621" y="88898"/>
                </a:cubicBezTo>
                <a:cubicBezTo>
                  <a:pt x="675747" y="88898"/>
                  <a:pt x="677485" y="88244"/>
                  <a:pt x="678836" y="86938"/>
                </a:cubicBezTo>
                <a:cubicBezTo>
                  <a:pt x="680187" y="85631"/>
                  <a:pt x="680863" y="84047"/>
                  <a:pt x="680863" y="82187"/>
                </a:cubicBezTo>
                <a:cubicBezTo>
                  <a:pt x="680863" y="80061"/>
                  <a:pt x="680198" y="78223"/>
                  <a:pt x="678870" y="76672"/>
                </a:cubicBezTo>
                <a:cubicBezTo>
                  <a:pt x="677541" y="75122"/>
                  <a:pt x="674573" y="72775"/>
                  <a:pt x="669966" y="69630"/>
                </a:cubicBezTo>
                <a:cubicBezTo>
                  <a:pt x="663190" y="64935"/>
                  <a:pt x="658804" y="61347"/>
                  <a:pt x="656811" y="58866"/>
                </a:cubicBezTo>
                <a:cubicBezTo>
                  <a:pt x="653888" y="55234"/>
                  <a:pt x="652426" y="51226"/>
                  <a:pt x="652426" y="46841"/>
                </a:cubicBezTo>
                <a:cubicBezTo>
                  <a:pt x="652426" y="42057"/>
                  <a:pt x="654076" y="37727"/>
                  <a:pt x="657376" y="33851"/>
                </a:cubicBezTo>
                <a:cubicBezTo>
                  <a:pt x="660676" y="29976"/>
                  <a:pt x="665449" y="28038"/>
                  <a:pt x="671694" y="28038"/>
                </a:cubicBezTo>
                <a:cubicBezTo>
                  <a:pt x="675060" y="28038"/>
                  <a:pt x="678316" y="28889"/>
                  <a:pt x="681461" y="30592"/>
                </a:cubicBezTo>
                <a:cubicBezTo>
                  <a:pt x="682657" y="31281"/>
                  <a:pt x="683631" y="31626"/>
                  <a:pt x="684384" y="31626"/>
                </a:cubicBezTo>
                <a:cubicBezTo>
                  <a:pt x="685181" y="31626"/>
                  <a:pt x="685824" y="31460"/>
                  <a:pt x="686311" y="31127"/>
                </a:cubicBezTo>
                <a:cubicBezTo>
                  <a:pt x="686798" y="30795"/>
                  <a:pt x="687573" y="29854"/>
                  <a:pt x="688636" y="28304"/>
                </a:cubicBezTo>
                <a:lnTo>
                  <a:pt x="690895" y="28304"/>
                </a:lnTo>
                <a:close/>
                <a:moveTo>
                  <a:pt x="729209" y="7043"/>
                </a:moveTo>
                <a:lnTo>
                  <a:pt x="729209" y="29898"/>
                </a:lnTo>
                <a:lnTo>
                  <a:pt x="743959" y="29898"/>
                </a:lnTo>
                <a:lnTo>
                  <a:pt x="743959" y="36409"/>
                </a:lnTo>
                <a:lnTo>
                  <a:pt x="729209" y="36409"/>
                </a:lnTo>
                <a:lnTo>
                  <a:pt x="729209" y="74849"/>
                </a:lnTo>
                <a:cubicBezTo>
                  <a:pt x="729209" y="78447"/>
                  <a:pt x="729375" y="80768"/>
                  <a:pt x="729708" y="81811"/>
                </a:cubicBezTo>
                <a:cubicBezTo>
                  <a:pt x="730040" y="82855"/>
                  <a:pt x="730627" y="83699"/>
                  <a:pt x="731468" y="84344"/>
                </a:cubicBezTo>
                <a:cubicBezTo>
                  <a:pt x="732310" y="84988"/>
                  <a:pt x="733085" y="85310"/>
                  <a:pt x="733794" y="85310"/>
                </a:cubicBezTo>
                <a:cubicBezTo>
                  <a:pt x="736673" y="85310"/>
                  <a:pt x="739397" y="83095"/>
                  <a:pt x="741966" y="78666"/>
                </a:cubicBezTo>
                <a:lnTo>
                  <a:pt x="743959" y="80142"/>
                </a:lnTo>
                <a:cubicBezTo>
                  <a:pt x="740371" y="88725"/>
                  <a:pt x="734547" y="93017"/>
                  <a:pt x="726485" y="93017"/>
                </a:cubicBezTo>
                <a:cubicBezTo>
                  <a:pt x="722543" y="93017"/>
                  <a:pt x="719210" y="91917"/>
                  <a:pt x="716486" y="89718"/>
                </a:cubicBezTo>
                <a:cubicBezTo>
                  <a:pt x="713762" y="87517"/>
                  <a:pt x="712023" y="85061"/>
                  <a:pt x="711270" y="82349"/>
                </a:cubicBezTo>
                <a:cubicBezTo>
                  <a:pt x="710827" y="80837"/>
                  <a:pt x="710606" y="76748"/>
                  <a:pt x="710606" y="70080"/>
                </a:cubicBezTo>
                <a:lnTo>
                  <a:pt x="710606" y="36409"/>
                </a:lnTo>
                <a:lnTo>
                  <a:pt x="702500" y="36409"/>
                </a:lnTo>
                <a:lnTo>
                  <a:pt x="702500" y="34078"/>
                </a:lnTo>
                <a:cubicBezTo>
                  <a:pt x="708081" y="30127"/>
                  <a:pt x="712832" y="25977"/>
                  <a:pt x="716752" y="21626"/>
                </a:cubicBezTo>
                <a:cubicBezTo>
                  <a:pt x="720672" y="17276"/>
                  <a:pt x="724093" y="12415"/>
                  <a:pt x="727017" y="7043"/>
                </a:cubicBezTo>
                <a:lnTo>
                  <a:pt x="729209" y="7043"/>
                </a:lnTo>
                <a:close/>
              </a:path>
            </a:pathLst>
          </a:custGeom>
          <a:solidFill xmlns:a="http://schemas.openxmlformats.org/drawingml/2006/main">
            <a:srgbClr val="3868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F04FD-AD94-462F-AC1A-F5A2FAC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297" y="1664285"/>
            <a:ext cx="460061" cy="309666"/>
          </a:xfrm>
          <a:custGeom xmlns:a="http://schemas.openxmlformats.org/drawingml/2006/main">
            <a:pathLst>
              <a:path w="460061" h="309666">
                <a:moveTo>
                  <a:pt x="0" y="309666"/>
                </a:moveTo>
                <a:lnTo>
                  <a:pt x="0" y="275648"/>
                </a:lnTo>
                <a:lnTo>
                  <a:pt x="11339" y="275648"/>
                </a:lnTo>
                <a:lnTo>
                  <a:pt x="11339" y="309666"/>
                </a:lnTo>
                <a:lnTo>
                  <a:pt x="0" y="309666"/>
                </a:lnTo>
                <a:close/>
                <a:moveTo>
                  <a:pt x="0" y="241630"/>
                </a:moveTo>
                <a:lnTo>
                  <a:pt x="0" y="207613"/>
                </a:lnTo>
                <a:lnTo>
                  <a:pt x="11339" y="207613"/>
                </a:lnTo>
                <a:lnTo>
                  <a:pt x="11339" y="241630"/>
                </a:lnTo>
                <a:lnTo>
                  <a:pt x="0" y="241630"/>
                </a:lnTo>
                <a:close/>
                <a:moveTo>
                  <a:pt x="0" y="173595"/>
                </a:moveTo>
                <a:lnTo>
                  <a:pt x="0" y="139578"/>
                </a:lnTo>
                <a:lnTo>
                  <a:pt x="11339" y="139578"/>
                </a:lnTo>
                <a:lnTo>
                  <a:pt x="11339" y="173595"/>
                </a:lnTo>
                <a:lnTo>
                  <a:pt x="0" y="173595"/>
                </a:lnTo>
                <a:close/>
                <a:moveTo>
                  <a:pt x="538" y="103883"/>
                </a:moveTo>
                <a:cubicBezTo>
                  <a:pt x="1440" y="91491"/>
                  <a:pt x="3480" y="80196"/>
                  <a:pt x="6658" y="70000"/>
                </a:cubicBezTo>
                <a:lnTo>
                  <a:pt x="17483" y="73373"/>
                </a:lnTo>
                <a:cubicBezTo>
                  <a:pt x="14565" y="82739"/>
                  <a:pt x="12686" y="93183"/>
                  <a:pt x="11847" y="104707"/>
                </a:cubicBezTo>
                <a:lnTo>
                  <a:pt x="538" y="103883"/>
                </a:lnTo>
                <a:close/>
                <a:moveTo>
                  <a:pt x="23244" y="37730"/>
                </a:moveTo>
                <a:cubicBezTo>
                  <a:pt x="30579" y="28424"/>
                  <a:pt x="39614" y="20836"/>
                  <a:pt x="50350" y="14966"/>
                </a:cubicBezTo>
                <a:lnTo>
                  <a:pt x="55789" y="24916"/>
                </a:lnTo>
                <a:cubicBezTo>
                  <a:pt x="46409" y="30044"/>
                  <a:pt x="38529" y="36656"/>
                  <a:pt x="32150" y="44750"/>
                </a:cubicBezTo>
                <a:lnTo>
                  <a:pt x="23244" y="37730"/>
                </a:lnTo>
                <a:close/>
                <a:moveTo>
                  <a:pt x="83511" y="3324"/>
                </a:moveTo>
                <a:cubicBezTo>
                  <a:pt x="94322" y="1178"/>
                  <a:pt x="106172" y="105"/>
                  <a:pt x="119062" y="105"/>
                </a:cubicBezTo>
                <a:lnTo>
                  <a:pt x="119883" y="105"/>
                </a:lnTo>
                <a:lnTo>
                  <a:pt x="119883" y="11445"/>
                </a:lnTo>
                <a:lnTo>
                  <a:pt x="119062" y="11445"/>
                </a:lnTo>
                <a:cubicBezTo>
                  <a:pt x="106914" y="11445"/>
                  <a:pt x="95799" y="12445"/>
                  <a:pt x="85718" y="14446"/>
                </a:cubicBezTo>
                <a:lnTo>
                  <a:pt x="83511" y="3324"/>
                </a:lnTo>
                <a:close/>
                <a:moveTo>
                  <a:pt x="153899" y="95"/>
                </a:moveTo>
                <a:lnTo>
                  <a:pt x="187917" y="84"/>
                </a:lnTo>
                <a:lnTo>
                  <a:pt x="187920" y="11423"/>
                </a:lnTo>
                <a:lnTo>
                  <a:pt x="153903" y="11434"/>
                </a:lnTo>
                <a:lnTo>
                  <a:pt x="153899" y="95"/>
                </a:lnTo>
                <a:close/>
                <a:moveTo>
                  <a:pt x="221935" y="74"/>
                </a:moveTo>
                <a:lnTo>
                  <a:pt x="255952" y="62"/>
                </a:lnTo>
                <a:lnTo>
                  <a:pt x="255956" y="11402"/>
                </a:lnTo>
                <a:lnTo>
                  <a:pt x="221938" y="11413"/>
                </a:lnTo>
                <a:lnTo>
                  <a:pt x="221935" y="74"/>
                </a:lnTo>
                <a:close/>
                <a:moveTo>
                  <a:pt x="289970" y="52"/>
                </a:moveTo>
                <a:lnTo>
                  <a:pt x="323987" y="42"/>
                </a:lnTo>
                <a:lnTo>
                  <a:pt x="323991" y="11381"/>
                </a:lnTo>
                <a:lnTo>
                  <a:pt x="289973" y="11391"/>
                </a:lnTo>
                <a:lnTo>
                  <a:pt x="289970" y="52"/>
                </a:lnTo>
                <a:close/>
                <a:moveTo>
                  <a:pt x="358005" y="32"/>
                </a:moveTo>
                <a:lnTo>
                  <a:pt x="392023" y="20"/>
                </a:lnTo>
                <a:lnTo>
                  <a:pt x="392026" y="11360"/>
                </a:lnTo>
                <a:lnTo>
                  <a:pt x="358008" y="11371"/>
                </a:lnTo>
                <a:lnTo>
                  <a:pt x="358005" y="32"/>
                </a:lnTo>
                <a:close/>
                <a:moveTo>
                  <a:pt x="426040" y="10"/>
                </a:moveTo>
                <a:lnTo>
                  <a:pt x="460058" y="0"/>
                </a:lnTo>
                <a:lnTo>
                  <a:pt x="460061" y="11339"/>
                </a:lnTo>
                <a:lnTo>
                  <a:pt x="426044" y="11349"/>
                </a:lnTo>
                <a:lnTo>
                  <a:pt x="426040" y="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21EFD-D972-406C-BCB6-568F45CC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070" y="1630259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F208F-BECE-47DC-B8F7-343F202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070" y="1630259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d2d396ea844d6"/>
          <a:stretch xmlns:a="http://schemas.openxmlformats.org/drawingml/2006/main"/>
        </p:blipFill>
        <p:spPr>
          <a:xfrm xmlns:a="http://schemas.openxmlformats.org/drawingml/2006/main">
            <a:off x="1417513" y="2013637"/>
            <a:ext cx="453568" cy="453568"/>
          </a:xfrm>
          <a:prstGeom xmlns:a="http://schemas.openxmlformats.org/drawingml/2006/main" prst="rect">
            <a:avLst/>
          </a:prstGeom>
        </p:spPr>
      </p:pic>
      <p:sp>
        <p:nvSpPr>
          <p:cNvPr id="56" name="Text Factors">
            <a:extLst xmlns:a="http://schemas.openxmlformats.org/drawingml/2006/main">
              <a:ext uri="{FF2B5EF4-FFF2-40B4-BE49-F238E27FC236}">
                <a16:creationId xmlns:a16="http://schemas.microsoft.com/office/drawing/2014/main" id="{E580C2F4-CC19-4D78-B1E8-A7BB988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774" y="2501842"/>
            <a:ext cx="393637" cy="91954"/>
          </a:xfrm>
          <a:custGeom xmlns:a="http://schemas.openxmlformats.org/drawingml/2006/main">
            <a:pathLst>
              <a:path w="393637" h="91954">
                <a:moveTo>
                  <a:pt x="25646" y="4917"/>
                </a:moveTo>
                <a:lnTo>
                  <a:pt x="25646" y="40263"/>
                </a:lnTo>
                <a:lnTo>
                  <a:pt x="42057" y="40263"/>
                </a:lnTo>
                <a:cubicBezTo>
                  <a:pt x="45822" y="40263"/>
                  <a:pt x="48579" y="39433"/>
                  <a:pt x="50329" y="37771"/>
                </a:cubicBezTo>
                <a:cubicBezTo>
                  <a:pt x="52078" y="36110"/>
                  <a:pt x="53241" y="32822"/>
                  <a:pt x="53817" y="27905"/>
                </a:cubicBezTo>
                <a:lnTo>
                  <a:pt x="56275" y="27905"/>
                </a:lnTo>
                <a:lnTo>
                  <a:pt x="56275" y="58468"/>
                </a:lnTo>
                <a:lnTo>
                  <a:pt x="53817" y="58468"/>
                </a:lnTo>
                <a:cubicBezTo>
                  <a:pt x="53773" y="54951"/>
                  <a:pt x="53319" y="52368"/>
                  <a:pt x="52455" y="50721"/>
                </a:cubicBezTo>
                <a:cubicBezTo>
                  <a:pt x="51591" y="49073"/>
                  <a:pt x="50395" y="47837"/>
                  <a:pt x="48867" y="47013"/>
                </a:cubicBezTo>
                <a:cubicBezTo>
                  <a:pt x="47339" y="46189"/>
                  <a:pt x="45069" y="45778"/>
                  <a:pt x="42057" y="45778"/>
                </a:cubicBezTo>
                <a:lnTo>
                  <a:pt x="25646" y="45778"/>
                </a:lnTo>
                <a:lnTo>
                  <a:pt x="25646" y="74127"/>
                </a:lnTo>
                <a:cubicBezTo>
                  <a:pt x="25646" y="78696"/>
                  <a:pt x="25934" y="81713"/>
                  <a:pt x="26510" y="83177"/>
                </a:cubicBezTo>
                <a:cubicBezTo>
                  <a:pt x="26953" y="84286"/>
                  <a:pt x="27883" y="85240"/>
                  <a:pt x="29300" y="86039"/>
                </a:cubicBezTo>
                <a:cubicBezTo>
                  <a:pt x="31249" y="87103"/>
                  <a:pt x="33287" y="87635"/>
                  <a:pt x="35413" y="87635"/>
                </a:cubicBezTo>
                <a:lnTo>
                  <a:pt x="38668" y="87635"/>
                </a:lnTo>
                <a:lnTo>
                  <a:pt x="38668" y="90093"/>
                </a:lnTo>
                <a:lnTo>
                  <a:pt x="0" y="90093"/>
                </a:lnTo>
                <a:lnTo>
                  <a:pt x="0" y="87635"/>
                </a:lnTo>
                <a:lnTo>
                  <a:pt x="3189" y="87635"/>
                </a:lnTo>
                <a:cubicBezTo>
                  <a:pt x="6910" y="87635"/>
                  <a:pt x="9612" y="86550"/>
                  <a:pt x="11295" y="84380"/>
                </a:cubicBezTo>
                <a:cubicBezTo>
                  <a:pt x="12358" y="82962"/>
                  <a:pt x="12889" y="79552"/>
                  <a:pt x="12889" y="74148"/>
                </a:cubicBezTo>
                <a:lnTo>
                  <a:pt x="12889" y="15946"/>
                </a:lnTo>
                <a:cubicBezTo>
                  <a:pt x="12889" y="11383"/>
                  <a:pt x="12602" y="8372"/>
                  <a:pt x="12026" y="6910"/>
                </a:cubicBezTo>
                <a:cubicBezTo>
                  <a:pt x="11583" y="5802"/>
                  <a:pt x="10675" y="4850"/>
                  <a:pt x="9302" y="4053"/>
                </a:cubicBezTo>
                <a:cubicBezTo>
                  <a:pt x="7397" y="2990"/>
                  <a:pt x="5360" y="2458"/>
                  <a:pt x="3189" y="2458"/>
                </a:cubicBezTo>
                <a:lnTo>
                  <a:pt x="0" y="2458"/>
                </a:lnTo>
                <a:lnTo>
                  <a:pt x="0" y="0"/>
                </a:lnTo>
                <a:lnTo>
                  <a:pt x="67039" y="0"/>
                </a:lnTo>
                <a:lnTo>
                  <a:pt x="67902" y="19799"/>
                </a:lnTo>
                <a:lnTo>
                  <a:pt x="65577" y="19799"/>
                </a:lnTo>
                <a:cubicBezTo>
                  <a:pt x="64425" y="15591"/>
                  <a:pt x="63085" y="12502"/>
                  <a:pt x="61557" y="10531"/>
                </a:cubicBezTo>
                <a:cubicBezTo>
                  <a:pt x="60029" y="8560"/>
                  <a:pt x="58147" y="7131"/>
                  <a:pt x="55910" y="6245"/>
                </a:cubicBezTo>
                <a:cubicBezTo>
                  <a:pt x="53673" y="5360"/>
                  <a:pt x="50207" y="4917"/>
                  <a:pt x="45512" y="4917"/>
                </a:cubicBezTo>
                <a:lnTo>
                  <a:pt x="25646" y="4917"/>
                </a:lnTo>
                <a:close/>
                <a:moveTo>
                  <a:pt x="112198" y="81323"/>
                </a:moveTo>
                <a:cubicBezTo>
                  <a:pt x="105952" y="86151"/>
                  <a:pt x="102032" y="88942"/>
                  <a:pt x="100438" y="89695"/>
                </a:cubicBezTo>
                <a:cubicBezTo>
                  <a:pt x="98046" y="90846"/>
                  <a:pt x="95499" y="91422"/>
                  <a:pt x="92797" y="91422"/>
                </a:cubicBezTo>
                <a:cubicBezTo>
                  <a:pt x="88589" y="91422"/>
                  <a:pt x="85123" y="89983"/>
                  <a:pt x="82399" y="87104"/>
                </a:cubicBezTo>
                <a:cubicBezTo>
                  <a:pt x="79675" y="84225"/>
                  <a:pt x="78313" y="80437"/>
                  <a:pt x="78313" y="75742"/>
                </a:cubicBezTo>
                <a:cubicBezTo>
                  <a:pt x="78313" y="72775"/>
                  <a:pt x="78977" y="70206"/>
                  <a:pt x="80306" y="68035"/>
                </a:cubicBezTo>
                <a:cubicBezTo>
                  <a:pt x="82122" y="65023"/>
                  <a:pt x="85278" y="62188"/>
                  <a:pt x="89774" y="59531"/>
                </a:cubicBezTo>
                <a:cubicBezTo>
                  <a:pt x="94270" y="56873"/>
                  <a:pt x="101744" y="53640"/>
                  <a:pt x="112198" y="49830"/>
                </a:cubicBezTo>
                <a:lnTo>
                  <a:pt x="112198" y="47439"/>
                </a:lnTo>
                <a:cubicBezTo>
                  <a:pt x="112198" y="41370"/>
                  <a:pt x="111234" y="37207"/>
                  <a:pt x="109307" y="34948"/>
                </a:cubicBezTo>
                <a:cubicBezTo>
                  <a:pt x="107381" y="32689"/>
                  <a:pt x="104579" y="31559"/>
                  <a:pt x="100903" y="31559"/>
                </a:cubicBezTo>
                <a:cubicBezTo>
                  <a:pt x="98112" y="31559"/>
                  <a:pt x="95897" y="32310"/>
                  <a:pt x="94259" y="33810"/>
                </a:cubicBezTo>
                <a:cubicBezTo>
                  <a:pt x="92575" y="35310"/>
                  <a:pt x="91734" y="37032"/>
                  <a:pt x="91734" y="38974"/>
                </a:cubicBezTo>
                <a:lnTo>
                  <a:pt x="91867" y="42813"/>
                </a:lnTo>
                <a:cubicBezTo>
                  <a:pt x="91867" y="44842"/>
                  <a:pt x="91346" y="46408"/>
                  <a:pt x="90305" y="47511"/>
                </a:cubicBezTo>
                <a:cubicBezTo>
                  <a:pt x="89264" y="48614"/>
                  <a:pt x="87902" y="49166"/>
                  <a:pt x="86219" y="49166"/>
                </a:cubicBezTo>
                <a:cubicBezTo>
                  <a:pt x="84580" y="49166"/>
                  <a:pt x="83240" y="48592"/>
                  <a:pt x="82200" y="47445"/>
                </a:cubicBezTo>
                <a:cubicBezTo>
                  <a:pt x="81159" y="46296"/>
                  <a:pt x="80638" y="44728"/>
                  <a:pt x="80638" y="42740"/>
                </a:cubicBezTo>
                <a:cubicBezTo>
                  <a:pt x="80638" y="38943"/>
                  <a:pt x="82587" y="35455"/>
                  <a:pt x="86485" y="32276"/>
                </a:cubicBezTo>
                <a:cubicBezTo>
                  <a:pt x="90383" y="29096"/>
                  <a:pt x="95853" y="27506"/>
                  <a:pt x="102896" y="27506"/>
                </a:cubicBezTo>
                <a:cubicBezTo>
                  <a:pt x="108300" y="27506"/>
                  <a:pt x="112729" y="28413"/>
                  <a:pt x="116184" y="30226"/>
                </a:cubicBezTo>
                <a:cubicBezTo>
                  <a:pt x="118797" y="31598"/>
                  <a:pt x="120724" y="33744"/>
                  <a:pt x="121964" y="36665"/>
                </a:cubicBezTo>
                <a:cubicBezTo>
                  <a:pt x="122762" y="38567"/>
                  <a:pt x="123160" y="42460"/>
                  <a:pt x="123160" y="48344"/>
                </a:cubicBezTo>
                <a:lnTo>
                  <a:pt x="123160" y="68982"/>
                </a:lnTo>
                <a:cubicBezTo>
                  <a:pt x="123160" y="74778"/>
                  <a:pt x="123271" y="78328"/>
                  <a:pt x="123492" y="79633"/>
                </a:cubicBezTo>
                <a:cubicBezTo>
                  <a:pt x="123714" y="80939"/>
                  <a:pt x="124079" y="81813"/>
                  <a:pt x="124589" y="82256"/>
                </a:cubicBezTo>
                <a:cubicBezTo>
                  <a:pt x="125098" y="82697"/>
                  <a:pt x="125685" y="82918"/>
                  <a:pt x="126349" y="82918"/>
                </a:cubicBezTo>
                <a:cubicBezTo>
                  <a:pt x="127058" y="82918"/>
                  <a:pt x="127678" y="82763"/>
                  <a:pt x="128210" y="82453"/>
                </a:cubicBezTo>
                <a:cubicBezTo>
                  <a:pt x="129140" y="81877"/>
                  <a:pt x="130934" y="80260"/>
                  <a:pt x="133591" y="77603"/>
                </a:cubicBezTo>
                <a:lnTo>
                  <a:pt x="133591" y="81323"/>
                </a:lnTo>
                <a:cubicBezTo>
                  <a:pt x="128630" y="87967"/>
                  <a:pt x="123891" y="91289"/>
                  <a:pt x="119373" y="91289"/>
                </a:cubicBezTo>
                <a:cubicBezTo>
                  <a:pt x="117203" y="91289"/>
                  <a:pt x="115475" y="90536"/>
                  <a:pt x="114191" y="89030"/>
                </a:cubicBezTo>
                <a:cubicBezTo>
                  <a:pt x="112906" y="87524"/>
                  <a:pt x="112242" y="84955"/>
                  <a:pt x="112198" y="81323"/>
                </a:cubicBezTo>
                <a:moveTo>
                  <a:pt x="112198" y="76967"/>
                </a:moveTo>
                <a:lnTo>
                  <a:pt x="112198" y="53883"/>
                </a:lnTo>
                <a:cubicBezTo>
                  <a:pt x="105509" y="56529"/>
                  <a:pt x="101191" y="58403"/>
                  <a:pt x="99242" y="59506"/>
                </a:cubicBezTo>
                <a:cubicBezTo>
                  <a:pt x="95742" y="61446"/>
                  <a:pt x="93240" y="63475"/>
                  <a:pt x="91734" y="65591"/>
                </a:cubicBezTo>
                <a:cubicBezTo>
                  <a:pt x="90228" y="67708"/>
                  <a:pt x="89475" y="70023"/>
                  <a:pt x="89475" y="72537"/>
                </a:cubicBezTo>
                <a:cubicBezTo>
                  <a:pt x="89475" y="75712"/>
                  <a:pt x="90427" y="78347"/>
                  <a:pt x="92332" y="80441"/>
                </a:cubicBezTo>
                <a:cubicBezTo>
                  <a:pt x="94236" y="82535"/>
                  <a:pt x="96429" y="83582"/>
                  <a:pt x="98909" y="83582"/>
                </a:cubicBezTo>
                <a:cubicBezTo>
                  <a:pt x="102276" y="83582"/>
                  <a:pt x="106705" y="81377"/>
                  <a:pt x="112198" y="76967"/>
                </a:cubicBezTo>
                <a:close/>
                <a:moveTo>
                  <a:pt x="189821" y="66972"/>
                </a:moveTo>
                <a:cubicBezTo>
                  <a:pt x="188182" y="74989"/>
                  <a:pt x="184971" y="81157"/>
                  <a:pt x="180187" y="85476"/>
                </a:cubicBezTo>
                <a:cubicBezTo>
                  <a:pt x="175403" y="89794"/>
                  <a:pt x="170110" y="91954"/>
                  <a:pt x="164308" y="91954"/>
                </a:cubicBezTo>
                <a:cubicBezTo>
                  <a:pt x="157398" y="91954"/>
                  <a:pt x="151374" y="89056"/>
                  <a:pt x="146236" y="83260"/>
                </a:cubicBezTo>
                <a:cubicBezTo>
                  <a:pt x="141098" y="77464"/>
                  <a:pt x="138529" y="69631"/>
                  <a:pt x="138529" y="59763"/>
                </a:cubicBezTo>
                <a:cubicBezTo>
                  <a:pt x="138529" y="50206"/>
                  <a:pt x="141375" y="42440"/>
                  <a:pt x="147066" y="36468"/>
                </a:cubicBezTo>
                <a:cubicBezTo>
                  <a:pt x="152758" y="30493"/>
                  <a:pt x="159590" y="27506"/>
                  <a:pt x="167563" y="27506"/>
                </a:cubicBezTo>
                <a:cubicBezTo>
                  <a:pt x="173543" y="27506"/>
                  <a:pt x="178459" y="29085"/>
                  <a:pt x="182313" y="32242"/>
                </a:cubicBezTo>
                <a:cubicBezTo>
                  <a:pt x="186167" y="35398"/>
                  <a:pt x="188093" y="38676"/>
                  <a:pt x="188093" y="42076"/>
                </a:cubicBezTo>
                <a:cubicBezTo>
                  <a:pt x="188093" y="43753"/>
                  <a:pt x="187551" y="45111"/>
                  <a:pt x="186466" y="46149"/>
                </a:cubicBezTo>
                <a:cubicBezTo>
                  <a:pt x="185380" y="47186"/>
                  <a:pt x="183863" y="47704"/>
                  <a:pt x="181914" y="47704"/>
                </a:cubicBezTo>
                <a:cubicBezTo>
                  <a:pt x="179301" y="47704"/>
                  <a:pt x="177330" y="46863"/>
                  <a:pt x="176001" y="45180"/>
                </a:cubicBezTo>
                <a:cubicBezTo>
                  <a:pt x="175248" y="44249"/>
                  <a:pt x="174750" y="42478"/>
                  <a:pt x="174506" y="39864"/>
                </a:cubicBezTo>
                <a:cubicBezTo>
                  <a:pt x="174263" y="37251"/>
                  <a:pt x="173366" y="35258"/>
                  <a:pt x="171815" y="33885"/>
                </a:cubicBezTo>
                <a:cubicBezTo>
                  <a:pt x="170265" y="32556"/>
                  <a:pt x="168117" y="31891"/>
                  <a:pt x="165371" y="31891"/>
                </a:cubicBezTo>
                <a:cubicBezTo>
                  <a:pt x="160941" y="31891"/>
                  <a:pt x="157376" y="33530"/>
                  <a:pt x="154674" y="36808"/>
                </a:cubicBezTo>
                <a:cubicBezTo>
                  <a:pt x="151086" y="41149"/>
                  <a:pt x="149292" y="46885"/>
                  <a:pt x="149292" y="54016"/>
                </a:cubicBezTo>
                <a:cubicBezTo>
                  <a:pt x="149292" y="61280"/>
                  <a:pt x="151075" y="67692"/>
                  <a:pt x="154640" y="73251"/>
                </a:cubicBezTo>
                <a:cubicBezTo>
                  <a:pt x="158206" y="78810"/>
                  <a:pt x="163023" y="81589"/>
                  <a:pt x="169091" y="81589"/>
                </a:cubicBezTo>
                <a:cubicBezTo>
                  <a:pt x="173432" y="81589"/>
                  <a:pt x="177330" y="80105"/>
                  <a:pt x="180785" y="77138"/>
                </a:cubicBezTo>
                <a:cubicBezTo>
                  <a:pt x="183221" y="75100"/>
                  <a:pt x="185591" y="71402"/>
                  <a:pt x="187894" y="66042"/>
                </a:cubicBezTo>
                <a:lnTo>
                  <a:pt x="189821" y="66972"/>
                </a:lnTo>
                <a:close/>
                <a:moveTo>
                  <a:pt x="216219" y="9169"/>
                </a:moveTo>
                <a:lnTo>
                  <a:pt x="216219" y="29234"/>
                </a:lnTo>
                <a:lnTo>
                  <a:pt x="230437" y="29234"/>
                </a:lnTo>
                <a:lnTo>
                  <a:pt x="230437" y="33885"/>
                </a:lnTo>
                <a:lnTo>
                  <a:pt x="216219" y="33885"/>
                </a:lnTo>
                <a:lnTo>
                  <a:pt x="216219" y="73296"/>
                </a:lnTo>
                <a:cubicBezTo>
                  <a:pt x="216219" y="77234"/>
                  <a:pt x="216783" y="79889"/>
                  <a:pt x="217913" y="81261"/>
                </a:cubicBezTo>
                <a:cubicBezTo>
                  <a:pt x="219042" y="82631"/>
                  <a:pt x="220493" y="83317"/>
                  <a:pt x="222265" y="83317"/>
                </a:cubicBezTo>
                <a:cubicBezTo>
                  <a:pt x="223726" y="83317"/>
                  <a:pt x="225144" y="82863"/>
                  <a:pt x="226517" y="81954"/>
                </a:cubicBezTo>
                <a:cubicBezTo>
                  <a:pt x="227890" y="81046"/>
                  <a:pt x="228953" y="79707"/>
                  <a:pt x="229706" y="77935"/>
                </a:cubicBezTo>
                <a:lnTo>
                  <a:pt x="232297" y="77935"/>
                </a:lnTo>
                <a:cubicBezTo>
                  <a:pt x="230747" y="82288"/>
                  <a:pt x="228554" y="85580"/>
                  <a:pt x="225720" y="87812"/>
                </a:cubicBezTo>
                <a:cubicBezTo>
                  <a:pt x="222885" y="90042"/>
                  <a:pt x="219961" y="91157"/>
                  <a:pt x="216949" y="91157"/>
                </a:cubicBezTo>
                <a:cubicBezTo>
                  <a:pt x="214912" y="91157"/>
                  <a:pt x="212919" y="90591"/>
                  <a:pt x="210970" y="89460"/>
                </a:cubicBezTo>
                <a:cubicBezTo>
                  <a:pt x="209021" y="88329"/>
                  <a:pt x="207581" y="86711"/>
                  <a:pt x="206651" y="84606"/>
                </a:cubicBezTo>
                <a:cubicBezTo>
                  <a:pt x="205721" y="82499"/>
                  <a:pt x="205256" y="79251"/>
                  <a:pt x="205256" y="74860"/>
                </a:cubicBezTo>
                <a:lnTo>
                  <a:pt x="205256" y="33885"/>
                </a:lnTo>
                <a:lnTo>
                  <a:pt x="195622" y="33885"/>
                </a:lnTo>
                <a:lnTo>
                  <a:pt x="195622" y="31692"/>
                </a:lnTo>
                <a:cubicBezTo>
                  <a:pt x="198058" y="30715"/>
                  <a:pt x="200550" y="29060"/>
                  <a:pt x="203097" y="26728"/>
                </a:cubicBezTo>
                <a:cubicBezTo>
                  <a:pt x="205643" y="24395"/>
                  <a:pt x="207913" y="21630"/>
                  <a:pt x="209907" y="18431"/>
                </a:cubicBezTo>
                <a:cubicBezTo>
                  <a:pt x="210925" y="16744"/>
                  <a:pt x="212343" y="13656"/>
                  <a:pt x="214159" y="9169"/>
                </a:cubicBezTo>
                <a:lnTo>
                  <a:pt x="216219" y="9169"/>
                </a:lnTo>
                <a:close/>
                <a:moveTo>
                  <a:pt x="266138" y="27506"/>
                </a:moveTo>
                <a:cubicBezTo>
                  <a:pt x="275351" y="27506"/>
                  <a:pt x="282748" y="31002"/>
                  <a:pt x="288329" y="37994"/>
                </a:cubicBezTo>
                <a:cubicBezTo>
                  <a:pt x="293069" y="43966"/>
                  <a:pt x="295439" y="50825"/>
                  <a:pt x="295439" y="58569"/>
                </a:cubicBezTo>
                <a:cubicBezTo>
                  <a:pt x="295439" y="64012"/>
                  <a:pt x="294132" y="69521"/>
                  <a:pt x="291519" y="75097"/>
                </a:cubicBezTo>
                <a:cubicBezTo>
                  <a:pt x="288905" y="80671"/>
                  <a:pt x="285306" y="84874"/>
                  <a:pt x="280722" y="87706"/>
                </a:cubicBezTo>
                <a:cubicBezTo>
                  <a:pt x="276138" y="90538"/>
                  <a:pt x="271033" y="91954"/>
                  <a:pt x="265407" y="91954"/>
                </a:cubicBezTo>
                <a:cubicBezTo>
                  <a:pt x="256239" y="91954"/>
                  <a:pt x="248952" y="88303"/>
                  <a:pt x="243549" y="81001"/>
                </a:cubicBezTo>
                <a:cubicBezTo>
                  <a:pt x="238986" y="74852"/>
                  <a:pt x="236705" y="67949"/>
                  <a:pt x="236705" y="60295"/>
                </a:cubicBezTo>
                <a:cubicBezTo>
                  <a:pt x="236705" y="54719"/>
                  <a:pt x="238089" y="49177"/>
                  <a:pt x="240858" y="43668"/>
                </a:cubicBezTo>
                <a:cubicBezTo>
                  <a:pt x="243626" y="38159"/>
                  <a:pt x="247269" y="34088"/>
                  <a:pt x="251787" y="31455"/>
                </a:cubicBezTo>
                <a:cubicBezTo>
                  <a:pt x="256305" y="28823"/>
                  <a:pt x="261089" y="27506"/>
                  <a:pt x="266138" y="27506"/>
                </a:cubicBezTo>
                <a:moveTo>
                  <a:pt x="264079" y="31891"/>
                </a:moveTo>
                <a:cubicBezTo>
                  <a:pt x="261731" y="31891"/>
                  <a:pt x="259372" y="32588"/>
                  <a:pt x="257003" y="33982"/>
                </a:cubicBezTo>
                <a:cubicBezTo>
                  <a:pt x="254633" y="35376"/>
                  <a:pt x="252717" y="37821"/>
                  <a:pt x="251256" y="41316"/>
                </a:cubicBezTo>
                <a:cubicBezTo>
                  <a:pt x="249794" y="44811"/>
                  <a:pt x="249063" y="49301"/>
                  <a:pt x="249063" y="54787"/>
                </a:cubicBezTo>
                <a:cubicBezTo>
                  <a:pt x="249063" y="63634"/>
                  <a:pt x="250824" y="71266"/>
                  <a:pt x="254345" y="77682"/>
                </a:cubicBezTo>
                <a:cubicBezTo>
                  <a:pt x="257866" y="84096"/>
                  <a:pt x="262506" y="87303"/>
                  <a:pt x="268264" y="87303"/>
                </a:cubicBezTo>
                <a:cubicBezTo>
                  <a:pt x="272561" y="87303"/>
                  <a:pt x="276104" y="85533"/>
                  <a:pt x="278895" y="81994"/>
                </a:cubicBezTo>
                <a:cubicBezTo>
                  <a:pt x="281685" y="78455"/>
                  <a:pt x="283081" y="72372"/>
                  <a:pt x="283081" y="63746"/>
                </a:cubicBezTo>
                <a:cubicBezTo>
                  <a:pt x="283081" y="52950"/>
                  <a:pt x="280755" y="44456"/>
                  <a:pt x="276104" y="38261"/>
                </a:cubicBezTo>
                <a:cubicBezTo>
                  <a:pt x="272960" y="34015"/>
                  <a:pt x="268951" y="31891"/>
                  <a:pt x="264079" y="31891"/>
                </a:cubicBezTo>
                <a:close/>
                <a:moveTo>
                  <a:pt x="322214" y="27506"/>
                </a:moveTo>
                <a:lnTo>
                  <a:pt x="322214" y="41193"/>
                </a:lnTo>
                <a:cubicBezTo>
                  <a:pt x="327308" y="32069"/>
                  <a:pt x="332535" y="27506"/>
                  <a:pt x="337894" y="27506"/>
                </a:cubicBezTo>
                <a:cubicBezTo>
                  <a:pt x="340330" y="27506"/>
                  <a:pt x="342346" y="28248"/>
                  <a:pt x="343940" y="29732"/>
                </a:cubicBezTo>
                <a:cubicBezTo>
                  <a:pt x="345535" y="31216"/>
                  <a:pt x="346332" y="32932"/>
                  <a:pt x="346332" y="34881"/>
                </a:cubicBezTo>
                <a:cubicBezTo>
                  <a:pt x="346332" y="36609"/>
                  <a:pt x="345756" y="38070"/>
                  <a:pt x="344605" y="39266"/>
                </a:cubicBezTo>
                <a:cubicBezTo>
                  <a:pt x="343453" y="40462"/>
                  <a:pt x="342080" y="41060"/>
                  <a:pt x="340485" y="41060"/>
                </a:cubicBezTo>
                <a:cubicBezTo>
                  <a:pt x="338935" y="41060"/>
                  <a:pt x="337197" y="40296"/>
                  <a:pt x="335270" y="38768"/>
                </a:cubicBezTo>
                <a:cubicBezTo>
                  <a:pt x="333343" y="37240"/>
                  <a:pt x="331915" y="36476"/>
                  <a:pt x="330984" y="36476"/>
                </a:cubicBezTo>
                <a:cubicBezTo>
                  <a:pt x="330187" y="36476"/>
                  <a:pt x="329323" y="36917"/>
                  <a:pt x="328393" y="37801"/>
                </a:cubicBezTo>
                <a:cubicBezTo>
                  <a:pt x="326400" y="39612"/>
                  <a:pt x="324340" y="42595"/>
                  <a:pt x="322214" y="46747"/>
                </a:cubicBezTo>
                <a:lnTo>
                  <a:pt x="322214" y="75840"/>
                </a:lnTo>
                <a:cubicBezTo>
                  <a:pt x="322214" y="79197"/>
                  <a:pt x="322635" y="81736"/>
                  <a:pt x="323477" y="83460"/>
                </a:cubicBezTo>
                <a:cubicBezTo>
                  <a:pt x="324052" y="84653"/>
                  <a:pt x="325071" y="85647"/>
                  <a:pt x="326533" y="86443"/>
                </a:cubicBezTo>
                <a:cubicBezTo>
                  <a:pt x="327995" y="87238"/>
                  <a:pt x="330099" y="87635"/>
                  <a:pt x="332845" y="87635"/>
                </a:cubicBezTo>
                <a:lnTo>
                  <a:pt x="332845" y="90093"/>
                </a:lnTo>
                <a:lnTo>
                  <a:pt x="301684" y="90093"/>
                </a:lnTo>
                <a:lnTo>
                  <a:pt x="301684" y="87635"/>
                </a:lnTo>
                <a:cubicBezTo>
                  <a:pt x="304785" y="87635"/>
                  <a:pt x="307088" y="87149"/>
                  <a:pt x="308594" y="86178"/>
                </a:cubicBezTo>
                <a:cubicBezTo>
                  <a:pt x="309701" y="85470"/>
                  <a:pt x="310476" y="84343"/>
                  <a:pt x="310919" y="82795"/>
                </a:cubicBezTo>
                <a:cubicBezTo>
                  <a:pt x="311141" y="82044"/>
                  <a:pt x="311252" y="79900"/>
                  <a:pt x="311252" y="76365"/>
                </a:cubicBezTo>
                <a:lnTo>
                  <a:pt x="311252" y="52831"/>
                </a:lnTo>
                <a:cubicBezTo>
                  <a:pt x="311252" y="45759"/>
                  <a:pt x="311108" y="41550"/>
                  <a:pt x="310820" y="40203"/>
                </a:cubicBezTo>
                <a:cubicBezTo>
                  <a:pt x="310532" y="38855"/>
                  <a:pt x="310000" y="37871"/>
                  <a:pt x="309225" y="37252"/>
                </a:cubicBezTo>
                <a:cubicBezTo>
                  <a:pt x="308450" y="36634"/>
                  <a:pt x="307487" y="36324"/>
                  <a:pt x="306335" y="36324"/>
                </a:cubicBezTo>
                <a:cubicBezTo>
                  <a:pt x="304962" y="36324"/>
                  <a:pt x="303412" y="36656"/>
                  <a:pt x="301684" y="37319"/>
                </a:cubicBezTo>
                <a:lnTo>
                  <a:pt x="301020" y="34931"/>
                </a:lnTo>
                <a:lnTo>
                  <a:pt x="319424" y="27506"/>
                </a:lnTo>
                <a:lnTo>
                  <a:pt x="322214" y="27506"/>
                </a:lnTo>
                <a:close/>
                <a:moveTo>
                  <a:pt x="389052" y="27506"/>
                </a:moveTo>
                <a:lnTo>
                  <a:pt x="389052" y="48103"/>
                </a:lnTo>
                <a:lnTo>
                  <a:pt x="386860" y="48103"/>
                </a:lnTo>
                <a:cubicBezTo>
                  <a:pt x="385177" y="41643"/>
                  <a:pt x="383017" y="37249"/>
                  <a:pt x="380382" y="34921"/>
                </a:cubicBezTo>
                <a:cubicBezTo>
                  <a:pt x="377746" y="32591"/>
                  <a:pt x="374391" y="31426"/>
                  <a:pt x="370316" y="31426"/>
                </a:cubicBezTo>
                <a:cubicBezTo>
                  <a:pt x="367216" y="31426"/>
                  <a:pt x="364713" y="32245"/>
                  <a:pt x="362808" y="33883"/>
                </a:cubicBezTo>
                <a:cubicBezTo>
                  <a:pt x="360904" y="35519"/>
                  <a:pt x="359951" y="37333"/>
                  <a:pt x="359951" y="39325"/>
                </a:cubicBezTo>
                <a:cubicBezTo>
                  <a:pt x="359951" y="41802"/>
                  <a:pt x="360660" y="43926"/>
                  <a:pt x="362078" y="45695"/>
                </a:cubicBezTo>
                <a:cubicBezTo>
                  <a:pt x="363451" y="47509"/>
                  <a:pt x="366241" y="49434"/>
                  <a:pt x="370449" y="51469"/>
                </a:cubicBezTo>
                <a:lnTo>
                  <a:pt x="380149" y="56182"/>
                </a:lnTo>
                <a:cubicBezTo>
                  <a:pt x="389141" y="60561"/>
                  <a:pt x="393637" y="66335"/>
                  <a:pt x="393637" y="73504"/>
                </a:cubicBezTo>
                <a:cubicBezTo>
                  <a:pt x="393637" y="79034"/>
                  <a:pt x="391544" y="83492"/>
                  <a:pt x="387358" y="86877"/>
                </a:cubicBezTo>
                <a:cubicBezTo>
                  <a:pt x="383172" y="90262"/>
                  <a:pt x="378488" y="91954"/>
                  <a:pt x="373306" y="91954"/>
                </a:cubicBezTo>
                <a:cubicBezTo>
                  <a:pt x="369585" y="91954"/>
                  <a:pt x="365333" y="91289"/>
                  <a:pt x="360549" y="89961"/>
                </a:cubicBezTo>
                <a:cubicBezTo>
                  <a:pt x="359088" y="89518"/>
                  <a:pt x="357892" y="89296"/>
                  <a:pt x="356962" y="89296"/>
                </a:cubicBezTo>
                <a:cubicBezTo>
                  <a:pt x="355943" y="89296"/>
                  <a:pt x="355146" y="89872"/>
                  <a:pt x="354570" y="91024"/>
                </a:cubicBezTo>
                <a:lnTo>
                  <a:pt x="352377" y="91024"/>
                </a:lnTo>
                <a:lnTo>
                  <a:pt x="352377" y="69231"/>
                </a:lnTo>
                <a:lnTo>
                  <a:pt x="354570" y="69231"/>
                </a:lnTo>
                <a:cubicBezTo>
                  <a:pt x="355810" y="75454"/>
                  <a:pt x="358180" y="80144"/>
                  <a:pt x="361679" y="83300"/>
                </a:cubicBezTo>
                <a:cubicBezTo>
                  <a:pt x="365178" y="86456"/>
                  <a:pt x="369098" y="88034"/>
                  <a:pt x="373439" y="88034"/>
                </a:cubicBezTo>
                <a:cubicBezTo>
                  <a:pt x="376495" y="88034"/>
                  <a:pt x="378987" y="87138"/>
                  <a:pt x="380913" y="85347"/>
                </a:cubicBezTo>
                <a:cubicBezTo>
                  <a:pt x="382840" y="83555"/>
                  <a:pt x="383804" y="81397"/>
                  <a:pt x="383804" y="78875"/>
                </a:cubicBezTo>
                <a:cubicBezTo>
                  <a:pt x="383804" y="75822"/>
                  <a:pt x="382729" y="73256"/>
                  <a:pt x="380581" y="71177"/>
                </a:cubicBezTo>
                <a:cubicBezTo>
                  <a:pt x="378433" y="69098"/>
                  <a:pt x="374148" y="66466"/>
                  <a:pt x="367725" y="63281"/>
                </a:cubicBezTo>
                <a:cubicBezTo>
                  <a:pt x="361302" y="60094"/>
                  <a:pt x="357094" y="57218"/>
                  <a:pt x="355101" y="54652"/>
                </a:cubicBezTo>
                <a:cubicBezTo>
                  <a:pt x="353108" y="52130"/>
                  <a:pt x="352111" y="48944"/>
                  <a:pt x="352111" y="45094"/>
                </a:cubicBezTo>
                <a:cubicBezTo>
                  <a:pt x="352111" y="40095"/>
                  <a:pt x="353828" y="35914"/>
                  <a:pt x="357261" y="32552"/>
                </a:cubicBezTo>
                <a:cubicBezTo>
                  <a:pt x="360693" y="29188"/>
                  <a:pt x="365134" y="27506"/>
                  <a:pt x="370582" y="27506"/>
                </a:cubicBezTo>
                <a:cubicBezTo>
                  <a:pt x="372974" y="27506"/>
                  <a:pt x="375875" y="28016"/>
                  <a:pt x="379286" y="29035"/>
                </a:cubicBezTo>
                <a:cubicBezTo>
                  <a:pt x="381545" y="29699"/>
                  <a:pt x="383051" y="30031"/>
                  <a:pt x="383804" y="30031"/>
                </a:cubicBezTo>
                <a:cubicBezTo>
                  <a:pt x="384512" y="30031"/>
                  <a:pt x="385066" y="29876"/>
                  <a:pt x="385465" y="29566"/>
                </a:cubicBezTo>
                <a:cubicBezTo>
                  <a:pt x="385863" y="29256"/>
                  <a:pt x="386328" y="28569"/>
                  <a:pt x="386860" y="27506"/>
                </a:cubicBezTo>
                <a:lnTo>
                  <a:pt x="389052" y="27506"/>
                </a:lnTo>
                <a:close/>
              </a:path>
            </a:pathLst>
          </a:custGeom>
          <a:solidFill xmlns:a="http://schemas.openxmlformats.org/drawingml/2006/main">
            <a:srgbClr val="4C53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Clients,SOPs)">
            <a:extLst xmlns:a="http://schemas.openxmlformats.org/drawingml/2006/main">
              <a:ext uri="{FF2B5EF4-FFF2-40B4-BE49-F238E27FC236}">
                <a16:creationId xmlns:a16="http://schemas.microsoft.com/office/drawing/2014/main" id="{B862EF08-DA54-4E05-BFAC-46A7C8A0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99" y="2667545"/>
            <a:ext cx="835605" cy="123580"/>
          </a:xfrm>
          <a:custGeom xmlns:a="http://schemas.openxmlformats.org/drawingml/2006/main">
            <a:pathLst>
              <a:path w="835605" h="123580">
                <a:moveTo>
                  <a:pt x="36675" y="121121"/>
                </a:moveTo>
                <a:lnTo>
                  <a:pt x="36675" y="123580"/>
                </a:lnTo>
                <a:cubicBezTo>
                  <a:pt x="29987" y="120213"/>
                  <a:pt x="24406" y="116271"/>
                  <a:pt x="19932" y="111753"/>
                </a:cubicBezTo>
                <a:cubicBezTo>
                  <a:pt x="13554" y="105331"/>
                  <a:pt x="8637" y="97756"/>
                  <a:pt x="5182" y="89030"/>
                </a:cubicBezTo>
                <a:cubicBezTo>
                  <a:pt x="1727" y="80305"/>
                  <a:pt x="0" y="71246"/>
                  <a:pt x="0" y="61856"/>
                </a:cubicBezTo>
                <a:cubicBezTo>
                  <a:pt x="0" y="48125"/>
                  <a:pt x="3388" y="35601"/>
                  <a:pt x="10165" y="24284"/>
                </a:cubicBezTo>
                <a:cubicBezTo>
                  <a:pt x="16942" y="12967"/>
                  <a:pt x="25779" y="4872"/>
                  <a:pt x="36675" y="0"/>
                </a:cubicBezTo>
                <a:lnTo>
                  <a:pt x="36675" y="2791"/>
                </a:lnTo>
                <a:cubicBezTo>
                  <a:pt x="31227" y="5802"/>
                  <a:pt x="26753" y="9922"/>
                  <a:pt x="23254" y="15148"/>
                </a:cubicBezTo>
                <a:cubicBezTo>
                  <a:pt x="19755" y="20375"/>
                  <a:pt x="17142" y="26997"/>
                  <a:pt x="15414" y="35014"/>
                </a:cubicBezTo>
                <a:cubicBezTo>
                  <a:pt x="13687" y="43031"/>
                  <a:pt x="12823" y="51403"/>
                  <a:pt x="12823" y="60129"/>
                </a:cubicBezTo>
                <a:cubicBezTo>
                  <a:pt x="12823" y="69608"/>
                  <a:pt x="13554" y="78223"/>
                  <a:pt x="15016" y="85974"/>
                </a:cubicBezTo>
                <a:cubicBezTo>
                  <a:pt x="16167" y="92087"/>
                  <a:pt x="17562" y="96992"/>
                  <a:pt x="19201" y="100691"/>
                </a:cubicBezTo>
                <a:cubicBezTo>
                  <a:pt x="20840" y="104389"/>
                  <a:pt x="23044" y="107944"/>
                  <a:pt x="25812" y="111354"/>
                </a:cubicBezTo>
                <a:cubicBezTo>
                  <a:pt x="28581" y="114765"/>
                  <a:pt x="32202" y="118021"/>
                  <a:pt x="36675" y="121121"/>
                </a:cubicBezTo>
                <a:close/>
                <a:moveTo>
                  <a:pt x="121652" y="2392"/>
                </a:moveTo>
                <a:lnTo>
                  <a:pt x="123711" y="32955"/>
                </a:lnTo>
                <a:lnTo>
                  <a:pt x="121652" y="32955"/>
                </a:lnTo>
                <a:cubicBezTo>
                  <a:pt x="118905" y="23762"/>
                  <a:pt x="114985" y="17146"/>
                  <a:pt x="109892" y="13105"/>
                </a:cubicBezTo>
                <a:cubicBezTo>
                  <a:pt x="104798" y="9064"/>
                  <a:pt x="98685" y="7043"/>
                  <a:pt x="91554" y="7043"/>
                </a:cubicBezTo>
                <a:cubicBezTo>
                  <a:pt x="85574" y="7043"/>
                  <a:pt x="80171" y="8561"/>
                  <a:pt x="75343" y="11598"/>
                </a:cubicBezTo>
                <a:cubicBezTo>
                  <a:pt x="70515" y="14634"/>
                  <a:pt x="66716" y="19476"/>
                  <a:pt x="63948" y="26126"/>
                </a:cubicBezTo>
                <a:cubicBezTo>
                  <a:pt x="61180" y="32775"/>
                  <a:pt x="59795" y="41043"/>
                  <a:pt x="59795" y="50929"/>
                </a:cubicBezTo>
                <a:cubicBezTo>
                  <a:pt x="59795" y="59084"/>
                  <a:pt x="61102" y="66155"/>
                  <a:pt x="63715" y="72140"/>
                </a:cubicBezTo>
                <a:cubicBezTo>
                  <a:pt x="66329" y="78124"/>
                  <a:pt x="70260" y="82712"/>
                  <a:pt x="75509" y="85904"/>
                </a:cubicBezTo>
                <a:cubicBezTo>
                  <a:pt x="80757" y="89095"/>
                  <a:pt x="86748" y="90691"/>
                  <a:pt x="93481" y="90691"/>
                </a:cubicBezTo>
                <a:cubicBezTo>
                  <a:pt x="99328" y="90691"/>
                  <a:pt x="104488" y="89440"/>
                  <a:pt x="108962" y="86938"/>
                </a:cubicBezTo>
                <a:cubicBezTo>
                  <a:pt x="113435" y="84435"/>
                  <a:pt x="118352" y="79463"/>
                  <a:pt x="123711" y="72022"/>
                </a:cubicBezTo>
                <a:lnTo>
                  <a:pt x="125771" y="73346"/>
                </a:lnTo>
                <a:cubicBezTo>
                  <a:pt x="121253" y="81343"/>
                  <a:pt x="115982" y="87196"/>
                  <a:pt x="109958" y="90907"/>
                </a:cubicBezTo>
                <a:cubicBezTo>
                  <a:pt x="103934" y="94617"/>
                  <a:pt x="96781" y="96472"/>
                  <a:pt x="88498" y="96472"/>
                </a:cubicBezTo>
                <a:cubicBezTo>
                  <a:pt x="73571" y="96472"/>
                  <a:pt x="62010" y="90943"/>
                  <a:pt x="53816" y="79884"/>
                </a:cubicBezTo>
                <a:cubicBezTo>
                  <a:pt x="47703" y="71658"/>
                  <a:pt x="44647" y="61972"/>
                  <a:pt x="44647" y="50825"/>
                </a:cubicBezTo>
                <a:cubicBezTo>
                  <a:pt x="44647" y="41846"/>
                  <a:pt x="46662" y="33597"/>
                  <a:pt x="50693" y="26078"/>
                </a:cubicBezTo>
                <a:cubicBezTo>
                  <a:pt x="54724" y="18559"/>
                  <a:pt x="60272" y="12732"/>
                  <a:pt x="67336" y="8596"/>
                </a:cubicBezTo>
                <a:cubicBezTo>
                  <a:pt x="74401" y="4460"/>
                  <a:pt x="82120" y="2392"/>
                  <a:pt x="90491" y="2392"/>
                </a:cubicBezTo>
                <a:cubicBezTo>
                  <a:pt x="97002" y="2392"/>
                  <a:pt x="103425" y="3986"/>
                  <a:pt x="109759" y="7176"/>
                </a:cubicBezTo>
                <a:cubicBezTo>
                  <a:pt x="111619" y="8150"/>
                  <a:pt x="112948" y="8637"/>
                  <a:pt x="113745" y="8637"/>
                </a:cubicBezTo>
                <a:cubicBezTo>
                  <a:pt x="114941" y="8637"/>
                  <a:pt x="115982" y="8216"/>
                  <a:pt x="116868" y="7375"/>
                </a:cubicBezTo>
                <a:cubicBezTo>
                  <a:pt x="118020" y="6179"/>
                  <a:pt x="118839" y="4518"/>
                  <a:pt x="119326" y="2392"/>
                </a:cubicBezTo>
                <a:lnTo>
                  <a:pt x="121652" y="2392"/>
                </a:lnTo>
                <a:close/>
                <a:moveTo>
                  <a:pt x="155670" y="0"/>
                </a:moveTo>
                <a:lnTo>
                  <a:pt x="155670" y="80667"/>
                </a:lnTo>
                <a:cubicBezTo>
                  <a:pt x="155670" y="84474"/>
                  <a:pt x="155947" y="86997"/>
                  <a:pt x="156501" y="88237"/>
                </a:cubicBezTo>
                <a:cubicBezTo>
                  <a:pt x="157054" y="89476"/>
                  <a:pt x="157907" y="90417"/>
                  <a:pt x="159059" y="91059"/>
                </a:cubicBezTo>
                <a:cubicBezTo>
                  <a:pt x="160210" y="91700"/>
                  <a:pt x="162359" y="92020"/>
                  <a:pt x="165503" y="92020"/>
                </a:cubicBezTo>
                <a:lnTo>
                  <a:pt x="165503" y="94479"/>
                </a:lnTo>
                <a:lnTo>
                  <a:pt x="135672" y="94479"/>
                </a:lnTo>
                <a:lnTo>
                  <a:pt x="135672" y="92020"/>
                </a:lnTo>
                <a:cubicBezTo>
                  <a:pt x="138462" y="92020"/>
                  <a:pt x="140367" y="91733"/>
                  <a:pt x="141385" y="91159"/>
                </a:cubicBezTo>
                <a:cubicBezTo>
                  <a:pt x="142404" y="90583"/>
                  <a:pt x="143202" y="89631"/>
                  <a:pt x="143777" y="88304"/>
                </a:cubicBezTo>
                <a:cubicBezTo>
                  <a:pt x="144353" y="86975"/>
                  <a:pt x="144641" y="84429"/>
                  <a:pt x="144641" y="80667"/>
                </a:cubicBezTo>
                <a:lnTo>
                  <a:pt x="144641" y="25428"/>
                </a:lnTo>
                <a:cubicBezTo>
                  <a:pt x="144641" y="18568"/>
                  <a:pt x="144486" y="14353"/>
                  <a:pt x="144176" y="12782"/>
                </a:cubicBezTo>
                <a:cubicBezTo>
                  <a:pt x="143866" y="11209"/>
                  <a:pt x="143368" y="10136"/>
                  <a:pt x="142681" y="9561"/>
                </a:cubicBezTo>
                <a:cubicBezTo>
                  <a:pt x="141995" y="8985"/>
                  <a:pt x="141120" y="8697"/>
                  <a:pt x="140057" y="8697"/>
                </a:cubicBezTo>
                <a:cubicBezTo>
                  <a:pt x="138905" y="8697"/>
                  <a:pt x="137443" y="9052"/>
                  <a:pt x="135672" y="9761"/>
                </a:cubicBezTo>
                <a:lnTo>
                  <a:pt x="134542" y="7435"/>
                </a:lnTo>
                <a:lnTo>
                  <a:pt x="152680" y="0"/>
                </a:lnTo>
                <a:lnTo>
                  <a:pt x="155670" y="0"/>
                </a:lnTo>
                <a:close/>
                <a:moveTo>
                  <a:pt x="188050" y="0"/>
                </a:moveTo>
                <a:cubicBezTo>
                  <a:pt x="189910" y="0"/>
                  <a:pt x="191494" y="657"/>
                  <a:pt x="192800" y="1970"/>
                </a:cubicBezTo>
                <a:cubicBezTo>
                  <a:pt x="194107" y="3283"/>
                  <a:pt x="194760" y="4874"/>
                  <a:pt x="194760" y="6744"/>
                </a:cubicBezTo>
                <a:cubicBezTo>
                  <a:pt x="194760" y="8614"/>
                  <a:pt x="194107" y="10217"/>
                  <a:pt x="192800" y="11552"/>
                </a:cubicBezTo>
                <a:cubicBezTo>
                  <a:pt x="191494" y="12887"/>
                  <a:pt x="189910" y="13554"/>
                  <a:pt x="188050" y="13554"/>
                </a:cubicBezTo>
                <a:cubicBezTo>
                  <a:pt x="186189" y="13554"/>
                  <a:pt x="184595" y="12887"/>
                  <a:pt x="183266" y="11552"/>
                </a:cubicBezTo>
                <a:cubicBezTo>
                  <a:pt x="181937" y="10217"/>
                  <a:pt x="181273" y="8614"/>
                  <a:pt x="181273" y="6744"/>
                </a:cubicBezTo>
                <a:cubicBezTo>
                  <a:pt x="181273" y="4874"/>
                  <a:pt x="181926" y="3283"/>
                  <a:pt x="183233" y="1970"/>
                </a:cubicBezTo>
                <a:cubicBezTo>
                  <a:pt x="184539" y="657"/>
                  <a:pt x="186145" y="0"/>
                  <a:pt x="188050" y="0"/>
                </a:cubicBezTo>
                <a:moveTo>
                  <a:pt x="193564" y="31891"/>
                </a:moveTo>
                <a:lnTo>
                  <a:pt x="193564" y="80684"/>
                </a:lnTo>
                <a:cubicBezTo>
                  <a:pt x="193564" y="84485"/>
                  <a:pt x="193841" y="87015"/>
                  <a:pt x="194395" y="88275"/>
                </a:cubicBezTo>
                <a:cubicBezTo>
                  <a:pt x="194948" y="89534"/>
                  <a:pt x="195768" y="90473"/>
                  <a:pt x="196853" y="91092"/>
                </a:cubicBezTo>
                <a:cubicBezTo>
                  <a:pt x="197938" y="91711"/>
                  <a:pt x="199920" y="92020"/>
                  <a:pt x="202799" y="92020"/>
                </a:cubicBezTo>
                <a:lnTo>
                  <a:pt x="202799" y="94479"/>
                </a:lnTo>
                <a:lnTo>
                  <a:pt x="173233" y="94479"/>
                </a:lnTo>
                <a:lnTo>
                  <a:pt x="173233" y="92020"/>
                </a:lnTo>
                <a:cubicBezTo>
                  <a:pt x="176201" y="92020"/>
                  <a:pt x="178194" y="91733"/>
                  <a:pt x="179213" y="91159"/>
                </a:cubicBezTo>
                <a:cubicBezTo>
                  <a:pt x="180232" y="90584"/>
                  <a:pt x="181040" y="89634"/>
                  <a:pt x="181638" y="88308"/>
                </a:cubicBezTo>
                <a:cubicBezTo>
                  <a:pt x="182236" y="86982"/>
                  <a:pt x="182535" y="84440"/>
                  <a:pt x="182535" y="80684"/>
                </a:cubicBezTo>
                <a:lnTo>
                  <a:pt x="182535" y="57282"/>
                </a:lnTo>
                <a:cubicBezTo>
                  <a:pt x="182535" y="50696"/>
                  <a:pt x="182336" y="46432"/>
                  <a:pt x="181937" y="44488"/>
                </a:cubicBezTo>
                <a:cubicBezTo>
                  <a:pt x="181627" y="43074"/>
                  <a:pt x="181140" y="42090"/>
                  <a:pt x="180475" y="41538"/>
                </a:cubicBezTo>
                <a:cubicBezTo>
                  <a:pt x="179811" y="40986"/>
                  <a:pt x="178903" y="40709"/>
                  <a:pt x="177751" y="40709"/>
                </a:cubicBezTo>
                <a:cubicBezTo>
                  <a:pt x="176511" y="40709"/>
                  <a:pt x="175005" y="41041"/>
                  <a:pt x="173233" y="41704"/>
                </a:cubicBezTo>
                <a:lnTo>
                  <a:pt x="172303" y="39316"/>
                </a:lnTo>
                <a:lnTo>
                  <a:pt x="190641" y="31891"/>
                </a:lnTo>
                <a:lnTo>
                  <a:pt x="193564" y="31891"/>
                </a:lnTo>
                <a:close/>
                <a:moveTo>
                  <a:pt x="220628" y="56607"/>
                </a:moveTo>
                <a:cubicBezTo>
                  <a:pt x="220584" y="65623"/>
                  <a:pt x="222777" y="72694"/>
                  <a:pt x="227206" y="77821"/>
                </a:cubicBezTo>
                <a:cubicBezTo>
                  <a:pt x="231635" y="82946"/>
                  <a:pt x="236840" y="85509"/>
                  <a:pt x="242820" y="85509"/>
                </a:cubicBezTo>
                <a:cubicBezTo>
                  <a:pt x="246806" y="85509"/>
                  <a:pt x="250272" y="84413"/>
                  <a:pt x="253218" y="82220"/>
                </a:cubicBezTo>
                <a:cubicBezTo>
                  <a:pt x="256163" y="80028"/>
                  <a:pt x="258632" y="76274"/>
                  <a:pt x="260626" y="70959"/>
                </a:cubicBezTo>
                <a:lnTo>
                  <a:pt x="262685" y="72287"/>
                </a:lnTo>
                <a:cubicBezTo>
                  <a:pt x="261755" y="78356"/>
                  <a:pt x="259053" y="83881"/>
                  <a:pt x="254580" y="88864"/>
                </a:cubicBezTo>
                <a:cubicBezTo>
                  <a:pt x="250106" y="93847"/>
                  <a:pt x="244503" y="96339"/>
                  <a:pt x="237770" y="96339"/>
                </a:cubicBezTo>
                <a:cubicBezTo>
                  <a:pt x="230462" y="96339"/>
                  <a:pt x="224205" y="93499"/>
                  <a:pt x="219001" y="87820"/>
                </a:cubicBezTo>
                <a:cubicBezTo>
                  <a:pt x="213796" y="82139"/>
                  <a:pt x="211194" y="74503"/>
                  <a:pt x="211194" y="64910"/>
                </a:cubicBezTo>
                <a:cubicBezTo>
                  <a:pt x="211194" y="54524"/>
                  <a:pt x="213863" y="46424"/>
                  <a:pt x="219200" y="40612"/>
                </a:cubicBezTo>
                <a:cubicBezTo>
                  <a:pt x="224537" y="34798"/>
                  <a:pt x="231237" y="31891"/>
                  <a:pt x="239298" y="31891"/>
                </a:cubicBezTo>
                <a:cubicBezTo>
                  <a:pt x="246119" y="31891"/>
                  <a:pt x="251723" y="34134"/>
                  <a:pt x="256108" y="38619"/>
                </a:cubicBezTo>
                <a:cubicBezTo>
                  <a:pt x="260493" y="43102"/>
                  <a:pt x="262685" y="49098"/>
                  <a:pt x="262685" y="56607"/>
                </a:cubicBezTo>
                <a:lnTo>
                  <a:pt x="220628" y="56607"/>
                </a:lnTo>
                <a:moveTo>
                  <a:pt x="220628" y="52754"/>
                </a:moveTo>
                <a:lnTo>
                  <a:pt x="248799" y="52754"/>
                </a:lnTo>
                <a:cubicBezTo>
                  <a:pt x="248578" y="48856"/>
                  <a:pt x="248113" y="46110"/>
                  <a:pt x="247404" y="44515"/>
                </a:cubicBezTo>
                <a:cubicBezTo>
                  <a:pt x="246297" y="42035"/>
                  <a:pt x="244647" y="40086"/>
                  <a:pt x="242454" y="38668"/>
                </a:cubicBezTo>
                <a:cubicBezTo>
                  <a:pt x="240262" y="37251"/>
                  <a:pt x="237969" y="36542"/>
                  <a:pt x="235578" y="36542"/>
                </a:cubicBezTo>
                <a:cubicBezTo>
                  <a:pt x="231901" y="36542"/>
                  <a:pt x="228612" y="37971"/>
                  <a:pt x="225711" y="40828"/>
                </a:cubicBezTo>
                <a:cubicBezTo>
                  <a:pt x="222810" y="43685"/>
                  <a:pt x="221116" y="47660"/>
                  <a:pt x="220628" y="52754"/>
                </a:cubicBezTo>
                <a:close/>
                <a:moveTo>
                  <a:pt x="288552" y="44781"/>
                </a:moveTo>
                <a:cubicBezTo>
                  <a:pt x="295683" y="36188"/>
                  <a:pt x="302482" y="31891"/>
                  <a:pt x="308949" y="31891"/>
                </a:cubicBezTo>
                <a:cubicBezTo>
                  <a:pt x="312271" y="31891"/>
                  <a:pt x="315128" y="32721"/>
                  <a:pt x="317520" y="34379"/>
                </a:cubicBezTo>
                <a:cubicBezTo>
                  <a:pt x="319911" y="36036"/>
                  <a:pt x="321816" y="38765"/>
                  <a:pt x="323233" y="42566"/>
                </a:cubicBezTo>
                <a:cubicBezTo>
                  <a:pt x="324208" y="45216"/>
                  <a:pt x="324695" y="49282"/>
                  <a:pt x="324695" y="54764"/>
                </a:cubicBezTo>
                <a:lnTo>
                  <a:pt x="324695" y="80684"/>
                </a:lnTo>
                <a:cubicBezTo>
                  <a:pt x="324695" y="84529"/>
                  <a:pt x="325005" y="87137"/>
                  <a:pt x="325625" y="88507"/>
                </a:cubicBezTo>
                <a:cubicBezTo>
                  <a:pt x="326113" y="89612"/>
                  <a:pt x="326899" y="90473"/>
                  <a:pt x="327984" y="91092"/>
                </a:cubicBezTo>
                <a:cubicBezTo>
                  <a:pt x="329069" y="91711"/>
                  <a:pt x="331073" y="92020"/>
                  <a:pt x="333997" y="92020"/>
                </a:cubicBezTo>
                <a:lnTo>
                  <a:pt x="333997" y="94479"/>
                </a:lnTo>
                <a:lnTo>
                  <a:pt x="303899" y="94479"/>
                </a:lnTo>
                <a:lnTo>
                  <a:pt x="303899" y="92020"/>
                </a:lnTo>
                <a:lnTo>
                  <a:pt x="305162" y="92020"/>
                </a:lnTo>
                <a:cubicBezTo>
                  <a:pt x="307996" y="92020"/>
                  <a:pt x="309979" y="91590"/>
                  <a:pt x="311108" y="90731"/>
                </a:cubicBezTo>
                <a:cubicBezTo>
                  <a:pt x="312238" y="89871"/>
                  <a:pt x="313024" y="88605"/>
                  <a:pt x="313467" y="86931"/>
                </a:cubicBezTo>
                <a:cubicBezTo>
                  <a:pt x="313644" y="86270"/>
                  <a:pt x="313732" y="84198"/>
                  <a:pt x="313732" y="80717"/>
                </a:cubicBezTo>
                <a:lnTo>
                  <a:pt x="313732" y="55928"/>
                </a:lnTo>
                <a:cubicBezTo>
                  <a:pt x="313732" y="50421"/>
                  <a:pt x="313013" y="46422"/>
                  <a:pt x="311573" y="43932"/>
                </a:cubicBezTo>
                <a:cubicBezTo>
                  <a:pt x="310134" y="41442"/>
                  <a:pt x="307709" y="40197"/>
                  <a:pt x="304298" y="40197"/>
                </a:cubicBezTo>
                <a:cubicBezTo>
                  <a:pt x="299027" y="40197"/>
                  <a:pt x="293778" y="43061"/>
                  <a:pt x="288552" y="48790"/>
                </a:cubicBezTo>
                <a:lnTo>
                  <a:pt x="288552" y="80717"/>
                </a:lnTo>
                <a:cubicBezTo>
                  <a:pt x="288552" y="84816"/>
                  <a:pt x="288795" y="87349"/>
                  <a:pt x="289282" y="88318"/>
                </a:cubicBezTo>
                <a:cubicBezTo>
                  <a:pt x="289902" y="89596"/>
                  <a:pt x="290755" y="90532"/>
                  <a:pt x="291840" y="91127"/>
                </a:cubicBezTo>
                <a:cubicBezTo>
                  <a:pt x="292926" y="91723"/>
                  <a:pt x="295129" y="92020"/>
                  <a:pt x="298451" y="92020"/>
                </a:cubicBezTo>
                <a:lnTo>
                  <a:pt x="298451" y="94479"/>
                </a:lnTo>
                <a:lnTo>
                  <a:pt x="268354" y="94479"/>
                </a:lnTo>
                <a:lnTo>
                  <a:pt x="268354" y="92020"/>
                </a:lnTo>
                <a:lnTo>
                  <a:pt x="269682" y="92020"/>
                </a:lnTo>
                <a:cubicBezTo>
                  <a:pt x="272783" y="92020"/>
                  <a:pt x="274876" y="91236"/>
                  <a:pt x="275961" y="89668"/>
                </a:cubicBezTo>
                <a:cubicBezTo>
                  <a:pt x="277046" y="88098"/>
                  <a:pt x="277589" y="85104"/>
                  <a:pt x="277589" y="80684"/>
                </a:cubicBezTo>
                <a:lnTo>
                  <a:pt x="277589" y="58144"/>
                </a:lnTo>
                <a:cubicBezTo>
                  <a:pt x="277589" y="50852"/>
                  <a:pt x="277423" y="46411"/>
                  <a:pt x="277090" y="44820"/>
                </a:cubicBezTo>
                <a:cubicBezTo>
                  <a:pt x="276758" y="43229"/>
                  <a:pt x="276249" y="42145"/>
                  <a:pt x="275562" y="41571"/>
                </a:cubicBezTo>
                <a:cubicBezTo>
                  <a:pt x="274876" y="40997"/>
                  <a:pt x="273957" y="40709"/>
                  <a:pt x="272805" y="40709"/>
                </a:cubicBezTo>
                <a:cubicBezTo>
                  <a:pt x="271565" y="40709"/>
                  <a:pt x="270081" y="41041"/>
                  <a:pt x="268354" y="41704"/>
                </a:cubicBezTo>
                <a:lnTo>
                  <a:pt x="267357" y="39316"/>
                </a:lnTo>
                <a:lnTo>
                  <a:pt x="285695" y="31891"/>
                </a:lnTo>
                <a:lnTo>
                  <a:pt x="288552" y="31891"/>
                </a:lnTo>
                <a:lnTo>
                  <a:pt x="288552" y="44781"/>
                </a:lnTo>
                <a:close/>
                <a:moveTo>
                  <a:pt x="356520" y="13554"/>
                </a:moveTo>
                <a:lnTo>
                  <a:pt x="356520" y="33619"/>
                </a:lnTo>
                <a:lnTo>
                  <a:pt x="370738" y="33619"/>
                </a:lnTo>
                <a:lnTo>
                  <a:pt x="370738" y="38270"/>
                </a:lnTo>
                <a:lnTo>
                  <a:pt x="356520" y="38270"/>
                </a:lnTo>
                <a:lnTo>
                  <a:pt x="356520" y="77682"/>
                </a:lnTo>
                <a:cubicBezTo>
                  <a:pt x="356520" y="81620"/>
                  <a:pt x="357085" y="84274"/>
                  <a:pt x="358214" y="85646"/>
                </a:cubicBezTo>
                <a:cubicBezTo>
                  <a:pt x="359344" y="87016"/>
                  <a:pt x="360794" y="87702"/>
                  <a:pt x="362566" y="87702"/>
                </a:cubicBezTo>
                <a:cubicBezTo>
                  <a:pt x="364028" y="87702"/>
                  <a:pt x="365445" y="87248"/>
                  <a:pt x="366818" y="86340"/>
                </a:cubicBezTo>
                <a:cubicBezTo>
                  <a:pt x="368192" y="85432"/>
                  <a:pt x="369255" y="84092"/>
                  <a:pt x="370008" y="82320"/>
                </a:cubicBezTo>
                <a:lnTo>
                  <a:pt x="372599" y="82320"/>
                </a:lnTo>
                <a:cubicBezTo>
                  <a:pt x="371048" y="86673"/>
                  <a:pt x="368856" y="89965"/>
                  <a:pt x="366021" y="92197"/>
                </a:cubicBezTo>
                <a:cubicBezTo>
                  <a:pt x="363186" y="94427"/>
                  <a:pt x="360263" y="95542"/>
                  <a:pt x="357251" y="95542"/>
                </a:cubicBezTo>
                <a:cubicBezTo>
                  <a:pt x="355213" y="95542"/>
                  <a:pt x="353220" y="94976"/>
                  <a:pt x="351271" y="93845"/>
                </a:cubicBezTo>
                <a:cubicBezTo>
                  <a:pt x="349322" y="92714"/>
                  <a:pt x="347883" y="91096"/>
                  <a:pt x="346953" y="88991"/>
                </a:cubicBezTo>
                <a:cubicBezTo>
                  <a:pt x="346023" y="86884"/>
                  <a:pt x="345557" y="83636"/>
                  <a:pt x="345557" y="79245"/>
                </a:cubicBezTo>
                <a:lnTo>
                  <a:pt x="345557" y="38270"/>
                </a:lnTo>
                <a:lnTo>
                  <a:pt x="335924" y="38270"/>
                </a:lnTo>
                <a:lnTo>
                  <a:pt x="335924" y="36077"/>
                </a:lnTo>
                <a:cubicBezTo>
                  <a:pt x="338360" y="35100"/>
                  <a:pt x="340851" y="33445"/>
                  <a:pt x="343398" y="31113"/>
                </a:cubicBezTo>
                <a:cubicBezTo>
                  <a:pt x="345945" y="28781"/>
                  <a:pt x="348215" y="26015"/>
                  <a:pt x="350208" y="22816"/>
                </a:cubicBezTo>
                <a:cubicBezTo>
                  <a:pt x="351227" y="21129"/>
                  <a:pt x="352644" y="18041"/>
                  <a:pt x="354460" y="13554"/>
                </a:cubicBezTo>
                <a:lnTo>
                  <a:pt x="356520" y="13554"/>
                </a:lnTo>
                <a:close/>
                <a:moveTo>
                  <a:pt x="416007" y="31891"/>
                </a:moveTo>
                <a:lnTo>
                  <a:pt x="416007" y="52488"/>
                </a:lnTo>
                <a:lnTo>
                  <a:pt x="413815" y="52488"/>
                </a:lnTo>
                <a:cubicBezTo>
                  <a:pt x="412132" y="46028"/>
                  <a:pt x="409972" y="41634"/>
                  <a:pt x="407337" y="39306"/>
                </a:cubicBezTo>
                <a:cubicBezTo>
                  <a:pt x="404701" y="36976"/>
                  <a:pt x="401346" y="35811"/>
                  <a:pt x="397271" y="35811"/>
                </a:cubicBezTo>
                <a:cubicBezTo>
                  <a:pt x="394171" y="35811"/>
                  <a:pt x="391668" y="36630"/>
                  <a:pt x="389763" y="38268"/>
                </a:cubicBezTo>
                <a:cubicBezTo>
                  <a:pt x="387859" y="39904"/>
                  <a:pt x="386906" y="41718"/>
                  <a:pt x="386906" y="43710"/>
                </a:cubicBezTo>
                <a:cubicBezTo>
                  <a:pt x="386906" y="46187"/>
                  <a:pt x="387615" y="48311"/>
                  <a:pt x="389032" y="50080"/>
                </a:cubicBezTo>
                <a:cubicBezTo>
                  <a:pt x="390406" y="51894"/>
                  <a:pt x="393196" y="53819"/>
                  <a:pt x="397404" y="55854"/>
                </a:cubicBezTo>
                <a:lnTo>
                  <a:pt x="407104" y="60567"/>
                </a:lnTo>
                <a:cubicBezTo>
                  <a:pt x="416096" y="64946"/>
                  <a:pt x="420592" y="70720"/>
                  <a:pt x="420592" y="77889"/>
                </a:cubicBezTo>
                <a:cubicBezTo>
                  <a:pt x="420592" y="83419"/>
                  <a:pt x="418499" y="87877"/>
                  <a:pt x="414313" y="91262"/>
                </a:cubicBezTo>
                <a:cubicBezTo>
                  <a:pt x="410127" y="94647"/>
                  <a:pt x="405443" y="96339"/>
                  <a:pt x="400261" y="96339"/>
                </a:cubicBezTo>
                <a:cubicBezTo>
                  <a:pt x="396540" y="96339"/>
                  <a:pt x="392288" y="95674"/>
                  <a:pt x="387504" y="94346"/>
                </a:cubicBezTo>
                <a:cubicBezTo>
                  <a:pt x="386043" y="93903"/>
                  <a:pt x="384847" y="93681"/>
                  <a:pt x="383917" y="93681"/>
                </a:cubicBezTo>
                <a:cubicBezTo>
                  <a:pt x="382898" y="93681"/>
                  <a:pt x="382100" y="94257"/>
                  <a:pt x="381525" y="95409"/>
                </a:cubicBezTo>
                <a:lnTo>
                  <a:pt x="379332" y="95409"/>
                </a:lnTo>
                <a:lnTo>
                  <a:pt x="379332" y="73616"/>
                </a:lnTo>
                <a:lnTo>
                  <a:pt x="381525" y="73616"/>
                </a:lnTo>
                <a:cubicBezTo>
                  <a:pt x="382765" y="79839"/>
                  <a:pt x="385135" y="84529"/>
                  <a:pt x="388634" y="87685"/>
                </a:cubicBezTo>
                <a:cubicBezTo>
                  <a:pt x="392133" y="90841"/>
                  <a:pt x="396053" y="92419"/>
                  <a:pt x="400394" y="92419"/>
                </a:cubicBezTo>
                <a:cubicBezTo>
                  <a:pt x="403450" y="92419"/>
                  <a:pt x="405942" y="91523"/>
                  <a:pt x="407868" y="89732"/>
                </a:cubicBezTo>
                <a:cubicBezTo>
                  <a:pt x="409795" y="87940"/>
                  <a:pt x="410759" y="85782"/>
                  <a:pt x="410759" y="83260"/>
                </a:cubicBezTo>
                <a:cubicBezTo>
                  <a:pt x="410759" y="80207"/>
                  <a:pt x="409684" y="77641"/>
                  <a:pt x="407536" y="75562"/>
                </a:cubicBezTo>
                <a:cubicBezTo>
                  <a:pt x="405388" y="73483"/>
                  <a:pt x="401102" y="70851"/>
                  <a:pt x="394680" y="67666"/>
                </a:cubicBezTo>
                <a:cubicBezTo>
                  <a:pt x="388257" y="64479"/>
                  <a:pt x="384049" y="61603"/>
                  <a:pt x="382056" y="59037"/>
                </a:cubicBezTo>
                <a:cubicBezTo>
                  <a:pt x="380063" y="56515"/>
                  <a:pt x="379066" y="53329"/>
                  <a:pt x="379066" y="49480"/>
                </a:cubicBezTo>
                <a:cubicBezTo>
                  <a:pt x="379066" y="44480"/>
                  <a:pt x="380783" y="40299"/>
                  <a:pt x="384215" y="36937"/>
                </a:cubicBezTo>
                <a:cubicBezTo>
                  <a:pt x="387648" y="33573"/>
                  <a:pt x="392089" y="31891"/>
                  <a:pt x="397537" y="31891"/>
                </a:cubicBezTo>
                <a:cubicBezTo>
                  <a:pt x="399929" y="31891"/>
                  <a:pt x="402830" y="32401"/>
                  <a:pt x="406241" y="33420"/>
                </a:cubicBezTo>
                <a:cubicBezTo>
                  <a:pt x="408500" y="34084"/>
                  <a:pt x="410006" y="34416"/>
                  <a:pt x="410759" y="34416"/>
                </a:cubicBezTo>
                <a:cubicBezTo>
                  <a:pt x="411467" y="34416"/>
                  <a:pt x="412021" y="34261"/>
                  <a:pt x="412420" y="33951"/>
                </a:cubicBezTo>
                <a:cubicBezTo>
                  <a:pt x="412818" y="33641"/>
                  <a:pt x="413283" y="32955"/>
                  <a:pt x="413815" y="31891"/>
                </a:cubicBezTo>
                <a:lnTo>
                  <a:pt x="416007" y="31891"/>
                </a:lnTo>
                <a:close/>
                <a:moveTo>
                  <a:pt x="432662" y="117201"/>
                </a:moveTo>
                <a:lnTo>
                  <a:pt x="432662" y="114278"/>
                </a:lnTo>
                <a:cubicBezTo>
                  <a:pt x="437225" y="112766"/>
                  <a:pt x="440757" y="110421"/>
                  <a:pt x="443260" y="107241"/>
                </a:cubicBezTo>
                <a:cubicBezTo>
                  <a:pt x="445762" y="104063"/>
                  <a:pt x="447013" y="100696"/>
                  <a:pt x="447013" y="97138"/>
                </a:cubicBezTo>
                <a:cubicBezTo>
                  <a:pt x="447013" y="96295"/>
                  <a:pt x="446814" y="95586"/>
                  <a:pt x="446415" y="95010"/>
                </a:cubicBezTo>
                <a:cubicBezTo>
                  <a:pt x="446105" y="94611"/>
                  <a:pt x="445795" y="94412"/>
                  <a:pt x="445485" y="94412"/>
                </a:cubicBezTo>
                <a:cubicBezTo>
                  <a:pt x="444998" y="94412"/>
                  <a:pt x="443935" y="94855"/>
                  <a:pt x="442296" y="95741"/>
                </a:cubicBezTo>
                <a:cubicBezTo>
                  <a:pt x="441499" y="96140"/>
                  <a:pt x="440657" y="96339"/>
                  <a:pt x="439771" y="96339"/>
                </a:cubicBezTo>
                <a:cubicBezTo>
                  <a:pt x="437601" y="96339"/>
                  <a:pt x="435874" y="95697"/>
                  <a:pt x="434589" y="94412"/>
                </a:cubicBezTo>
                <a:cubicBezTo>
                  <a:pt x="433305" y="93128"/>
                  <a:pt x="432662" y="91356"/>
                  <a:pt x="432662" y="89097"/>
                </a:cubicBezTo>
                <a:cubicBezTo>
                  <a:pt x="432662" y="86926"/>
                  <a:pt x="433493" y="85066"/>
                  <a:pt x="435154" y="83516"/>
                </a:cubicBezTo>
                <a:cubicBezTo>
                  <a:pt x="436815" y="81966"/>
                  <a:pt x="438841" y="81190"/>
                  <a:pt x="441233" y="81190"/>
                </a:cubicBezTo>
                <a:cubicBezTo>
                  <a:pt x="444156" y="81190"/>
                  <a:pt x="446759" y="82467"/>
                  <a:pt x="449040" y="85019"/>
                </a:cubicBezTo>
                <a:cubicBezTo>
                  <a:pt x="451321" y="87570"/>
                  <a:pt x="452462" y="90953"/>
                  <a:pt x="452462" y="95168"/>
                </a:cubicBezTo>
                <a:cubicBezTo>
                  <a:pt x="452462" y="99740"/>
                  <a:pt x="450878" y="103989"/>
                  <a:pt x="447711" y="107916"/>
                </a:cubicBezTo>
                <a:cubicBezTo>
                  <a:pt x="444544" y="111843"/>
                  <a:pt x="439528" y="114938"/>
                  <a:pt x="432662" y="117201"/>
                </a:cubicBezTo>
                <a:close/>
                <a:moveTo>
                  <a:pt x="555777" y="2392"/>
                </a:moveTo>
                <a:lnTo>
                  <a:pt x="555777" y="33486"/>
                </a:lnTo>
                <a:lnTo>
                  <a:pt x="553318" y="33486"/>
                </a:lnTo>
                <a:cubicBezTo>
                  <a:pt x="552521" y="27506"/>
                  <a:pt x="551092" y="22745"/>
                  <a:pt x="549033" y="19201"/>
                </a:cubicBezTo>
                <a:cubicBezTo>
                  <a:pt x="546973" y="15658"/>
                  <a:pt x="544039" y="12845"/>
                  <a:pt x="540229" y="10763"/>
                </a:cubicBezTo>
                <a:cubicBezTo>
                  <a:pt x="536420" y="8682"/>
                  <a:pt x="532478" y="7641"/>
                  <a:pt x="528403" y="7641"/>
                </a:cubicBezTo>
                <a:cubicBezTo>
                  <a:pt x="523796" y="7641"/>
                  <a:pt x="519987" y="9046"/>
                  <a:pt x="516975" y="11858"/>
                </a:cubicBezTo>
                <a:cubicBezTo>
                  <a:pt x="513963" y="14667"/>
                  <a:pt x="512457" y="17865"/>
                  <a:pt x="512457" y="21450"/>
                </a:cubicBezTo>
                <a:cubicBezTo>
                  <a:pt x="512457" y="24195"/>
                  <a:pt x="513410" y="26695"/>
                  <a:pt x="515314" y="28951"/>
                </a:cubicBezTo>
                <a:cubicBezTo>
                  <a:pt x="518060" y="32272"/>
                  <a:pt x="524594" y="36699"/>
                  <a:pt x="534914" y="42231"/>
                </a:cubicBezTo>
                <a:cubicBezTo>
                  <a:pt x="543330" y="46745"/>
                  <a:pt x="549077" y="50208"/>
                  <a:pt x="552156" y="52621"/>
                </a:cubicBezTo>
                <a:cubicBezTo>
                  <a:pt x="555234" y="55032"/>
                  <a:pt x="557604" y="57876"/>
                  <a:pt x="559265" y="61152"/>
                </a:cubicBezTo>
                <a:cubicBezTo>
                  <a:pt x="560926" y="64427"/>
                  <a:pt x="561756" y="67857"/>
                  <a:pt x="561756" y="71442"/>
                </a:cubicBezTo>
                <a:cubicBezTo>
                  <a:pt x="561756" y="78258"/>
                  <a:pt x="559110" y="84134"/>
                  <a:pt x="553817" y="89070"/>
                </a:cubicBezTo>
                <a:cubicBezTo>
                  <a:pt x="548523" y="94004"/>
                  <a:pt x="541713" y="96472"/>
                  <a:pt x="533386" y="96472"/>
                </a:cubicBezTo>
                <a:cubicBezTo>
                  <a:pt x="530773" y="96472"/>
                  <a:pt x="528314" y="96275"/>
                  <a:pt x="526011" y="95882"/>
                </a:cubicBezTo>
                <a:cubicBezTo>
                  <a:pt x="524638" y="95663"/>
                  <a:pt x="521792" y="94865"/>
                  <a:pt x="517474" y="93488"/>
                </a:cubicBezTo>
                <a:cubicBezTo>
                  <a:pt x="513155" y="92111"/>
                  <a:pt x="510420" y="91422"/>
                  <a:pt x="509268" y="91422"/>
                </a:cubicBezTo>
                <a:cubicBezTo>
                  <a:pt x="508161" y="91422"/>
                  <a:pt x="507286" y="91750"/>
                  <a:pt x="506644" y="92406"/>
                </a:cubicBezTo>
                <a:cubicBezTo>
                  <a:pt x="506001" y="93063"/>
                  <a:pt x="505525" y="94418"/>
                  <a:pt x="505215" y="96472"/>
                </a:cubicBezTo>
                <a:lnTo>
                  <a:pt x="502757" y="96472"/>
                </a:lnTo>
                <a:lnTo>
                  <a:pt x="502757" y="65643"/>
                </a:lnTo>
                <a:lnTo>
                  <a:pt x="505215" y="65643"/>
                </a:lnTo>
                <a:cubicBezTo>
                  <a:pt x="506367" y="72110"/>
                  <a:pt x="507917" y="76949"/>
                  <a:pt x="509866" y="80161"/>
                </a:cubicBezTo>
                <a:cubicBezTo>
                  <a:pt x="511815" y="83372"/>
                  <a:pt x="514794" y="86041"/>
                  <a:pt x="518802" y="88167"/>
                </a:cubicBezTo>
                <a:cubicBezTo>
                  <a:pt x="522811" y="90293"/>
                  <a:pt x="527207" y="91356"/>
                  <a:pt x="531991" y="91356"/>
                </a:cubicBezTo>
                <a:cubicBezTo>
                  <a:pt x="537528" y="91356"/>
                  <a:pt x="541902" y="89896"/>
                  <a:pt x="545113" y="86975"/>
                </a:cubicBezTo>
                <a:cubicBezTo>
                  <a:pt x="548324" y="84053"/>
                  <a:pt x="549930" y="80600"/>
                  <a:pt x="549930" y="76616"/>
                </a:cubicBezTo>
                <a:cubicBezTo>
                  <a:pt x="549930" y="74403"/>
                  <a:pt x="549321" y="72168"/>
                  <a:pt x="548103" y="69912"/>
                </a:cubicBezTo>
                <a:cubicBezTo>
                  <a:pt x="546885" y="67655"/>
                  <a:pt x="544991" y="65552"/>
                  <a:pt x="542422" y="63604"/>
                </a:cubicBezTo>
                <a:cubicBezTo>
                  <a:pt x="540695" y="62277"/>
                  <a:pt x="535977" y="59455"/>
                  <a:pt x="528270" y="55139"/>
                </a:cubicBezTo>
                <a:cubicBezTo>
                  <a:pt x="520563" y="50824"/>
                  <a:pt x="515082" y="47383"/>
                  <a:pt x="511826" y="44816"/>
                </a:cubicBezTo>
                <a:cubicBezTo>
                  <a:pt x="508570" y="42249"/>
                  <a:pt x="506101" y="39416"/>
                  <a:pt x="504418" y="36318"/>
                </a:cubicBezTo>
                <a:cubicBezTo>
                  <a:pt x="502735" y="33219"/>
                  <a:pt x="501893" y="29810"/>
                  <a:pt x="501893" y="26092"/>
                </a:cubicBezTo>
                <a:cubicBezTo>
                  <a:pt x="501893" y="19631"/>
                  <a:pt x="504374" y="14066"/>
                  <a:pt x="509335" y="9397"/>
                </a:cubicBezTo>
                <a:cubicBezTo>
                  <a:pt x="514295" y="4727"/>
                  <a:pt x="520607" y="2392"/>
                  <a:pt x="528270" y="2392"/>
                </a:cubicBezTo>
                <a:cubicBezTo>
                  <a:pt x="533054" y="2392"/>
                  <a:pt x="538125" y="3566"/>
                  <a:pt x="543485" y="5913"/>
                </a:cubicBezTo>
                <a:cubicBezTo>
                  <a:pt x="545965" y="7021"/>
                  <a:pt x="547715" y="7574"/>
                  <a:pt x="548734" y="7574"/>
                </a:cubicBezTo>
                <a:cubicBezTo>
                  <a:pt x="549885" y="7574"/>
                  <a:pt x="550827" y="7231"/>
                  <a:pt x="551558" y="6544"/>
                </a:cubicBezTo>
                <a:cubicBezTo>
                  <a:pt x="552288" y="5858"/>
                  <a:pt x="552875" y="4474"/>
                  <a:pt x="553318" y="2392"/>
                </a:cubicBezTo>
                <a:lnTo>
                  <a:pt x="555777" y="2392"/>
                </a:lnTo>
                <a:close/>
                <a:moveTo>
                  <a:pt x="618808" y="2392"/>
                </a:moveTo>
                <a:cubicBezTo>
                  <a:pt x="630501" y="2392"/>
                  <a:pt x="640634" y="6826"/>
                  <a:pt x="649205" y="15695"/>
                </a:cubicBezTo>
                <a:cubicBezTo>
                  <a:pt x="657775" y="24563"/>
                  <a:pt x="662061" y="35632"/>
                  <a:pt x="662061" y="48900"/>
                </a:cubicBezTo>
                <a:cubicBezTo>
                  <a:pt x="662061" y="62568"/>
                  <a:pt x="657742" y="73913"/>
                  <a:pt x="649105" y="82937"/>
                </a:cubicBezTo>
                <a:cubicBezTo>
                  <a:pt x="640468" y="91960"/>
                  <a:pt x="630014" y="96472"/>
                  <a:pt x="617745" y="96472"/>
                </a:cubicBezTo>
                <a:cubicBezTo>
                  <a:pt x="605343" y="96472"/>
                  <a:pt x="594923" y="92071"/>
                  <a:pt x="586485" y="83269"/>
                </a:cubicBezTo>
                <a:cubicBezTo>
                  <a:pt x="578047" y="74467"/>
                  <a:pt x="573828" y="63077"/>
                  <a:pt x="573828" y="49100"/>
                </a:cubicBezTo>
                <a:cubicBezTo>
                  <a:pt x="573828" y="34813"/>
                  <a:pt x="578700" y="23159"/>
                  <a:pt x="588445" y="14135"/>
                </a:cubicBezTo>
                <a:cubicBezTo>
                  <a:pt x="596905" y="6306"/>
                  <a:pt x="607026" y="2392"/>
                  <a:pt x="618808" y="2392"/>
                </a:cubicBezTo>
                <a:moveTo>
                  <a:pt x="617546" y="7308"/>
                </a:moveTo>
                <a:cubicBezTo>
                  <a:pt x="609484" y="7308"/>
                  <a:pt x="603017" y="10293"/>
                  <a:pt x="598145" y="16263"/>
                </a:cubicBezTo>
                <a:cubicBezTo>
                  <a:pt x="592077" y="23694"/>
                  <a:pt x="589043" y="34573"/>
                  <a:pt x="589043" y="48902"/>
                </a:cubicBezTo>
                <a:cubicBezTo>
                  <a:pt x="589043" y="63584"/>
                  <a:pt x="592187" y="74883"/>
                  <a:pt x="598477" y="82800"/>
                </a:cubicBezTo>
                <a:cubicBezTo>
                  <a:pt x="603305" y="88814"/>
                  <a:pt x="609683" y="91821"/>
                  <a:pt x="617612" y="91821"/>
                </a:cubicBezTo>
                <a:cubicBezTo>
                  <a:pt x="626072" y="91821"/>
                  <a:pt x="633059" y="88527"/>
                  <a:pt x="638574" y="81938"/>
                </a:cubicBezTo>
                <a:cubicBezTo>
                  <a:pt x="644089" y="75348"/>
                  <a:pt x="646846" y="64955"/>
                  <a:pt x="646846" y="50759"/>
                </a:cubicBezTo>
                <a:cubicBezTo>
                  <a:pt x="646846" y="35369"/>
                  <a:pt x="643812" y="23893"/>
                  <a:pt x="637744" y="16330"/>
                </a:cubicBezTo>
                <a:cubicBezTo>
                  <a:pt x="632871" y="10316"/>
                  <a:pt x="626139" y="7308"/>
                  <a:pt x="617546" y="7308"/>
                </a:cubicBezTo>
                <a:close/>
                <a:moveTo>
                  <a:pt x="695192" y="52222"/>
                </a:moveTo>
                <a:lnTo>
                  <a:pt x="695192" y="78510"/>
                </a:lnTo>
                <a:cubicBezTo>
                  <a:pt x="695192" y="84189"/>
                  <a:pt x="695812" y="87717"/>
                  <a:pt x="697052" y="89093"/>
                </a:cubicBezTo>
                <a:cubicBezTo>
                  <a:pt x="698735" y="91044"/>
                  <a:pt x="701282" y="92020"/>
                  <a:pt x="704693" y="92020"/>
                </a:cubicBezTo>
                <a:lnTo>
                  <a:pt x="708148" y="92020"/>
                </a:lnTo>
                <a:lnTo>
                  <a:pt x="708148" y="94479"/>
                </a:lnTo>
                <a:lnTo>
                  <a:pt x="669546" y="94479"/>
                </a:lnTo>
                <a:lnTo>
                  <a:pt x="669546" y="92020"/>
                </a:lnTo>
                <a:lnTo>
                  <a:pt x="672934" y="92020"/>
                </a:lnTo>
                <a:cubicBezTo>
                  <a:pt x="676744" y="92020"/>
                  <a:pt x="679468" y="90780"/>
                  <a:pt x="681107" y="88300"/>
                </a:cubicBezTo>
                <a:cubicBezTo>
                  <a:pt x="681992" y="86926"/>
                  <a:pt x="682435" y="83671"/>
                  <a:pt x="682435" y="78533"/>
                </a:cubicBezTo>
                <a:lnTo>
                  <a:pt x="682435" y="20331"/>
                </a:lnTo>
                <a:cubicBezTo>
                  <a:pt x="682435" y="14661"/>
                  <a:pt x="681837" y="11140"/>
                  <a:pt x="680641" y="9767"/>
                </a:cubicBezTo>
                <a:cubicBezTo>
                  <a:pt x="678914" y="7818"/>
                  <a:pt x="676345" y="6843"/>
                  <a:pt x="672934" y="6843"/>
                </a:cubicBezTo>
                <a:lnTo>
                  <a:pt x="669546" y="6843"/>
                </a:lnTo>
                <a:lnTo>
                  <a:pt x="669546" y="4385"/>
                </a:lnTo>
                <a:lnTo>
                  <a:pt x="702567" y="4385"/>
                </a:lnTo>
                <a:cubicBezTo>
                  <a:pt x="710628" y="4385"/>
                  <a:pt x="716984" y="5215"/>
                  <a:pt x="721635" y="6875"/>
                </a:cubicBezTo>
                <a:cubicBezTo>
                  <a:pt x="726286" y="8533"/>
                  <a:pt x="730206" y="11330"/>
                  <a:pt x="733395" y="15267"/>
                </a:cubicBezTo>
                <a:cubicBezTo>
                  <a:pt x="736584" y="19203"/>
                  <a:pt x="738179" y="23870"/>
                  <a:pt x="738179" y="29267"/>
                </a:cubicBezTo>
                <a:cubicBezTo>
                  <a:pt x="738179" y="36610"/>
                  <a:pt x="735754" y="42582"/>
                  <a:pt x="730904" y="47183"/>
                </a:cubicBezTo>
                <a:cubicBezTo>
                  <a:pt x="726054" y="51783"/>
                  <a:pt x="719199" y="54083"/>
                  <a:pt x="710340" y="54083"/>
                </a:cubicBezTo>
                <a:cubicBezTo>
                  <a:pt x="708170" y="54083"/>
                  <a:pt x="705822" y="53928"/>
                  <a:pt x="703298" y="53618"/>
                </a:cubicBezTo>
                <a:cubicBezTo>
                  <a:pt x="700773" y="53308"/>
                  <a:pt x="698071" y="52842"/>
                  <a:pt x="695192" y="52222"/>
                </a:cubicBezTo>
                <a:moveTo>
                  <a:pt x="695192" y="48369"/>
                </a:moveTo>
                <a:cubicBezTo>
                  <a:pt x="697540" y="48812"/>
                  <a:pt x="699621" y="49144"/>
                  <a:pt x="701437" y="49365"/>
                </a:cubicBezTo>
                <a:cubicBezTo>
                  <a:pt x="703253" y="49587"/>
                  <a:pt x="704804" y="49698"/>
                  <a:pt x="706088" y="49698"/>
                </a:cubicBezTo>
                <a:cubicBezTo>
                  <a:pt x="710695" y="49698"/>
                  <a:pt x="714670" y="47915"/>
                  <a:pt x="718014" y="44349"/>
                </a:cubicBezTo>
                <a:cubicBezTo>
                  <a:pt x="721358" y="40783"/>
                  <a:pt x="723031" y="36166"/>
                  <a:pt x="723031" y="30496"/>
                </a:cubicBezTo>
                <a:cubicBezTo>
                  <a:pt x="723031" y="26598"/>
                  <a:pt x="722233" y="22977"/>
                  <a:pt x="720639" y="19633"/>
                </a:cubicBezTo>
                <a:cubicBezTo>
                  <a:pt x="719044" y="16289"/>
                  <a:pt x="716785" y="13786"/>
                  <a:pt x="713862" y="12125"/>
                </a:cubicBezTo>
                <a:cubicBezTo>
                  <a:pt x="710938" y="10464"/>
                  <a:pt x="707616" y="9634"/>
                  <a:pt x="703896" y="9634"/>
                </a:cubicBezTo>
                <a:cubicBezTo>
                  <a:pt x="701637" y="9634"/>
                  <a:pt x="698735" y="10055"/>
                  <a:pt x="695192" y="10896"/>
                </a:cubicBezTo>
                <a:lnTo>
                  <a:pt x="695192" y="48369"/>
                </a:lnTo>
                <a:close/>
                <a:moveTo>
                  <a:pt x="786527" y="31891"/>
                </a:moveTo>
                <a:lnTo>
                  <a:pt x="786527" y="52488"/>
                </a:lnTo>
                <a:lnTo>
                  <a:pt x="784335" y="52488"/>
                </a:lnTo>
                <a:cubicBezTo>
                  <a:pt x="782651" y="46028"/>
                  <a:pt x="780492" y="41634"/>
                  <a:pt x="777857" y="39306"/>
                </a:cubicBezTo>
                <a:cubicBezTo>
                  <a:pt x="775221" y="36976"/>
                  <a:pt x="771866" y="35811"/>
                  <a:pt x="767791" y="35811"/>
                </a:cubicBezTo>
                <a:cubicBezTo>
                  <a:pt x="764690" y="35811"/>
                  <a:pt x="762188" y="36630"/>
                  <a:pt x="760283" y="38268"/>
                </a:cubicBezTo>
                <a:cubicBezTo>
                  <a:pt x="758378" y="39904"/>
                  <a:pt x="757426" y="41718"/>
                  <a:pt x="757426" y="43710"/>
                </a:cubicBezTo>
                <a:cubicBezTo>
                  <a:pt x="757426" y="46187"/>
                  <a:pt x="758135" y="48311"/>
                  <a:pt x="759552" y="50080"/>
                </a:cubicBezTo>
                <a:cubicBezTo>
                  <a:pt x="760925" y="51894"/>
                  <a:pt x="763716" y="53819"/>
                  <a:pt x="767924" y="55854"/>
                </a:cubicBezTo>
                <a:lnTo>
                  <a:pt x="777624" y="60567"/>
                </a:lnTo>
                <a:cubicBezTo>
                  <a:pt x="786616" y="64946"/>
                  <a:pt x="791111" y="70720"/>
                  <a:pt x="791111" y="77889"/>
                </a:cubicBezTo>
                <a:cubicBezTo>
                  <a:pt x="791111" y="83419"/>
                  <a:pt x="789019" y="87877"/>
                  <a:pt x="784833" y="91262"/>
                </a:cubicBezTo>
                <a:cubicBezTo>
                  <a:pt x="780647" y="94647"/>
                  <a:pt x="775963" y="96339"/>
                  <a:pt x="770781" y="96339"/>
                </a:cubicBezTo>
                <a:cubicBezTo>
                  <a:pt x="767060" y="96339"/>
                  <a:pt x="762808" y="95674"/>
                  <a:pt x="758024" y="94346"/>
                </a:cubicBezTo>
                <a:cubicBezTo>
                  <a:pt x="756562" y="93903"/>
                  <a:pt x="755366" y="93681"/>
                  <a:pt x="754436" y="93681"/>
                </a:cubicBezTo>
                <a:cubicBezTo>
                  <a:pt x="753417" y="93681"/>
                  <a:pt x="752620" y="94257"/>
                  <a:pt x="752044" y="95409"/>
                </a:cubicBezTo>
                <a:lnTo>
                  <a:pt x="749852" y="95409"/>
                </a:lnTo>
                <a:lnTo>
                  <a:pt x="749852" y="73616"/>
                </a:lnTo>
                <a:lnTo>
                  <a:pt x="752044" y="73616"/>
                </a:lnTo>
                <a:cubicBezTo>
                  <a:pt x="753285" y="79839"/>
                  <a:pt x="755654" y="84529"/>
                  <a:pt x="759154" y="87685"/>
                </a:cubicBezTo>
                <a:cubicBezTo>
                  <a:pt x="762653" y="90841"/>
                  <a:pt x="766573" y="92419"/>
                  <a:pt x="770914" y="92419"/>
                </a:cubicBezTo>
                <a:cubicBezTo>
                  <a:pt x="773970" y="92419"/>
                  <a:pt x="776461" y="91523"/>
                  <a:pt x="778388" y="89732"/>
                </a:cubicBezTo>
                <a:cubicBezTo>
                  <a:pt x="780315" y="87940"/>
                  <a:pt x="781278" y="85782"/>
                  <a:pt x="781278" y="83260"/>
                </a:cubicBezTo>
                <a:cubicBezTo>
                  <a:pt x="781278" y="80207"/>
                  <a:pt x="780204" y="77641"/>
                  <a:pt x="778056" y="75562"/>
                </a:cubicBezTo>
                <a:cubicBezTo>
                  <a:pt x="775908" y="73483"/>
                  <a:pt x="771622" y="70851"/>
                  <a:pt x="765200" y="67666"/>
                </a:cubicBezTo>
                <a:cubicBezTo>
                  <a:pt x="758777" y="64479"/>
                  <a:pt x="754569" y="61603"/>
                  <a:pt x="752576" y="59037"/>
                </a:cubicBezTo>
                <a:cubicBezTo>
                  <a:pt x="750583" y="56515"/>
                  <a:pt x="749586" y="53329"/>
                  <a:pt x="749586" y="49480"/>
                </a:cubicBezTo>
                <a:cubicBezTo>
                  <a:pt x="749586" y="44480"/>
                  <a:pt x="751302" y="40299"/>
                  <a:pt x="754735" y="36937"/>
                </a:cubicBezTo>
                <a:cubicBezTo>
                  <a:pt x="758168" y="33573"/>
                  <a:pt x="762608" y="31891"/>
                  <a:pt x="768057" y="31891"/>
                </a:cubicBezTo>
                <a:cubicBezTo>
                  <a:pt x="770448" y="31891"/>
                  <a:pt x="773350" y="32401"/>
                  <a:pt x="776760" y="33420"/>
                </a:cubicBezTo>
                <a:cubicBezTo>
                  <a:pt x="779019" y="34084"/>
                  <a:pt x="780525" y="34416"/>
                  <a:pt x="781278" y="34416"/>
                </a:cubicBezTo>
                <a:cubicBezTo>
                  <a:pt x="781987" y="34416"/>
                  <a:pt x="782541" y="34261"/>
                  <a:pt x="782939" y="33951"/>
                </a:cubicBezTo>
                <a:cubicBezTo>
                  <a:pt x="783338" y="33641"/>
                  <a:pt x="783803" y="32955"/>
                  <a:pt x="784335" y="31891"/>
                </a:cubicBezTo>
                <a:lnTo>
                  <a:pt x="786527" y="31891"/>
                </a:lnTo>
                <a:close/>
                <a:moveTo>
                  <a:pt x="798930" y="2791"/>
                </a:moveTo>
                <a:lnTo>
                  <a:pt x="798930" y="0"/>
                </a:lnTo>
                <a:cubicBezTo>
                  <a:pt x="805662" y="3322"/>
                  <a:pt x="811265" y="7242"/>
                  <a:pt x="815739" y="11760"/>
                </a:cubicBezTo>
                <a:cubicBezTo>
                  <a:pt x="822073" y="18227"/>
                  <a:pt x="826967" y="25812"/>
                  <a:pt x="830422" y="34516"/>
                </a:cubicBezTo>
                <a:cubicBezTo>
                  <a:pt x="833877" y="43220"/>
                  <a:pt x="835605" y="52289"/>
                  <a:pt x="835605" y="61723"/>
                </a:cubicBezTo>
                <a:cubicBezTo>
                  <a:pt x="835605" y="75454"/>
                  <a:pt x="832227" y="87978"/>
                  <a:pt x="825473" y="99295"/>
                </a:cubicBezTo>
                <a:cubicBezTo>
                  <a:pt x="818718" y="110613"/>
                  <a:pt x="809870" y="118707"/>
                  <a:pt x="798930" y="123580"/>
                </a:cubicBezTo>
                <a:lnTo>
                  <a:pt x="798930" y="121121"/>
                </a:lnTo>
                <a:cubicBezTo>
                  <a:pt x="804378" y="118065"/>
                  <a:pt x="808862" y="113935"/>
                  <a:pt x="812384" y="108730"/>
                </a:cubicBezTo>
                <a:cubicBezTo>
                  <a:pt x="815905" y="103526"/>
                  <a:pt x="818518" y="96904"/>
                  <a:pt x="820224" y="88864"/>
                </a:cubicBezTo>
                <a:cubicBezTo>
                  <a:pt x="821929" y="80825"/>
                  <a:pt x="822782" y="72442"/>
                  <a:pt x="822782" y="63717"/>
                </a:cubicBezTo>
                <a:cubicBezTo>
                  <a:pt x="822782" y="54282"/>
                  <a:pt x="822051" y="45667"/>
                  <a:pt x="820589" y="37871"/>
                </a:cubicBezTo>
                <a:cubicBezTo>
                  <a:pt x="819482" y="31759"/>
                  <a:pt x="818098" y="26864"/>
                  <a:pt x="816437" y="23188"/>
                </a:cubicBezTo>
                <a:cubicBezTo>
                  <a:pt x="814776" y="19511"/>
                  <a:pt x="812572" y="15968"/>
                  <a:pt x="809826" y="12557"/>
                </a:cubicBezTo>
                <a:cubicBezTo>
                  <a:pt x="807080" y="9147"/>
                  <a:pt x="803447" y="5891"/>
                  <a:pt x="798930" y="2791"/>
                </a:cubicBezTo>
                <a:close/>
              </a:path>
            </a:pathLst>
          </a:custGeom>
          <a:solidFill xmlns:a="http://schemas.openxmlformats.org/drawingml/2006/main">
            <a:srgbClr val="4C535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EC5F5-5DEA-42D3-958A-9F065835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25" y="1509043"/>
            <a:ext cx="272141" cy="10"/>
          </a:xfrm>
          <a:custGeom xmlns:a="http://schemas.openxmlformats.org/drawingml/2006/main">
            <a:pathLst>
              <a:path w="272141" h="1" fill="none">
                <a:moveTo>
                  <a:pt x="45357" y="0"/>
                </a:moveTo>
                <a:lnTo>
                  <a:pt x="272141" y="0"/>
                </a:lnTo>
                <a:lnTo>
                  <a:pt x="0" y="0"/>
                </a:lnTo>
                <a:lnTo>
                  <a:pt x="154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98E53-EAA3-415D-8CAF-B5C984EA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35" y="1469356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FAE0C-FCE9-4FA8-ABFA-E2BBDCD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35" y="1469356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69a792894fe4"/>
          <a:stretch xmlns:a="http://schemas.openxmlformats.org/drawingml/2006/main"/>
        </p:blipFill>
        <p:spPr>
          <a:xfrm xmlns:a="http://schemas.openxmlformats.org/drawingml/2006/main">
            <a:off x="124844" y="1276589"/>
            <a:ext cx="453568" cy="453568"/>
          </a:xfrm>
          <a:prstGeom xmlns:a="http://schemas.openxmlformats.org/drawingml/2006/main" prst="rect">
            <a:avLst/>
          </a:prstGeom>
        </p:spPr>
      </p:pic>
      <p:sp>
        <p:nvSpPr>
          <p:cNvPr id="62" name="Text S">
            <a:extLst xmlns:a="http://schemas.openxmlformats.org/drawingml/2006/main">
              <a:ext uri="{FF2B5EF4-FFF2-40B4-BE49-F238E27FC236}">
                <a16:creationId xmlns:a16="http://schemas.microsoft.com/office/drawing/2014/main" id="{D32261FB-83BC-4B98-AEEF-3890DC06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7" y="1865895"/>
            <a:ext cx="94080" cy="59863"/>
          </a:xfrm>
          <a:custGeom xmlns:a="http://schemas.openxmlformats.org/drawingml/2006/main">
            <a:pathLst>
              <a:path w="94080" h="59863">
                <a:moveTo>
                  <a:pt x="0" y="5980"/>
                </a:moveTo>
                <a:lnTo>
                  <a:pt x="31094" y="5980"/>
                </a:lnTo>
                <a:lnTo>
                  <a:pt x="31094" y="8438"/>
                </a:lnTo>
                <a:cubicBezTo>
                  <a:pt x="25115" y="9235"/>
                  <a:pt x="20353" y="10664"/>
                  <a:pt x="16809" y="12723"/>
                </a:cubicBezTo>
                <a:cubicBezTo>
                  <a:pt x="13266" y="14783"/>
                  <a:pt x="10453" y="17717"/>
                  <a:pt x="8372" y="21527"/>
                </a:cubicBezTo>
                <a:cubicBezTo>
                  <a:pt x="6290" y="25336"/>
                  <a:pt x="5249" y="29278"/>
                  <a:pt x="5249" y="33353"/>
                </a:cubicBezTo>
                <a:cubicBezTo>
                  <a:pt x="5249" y="37960"/>
                  <a:pt x="6654" y="41769"/>
                  <a:pt x="9466" y="44781"/>
                </a:cubicBezTo>
                <a:cubicBezTo>
                  <a:pt x="12276" y="47793"/>
                  <a:pt x="15473" y="49299"/>
                  <a:pt x="19058" y="49299"/>
                </a:cubicBezTo>
                <a:cubicBezTo>
                  <a:pt x="21803" y="49299"/>
                  <a:pt x="24303" y="48347"/>
                  <a:pt x="26560" y="46442"/>
                </a:cubicBezTo>
                <a:cubicBezTo>
                  <a:pt x="29880" y="43696"/>
                  <a:pt x="34307" y="37162"/>
                  <a:pt x="39839" y="26842"/>
                </a:cubicBezTo>
                <a:cubicBezTo>
                  <a:pt x="44353" y="18426"/>
                  <a:pt x="47816" y="12679"/>
                  <a:pt x="50229" y="9601"/>
                </a:cubicBezTo>
                <a:cubicBezTo>
                  <a:pt x="52640" y="6522"/>
                  <a:pt x="55484" y="4153"/>
                  <a:pt x="58760" y="2492"/>
                </a:cubicBezTo>
                <a:cubicBezTo>
                  <a:pt x="62035" y="831"/>
                  <a:pt x="65465" y="0"/>
                  <a:pt x="69050" y="0"/>
                </a:cubicBezTo>
                <a:cubicBezTo>
                  <a:pt x="75866" y="0"/>
                  <a:pt x="81742" y="2647"/>
                  <a:pt x="86678" y="7940"/>
                </a:cubicBezTo>
                <a:cubicBezTo>
                  <a:pt x="91613" y="13233"/>
                  <a:pt x="94080" y="20043"/>
                  <a:pt x="94080" y="28370"/>
                </a:cubicBezTo>
                <a:cubicBezTo>
                  <a:pt x="94080" y="30983"/>
                  <a:pt x="93883" y="33442"/>
                  <a:pt x="93490" y="35745"/>
                </a:cubicBezTo>
                <a:cubicBezTo>
                  <a:pt x="93272" y="37118"/>
                  <a:pt x="92474" y="39964"/>
                  <a:pt x="91096" y="44283"/>
                </a:cubicBezTo>
                <a:cubicBezTo>
                  <a:pt x="89719" y="48601"/>
                  <a:pt x="89030" y="51336"/>
                  <a:pt x="89030" y="52488"/>
                </a:cubicBezTo>
                <a:cubicBezTo>
                  <a:pt x="89030" y="53595"/>
                  <a:pt x="89358" y="54470"/>
                  <a:pt x="90015" y="55112"/>
                </a:cubicBezTo>
                <a:cubicBezTo>
                  <a:pt x="90671" y="55755"/>
                  <a:pt x="92026" y="56231"/>
                  <a:pt x="94080" y="56541"/>
                </a:cubicBezTo>
                <a:lnTo>
                  <a:pt x="94080" y="58999"/>
                </a:lnTo>
                <a:lnTo>
                  <a:pt x="63251" y="58999"/>
                </a:lnTo>
                <a:lnTo>
                  <a:pt x="63251" y="56541"/>
                </a:lnTo>
                <a:cubicBezTo>
                  <a:pt x="69718" y="55389"/>
                  <a:pt x="74557" y="53839"/>
                  <a:pt x="77769" y="51890"/>
                </a:cubicBezTo>
                <a:cubicBezTo>
                  <a:pt x="80980" y="49941"/>
                  <a:pt x="83649" y="46962"/>
                  <a:pt x="85775" y="42954"/>
                </a:cubicBezTo>
                <a:cubicBezTo>
                  <a:pt x="87901" y="38945"/>
                  <a:pt x="88964" y="34549"/>
                  <a:pt x="88964" y="29765"/>
                </a:cubicBezTo>
                <a:cubicBezTo>
                  <a:pt x="88964" y="24229"/>
                  <a:pt x="87504" y="19855"/>
                  <a:pt x="84583" y="16643"/>
                </a:cubicBezTo>
                <a:cubicBezTo>
                  <a:pt x="81661" y="13432"/>
                  <a:pt x="78208" y="11826"/>
                  <a:pt x="74225" y="11826"/>
                </a:cubicBezTo>
                <a:cubicBezTo>
                  <a:pt x="72011" y="11826"/>
                  <a:pt x="69776" y="12435"/>
                  <a:pt x="67520" y="13654"/>
                </a:cubicBezTo>
                <a:cubicBezTo>
                  <a:pt x="65263" y="14872"/>
                  <a:pt x="63160" y="16765"/>
                  <a:pt x="61213" y="19334"/>
                </a:cubicBezTo>
                <a:cubicBezTo>
                  <a:pt x="59885" y="21062"/>
                  <a:pt x="57063" y="25779"/>
                  <a:pt x="52748" y="33486"/>
                </a:cubicBezTo>
                <a:cubicBezTo>
                  <a:pt x="48432" y="41193"/>
                  <a:pt x="44991" y="46675"/>
                  <a:pt x="42424" y="49930"/>
                </a:cubicBezTo>
                <a:cubicBezTo>
                  <a:pt x="39857" y="53186"/>
                  <a:pt x="37024" y="55655"/>
                  <a:pt x="33926" y="57338"/>
                </a:cubicBezTo>
                <a:cubicBezTo>
                  <a:pt x="30827" y="59021"/>
                  <a:pt x="27419" y="59863"/>
                  <a:pt x="23701" y="59863"/>
                </a:cubicBezTo>
                <a:cubicBezTo>
                  <a:pt x="17239" y="59863"/>
                  <a:pt x="11674" y="57383"/>
                  <a:pt x="7005" y="52422"/>
                </a:cubicBezTo>
                <a:cubicBezTo>
                  <a:pt x="2335" y="47461"/>
                  <a:pt x="0" y="41149"/>
                  <a:pt x="0" y="33486"/>
                </a:cubicBezTo>
                <a:cubicBezTo>
                  <a:pt x="0" y="28702"/>
                  <a:pt x="1174" y="23631"/>
                  <a:pt x="3521" y="18271"/>
                </a:cubicBezTo>
                <a:cubicBezTo>
                  <a:pt x="4629" y="15791"/>
                  <a:pt x="5182" y="14041"/>
                  <a:pt x="5182" y="13022"/>
                </a:cubicBezTo>
                <a:cubicBezTo>
                  <a:pt x="5182" y="11871"/>
                  <a:pt x="4839" y="10929"/>
                  <a:pt x="4153" y="10199"/>
                </a:cubicBezTo>
                <a:cubicBezTo>
                  <a:pt x="3466" y="9468"/>
                  <a:pt x="2082" y="8881"/>
                  <a:pt x="0" y="8438"/>
                </a:cubicBezTo>
                <a:lnTo>
                  <a:pt x="0" y="5980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e">
            <a:extLst xmlns:a="http://schemas.openxmlformats.org/drawingml/2006/main">
              <a:ext uri="{FF2B5EF4-FFF2-40B4-BE49-F238E27FC236}">
                <a16:creationId xmlns:a16="http://schemas.microsoft.com/office/drawing/2014/main" id="{104F6CC0-9922-4A0E-9BDD-CB771B9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802066"/>
            <a:ext cx="64447" cy="51491"/>
          </a:xfrm>
          <a:custGeom xmlns:a="http://schemas.openxmlformats.org/drawingml/2006/main">
            <a:pathLst>
              <a:path w="64447" h="51491">
                <a:moveTo>
                  <a:pt x="24716" y="42057"/>
                </a:moveTo>
                <a:cubicBezTo>
                  <a:pt x="33731" y="42101"/>
                  <a:pt x="40802" y="39909"/>
                  <a:pt x="45929" y="35479"/>
                </a:cubicBezTo>
                <a:cubicBezTo>
                  <a:pt x="51055" y="31050"/>
                  <a:pt x="53618" y="25845"/>
                  <a:pt x="53618" y="19866"/>
                </a:cubicBezTo>
                <a:cubicBezTo>
                  <a:pt x="53618" y="15879"/>
                  <a:pt x="52521" y="12413"/>
                  <a:pt x="50329" y="9468"/>
                </a:cubicBezTo>
                <a:cubicBezTo>
                  <a:pt x="48136" y="6522"/>
                  <a:pt x="44382" y="4053"/>
                  <a:pt x="39067" y="2060"/>
                </a:cubicBezTo>
                <a:lnTo>
                  <a:pt x="40396" y="0"/>
                </a:lnTo>
                <a:cubicBezTo>
                  <a:pt x="46464" y="930"/>
                  <a:pt x="51990" y="3632"/>
                  <a:pt x="56973" y="8106"/>
                </a:cubicBezTo>
                <a:cubicBezTo>
                  <a:pt x="61956" y="12579"/>
                  <a:pt x="64447" y="18183"/>
                  <a:pt x="64447" y="24915"/>
                </a:cubicBezTo>
                <a:cubicBezTo>
                  <a:pt x="64447" y="32224"/>
                  <a:pt x="61608" y="38480"/>
                  <a:pt x="55928" y="43685"/>
                </a:cubicBezTo>
                <a:cubicBezTo>
                  <a:pt x="50248" y="48889"/>
                  <a:pt x="42611" y="51491"/>
                  <a:pt x="33019" y="51491"/>
                </a:cubicBezTo>
                <a:cubicBezTo>
                  <a:pt x="22632" y="51491"/>
                  <a:pt x="14533" y="48823"/>
                  <a:pt x="8720" y="43485"/>
                </a:cubicBezTo>
                <a:cubicBezTo>
                  <a:pt x="2907" y="38148"/>
                  <a:pt x="0" y="31449"/>
                  <a:pt x="0" y="23387"/>
                </a:cubicBezTo>
                <a:cubicBezTo>
                  <a:pt x="0" y="16566"/>
                  <a:pt x="2242" y="10963"/>
                  <a:pt x="6727" y="6578"/>
                </a:cubicBezTo>
                <a:cubicBezTo>
                  <a:pt x="11210" y="2193"/>
                  <a:pt x="17207" y="0"/>
                  <a:pt x="24716" y="0"/>
                </a:cubicBezTo>
                <a:lnTo>
                  <a:pt x="24716" y="42057"/>
                </a:lnTo>
                <a:moveTo>
                  <a:pt x="20862" y="42057"/>
                </a:moveTo>
                <a:lnTo>
                  <a:pt x="20862" y="13886"/>
                </a:lnTo>
                <a:cubicBezTo>
                  <a:pt x="16965" y="14108"/>
                  <a:pt x="14218" y="14573"/>
                  <a:pt x="12624" y="15281"/>
                </a:cubicBezTo>
                <a:cubicBezTo>
                  <a:pt x="10143" y="16389"/>
                  <a:pt x="8194" y="18039"/>
                  <a:pt x="6777" y="20231"/>
                </a:cubicBezTo>
                <a:cubicBezTo>
                  <a:pt x="5360" y="22424"/>
                  <a:pt x="4651" y="24716"/>
                  <a:pt x="4651" y="27108"/>
                </a:cubicBezTo>
                <a:cubicBezTo>
                  <a:pt x="4651" y="30784"/>
                  <a:pt x="6079" y="34073"/>
                  <a:pt x="8936" y="36974"/>
                </a:cubicBezTo>
                <a:cubicBezTo>
                  <a:pt x="11793" y="39875"/>
                  <a:pt x="15769" y="41570"/>
                  <a:pt x="20862" y="42057"/>
                </a:cubicBez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c">
            <a:extLst xmlns:a="http://schemas.openxmlformats.org/drawingml/2006/main">
              <a:ext uri="{FF2B5EF4-FFF2-40B4-BE49-F238E27FC236}">
                <a16:creationId xmlns:a16="http://schemas.microsoft.com/office/drawing/2014/main" id="{A3C97CDA-02D8-4343-8C3B-FCFAEFE8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742249"/>
            <a:ext cx="64447" cy="51292"/>
          </a:xfrm>
          <a:custGeom xmlns:a="http://schemas.openxmlformats.org/drawingml/2006/main">
            <a:pathLst>
              <a:path w="64447" h="51292">
                <a:moveTo>
                  <a:pt x="39466" y="0"/>
                </a:moveTo>
                <a:cubicBezTo>
                  <a:pt x="47483" y="1639"/>
                  <a:pt x="53651" y="4850"/>
                  <a:pt x="57969" y="9634"/>
                </a:cubicBezTo>
                <a:cubicBezTo>
                  <a:pt x="62288" y="14418"/>
                  <a:pt x="64447" y="19711"/>
                  <a:pt x="64447" y="25513"/>
                </a:cubicBezTo>
                <a:cubicBezTo>
                  <a:pt x="64447" y="32423"/>
                  <a:pt x="61550" y="38447"/>
                  <a:pt x="55754" y="43585"/>
                </a:cubicBezTo>
                <a:cubicBezTo>
                  <a:pt x="49957" y="48723"/>
                  <a:pt x="42125" y="51292"/>
                  <a:pt x="32257" y="51292"/>
                </a:cubicBezTo>
                <a:cubicBezTo>
                  <a:pt x="22699" y="51292"/>
                  <a:pt x="14934" y="48446"/>
                  <a:pt x="8961" y="42755"/>
                </a:cubicBezTo>
                <a:cubicBezTo>
                  <a:pt x="2987" y="37063"/>
                  <a:pt x="0" y="30230"/>
                  <a:pt x="0" y="22258"/>
                </a:cubicBezTo>
                <a:cubicBezTo>
                  <a:pt x="0" y="16278"/>
                  <a:pt x="1579" y="11361"/>
                  <a:pt x="4736" y="7508"/>
                </a:cubicBezTo>
                <a:cubicBezTo>
                  <a:pt x="7892" y="3654"/>
                  <a:pt x="11170" y="1727"/>
                  <a:pt x="14569" y="1727"/>
                </a:cubicBezTo>
                <a:cubicBezTo>
                  <a:pt x="16247" y="1727"/>
                  <a:pt x="17605" y="2270"/>
                  <a:pt x="18643" y="3355"/>
                </a:cubicBezTo>
                <a:cubicBezTo>
                  <a:pt x="19680" y="4440"/>
                  <a:pt x="20198" y="5958"/>
                  <a:pt x="20198" y="7906"/>
                </a:cubicBezTo>
                <a:cubicBezTo>
                  <a:pt x="20198" y="10520"/>
                  <a:pt x="19356" y="12491"/>
                  <a:pt x="17673" y="13820"/>
                </a:cubicBezTo>
                <a:cubicBezTo>
                  <a:pt x="16743" y="14573"/>
                  <a:pt x="14971" y="15071"/>
                  <a:pt x="12358" y="15315"/>
                </a:cubicBezTo>
                <a:cubicBezTo>
                  <a:pt x="9745" y="15558"/>
                  <a:pt x="7751" y="16455"/>
                  <a:pt x="6378" y="18005"/>
                </a:cubicBezTo>
                <a:cubicBezTo>
                  <a:pt x="5049" y="19556"/>
                  <a:pt x="4385" y="21704"/>
                  <a:pt x="4385" y="24450"/>
                </a:cubicBezTo>
                <a:cubicBezTo>
                  <a:pt x="4385" y="28880"/>
                  <a:pt x="6024" y="32445"/>
                  <a:pt x="9302" y="35147"/>
                </a:cubicBezTo>
                <a:cubicBezTo>
                  <a:pt x="13642" y="38735"/>
                  <a:pt x="19379" y="40529"/>
                  <a:pt x="26510" y="40529"/>
                </a:cubicBezTo>
                <a:cubicBezTo>
                  <a:pt x="33774" y="40529"/>
                  <a:pt x="40185" y="38746"/>
                  <a:pt x="45744" y="35180"/>
                </a:cubicBezTo>
                <a:cubicBezTo>
                  <a:pt x="51303" y="31615"/>
                  <a:pt x="54083" y="26798"/>
                  <a:pt x="54083" y="20729"/>
                </a:cubicBezTo>
                <a:cubicBezTo>
                  <a:pt x="54083" y="16389"/>
                  <a:pt x="52599" y="12491"/>
                  <a:pt x="49631" y="9036"/>
                </a:cubicBezTo>
                <a:cubicBezTo>
                  <a:pt x="47594" y="6600"/>
                  <a:pt x="43895" y="4230"/>
                  <a:pt x="38536" y="1927"/>
                </a:cubicBezTo>
                <a:lnTo>
                  <a:pt x="39466" y="0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u">
            <a:extLst xmlns:a="http://schemas.openxmlformats.org/drawingml/2006/main">
              <a:ext uri="{FF2B5EF4-FFF2-40B4-BE49-F238E27FC236}">
                <a16:creationId xmlns:a16="http://schemas.microsoft.com/office/drawing/2014/main" id="{AE6A3222-EAAB-4309-B292-BCCB137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4" y="1669940"/>
            <a:ext cx="62720" cy="67703"/>
          </a:xfrm>
          <a:custGeom xmlns:a="http://schemas.openxmlformats.org/drawingml/2006/main">
            <a:pathLst>
              <a:path w="62720" h="67703">
                <a:moveTo>
                  <a:pt x="0" y="10232"/>
                </a:moveTo>
                <a:lnTo>
                  <a:pt x="36875" y="10232"/>
                </a:lnTo>
                <a:cubicBezTo>
                  <a:pt x="43917" y="10232"/>
                  <a:pt x="48225" y="10066"/>
                  <a:pt x="49797" y="9734"/>
                </a:cubicBezTo>
                <a:cubicBezTo>
                  <a:pt x="51370" y="9401"/>
                  <a:pt x="52466" y="8870"/>
                  <a:pt x="53086" y="8139"/>
                </a:cubicBezTo>
                <a:cubicBezTo>
                  <a:pt x="53706" y="7408"/>
                  <a:pt x="54016" y="6555"/>
                  <a:pt x="54016" y="5581"/>
                </a:cubicBezTo>
                <a:cubicBezTo>
                  <a:pt x="54016" y="4208"/>
                  <a:pt x="53640" y="2658"/>
                  <a:pt x="52887" y="930"/>
                </a:cubicBezTo>
                <a:lnTo>
                  <a:pt x="55212" y="0"/>
                </a:lnTo>
                <a:lnTo>
                  <a:pt x="62720" y="18205"/>
                </a:lnTo>
                <a:lnTo>
                  <a:pt x="62720" y="21195"/>
                </a:lnTo>
                <a:lnTo>
                  <a:pt x="49830" y="21195"/>
                </a:lnTo>
                <a:cubicBezTo>
                  <a:pt x="55500" y="26421"/>
                  <a:pt x="59066" y="30408"/>
                  <a:pt x="60527" y="33154"/>
                </a:cubicBezTo>
                <a:cubicBezTo>
                  <a:pt x="61989" y="35900"/>
                  <a:pt x="62720" y="38801"/>
                  <a:pt x="62720" y="41858"/>
                </a:cubicBezTo>
                <a:cubicBezTo>
                  <a:pt x="62720" y="45268"/>
                  <a:pt x="61734" y="48225"/>
                  <a:pt x="59763" y="50727"/>
                </a:cubicBezTo>
                <a:cubicBezTo>
                  <a:pt x="57792" y="53230"/>
                  <a:pt x="55256" y="54969"/>
                  <a:pt x="52156" y="55943"/>
                </a:cubicBezTo>
                <a:cubicBezTo>
                  <a:pt x="49055" y="56917"/>
                  <a:pt x="44670" y="57405"/>
                  <a:pt x="39001" y="57405"/>
                </a:cubicBezTo>
                <a:lnTo>
                  <a:pt x="11826" y="57405"/>
                </a:lnTo>
                <a:cubicBezTo>
                  <a:pt x="8947" y="57405"/>
                  <a:pt x="6954" y="57715"/>
                  <a:pt x="5847" y="58335"/>
                </a:cubicBezTo>
                <a:cubicBezTo>
                  <a:pt x="4739" y="58955"/>
                  <a:pt x="3887" y="59874"/>
                  <a:pt x="3289" y="61092"/>
                </a:cubicBezTo>
                <a:cubicBezTo>
                  <a:pt x="2691" y="62310"/>
                  <a:pt x="2414" y="64514"/>
                  <a:pt x="2458" y="67703"/>
                </a:cubicBezTo>
                <a:lnTo>
                  <a:pt x="0" y="67703"/>
                </a:lnTo>
                <a:lnTo>
                  <a:pt x="0" y="46376"/>
                </a:lnTo>
                <a:lnTo>
                  <a:pt x="40628" y="46376"/>
                </a:lnTo>
                <a:cubicBezTo>
                  <a:pt x="46284" y="46376"/>
                  <a:pt x="49996" y="45390"/>
                  <a:pt x="51763" y="43419"/>
                </a:cubicBezTo>
                <a:cubicBezTo>
                  <a:pt x="53531" y="41448"/>
                  <a:pt x="54415" y="39067"/>
                  <a:pt x="54415" y="36277"/>
                </a:cubicBezTo>
                <a:cubicBezTo>
                  <a:pt x="54415" y="34372"/>
                  <a:pt x="53818" y="32213"/>
                  <a:pt x="52625" y="29799"/>
                </a:cubicBezTo>
                <a:cubicBezTo>
                  <a:pt x="51432" y="27385"/>
                  <a:pt x="49157" y="24517"/>
                  <a:pt x="45800" y="21195"/>
                </a:cubicBezTo>
                <a:lnTo>
                  <a:pt x="11405" y="21195"/>
                </a:lnTo>
                <a:cubicBezTo>
                  <a:pt x="7958" y="21195"/>
                  <a:pt x="5628" y="21826"/>
                  <a:pt x="4414" y="23088"/>
                </a:cubicBezTo>
                <a:cubicBezTo>
                  <a:pt x="3199" y="24350"/>
                  <a:pt x="2547" y="26975"/>
                  <a:pt x="2458" y="30961"/>
                </a:cubicBezTo>
                <a:lnTo>
                  <a:pt x="0" y="30961"/>
                </a:lnTo>
                <a:lnTo>
                  <a:pt x="0" y="10232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r">
            <a:extLst xmlns:a="http://schemas.openxmlformats.org/drawingml/2006/main">
              <a:ext uri="{FF2B5EF4-FFF2-40B4-BE49-F238E27FC236}">
                <a16:creationId xmlns:a16="http://schemas.microsoft.com/office/drawing/2014/main" id="{0C49F146-8AE4-43A6-9EB2-EE5F09B5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623565"/>
            <a:ext cx="62587" cy="45312"/>
          </a:xfrm>
          <a:custGeom xmlns:a="http://schemas.openxmlformats.org/drawingml/2006/main">
            <a:pathLst>
              <a:path w="62587" h="45312">
                <a:moveTo>
                  <a:pt x="0" y="24118"/>
                </a:moveTo>
                <a:lnTo>
                  <a:pt x="13687" y="24118"/>
                </a:lnTo>
                <a:cubicBezTo>
                  <a:pt x="4562" y="19024"/>
                  <a:pt x="0" y="13798"/>
                  <a:pt x="0" y="8438"/>
                </a:cubicBezTo>
                <a:cubicBezTo>
                  <a:pt x="0" y="6002"/>
                  <a:pt x="742" y="3986"/>
                  <a:pt x="2226" y="2392"/>
                </a:cubicBezTo>
                <a:cubicBezTo>
                  <a:pt x="3710" y="797"/>
                  <a:pt x="5426" y="0"/>
                  <a:pt x="7375" y="0"/>
                </a:cubicBezTo>
                <a:cubicBezTo>
                  <a:pt x="9102" y="0"/>
                  <a:pt x="10564" y="576"/>
                  <a:pt x="11760" y="1727"/>
                </a:cubicBezTo>
                <a:cubicBezTo>
                  <a:pt x="12956" y="2879"/>
                  <a:pt x="13554" y="4252"/>
                  <a:pt x="13554" y="5847"/>
                </a:cubicBezTo>
                <a:cubicBezTo>
                  <a:pt x="13554" y="7397"/>
                  <a:pt x="12790" y="9136"/>
                  <a:pt x="11262" y="11062"/>
                </a:cubicBezTo>
                <a:cubicBezTo>
                  <a:pt x="9734" y="12989"/>
                  <a:pt x="8969" y="14418"/>
                  <a:pt x="8969" y="15348"/>
                </a:cubicBezTo>
                <a:cubicBezTo>
                  <a:pt x="8969" y="16145"/>
                  <a:pt x="9411" y="17009"/>
                  <a:pt x="10294" y="17939"/>
                </a:cubicBezTo>
                <a:cubicBezTo>
                  <a:pt x="12106" y="19932"/>
                  <a:pt x="15088" y="21992"/>
                  <a:pt x="19241" y="24118"/>
                </a:cubicBezTo>
                <a:lnTo>
                  <a:pt x="48333" y="24118"/>
                </a:lnTo>
                <a:cubicBezTo>
                  <a:pt x="51690" y="24118"/>
                  <a:pt x="54230" y="23697"/>
                  <a:pt x="55953" y="22856"/>
                </a:cubicBezTo>
                <a:cubicBezTo>
                  <a:pt x="57147" y="22280"/>
                  <a:pt x="58141" y="21261"/>
                  <a:pt x="58937" y="19799"/>
                </a:cubicBezTo>
                <a:cubicBezTo>
                  <a:pt x="59731" y="18338"/>
                  <a:pt x="60129" y="16234"/>
                  <a:pt x="60129" y="13487"/>
                </a:cubicBezTo>
                <a:lnTo>
                  <a:pt x="62587" y="13487"/>
                </a:lnTo>
                <a:lnTo>
                  <a:pt x="62587" y="44648"/>
                </a:lnTo>
                <a:lnTo>
                  <a:pt x="60129" y="44648"/>
                </a:lnTo>
                <a:cubicBezTo>
                  <a:pt x="60129" y="41548"/>
                  <a:pt x="59643" y="39244"/>
                  <a:pt x="58671" y="37738"/>
                </a:cubicBezTo>
                <a:cubicBezTo>
                  <a:pt x="57964" y="36631"/>
                  <a:pt x="56836" y="35856"/>
                  <a:pt x="55289" y="35413"/>
                </a:cubicBezTo>
                <a:cubicBezTo>
                  <a:pt x="54537" y="35191"/>
                  <a:pt x="52394" y="35081"/>
                  <a:pt x="48859" y="35081"/>
                </a:cubicBezTo>
                <a:lnTo>
                  <a:pt x="25324" y="35081"/>
                </a:lnTo>
                <a:cubicBezTo>
                  <a:pt x="18252" y="35081"/>
                  <a:pt x="14043" y="35225"/>
                  <a:pt x="12696" y="35513"/>
                </a:cubicBezTo>
                <a:cubicBezTo>
                  <a:pt x="11348" y="35800"/>
                  <a:pt x="10365" y="36332"/>
                  <a:pt x="9746" y="37107"/>
                </a:cubicBezTo>
                <a:cubicBezTo>
                  <a:pt x="9127" y="37882"/>
                  <a:pt x="8818" y="38846"/>
                  <a:pt x="8818" y="39997"/>
                </a:cubicBezTo>
                <a:cubicBezTo>
                  <a:pt x="8818" y="41370"/>
                  <a:pt x="9149" y="42921"/>
                  <a:pt x="9812" y="44648"/>
                </a:cubicBezTo>
                <a:lnTo>
                  <a:pt x="7425" y="45312"/>
                </a:lnTo>
                <a:lnTo>
                  <a:pt x="0" y="26908"/>
                </a:lnTo>
                <a:lnTo>
                  <a:pt x="0" y="24118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i">
            <a:extLst xmlns:a="http://schemas.openxmlformats.org/drawingml/2006/main">
              <a:ext uri="{FF2B5EF4-FFF2-40B4-BE49-F238E27FC236}">
                <a16:creationId xmlns:a16="http://schemas.microsoft.com/office/drawing/2014/main" id="{B56BDB04-9AA4-4F9A-852F-14071AE0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" y="1589947"/>
            <a:ext cx="94479" cy="30496"/>
          </a:xfrm>
          <a:custGeom xmlns:a="http://schemas.openxmlformats.org/drawingml/2006/main">
            <a:pathLst>
              <a:path w="94479" h="30496">
                <a:moveTo>
                  <a:pt x="0" y="14750"/>
                </a:moveTo>
                <a:cubicBezTo>
                  <a:pt x="0" y="12889"/>
                  <a:pt x="657" y="11306"/>
                  <a:pt x="1970" y="9999"/>
                </a:cubicBezTo>
                <a:cubicBezTo>
                  <a:pt x="3283" y="8693"/>
                  <a:pt x="4874" y="8039"/>
                  <a:pt x="6744" y="8039"/>
                </a:cubicBezTo>
                <a:cubicBezTo>
                  <a:pt x="8614" y="8039"/>
                  <a:pt x="10217" y="8693"/>
                  <a:pt x="11552" y="9999"/>
                </a:cubicBezTo>
                <a:cubicBezTo>
                  <a:pt x="12887" y="11306"/>
                  <a:pt x="13554" y="12889"/>
                  <a:pt x="13554" y="14750"/>
                </a:cubicBezTo>
                <a:cubicBezTo>
                  <a:pt x="13554" y="16610"/>
                  <a:pt x="12887" y="18205"/>
                  <a:pt x="11552" y="19534"/>
                </a:cubicBezTo>
                <a:cubicBezTo>
                  <a:pt x="10217" y="20862"/>
                  <a:pt x="8614" y="21527"/>
                  <a:pt x="6744" y="21527"/>
                </a:cubicBezTo>
                <a:cubicBezTo>
                  <a:pt x="4874" y="21527"/>
                  <a:pt x="3283" y="20873"/>
                  <a:pt x="1970" y="19567"/>
                </a:cubicBezTo>
                <a:cubicBezTo>
                  <a:pt x="657" y="18260"/>
                  <a:pt x="0" y="16654"/>
                  <a:pt x="0" y="14750"/>
                </a:cubicBezTo>
                <a:moveTo>
                  <a:pt x="31891" y="9235"/>
                </a:moveTo>
                <a:lnTo>
                  <a:pt x="80684" y="9235"/>
                </a:lnTo>
                <a:cubicBezTo>
                  <a:pt x="84485" y="9235"/>
                  <a:pt x="87015" y="8958"/>
                  <a:pt x="88275" y="8405"/>
                </a:cubicBezTo>
                <a:cubicBezTo>
                  <a:pt x="89534" y="7851"/>
                  <a:pt x="90473" y="7032"/>
                  <a:pt x="91092" y="5946"/>
                </a:cubicBezTo>
                <a:cubicBezTo>
                  <a:pt x="91711" y="4861"/>
                  <a:pt x="92020" y="2879"/>
                  <a:pt x="92020" y="0"/>
                </a:cubicBezTo>
                <a:lnTo>
                  <a:pt x="94479" y="0"/>
                </a:lnTo>
                <a:lnTo>
                  <a:pt x="94479" y="29566"/>
                </a:lnTo>
                <a:lnTo>
                  <a:pt x="92020" y="29566"/>
                </a:lnTo>
                <a:cubicBezTo>
                  <a:pt x="92020" y="26598"/>
                  <a:pt x="91733" y="24605"/>
                  <a:pt x="91159" y="23586"/>
                </a:cubicBezTo>
                <a:cubicBezTo>
                  <a:pt x="90584" y="22568"/>
                  <a:pt x="89634" y="21759"/>
                  <a:pt x="88308" y="21161"/>
                </a:cubicBezTo>
                <a:cubicBezTo>
                  <a:pt x="86982" y="20563"/>
                  <a:pt x="84440" y="20264"/>
                  <a:pt x="80684" y="20264"/>
                </a:cubicBezTo>
                <a:lnTo>
                  <a:pt x="57282" y="20264"/>
                </a:lnTo>
                <a:cubicBezTo>
                  <a:pt x="50696" y="20264"/>
                  <a:pt x="46432" y="20464"/>
                  <a:pt x="44488" y="20862"/>
                </a:cubicBezTo>
                <a:cubicBezTo>
                  <a:pt x="43074" y="21172"/>
                  <a:pt x="42090" y="21660"/>
                  <a:pt x="41538" y="22324"/>
                </a:cubicBezTo>
                <a:cubicBezTo>
                  <a:pt x="40986" y="22988"/>
                  <a:pt x="40709" y="23896"/>
                  <a:pt x="40709" y="25048"/>
                </a:cubicBezTo>
                <a:cubicBezTo>
                  <a:pt x="40709" y="26288"/>
                  <a:pt x="41041" y="27794"/>
                  <a:pt x="41704" y="29566"/>
                </a:cubicBezTo>
                <a:lnTo>
                  <a:pt x="39316" y="30496"/>
                </a:lnTo>
                <a:lnTo>
                  <a:pt x="31891" y="12159"/>
                </a:lnTo>
                <a:lnTo>
                  <a:pt x="31891" y="9235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t">
            <a:extLst xmlns:a="http://schemas.openxmlformats.org/drawingml/2006/main">
              <a:ext uri="{FF2B5EF4-FFF2-40B4-BE49-F238E27FC236}">
                <a16:creationId xmlns:a16="http://schemas.microsoft.com/office/drawing/2014/main" id="{6BF0DC0B-31AF-4EFB-84C8-5C5FEEB5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9" y="1548598"/>
            <a:ext cx="81988" cy="36675"/>
          </a:xfrm>
          <a:custGeom xmlns:a="http://schemas.openxmlformats.org/drawingml/2006/main">
            <a:pathLst>
              <a:path w="81988" h="36675">
                <a:moveTo>
                  <a:pt x="0" y="16079"/>
                </a:moveTo>
                <a:lnTo>
                  <a:pt x="20065" y="16079"/>
                </a:lnTo>
                <a:lnTo>
                  <a:pt x="20065" y="1860"/>
                </a:lnTo>
                <a:lnTo>
                  <a:pt x="24716" y="1860"/>
                </a:lnTo>
                <a:lnTo>
                  <a:pt x="24716" y="16079"/>
                </a:lnTo>
                <a:lnTo>
                  <a:pt x="64128" y="16079"/>
                </a:lnTo>
                <a:cubicBezTo>
                  <a:pt x="68066" y="16079"/>
                  <a:pt x="70720" y="15514"/>
                  <a:pt x="72092" y="14384"/>
                </a:cubicBezTo>
                <a:cubicBezTo>
                  <a:pt x="73463" y="13255"/>
                  <a:pt x="74148" y="11804"/>
                  <a:pt x="74148" y="10033"/>
                </a:cubicBezTo>
                <a:cubicBezTo>
                  <a:pt x="74148" y="8571"/>
                  <a:pt x="73694" y="7153"/>
                  <a:pt x="72786" y="5780"/>
                </a:cubicBezTo>
                <a:cubicBezTo>
                  <a:pt x="71878" y="4407"/>
                  <a:pt x="70538" y="3344"/>
                  <a:pt x="68766" y="2591"/>
                </a:cubicBezTo>
                <a:lnTo>
                  <a:pt x="68766" y="0"/>
                </a:lnTo>
                <a:cubicBezTo>
                  <a:pt x="73119" y="1550"/>
                  <a:pt x="76412" y="3743"/>
                  <a:pt x="78643" y="6578"/>
                </a:cubicBezTo>
                <a:cubicBezTo>
                  <a:pt x="80873" y="9412"/>
                  <a:pt x="81988" y="12336"/>
                  <a:pt x="81988" y="15348"/>
                </a:cubicBezTo>
                <a:cubicBezTo>
                  <a:pt x="81988" y="17385"/>
                  <a:pt x="81422" y="19379"/>
                  <a:pt x="80291" y="21327"/>
                </a:cubicBezTo>
                <a:cubicBezTo>
                  <a:pt x="79161" y="23276"/>
                  <a:pt x="77542" y="24716"/>
                  <a:pt x="75437" y="25646"/>
                </a:cubicBezTo>
                <a:cubicBezTo>
                  <a:pt x="73330" y="26576"/>
                  <a:pt x="70082" y="27041"/>
                  <a:pt x="65691" y="27041"/>
                </a:cubicBezTo>
                <a:lnTo>
                  <a:pt x="24716" y="27041"/>
                </a:lnTo>
                <a:lnTo>
                  <a:pt x="24716" y="36675"/>
                </a:lnTo>
                <a:lnTo>
                  <a:pt x="22523" y="36675"/>
                </a:lnTo>
                <a:cubicBezTo>
                  <a:pt x="21546" y="34239"/>
                  <a:pt x="19891" y="31748"/>
                  <a:pt x="17559" y="29201"/>
                </a:cubicBezTo>
                <a:cubicBezTo>
                  <a:pt x="15227" y="26654"/>
                  <a:pt x="12461" y="24384"/>
                  <a:pt x="9262" y="22390"/>
                </a:cubicBezTo>
                <a:cubicBezTo>
                  <a:pt x="7575" y="21372"/>
                  <a:pt x="4488" y="19954"/>
                  <a:pt x="0" y="18138"/>
                </a:cubicBezTo>
                <a:lnTo>
                  <a:pt x="0" y="16079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y">
            <a:extLst xmlns:a="http://schemas.openxmlformats.org/drawingml/2006/main">
              <a:ext uri="{FF2B5EF4-FFF2-40B4-BE49-F238E27FC236}">
                <a16:creationId xmlns:a16="http://schemas.microsoft.com/office/drawing/2014/main" id="{4CD7E4CD-AAEA-4CAF-B8B9-1E20E234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4" y="1481537"/>
            <a:ext cx="90226" cy="66441"/>
          </a:xfrm>
          <a:custGeom xmlns:a="http://schemas.openxmlformats.org/drawingml/2006/main">
            <a:pathLst>
              <a:path w="90226" h="66441">
                <a:moveTo>
                  <a:pt x="0" y="66441"/>
                </a:moveTo>
                <a:lnTo>
                  <a:pt x="0" y="38070"/>
                </a:lnTo>
                <a:lnTo>
                  <a:pt x="2458" y="38070"/>
                </a:lnTo>
                <a:lnTo>
                  <a:pt x="2458" y="39466"/>
                </a:lnTo>
                <a:cubicBezTo>
                  <a:pt x="2458" y="41459"/>
                  <a:pt x="2890" y="42954"/>
                  <a:pt x="3754" y="43950"/>
                </a:cubicBezTo>
                <a:cubicBezTo>
                  <a:pt x="4618" y="44947"/>
                  <a:pt x="5692" y="45445"/>
                  <a:pt x="6976" y="45445"/>
                </a:cubicBezTo>
                <a:cubicBezTo>
                  <a:pt x="8704" y="45445"/>
                  <a:pt x="11096" y="44715"/>
                  <a:pt x="14152" y="43253"/>
                </a:cubicBezTo>
                <a:lnTo>
                  <a:pt x="44847" y="28437"/>
                </a:lnTo>
                <a:lnTo>
                  <a:pt x="11228" y="14816"/>
                </a:lnTo>
                <a:cubicBezTo>
                  <a:pt x="9412" y="14063"/>
                  <a:pt x="7619" y="13687"/>
                  <a:pt x="5847" y="13687"/>
                </a:cubicBezTo>
                <a:cubicBezTo>
                  <a:pt x="5049" y="13687"/>
                  <a:pt x="4452" y="13842"/>
                  <a:pt x="4053" y="14152"/>
                </a:cubicBezTo>
                <a:cubicBezTo>
                  <a:pt x="3566" y="14506"/>
                  <a:pt x="3178" y="15060"/>
                  <a:pt x="2890" y="15813"/>
                </a:cubicBezTo>
                <a:cubicBezTo>
                  <a:pt x="2602" y="16566"/>
                  <a:pt x="2458" y="17895"/>
                  <a:pt x="2458" y="19799"/>
                </a:cubicBezTo>
                <a:lnTo>
                  <a:pt x="0" y="19799"/>
                </a:lnTo>
                <a:lnTo>
                  <a:pt x="0" y="0"/>
                </a:lnTo>
                <a:lnTo>
                  <a:pt x="2458" y="0"/>
                </a:lnTo>
                <a:cubicBezTo>
                  <a:pt x="2635" y="1639"/>
                  <a:pt x="2990" y="2901"/>
                  <a:pt x="3521" y="3787"/>
                </a:cubicBezTo>
                <a:cubicBezTo>
                  <a:pt x="4053" y="4673"/>
                  <a:pt x="5049" y="5647"/>
                  <a:pt x="6511" y="6711"/>
                </a:cubicBezTo>
                <a:cubicBezTo>
                  <a:pt x="7131" y="7109"/>
                  <a:pt x="8837" y="7862"/>
                  <a:pt x="11627" y="8969"/>
                </a:cubicBezTo>
                <a:lnTo>
                  <a:pt x="72354" y="33752"/>
                </a:lnTo>
                <a:cubicBezTo>
                  <a:pt x="78245" y="36144"/>
                  <a:pt x="82696" y="39277"/>
                  <a:pt x="85708" y="43153"/>
                </a:cubicBezTo>
                <a:cubicBezTo>
                  <a:pt x="88720" y="47029"/>
                  <a:pt x="90226" y="50761"/>
                  <a:pt x="90226" y="54348"/>
                </a:cubicBezTo>
                <a:cubicBezTo>
                  <a:pt x="90226" y="56962"/>
                  <a:pt x="89482" y="59110"/>
                  <a:pt x="87994" y="60793"/>
                </a:cubicBezTo>
                <a:cubicBezTo>
                  <a:pt x="86506" y="62476"/>
                  <a:pt x="84800" y="63318"/>
                  <a:pt x="82874" y="63318"/>
                </a:cubicBezTo>
                <a:cubicBezTo>
                  <a:pt x="81036" y="63318"/>
                  <a:pt x="79554" y="62709"/>
                  <a:pt x="78427" y="61491"/>
                </a:cubicBezTo>
                <a:cubicBezTo>
                  <a:pt x="77302" y="60273"/>
                  <a:pt x="76739" y="58601"/>
                  <a:pt x="76739" y="56475"/>
                </a:cubicBezTo>
                <a:cubicBezTo>
                  <a:pt x="76739" y="55013"/>
                  <a:pt x="77226" y="53020"/>
                  <a:pt x="78201" y="50495"/>
                </a:cubicBezTo>
                <a:cubicBezTo>
                  <a:pt x="78865" y="48723"/>
                  <a:pt x="79197" y="47616"/>
                  <a:pt x="79197" y="47173"/>
                </a:cubicBezTo>
                <a:cubicBezTo>
                  <a:pt x="79197" y="45844"/>
                  <a:pt x="78506" y="44393"/>
                  <a:pt x="77123" y="42821"/>
                </a:cubicBezTo>
                <a:cubicBezTo>
                  <a:pt x="75742" y="41249"/>
                  <a:pt x="73067" y="39665"/>
                  <a:pt x="69100" y="38070"/>
                </a:cubicBezTo>
                <a:lnTo>
                  <a:pt x="58468" y="33752"/>
                </a:lnTo>
                <a:lnTo>
                  <a:pt x="12557" y="55611"/>
                </a:lnTo>
                <a:cubicBezTo>
                  <a:pt x="11184" y="56275"/>
                  <a:pt x="9479" y="57338"/>
                  <a:pt x="7441" y="58800"/>
                </a:cubicBezTo>
                <a:cubicBezTo>
                  <a:pt x="5891" y="59907"/>
                  <a:pt x="4850" y="60815"/>
                  <a:pt x="4319" y="61524"/>
                </a:cubicBezTo>
                <a:cubicBezTo>
                  <a:pt x="3610" y="62543"/>
                  <a:pt x="2990" y="64182"/>
                  <a:pt x="2458" y="66441"/>
                </a:cubicBezTo>
                <a:lnTo>
                  <a:pt x="0" y="66441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">
            <a:extLst xmlns:a="http://schemas.openxmlformats.org/drawingml/2006/main">
              <a:ext uri="{FF2B5EF4-FFF2-40B4-BE49-F238E27FC236}">
                <a16:creationId xmlns:a16="http://schemas.microsoft.com/office/drawing/2014/main" id="{007FD6C2-F91F-42C1-9FA3-5B5E524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0" y="1369428"/>
            <a:ext cx="90093" cy="75609"/>
          </a:xfrm>
          <a:custGeom xmlns:a="http://schemas.openxmlformats.org/drawingml/2006/main">
            <a:pathLst>
              <a:path w="90093" h="75609">
                <a:moveTo>
                  <a:pt x="0" y="997"/>
                </a:moveTo>
                <a:lnTo>
                  <a:pt x="21128" y="0"/>
                </a:lnTo>
                <a:lnTo>
                  <a:pt x="21128" y="2525"/>
                </a:lnTo>
                <a:cubicBezTo>
                  <a:pt x="17407" y="3012"/>
                  <a:pt x="14750" y="3676"/>
                  <a:pt x="13155" y="4518"/>
                </a:cubicBezTo>
                <a:cubicBezTo>
                  <a:pt x="10586" y="5891"/>
                  <a:pt x="8693" y="7718"/>
                  <a:pt x="7475" y="9999"/>
                </a:cubicBezTo>
                <a:cubicBezTo>
                  <a:pt x="6256" y="12280"/>
                  <a:pt x="5647" y="15281"/>
                  <a:pt x="5647" y="19002"/>
                </a:cubicBezTo>
                <a:lnTo>
                  <a:pt x="5647" y="31692"/>
                </a:lnTo>
                <a:lnTo>
                  <a:pt x="74480" y="31692"/>
                </a:lnTo>
                <a:cubicBezTo>
                  <a:pt x="80017" y="31692"/>
                  <a:pt x="83472" y="31094"/>
                  <a:pt x="84845" y="29898"/>
                </a:cubicBezTo>
                <a:cubicBezTo>
                  <a:pt x="86705" y="28215"/>
                  <a:pt x="87635" y="25624"/>
                  <a:pt x="87635" y="22125"/>
                </a:cubicBezTo>
                <a:lnTo>
                  <a:pt x="87635" y="19002"/>
                </a:lnTo>
                <a:lnTo>
                  <a:pt x="90093" y="19002"/>
                </a:lnTo>
                <a:lnTo>
                  <a:pt x="90093" y="57205"/>
                </a:lnTo>
                <a:lnTo>
                  <a:pt x="87635" y="57205"/>
                </a:lnTo>
                <a:lnTo>
                  <a:pt x="87635" y="54016"/>
                </a:lnTo>
                <a:cubicBezTo>
                  <a:pt x="87635" y="50207"/>
                  <a:pt x="86484" y="47505"/>
                  <a:pt x="84180" y="45910"/>
                </a:cubicBezTo>
                <a:cubicBezTo>
                  <a:pt x="82763" y="44936"/>
                  <a:pt x="79529" y="44449"/>
                  <a:pt x="74480" y="44449"/>
                </a:cubicBezTo>
                <a:lnTo>
                  <a:pt x="5647" y="44449"/>
                </a:lnTo>
                <a:lnTo>
                  <a:pt x="5647" y="55279"/>
                </a:lnTo>
                <a:cubicBezTo>
                  <a:pt x="5647" y="59486"/>
                  <a:pt x="5958" y="62476"/>
                  <a:pt x="6578" y="64248"/>
                </a:cubicBezTo>
                <a:cubicBezTo>
                  <a:pt x="7419" y="66551"/>
                  <a:pt x="9036" y="68522"/>
                  <a:pt x="11428" y="70161"/>
                </a:cubicBezTo>
                <a:cubicBezTo>
                  <a:pt x="13820" y="71800"/>
                  <a:pt x="17053" y="72775"/>
                  <a:pt x="21128" y="73085"/>
                </a:cubicBezTo>
                <a:lnTo>
                  <a:pt x="21128" y="75609"/>
                </a:lnTo>
                <a:lnTo>
                  <a:pt x="0" y="74546"/>
                </a:lnTo>
                <a:lnTo>
                  <a:pt x="0" y="997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o">
            <a:extLst xmlns:a="http://schemas.openxmlformats.org/drawingml/2006/main">
              <a:ext uri="{FF2B5EF4-FFF2-40B4-BE49-F238E27FC236}">
                <a16:creationId xmlns:a16="http://schemas.microsoft.com/office/drawing/2014/main" id="{36DFF205-BC7A-4DAE-8DD4-1B9AB04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312223"/>
            <a:ext cx="64447" cy="58734"/>
          </a:xfrm>
          <a:custGeom xmlns:a="http://schemas.openxmlformats.org/drawingml/2006/main">
            <a:pathLst>
              <a:path w="64447" h="58734">
                <a:moveTo>
                  <a:pt x="0" y="29300"/>
                </a:moveTo>
                <a:cubicBezTo>
                  <a:pt x="0" y="20087"/>
                  <a:pt x="3496" y="12690"/>
                  <a:pt x="10487" y="7109"/>
                </a:cubicBezTo>
                <a:cubicBezTo>
                  <a:pt x="16460" y="2370"/>
                  <a:pt x="23319" y="0"/>
                  <a:pt x="31063" y="0"/>
                </a:cubicBezTo>
                <a:cubicBezTo>
                  <a:pt x="36506" y="0"/>
                  <a:pt x="42015" y="1307"/>
                  <a:pt x="47590" y="3920"/>
                </a:cubicBezTo>
                <a:cubicBezTo>
                  <a:pt x="53164" y="6533"/>
                  <a:pt x="57367" y="10132"/>
                  <a:pt x="60199" y="14717"/>
                </a:cubicBezTo>
                <a:cubicBezTo>
                  <a:pt x="63031" y="19301"/>
                  <a:pt x="64447" y="24406"/>
                  <a:pt x="64447" y="30031"/>
                </a:cubicBezTo>
                <a:cubicBezTo>
                  <a:pt x="64447" y="39200"/>
                  <a:pt x="60797" y="46486"/>
                  <a:pt x="53495" y="51890"/>
                </a:cubicBezTo>
                <a:cubicBezTo>
                  <a:pt x="47345" y="56452"/>
                  <a:pt x="40443" y="58734"/>
                  <a:pt x="32788" y="58734"/>
                </a:cubicBezTo>
                <a:cubicBezTo>
                  <a:pt x="27213" y="58734"/>
                  <a:pt x="21671" y="57349"/>
                  <a:pt x="16162" y="54581"/>
                </a:cubicBezTo>
                <a:cubicBezTo>
                  <a:pt x="10653" y="51813"/>
                  <a:pt x="6582" y="48169"/>
                  <a:pt x="3949" y="43651"/>
                </a:cubicBezTo>
                <a:cubicBezTo>
                  <a:pt x="1316" y="39134"/>
                  <a:pt x="0" y="34350"/>
                  <a:pt x="0" y="29300"/>
                </a:cubicBezTo>
                <a:moveTo>
                  <a:pt x="4385" y="31360"/>
                </a:moveTo>
                <a:cubicBezTo>
                  <a:pt x="4385" y="33708"/>
                  <a:pt x="5082" y="36066"/>
                  <a:pt x="6476" y="38436"/>
                </a:cubicBezTo>
                <a:cubicBezTo>
                  <a:pt x="7870" y="40806"/>
                  <a:pt x="10314" y="42721"/>
                  <a:pt x="13809" y="44183"/>
                </a:cubicBezTo>
                <a:cubicBezTo>
                  <a:pt x="17304" y="45645"/>
                  <a:pt x="21795" y="46376"/>
                  <a:pt x="27280" y="46376"/>
                </a:cubicBezTo>
                <a:cubicBezTo>
                  <a:pt x="36128" y="46376"/>
                  <a:pt x="43759" y="44615"/>
                  <a:pt x="50175" y="41094"/>
                </a:cubicBezTo>
                <a:cubicBezTo>
                  <a:pt x="56589" y="37572"/>
                  <a:pt x="59797" y="32932"/>
                  <a:pt x="59797" y="27174"/>
                </a:cubicBezTo>
                <a:cubicBezTo>
                  <a:pt x="59797" y="22878"/>
                  <a:pt x="58027" y="19334"/>
                  <a:pt x="54488" y="16544"/>
                </a:cubicBezTo>
                <a:cubicBezTo>
                  <a:pt x="50948" y="13753"/>
                  <a:pt x="44865" y="12358"/>
                  <a:pt x="36239" y="12358"/>
                </a:cubicBezTo>
                <a:cubicBezTo>
                  <a:pt x="25444" y="12358"/>
                  <a:pt x="16949" y="14683"/>
                  <a:pt x="10755" y="19334"/>
                </a:cubicBezTo>
                <a:cubicBezTo>
                  <a:pt x="6508" y="22479"/>
                  <a:pt x="4385" y="26488"/>
                  <a:pt x="4385" y="31360"/>
                </a:cubicBez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o">
            <a:extLst xmlns:a="http://schemas.openxmlformats.org/drawingml/2006/main">
              <a:ext uri="{FF2B5EF4-FFF2-40B4-BE49-F238E27FC236}">
                <a16:creationId xmlns:a16="http://schemas.microsoft.com/office/drawing/2014/main" id="{DFC7A016-6195-4544-BA2E-AA25A391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244188"/>
            <a:ext cx="64447" cy="58734"/>
          </a:xfrm>
          <a:custGeom xmlns:a="http://schemas.openxmlformats.org/drawingml/2006/main">
            <a:pathLst>
              <a:path w="64447" h="58734">
                <a:moveTo>
                  <a:pt x="0" y="29300"/>
                </a:moveTo>
                <a:cubicBezTo>
                  <a:pt x="0" y="20087"/>
                  <a:pt x="3496" y="12690"/>
                  <a:pt x="10487" y="7109"/>
                </a:cubicBezTo>
                <a:cubicBezTo>
                  <a:pt x="16460" y="2370"/>
                  <a:pt x="23319" y="0"/>
                  <a:pt x="31063" y="0"/>
                </a:cubicBezTo>
                <a:cubicBezTo>
                  <a:pt x="36506" y="0"/>
                  <a:pt x="42015" y="1307"/>
                  <a:pt x="47590" y="3920"/>
                </a:cubicBezTo>
                <a:cubicBezTo>
                  <a:pt x="53164" y="6533"/>
                  <a:pt x="57367" y="10132"/>
                  <a:pt x="60199" y="14717"/>
                </a:cubicBezTo>
                <a:cubicBezTo>
                  <a:pt x="63031" y="19301"/>
                  <a:pt x="64447" y="24406"/>
                  <a:pt x="64447" y="30031"/>
                </a:cubicBezTo>
                <a:cubicBezTo>
                  <a:pt x="64447" y="39200"/>
                  <a:pt x="60797" y="46486"/>
                  <a:pt x="53495" y="51890"/>
                </a:cubicBezTo>
                <a:cubicBezTo>
                  <a:pt x="47345" y="56452"/>
                  <a:pt x="40443" y="58734"/>
                  <a:pt x="32788" y="58734"/>
                </a:cubicBezTo>
                <a:cubicBezTo>
                  <a:pt x="27213" y="58734"/>
                  <a:pt x="21671" y="57349"/>
                  <a:pt x="16162" y="54581"/>
                </a:cubicBezTo>
                <a:cubicBezTo>
                  <a:pt x="10653" y="51813"/>
                  <a:pt x="6582" y="48169"/>
                  <a:pt x="3949" y="43651"/>
                </a:cubicBezTo>
                <a:cubicBezTo>
                  <a:pt x="1316" y="39134"/>
                  <a:pt x="0" y="34350"/>
                  <a:pt x="0" y="29300"/>
                </a:cubicBezTo>
                <a:moveTo>
                  <a:pt x="4385" y="31360"/>
                </a:moveTo>
                <a:cubicBezTo>
                  <a:pt x="4385" y="33708"/>
                  <a:pt x="5082" y="36066"/>
                  <a:pt x="6476" y="38436"/>
                </a:cubicBezTo>
                <a:cubicBezTo>
                  <a:pt x="7870" y="40806"/>
                  <a:pt x="10314" y="42721"/>
                  <a:pt x="13809" y="44183"/>
                </a:cubicBezTo>
                <a:cubicBezTo>
                  <a:pt x="17304" y="45645"/>
                  <a:pt x="21795" y="46376"/>
                  <a:pt x="27280" y="46376"/>
                </a:cubicBezTo>
                <a:cubicBezTo>
                  <a:pt x="36128" y="46376"/>
                  <a:pt x="43759" y="44615"/>
                  <a:pt x="50175" y="41094"/>
                </a:cubicBezTo>
                <a:cubicBezTo>
                  <a:pt x="56589" y="37572"/>
                  <a:pt x="59797" y="32932"/>
                  <a:pt x="59797" y="27174"/>
                </a:cubicBezTo>
                <a:cubicBezTo>
                  <a:pt x="59797" y="22878"/>
                  <a:pt x="58027" y="19334"/>
                  <a:pt x="54488" y="16544"/>
                </a:cubicBezTo>
                <a:cubicBezTo>
                  <a:pt x="50948" y="13753"/>
                  <a:pt x="44865" y="12358"/>
                  <a:pt x="36239" y="12358"/>
                </a:cubicBezTo>
                <a:cubicBezTo>
                  <a:pt x="25444" y="12358"/>
                  <a:pt x="16949" y="14683"/>
                  <a:pt x="10755" y="19334"/>
                </a:cubicBezTo>
                <a:cubicBezTo>
                  <a:pt x="6508" y="22479"/>
                  <a:pt x="4385" y="26488"/>
                  <a:pt x="4385" y="31360"/>
                </a:cubicBez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l">
            <a:extLst xmlns:a="http://schemas.openxmlformats.org/drawingml/2006/main">
              <a:ext uri="{FF2B5EF4-FFF2-40B4-BE49-F238E27FC236}">
                <a16:creationId xmlns:a16="http://schemas.microsoft.com/office/drawing/2014/main" id="{1C45AE7E-9121-4D89-AA26-8052B5D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" y="1204456"/>
            <a:ext cx="94479" cy="30961"/>
          </a:xfrm>
          <a:custGeom xmlns:a="http://schemas.openxmlformats.org/drawingml/2006/main">
            <a:pathLst>
              <a:path w="94479" h="30961">
                <a:moveTo>
                  <a:pt x="0" y="9833"/>
                </a:moveTo>
                <a:lnTo>
                  <a:pt x="80667" y="9833"/>
                </a:lnTo>
                <a:cubicBezTo>
                  <a:pt x="84474" y="9833"/>
                  <a:pt x="86997" y="9556"/>
                  <a:pt x="88237" y="9003"/>
                </a:cubicBezTo>
                <a:cubicBezTo>
                  <a:pt x="89476" y="8449"/>
                  <a:pt x="90417" y="7596"/>
                  <a:pt x="91059" y="6445"/>
                </a:cubicBezTo>
                <a:cubicBezTo>
                  <a:pt x="91700" y="5293"/>
                  <a:pt x="92020" y="3145"/>
                  <a:pt x="92020" y="0"/>
                </a:cubicBezTo>
                <a:lnTo>
                  <a:pt x="94479" y="0"/>
                </a:lnTo>
                <a:lnTo>
                  <a:pt x="94479" y="29832"/>
                </a:lnTo>
                <a:lnTo>
                  <a:pt x="92020" y="29832"/>
                </a:lnTo>
                <a:cubicBezTo>
                  <a:pt x="92020" y="27041"/>
                  <a:pt x="91733" y="25137"/>
                  <a:pt x="91159" y="24118"/>
                </a:cubicBezTo>
                <a:cubicBezTo>
                  <a:pt x="90583" y="23099"/>
                  <a:pt x="89631" y="22302"/>
                  <a:pt x="88304" y="21726"/>
                </a:cubicBezTo>
                <a:cubicBezTo>
                  <a:pt x="86975" y="21150"/>
                  <a:pt x="84429" y="20862"/>
                  <a:pt x="80667" y="20862"/>
                </a:cubicBezTo>
                <a:lnTo>
                  <a:pt x="25428" y="20862"/>
                </a:lnTo>
                <a:cubicBezTo>
                  <a:pt x="18568" y="20862"/>
                  <a:pt x="14353" y="21017"/>
                  <a:pt x="12782" y="21327"/>
                </a:cubicBezTo>
                <a:cubicBezTo>
                  <a:pt x="11209" y="21637"/>
                  <a:pt x="10136" y="22136"/>
                  <a:pt x="9561" y="22822"/>
                </a:cubicBezTo>
                <a:cubicBezTo>
                  <a:pt x="8985" y="23509"/>
                  <a:pt x="8697" y="24384"/>
                  <a:pt x="8697" y="25447"/>
                </a:cubicBezTo>
                <a:cubicBezTo>
                  <a:pt x="8697" y="26598"/>
                  <a:pt x="9052" y="28060"/>
                  <a:pt x="9761" y="29832"/>
                </a:cubicBezTo>
                <a:lnTo>
                  <a:pt x="7435" y="30961"/>
                </a:lnTo>
                <a:lnTo>
                  <a:pt x="0" y="12823"/>
                </a:lnTo>
                <a:lnTo>
                  <a:pt x="0" y="9833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s">
            <a:extLst xmlns:a="http://schemas.openxmlformats.org/drawingml/2006/main">
              <a:ext uri="{FF2B5EF4-FFF2-40B4-BE49-F238E27FC236}">
                <a16:creationId xmlns:a16="http://schemas.microsoft.com/office/drawing/2014/main" id="{688A9958-78CF-43D7-ADC3-6380E46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7" y="1153473"/>
            <a:ext cx="64447" cy="41525"/>
          </a:xfrm>
          <a:custGeom xmlns:a="http://schemas.openxmlformats.org/drawingml/2006/main">
            <a:pathLst>
              <a:path w="64447" h="41525">
                <a:moveTo>
                  <a:pt x="0" y="4584"/>
                </a:moveTo>
                <a:lnTo>
                  <a:pt x="20597" y="4584"/>
                </a:lnTo>
                <a:lnTo>
                  <a:pt x="20597" y="6777"/>
                </a:lnTo>
                <a:cubicBezTo>
                  <a:pt x="14137" y="8460"/>
                  <a:pt x="9743" y="10619"/>
                  <a:pt x="7414" y="13255"/>
                </a:cubicBezTo>
                <a:cubicBezTo>
                  <a:pt x="5085" y="15890"/>
                  <a:pt x="3920" y="19246"/>
                  <a:pt x="3920" y="23321"/>
                </a:cubicBezTo>
                <a:cubicBezTo>
                  <a:pt x="3920" y="26421"/>
                  <a:pt x="4739" y="28924"/>
                  <a:pt x="6376" y="30828"/>
                </a:cubicBezTo>
                <a:cubicBezTo>
                  <a:pt x="8012" y="32733"/>
                  <a:pt x="9826" y="33685"/>
                  <a:pt x="11818" y="33685"/>
                </a:cubicBezTo>
                <a:cubicBezTo>
                  <a:pt x="14296" y="33685"/>
                  <a:pt x="16419" y="32977"/>
                  <a:pt x="18188" y="31559"/>
                </a:cubicBezTo>
                <a:cubicBezTo>
                  <a:pt x="20003" y="30186"/>
                  <a:pt x="21927" y="27396"/>
                  <a:pt x="23962" y="23188"/>
                </a:cubicBezTo>
                <a:lnTo>
                  <a:pt x="28675" y="13487"/>
                </a:lnTo>
                <a:cubicBezTo>
                  <a:pt x="33055" y="4496"/>
                  <a:pt x="38829" y="0"/>
                  <a:pt x="45998" y="0"/>
                </a:cubicBezTo>
                <a:cubicBezTo>
                  <a:pt x="51527" y="0"/>
                  <a:pt x="55985" y="2093"/>
                  <a:pt x="59371" y="6279"/>
                </a:cubicBezTo>
                <a:cubicBezTo>
                  <a:pt x="62755" y="10464"/>
                  <a:pt x="64447" y="15148"/>
                  <a:pt x="64447" y="20331"/>
                </a:cubicBezTo>
                <a:cubicBezTo>
                  <a:pt x="64447" y="24051"/>
                  <a:pt x="63783" y="28304"/>
                  <a:pt x="62454" y="33087"/>
                </a:cubicBezTo>
                <a:cubicBezTo>
                  <a:pt x="62011" y="34549"/>
                  <a:pt x="61790" y="35745"/>
                  <a:pt x="61790" y="36675"/>
                </a:cubicBezTo>
                <a:cubicBezTo>
                  <a:pt x="61790" y="37694"/>
                  <a:pt x="62366" y="38491"/>
                  <a:pt x="63517" y="39067"/>
                </a:cubicBezTo>
                <a:lnTo>
                  <a:pt x="63517" y="41260"/>
                </a:lnTo>
                <a:lnTo>
                  <a:pt x="41725" y="41260"/>
                </a:lnTo>
                <a:lnTo>
                  <a:pt x="41725" y="39067"/>
                </a:lnTo>
                <a:cubicBezTo>
                  <a:pt x="47948" y="37827"/>
                  <a:pt x="52638" y="35457"/>
                  <a:pt x="55794" y="31958"/>
                </a:cubicBezTo>
                <a:cubicBezTo>
                  <a:pt x="58949" y="28459"/>
                  <a:pt x="60527" y="24539"/>
                  <a:pt x="60527" y="20198"/>
                </a:cubicBezTo>
                <a:cubicBezTo>
                  <a:pt x="60527" y="17142"/>
                  <a:pt x="59632" y="14650"/>
                  <a:pt x="57841" y="12723"/>
                </a:cubicBezTo>
                <a:cubicBezTo>
                  <a:pt x="56048" y="10797"/>
                  <a:pt x="53891" y="9833"/>
                  <a:pt x="51369" y="9833"/>
                </a:cubicBezTo>
                <a:cubicBezTo>
                  <a:pt x="48315" y="9833"/>
                  <a:pt x="45749" y="10907"/>
                  <a:pt x="43670" y="13056"/>
                </a:cubicBezTo>
                <a:cubicBezTo>
                  <a:pt x="41591" y="15204"/>
                  <a:pt x="38959" y="19489"/>
                  <a:pt x="35774" y="25912"/>
                </a:cubicBezTo>
                <a:cubicBezTo>
                  <a:pt x="32588" y="32334"/>
                  <a:pt x="29711" y="36542"/>
                  <a:pt x="27145" y="38536"/>
                </a:cubicBezTo>
                <a:cubicBezTo>
                  <a:pt x="24623" y="40529"/>
                  <a:pt x="21437" y="41525"/>
                  <a:pt x="17588" y="41525"/>
                </a:cubicBezTo>
                <a:cubicBezTo>
                  <a:pt x="12588" y="41525"/>
                  <a:pt x="8408" y="39809"/>
                  <a:pt x="5045" y="36376"/>
                </a:cubicBezTo>
                <a:cubicBezTo>
                  <a:pt x="1682" y="32943"/>
                  <a:pt x="0" y="28503"/>
                  <a:pt x="0" y="23055"/>
                </a:cubicBezTo>
                <a:cubicBezTo>
                  <a:pt x="0" y="20663"/>
                  <a:pt x="509" y="17762"/>
                  <a:pt x="1528" y="14351"/>
                </a:cubicBezTo>
                <a:cubicBezTo>
                  <a:pt x="2193" y="12092"/>
                  <a:pt x="2525" y="10586"/>
                  <a:pt x="2525" y="9833"/>
                </a:cubicBezTo>
                <a:cubicBezTo>
                  <a:pt x="2525" y="9125"/>
                  <a:pt x="2370" y="8571"/>
                  <a:pt x="2060" y="8172"/>
                </a:cubicBezTo>
                <a:cubicBezTo>
                  <a:pt x="1750" y="7774"/>
                  <a:pt x="1063" y="7308"/>
                  <a:pt x="0" y="6777"/>
                </a:cubicBezTo>
                <a:lnTo>
                  <a:pt x="0" y="4584"/>
                </a:lnTo>
                <a:close/>
              </a:path>
            </a:pathLst>
          </a:custGeom>
          <a:solidFill xmlns:a="http://schemas.openxmlformats.org/drawingml/2006/main">
            <a:srgbClr val="FC94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9b75488714d36"/>
          <a:stretch xmlns:a="http://schemas.openxmlformats.org/drawingml/2006/main"/>
        </p:blipFill>
        <p:spPr>
          <a:xfrm xmlns:a="http://schemas.openxmlformats.org/drawingml/2006/main">
            <a:off x="1315460" y="1253911"/>
            <a:ext cx="226784" cy="226784"/>
          </a:xfrm>
          <a:prstGeom xmlns:a="http://schemas.openxmlformats.org/drawingml/2006/main" prst="rect">
            <a:avLst/>
          </a:prstGeom>
        </p:spPr>
      </p:pic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CF054-7BD2-4D3B-96DD-5F4CAAB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297" y="1066814"/>
            <a:ext cx="497480" cy="272140"/>
          </a:xfrm>
          <a:custGeom xmlns:a="http://schemas.openxmlformats.org/drawingml/2006/main">
            <a:pathLst>
              <a:path w="497480" h="272140">
                <a:moveTo>
                  <a:pt x="11339" y="0"/>
                </a:moveTo>
                <a:lnTo>
                  <a:pt x="11339" y="34018"/>
                </a:lnTo>
                <a:lnTo>
                  <a:pt x="0" y="34018"/>
                </a:lnTo>
                <a:lnTo>
                  <a:pt x="0" y="0"/>
                </a:lnTo>
                <a:lnTo>
                  <a:pt x="11339" y="0"/>
                </a:lnTo>
                <a:close/>
                <a:moveTo>
                  <a:pt x="11339" y="68035"/>
                </a:moveTo>
                <a:lnTo>
                  <a:pt x="11339" y="102053"/>
                </a:lnTo>
                <a:lnTo>
                  <a:pt x="0" y="102053"/>
                </a:lnTo>
                <a:lnTo>
                  <a:pt x="0" y="68035"/>
                </a:lnTo>
                <a:lnTo>
                  <a:pt x="11339" y="68035"/>
                </a:lnTo>
                <a:close/>
                <a:moveTo>
                  <a:pt x="11339" y="136070"/>
                </a:moveTo>
                <a:lnTo>
                  <a:pt x="11339" y="153079"/>
                </a:lnTo>
                <a:cubicBezTo>
                  <a:pt x="11339" y="159319"/>
                  <a:pt x="11603" y="165286"/>
                  <a:pt x="12131" y="170983"/>
                </a:cubicBezTo>
                <a:lnTo>
                  <a:pt x="841" y="172029"/>
                </a:lnTo>
                <a:cubicBezTo>
                  <a:pt x="280" y="165985"/>
                  <a:pt x="0" y="159668"/>
                  <a:pt x="0" y="153079"/>
                </a:cubicBezTo>
                <a:lnTo>
                  <a:pt x="0" y="136070"/>
                </a:lnTo>
                <a:lnTo>
                  <a:pt x="11339" y="136070"/>
                </a:lnTo>
                <a:close/>
                <a:moveTo>
                  <a:pt x="18436" y="201784"/>
                </a:moveTo>
                <a:cubicBezTo>
                  <a:pt x="22177" y="212684"/>
                  <a:pt x="27401" y="222049"/>
                  <a:pt x="34108" y="229881"/>
                </a:cubicBezTo>
                <a:lnTo>
                  <a:pt x="25496" y="237257"/>
                </a:lnTo>
                <a:cubicBezTo>
                  <a:pt x="17849" y="228328"/>
                  <a:pt x="11921" y="217731"/>
                  <a:pt x="7711" y="205466"/>
                </a:cubicBezTo>
                <a:lnTo>
                  <a:pt x="18436" y="201784"/>
                </a:lnTo>
                <a:close/>
                <a:moveTo>
                  <a:pt x="58667" y="248834"/>
                </a:moveTo>
                <a:cubicBezTo>
                  <a:pt x="67464" y="253224"/>
                  <a:pt x="77520" y="256406"/>
                  <a:pt x="88834" y="258382"/>
                </a:cubicBezTo>
                <a:lnTo>
                  <a:pt x="86884" y="269552"/>
                </a:lnTo>
                <a:cubicBezTo>
                  <a:pt x="74483" y="267386"/>
                  <a:pt x="63390" y="263863"/>
                  <a:pt x="53604" y="258980"/>
                </a:cubicBezTo>
                <a:lnTo>
                  <a:pt x="58667" y="248834"/>
                </a:lnTo>
                <a:close/>
                <a:moveTo>
                  <a:pt x="123283" y="260800"/>
                </a:moveTo>
                <a:lnTo>
                  <a:pt x="157301" y="260790"/>
                </a:lnTo>
                <a:lnTo>
                  <a:pt x="157304" y="272129"/>
                </a:lnTo>
                <a:lnTo>
                  <a:pt x="123287" y="272140"/>
                </a:lnTo>
                <a:lnTo>
                  <a:pt x="123283" y="260800"/>
                </a:lnTo>
                <a:close/>
                <a:moveTo>
                  <a:pt x="191318" y="260781"/>
                </a:moveTo>
                <a:lnTo>
                  <a:pt x="225336" y="260771"/>
                </a:lnTo>
                <a:lnTo>
                  <a:pt x="225340" y="272110"/>
                </a:lnTo>
                <a:lnTo>
                  <a:pt x="191322" y="272120"/>
                </a:lnTo>
                <a:lnTo>
                  <a:pt x="191318" y="260781"/>
                </a:lnTo>
                <a:close/>
                <a:moveTo>
                  <a:pt x="259354" y="260761"/>
                </a:moveTo>
                <a:lnTo>
                  <a:pt x="293371" y="260751"/>
                </a:lnTo>
                <a:lnTo>
                  <a:pt x="293375" y="272090"/>
                </a:lnTo>
                <a:lnTo>
                  <a:pt x="259357" y="272100"/>
                </a:lnTo>
                <a:lnTo>
                  <a:pt x="259354" y="260761"/>
                </a:lnTo>
                <a:close/>
                <a:moveTo>
                  <a:pt x="327389" y="260741"/>
                </a:moveTo>
                <a:lnTo>
                  <a:pt x="361406" y="260732"/>
                </a:lnTo>
                <a:lnTo>
                  <a:pt x="361410" y="272071"/>
                </a:lnTo>
                <a:lnTo>
                  <a:pt x="327392" y="272081"/>
                </a:lnTo>
                <a:lnTo>
                  <a:pt x="327389" y="260741"/>
                </a:lnTo>
                <a:close/>
                <a:moveTo>
                  <a:pt x="395424" y="260722"/>
                </a:moveTo>
                <a:lnTo>
                  <a:pt x="429441" y="260712"/>
                </a:lnTo>
                <a:lnTo>
                  <a:pt x="429445" y="272051"/>
                </a:lnTo>
                <a:lnTo>
                  <a:pt x="395428" y="272061"/>
                </a:lnTo>
                <a:lnTo>
                  <a:pt x="395424" y="260722"/>
                </a:lnTo>
                <a:close/>
                <a:moveTo>
                  <a:pt x="463459" y="260702"/>
                </a:moveTo>
                <a:lnTo>
                  <a:pt x="497477" y="260692"/>
                </a:lnTo>
                <a:lnTo>
                  <a:pt x="497480" y="272032"/>
                </a:lnTo>
                <a:lnTo>
                  <a:pt x="463463" y="272041"/>
                </a:lnTo>
                <a:lnTo>
                  <a:pt x="463459" y="260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0A2E4-9E78-4D67-B8DB-F9B34B42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645" y="1293485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DDF62-C6B5-4D4B-9F6A-2C481D3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645" y="1293485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687"/>
                </a:moveTo>
                <a:lnTo>
                  <a:pt x="0" y="79374"/>
                </a:lnTo>
                <a:lnTo>
                  <a:pt x="19844" y="39687"/>
                </a:lnTo>
                <a:lnTo>
                  <a:pt x="0" y="0"/>
                </a:lnTo>
                <a:lnTo>
                  <a:pt x="79374" y="39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79087db924234"/>
          <a:stretch xmlns:a="http://schemas.openxmlformats.org/drawingml/2006/main"/>
        </p:blipFill>
        <p:spPr>
          <a:xfrm xmlns:a="http://schemas.openxmlformats.org/drawingml/2006/main">
            <a:off x="1417513" y="607576"/>
            <a:ext cx="453568" cy="453568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e29eaaec24ec3"/>
          <a:stretch xmlns:a="http://schemas.openxmlformats.org/drawingml/2006/main"/>
        </p:blipFill>
        <p:spPr>
          <a:xfrm xmlns:a="http://schemas.openxmlformats.org/drawingml/2006/main">
            <a:off x="2642146" y="482845"/>
            <a:ext cx="340176" cy="340176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82c3003bc4dbc"/>
          <a:stretch xmlns:a="http://schemas.openxmlformats.org/drawingml/2006/main"/>
        </p:blipFill>
        <p:spPr>
          <a:xfrm xmlns:a="http://schemas.openxmlformats.org/drawingml/2006/main">
            <a:off x="2846252" y="403471"/>
            <a:ext cx="226784" cy="226784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a257f763d4fea"/>
          <a:stretch xmlns:a="http://schemas.openxmlformats.org/drawingml/2006/main"/>
        </p:blipFill>
        <p:spPr>
          <a:xfrm xmlns:a="http://schemas.openxmlformats.org/drawingml/2006/main">
            <a:off x="2670495" y="857038"/>
            <a:ext cx="283480" cy="283480"/>
          </a:xfrm>
          <a:prstGeom xmlns:a="http://schemas.openxmlformats.org/drawingml/2006/main" prst="rect">
            <a:avLst/>
          </a:prstGeom>
        </p:spPr>
      </p:pic>
      <p:sp>
        <p:nvSpPr>
          <p:cNvPr id="83" name="Text LLMInterface">
            <a:extLst xmlns:a="http://schemas.openxmlformats.org/drawingml/2006/main">
              <a:ext uri="{FF2B5EF4-FFF2-40B4-BE49-F238E27FC236}">
                <a16:creationId xmlns:a16="http://schemas.microsoft.com/office/drawing/2014/main" id="{C78E89E9-ECA1-4A4F-92A8-4899BE3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504" y="254688"/>
            <a:ext cx="867157" cy="93947"/>
          </a:xfrm>
          <a:custGeom xmlns:a="http://schemas.openxmlformats.org/drawingml/2006/main">
            <a:pathLst>
              <a:path w="867157" h="93947">
                <a:moveTo>
                  <a:pt x="83383" y="60461"/>
                </a:moveTo>
                <a:lnTo>
                  <a:pt x="79994" y="92087"/>
                </a:lnTo>
                <a:lnTo>
                  <a:pt x="0" y="92087"/>
                </a:lnTo>
                <a:lnTo>
                  <a:pt x="0" y="89695"/>
                </a:lnTo>
                <a:lnTo>
                  <a:pt x="2990" y="89695"/>
                </a:lnTo>
                <a:cubicBezTo>
                  <a:pt x="5603" y="89695"/>
                  <a:pt x="7707" y="89228"/>
                  <a:pt x="9302" y="88293"/>
                </a:cubicBezTo>
                <a:cubicBezTo>
                  <a:pt x="10453" y="87669"/>
                  <a:pt x="11339" y="86600"/>
                  <a:pt x="11959" y="85088"/>
                </a:cubicBezTo>
                <a:cubicBezTo>
                  <a:pt x="12447" y="84019"/>
                  <a:pt x="12690" y="81214"/>
                  <a:pt x="12690" y="76672"/>
                </a:cubicBezTo>
                <a:lnTo>
                  <a:pt x="12690" y="17407"/>
                </a:lnTo>
                <a:cubicBezTo>
                  <a:pt x="12690" y="12777"/>
                  <a:pt x="12447" y="9884"/>
                  <a:pt x="11959" y="8727"/>
                </a:cubicBezTo>
                <a:cubicBezTo>
                  <a:pt x="11472" y="7568"/>
                  <a:pt x="10487" y="6555"/>
                  <a:pt x="9003" y="5687"/>
                </a:cubicBezTo>
                <a:cubicBezTo>
                  <a:pt x="7519" y="4819"/>
                  <a:pt x="5515" y="4385"/>
                  <a:pt x="2990" y="4385"/>
                </a:cubicBezTo>
                <a:lnTo>
                  <a:pt x="0" y="4385"/>
                </a:lnTo>
                <a:lnTo>
                  <a:pt x="0" y="1993"/>
                </a:lnTo>
                <a:lnTo>
                  <a:pt x="48037" y="1993"/>
                </a:lnTo>
                <a:lnTo>
                  <a:pt x="48037" y="4385"/>
                </a:lnTo>
                <a:lnTo>
                  <a:pt x="44117" y="4385"/>
                </a:lnTo>
                <a:cubicBezTo>
                  <a:pt x="41503" y="4385"/>
                  <a:pt x="39399" y="4852"/>
                  <a:pt x="37805" y="5787"/>
                </a:cubicBezTo>
                <a:cubicBezTo>
                  <a:pt x="36653" y="6411"/>
                  <a:pt x="35745" y="7479"/>
                  <a:pt x="35081" y="8992"/>
                </a:cubicBezTo>
                <a:cubicBezTo>
                  <a:pt x="34593" y="10061"/>
                  <a:pt x="34350" y="12866"/>
                  <a:pt x="34350" y="17407"/>
                </a:cubicBezTo>
                <a:lnTo>
                  <a:pt x="34350" y="74812"/>
                </a:lnTo>
                <a:cubicBezTo>
                  <a:pt x="34350" y="79419"/>
                  <a:pt x="34616" y="82353"/>
                  <a:pt x="35147" y="83616"/>
                </a:cubicBezTo>
                <a:cubicBezTo>
                  <a:pt x="35679" y="84878"/>
                  <a:pt x="36720" y="85819"/>
                  <a:pt x="38270" y="86439"/>
                </a:cubicBezTo>
                <a:cubicBezTo>
                  <a:pt x="39377" y="86838"/>
                  <a:pt x="42057" y="87037"/>
                  <a:pt x="46309" y="87037"/>
                </a:cubicBezTo>
                <a:lnTo>
                  <a:pt x="53817" y="87037"/>
                </a:lnTo>
                <a:cubicBezTo>
                  <a:pt x="58601" y="87037"/>
                  <a:pt x="62587" y="86196"/>
                  <a:pt x="65776" y="84512"/>
                </a:cubicBezTo>
                <a:cubicBezTo>
                  <a:pt x="68965" y="82829"/>
                  <a:pt x="71723" y="80172"/>
                  <a:pt x="74048" y="76540"/>
                </a:cubicBezTo>
                <a:cubicBezTo>
                  <a:pt x="76373" y="72907"/>
                  <a:pt x="78577" y="67548"/>
                  <a:pt x="80659" y="60461"/>
                </a:cubicBezTo>
                <a:lnTo>
                  <a:pt x="83383" y="60461"/>
                </a:lnTo>
                <a:close/>
                <a:moveTo>
                  <a:pt x="174142" y="60461"/>
                </a:moveTo>
                <a:lnTo>
                  <a:pt x="170753" y="92087"/>
                </a:lnTo>
                <a:lnTo>
                  <a:pt x="90759" y="92087"/>
                </a:lnTo>
                <a:lnTo>
                  <a:pt x="90759" y="89695"/>
                </a:lnTo>
                <a:lnTo>
                  <a:pt x="93749" y="89695"/>
                </a:lnTo>
                <a:cubicBezTo>
                  <a:pt x="96362" y="89695"/>
                  <a:pt x="98466" y="89228"/>
                  <a:pt x="100061" y="88293"/>
                </a:cubicBezTo>
                <a:cubicBezTo>
                  <a:pt x="101212" y="87669"/>
                  <a:pt x="102098" y="86600"/>
                  <a:pt x="102718" y="85088"/>
                </a:cubicBezTo>
                <a:cubicBezTo>
                  <a:pt x="103206" y="84019"/>
                  <a:pt x="103449" y="81214"/>
                  <a:pt x="103449" y="76672"/>
                </a:cubicBezTo>
                <a:lnTo>
                  <a:pt x="103449" y="17407"/>
                </a:lnTo>
                <a:cubicBezTo>
                  <a:pt x="103449" y="12777"/>
                  <a:pt x="103206" y="9884"/>
                  <a:pt x="102718" y="8727"/>
                </a:cubicBezTo>
                <a:cubicBezTo>
                  <a:pt x="102231" y="7568"/>
                  <a:pt x="101246" y="6555"/>
                  <a:pt x="99762" y="5687"/>
                </a:cubicBezTo>
                <a:cubicBezTo>
                  <a:pt x="98278" y="4819"/>
                  <a:pt x="96274" y="4385"/>
                  <a:pt x="93749" y="4385"/>
                </a:cubicBezTo>
                <a:lnTo>
                  <a:pt x="90759" y="4385"/>
                </a:lnTo>
                <a:lnTo>
                  <a:pt x="90759" y="1993"/>
                </a:lnTo>
                <a:lnTo>
                  <a:pt x="138796" y="1993"/>
                </a:lnTo>
                <a:lnTo>
                  <a:pt x="138796" y="4385"/>
                </a:lnTo>
                <a:lnTo>
                  <a:pt x="134876" y="4385"/>
                </a:lnTo>
                <a:cubicBezTo>
                  <a:pt x="132262" y="4385"/>
                  <a:pt x="130158" y="4852"/>
                  <a:pt x="128564" y="5787"/>
                </a:cubicBezTo>
                <a:cubicBezTo>
                  <a:pt x="127412" y="6411"/>
                  <a:pt x="126504" y="7479"/>
                  <a:pt x="125840" y="8992"/>
                </a:cubicBezTo>
                <a:cubicBezTo>
                  <a:pt x="125352" y="10061"/>
                  <a:pt x="125109" y="12866"/>
                  <a:pt x="125109" y="17407"/>
                </a:cubicBezTo>
                <a:lnTo>
                  <a:pt x="125109" y="74812"/>
                </a:lnTo>
                <a:cubicBezTo>
                  <a:pt x="125109" y="79419"/>
                  <a:pt x="125375" y="82353"/>
                  <a:pt x="125906" y="83616"/>
                </a:cubicBezTo>
                <a:cubicBezTo>
                  <a:pt x="126438" y="84878"/>
                  <a:pt x="127478" y="85819"/>
                  <a:pt x="129029" y="86439"/>
                </a:cubicBezTo>
                <a:cubicBezTo>
                  <a:pt x="130136" y="86838"/>
                  <a:pt x="132816" y="87037"/>
                  <a:pt x="137068" y="87037"/>
                </a:cubicBezTo>
                <a:lnTo>
                  <a:pt x="144576" y="87037"/>
                </a:lnTo>
                <a:cubicBezTo>
                  <a:pt x="149360" y="87037"/>
                  <a:pt x="153346" y="86196"/>
                  <a:pt x="156535" y="84512"/>
                </a:cubicBezTo>
                <a:cubicBezTo>
                  <a:pt x="159724" y="82829"/>
                  <a:pt x="162482" y="80172"/>
                  <a:pt x="164807" y="76540"/>
                </a:cubicBezTo>
                <a:cubicBezTo>
                  <a:pt x="167132" y="72907"/>
                  <a:pt x="169336" y="67548"/>
                  <a:pt x="171418" y="60461"/>
                </a:cubicBezTo>
                <a:lnTo>
                  <a:pt x="174142" y="60461"/>
                </a:lnTo>
                <a:close/>
                <a:moveTo>
                  <a:pt x="243839" y="61312"/>
                </a:moveTo>
                <a:lnTo>
                  <a:pt x="268289" y="1993"/>
                </a:lnTo>
                <a:lnTo>
                  <a:pt x="304964" y="1993"/>
                </a:lnTo>
                <a:lnTo>
                  <a:pt x="304964" y="4385"/>
                </a:lnTo>
                <a:lnTo>
                  <a:pt x="302041" y="4385"/>
                </a:lnTo>
                <a:cubicBezTo>
                  <a:pt x="299383" y="4385"/>
                  <a:pt x="297257" y="4857"/>
                  <a:pt x="295663" y="5801"/>
                </a:cubicBezTo>
                <a:cubicBezTo>
                  <a:pt x="294555" y="6431"/>
                  <a:pt x="293670" y="7488"/>
                  <a:pt x="293005" y="8974"/>
                </a:cubicBezTo>
                <a:cubicBezTo>
                  <a:pt x="292518" y="10053"/>
                  <a:pt x="292274" y="12865"/>
                  <a:pt x="292274" y="17407"/>
                </a:cubicBezTo>
                <a:lnTo>
                  <a:pt x="292274" y="76672"/>
                </a:lnTo>
                <a:cubicBezTo>
                  <a:pt x="292274" y="81303"/>
                  <a:pt x="292518" y="84197"/>
                  <a:pt x="293005" y="85355"/>
                </a:cubicBezTo>
                <a:cubicBezTo>
                  <a:pt x="293492" y="86513"/>
                  <a:pt x="294489" y="87525"/>
                  <a:pt x="295995" y="88393"/>
                </a:cubicBezTo>
                <a:cubicBezTo>
                  <a:pt x="297501" y="89261"/>
                  <a:pt x="299516" y="89695"/>
                  <a:pt x="302041" y="89695"/>
                </a:cubicBezTo>
                <a:lnTo>
                  <a:pt x="304964" y="89695"/>
                </a:lnTo>
                <a:lnTo>
                  <a:pt x="304964" y="92087"/>
                </a:lnTo>
                <a:lnTo>
                  <a:pt x="257925" y="92087"/>
                </a:lnTo>
                <a:lnTo>
                  <a:pt x="257925" y="89695"/>
                </a:lnTo>
                <a:lnTo>
                  <a:pt x="260848" y="89695"/>
                </a:lnTo>
                <a:cubicBezTo>
                  <a:pt x="263506" y="89695"/>
                  <a:pt x="265632" y="89228"/>
                  <a:pt x="267226" y="88293"/>
                </a:cubicBezTo>
                <a:cubicBezTo>
                  <a:pt x="268334" y="87669"/>
                  <a:pt x="269219" y="86600"/>
                  <a:pt x="269884" y="85088"/>
                </a:cubicBezTo>
                <a:cubicBezTo>
                  <a:pt x="270371" y="84019"/>
                  <a:pt x="270615" y="81214"/>
                  <a:pt x="270615" y="76672"/>
                </a:cubicBezTo>
                <a:lnTo>
                  <a:pt x="270615" y="9900"/>
                </a:lnTo>
                <a:lnTo>
                  <a:pt x="236066" y="92087"/>
                </a:lnTo>
                <a:lnTo>
                  <a:pt x="234471" y="92087"/>
                </a:lnTo>
                <a:lnTo>
                  <a:pt x="199390" y="10431"/>
                </a:lnTo>
                <a:lnTo>
                  <a:pt x="199390" y="73882"/>
                </a:lnTo>
                <a:cubicBezTo>
                  <a:pt x="199390" y="78349"/>
                  <a:pt x="199501" y="81096"/>
                  <a:pt x="199723" y="82123"/>
                </a:cubicBezTo>
                <a:cubicBezTo>
                  <a:pt x="200298" y="84357"/>
                  <a:pt x="201550" y="86178"/>
                  <a:pt x="203476" y="87585"/>
                </a:cubicBezTo>
                <a:cubicBezTo>
                  <a:pt x="205403" y="88992"/>
                  <a:pt x="208426" y="89695"/>
                  <a:pt x="212546" y="89695"/>
                </a:cubicBezTo>
                <a:lnTo>
                  <a:pt x="212546" y="92087"/>
                </a:lnTo>
                <a:lnTo>
                  <a:pt x="181717" y="92087"/>
                </a:lnTo>
                <a:lnTo>
                  <a:pt x="181717" y="89695"/>
                </a:lnTo>
                <a:lnTo>
                  <a:pt x="182647" y="89695"/>
                </a:lnTo>
                <a:cubicBezTo>
                  <a:pt x="184641" y="89739"/>
                  <a:pt x="186501" y="89414"/>
                  <a:pt x="188228" y="88719"/>
                </a:cubicBezTo>
                <a:cubicBezTo>
                  <a:pt x="189956" y="88024"/>
                  <a:pt x="191262" y="87093"/>
                  <a:pt x="192148" y="85926"/>
                </a:cubicBezTo>
                <a:cubicBezTo>
                  <a:pt x="193034" y="84760"/>
                  <a:pt x="193721" y="83121"/>
                  <a:pt x="194208" y="81012"/>
                </a:cubicBezTo>
                <a:cubicBezTo>
                  <a:pt x="194297" y="80519"/>
                  <a:pt x="194341" y="78231"/>
                  <a:pt x="194341" y="74148"/>
                </a:cubicBezTo>
                <a:lnTo>
                  <a:pt x="194341" y="17407"/>
                </a:lnTo>
                <a:cubicBezTo>
                  <a:pt x="194341" y="12775"/>
                  <a:pt x="194097" y="9884"/>
                  <a:pt x="193610" y="8737"/>
                </a:cubicBezTo>
                <a:cubicBezTo>
                  <a:pt x="193123" y="7589"/>
                  <a:pt x="192126" y="6578"/>
                  <a:pt x="190620" y="5701"/>
                </a:cubicBezTo>
                <a:cubicBezTo>
                  <a:pt x="189114" y="4824"/>
                  <a:pt x="187099" y="4385"/>
                  <a:pt x="184574" y="4385"/>
                </a:cubicBezTo>
                <a:lnTo>
                  <a:pt x="181717" y="4385"/>
                </a:lnTo>
                <a:lnTo>
                  <a:pt x="181717" y="1993"/>
                </a:lnTo>
                <a:lnTo>
                  <a:pt x="218525" y="1993"/>
                </a:lnTo>
                <a:lnTo>
                  <a:pt x="243839" y="61312"/>
                </a:lnTo>
                <a:close/>
                <a:moveTo>
                  <a:pt x="391292" y="89695"/>
                </a:moveTo>
                <a:lnTo>
                  <a:pt x="391292" y="92087"/>
                </a:lnTo>
                <a:lnTo>
                  <a:pt x="344185" y="92087"/>
                </a:lnTo>
                <a:lnTo>
                  <a:pt x="344185" y="89695"/>
                </a:lnTo>
                <a:lnTo>
                  <a:pt x="347175" y="89695"/>
                </a:lnTo>
                <a:cubicBezTo>
                  <a:pt x="349788" y="89695"/>
                  <a:pt x="351892" y="89228"/>
                  <a:pt x="353487" y="88293"/>
                </a:cubicBezTo>
                <a:cubicBezTo>
                  <a:pt x="354638" y="87669"/>
                  <a:pt x="355524" y="86600"/>
                  <a:pt x="356144" y="85088"/>
                </a:cubicBezTo>
                <a:cubicBezTo>
                  <a:pt x="356632" y="84019"/>
                  <a:pt x="356875" y="81214"/>
                  <a:pt x="356875" y="76672"/>
                </a:cubicBezTo>
                <a:lnTo>
                  <a:pt x="356875" y="17407"/>
                </a:lnTo>
                <a:cubicBezTo>
                  <a:pt x="356875" y="12777"/>
                  <a:pt x="356632" y="9884"/>
                  <a:pt x="356144" y="8727"/>
                </a:cubicBezTo>
                <a:cubicBezTo>
                  <a:pt x="355657" y="7568"/>
                  <a:pt x="354672" y="6555"/>
                  <a:pt x="353188" y="5687"/>
                </a:cubicBezTo>
                <a:cubicBezTo>
                  <a:pt x="351704" y="4819"/>
                  <a:pt x="349700" y="4385"/>
                  <a:pt x="347175" y="4385"/>
                </a:cubicBezTo>
                <a:lnTo>
                  <a:pt x="344185" y="4385"/>
                </a:lnTo>
                <a:lnTo>
                  <a:pt x="344185" y="1993"/>
                </a:lnTo>
                <a:lnTo>
                  <a:pt x="391292" y="1993"/>
                </a:lnTo>
                <a:lnTo>
                  <a:pt x="391292" y="4385"/>
                </a:lnTo>
                <a:lnTo>
                  <a:pt x="388302" y="4385"/>
                </a:lnTo>
                <a:cubicBezTo>
                  <a:pt x="385688" y="4385"/>
                  <a:pt x="383584" y="4852"/>
                  <a:pt x="381990" y="5787"/>
                </a:cubicBezTo>
                <a:cubicBezTo>
                  <a:pt x="380838" y="6411"/>
                  <a:pt x="379930" y="7479"/>
                  <a:pt x="379266" y="8992"/>
                </a:cubicBezTo>
                <a:cubicBezTo>
                  <a:pt x="378779" y="10061"/>
                  <a:pt x="378535" y="12866"/>
                  <a:pt x="378535" y="17407"/>
                </a:cubicBezTo>
                <a:lnTo>
                  <a:pt x="378535" y="76672"/>
                </a:lnTo>
                <a:cubicBezTo>
                  <a:pt x="378535" y="81303"/>
                  <a:pt x="378790" y="84197"/>
                  <a:pt x="379299" y="85355"/>
                </a:cubicBezTo>
                <a:cubicBezTo>
                  <a:pt x="379808" y="86513"/>
                  <a:pt x="380805" y="87525"/>
                  <a:pt x="382289" y="88393"/>
                </a:cubicBezTo>
                <a:cubicBezTo>
                  <a:pt x="383773" y="89261"/>
                  <a:pt x="385777" y="89695"/>
                  <a:pt x="388302" y="89695"/>
                </a:cubicBezTo>
                <a:lnTo>
                  <a:pt x="391292" y="89695"/>
                </a:lnTo>
                <a:close/>
                <a:moveTo>
                  <a:pt x="424357" y="29898"/>
                </a:moveTo>
                <a:lnTo>
                  <a:pt x="424357" y="38004"/>
                </a:lnTo>
                <a:cubicBezTo>
                  <a:pt x="427546" y="34526"/>
                  <a:pt x="430603" y="31995"/>
                  <a:pt x="433526" y="30413"/>
                </a:cubicBezTo>
                <a:cubicBezTo>
                  <a:pt x="436449" y="28830"/>
                  <a:pt x="439594" y="28038"/>
                  <a:pt x="442961" y="28038"/>
                </a:cubicBezTo>
                <a:cubicBezTo>
                  <a:pt x="446991" y="28038"/>
                  <a:pt x="450336" y="29158"/>
                  <a:pt x="452993" y="31397"/>
                </a:cubicBezTo>
                <a:cubicBezTo>
                  <a:pt x="455651" y="33637"/>
                  <a:pt x="457423" y="36420"/>
                  <a:pt x="458308" y="39746"/>
                </a:cubicBezTo>
                <a:cubicBezTo>
                  <a:pt x="459017" y="42275"/>
                  <a:pt x="459371" y="47132"/>
                  <a:pt x="459371" y="54317"/>
                </a:cubicBezTo>
                <a:lnTo>
                  <a:pt x="459371" y="78533"/>
                </a:lnTo>
                <a:cubicBezTo>
                  <a:pt x="459371" y="83317"/>
                  <a:pt x="459803" y="86295"/>
                  <a:pt x="460667" y="87469"/>
                </a:cubicBezTo>
                <a:cubicBezTo>
                  <a:pt x="461531" y="88643"/>
                  <a:pt x="463336" y="89385"/>
                  <a:pt x="466082" y="89695"/>
                </a:cubicBezTo>
                <a:lnTo>
                  <a:pt x="466082" y="92087"/>
                </a:lnTo>
                <a:lnTo>
                  <a:pt x="434656" y="92087"/>
                </a:lnTo>
                <a:lnTo>
                  <a:pt x="434656" y="89695"/>
                </a:lnTo>
                <a:cubicBezTo>
                  <a:pt x="437003" y="89385"/>
                  <a:pt x="438686" y="88410"/>
                  <a:pt x="439705" y="86771"/>
                </a:cubicBezTo>
                <a:cubicBezTo>
                  <a:pt x="440414" y="85664"/>
                  <a:pt x="440768" y="82918"/>
                  <a:pt x="440768" y="78533"/>
                </a:cubicBezTo>
                <a:lnTo>
                  <a:pt x="440768" y="50894"/>
                </a:lnTo>
                <a:cubicBezTo>
                  <a:pt x="440768" y="45800"/>
                  <a:pt x="440569" y="42588"/>
                  <a:pt x="440170" y="41260"/>
                </a:cubicBezTo>
                <a:cubicBezTo>
                  <a:pt x="439772" y="39931"/>
                  <a:pt x="439096" y="38901"/>
                  <a:pt x="438144" y="38170"/>
                </a:cubicBezTo>
                <a:cubicBezTo>
                  <a:pt x="437191" y="37439"/>
                  <a:pt x="436139" y="37074"/>
                  <a:pt x="434988" y="37074"/>
                </a:cubicBezTo>
                <a:cubicBezTo>
                  <a:pt x="431179" y="37074"/>
                  <a:pt x="427635" y="39820"/>
                  <a:pt x="424357" y="45312"/>
                </a:cubicBezTo>
                <a:lnTo>
                  <a:pt x="424357" y="78533"/>
                </a:lnTo>
                <a:cubicBezTo>
                  <a:pt x="424357" y="83184"/>
                  <a:pt x="424789" y="86129"/>
                  <a:pt x="425653" y="87369"/>
                </a:cubicBezTo>
                <a:cubicBezTo>
                  <a:pt x="426517" y="88610"/>
                  <a:pt x="428122" y="89385"/>
                  <a:pt x="430470" y="89695"/>
                </a:cubicBezTo>
                <a:lnTo>
                  <a:pt x="430470" y="92087"/>
                </a:lnTo>
                <a:lnTo>
                  <a:pt x="399043" y="92087"/>
                </a:lnTo>
                <a:lnTo>
                  <a:pt x="399043" y="89695"/>
                </a:lnTo>
                <a:cubicBezTo>
                  <a:pt x="401657" y="89429"/>
                  <a:pt x="403517" y="88587"/>
                  <a:pt x="404624" y="87170"/>
                </a:cubicBezTo>
                <a:cubicBezTo>
                  <a:pt x="405377" y="86196"/>
                  <a:pt x="405754" y="83317"/>
                  <a:pt x="405754" y="78533"/>
                </a:cubicBezTo>
                <a:lnTo>
                  <a:pt x="405754" y="43452"/>
                </a:lnTo>
                <a:cubicBezTo>
                  <a:pt x="405754" y="38700"/>
                  <a:pt x="405322" y="35742"/>
                  <a:pt x="404458" y="34576"/>
                </a:cubicBezTo>
                <a:cubicBezTo>
                  <a:pt x="403595" y="33411"/>
                  <a:pt x="401790" y="32649"/>
                  <a:pt x="399043" y="32290"/>
                </a:cubicBezTo>
                <a:lnTo>
                  <a:pt x="399043" y="29898"/>
                </a:lnTo>
                <a:lnTo>
                  <a:pt x="424357" y="29898"/>
                </a:lnTo>
                <a:close/>
                <a:moveTo>
                  <a:pt x="499282" y="7043"/>
                </a:moveTo>
                <a:lnTo>
                  <a:pt x="499282" y="29898"/>
                </a:lnTo>
                <a:lnTo>
                  <a:pt x="514031" y="29898"/>
                </a:lnTo>
                <a:lnTo>
                  <a:pt x="514031" y="36409"/>
                </a:lnTo>
                <a:lnTo>
                  <a:pt x="499282" y="36409"/>
                </a:lnTo>
                <a:lnTo>
                  <a:pt x="499282" y="74849"/>
                </a:lnTo>
                <a:cubicBezTo>
                  <a:pt x="499282" y="78447"/>
                  <a:pt x="499448" y="80768"/>
                  <a:pt x="499780" y="81811"/>
                </a:cubicBezTo>
                <a:cubicBezTo>
                  <a:pt x="500112" y="82855"/>
                  <a:pt x="500699" y="83699"/>
                  <a:pt x="501541" y="84344"/>
                </a:cubicBezTo>
                <a:cubicBezTo>
                  <a:pt x="502382" y="84988"/>
                  <a:pt x="503157" y="85310"/>
                  <a:pt x="503866" y="85310"/>
                </a:cubicBezTo>
                <a:cubicBezTo>
                  <a:pt x="506745" y="85310"/>
                  <a:pt x="509469" y="83095"/>
                  <a:pt x="512038" y="78666"/>
                </a:cubicBezTo>
                <a:lnTo>
                  <a:pt x="514031" y="80142"/>
                </a:lnTo>
                <a:cubicBezTo>
                  <a:pt x="510444" y="88725"/>
                  <a:pt x="504619" y="93017"/>
                  <a:pt x="496558" y="93017"/>
                </a:cubicBezTo>
                <a:cubicBezTo>
                  <a:pt x="492615" y="93017"/>
                  <a:pt x="489282" y="91917"/>
                  <a:pt x="486558" y="89718"/>
                </a:cubicBezTo>
                <a:cubicBezTo>
                  <a:pt x="483834" y="87517"/>
                  <a:pt x="482096" y="85061"/>
                  <a:pt x="481343" y="82349"/>
                </a:cubicBezTo>
                <a:cubicBezTo>
                  <a:pt x="480900" y="80837"/>
                  <a:pt x="480678" y="76748"/>
                  <a:pt x="480678" y="70080"/>
                </a:cubicBezTo>
                <a:lnTo>
                  <a:pt x="480678" y="36409"/>
                </a:lnTo>
                <a:lnTo>
                  <a:pt x="472572" y="36409"/>
                </a:lnTo>
                <a:lnTo>
                  <a:pt x="472572" y="34078"/>
                </a:lnTo>
                <a:cubicBezTo>
                  <a:pt x="478153" y="30127"/>
                  <a:pt x="482904" y="25977"/>
                  <a:pt x="486824" y="21626"/>
                </a:cubicBezTo>
                <a:cubicBezTo>
                  <a:pt x="490744" y="17276"/>
                  <a:pt x="494166" y="12415"/>
                  <a:pt x="497089" y="7043"/>
                </a:cubicBezTo>
                <a:lnTo>
                  <a:pt x="499282" y="7043"/>
                </a:lnTo>
                <a:close/>
                <a:moveTo>
                  <a:pt x="572564" y="58733"/>
                </a:moveTo>
                <a:lnTo>
                  <a:pt x="538480" y="58733"/>
                </a:lnTo>
                <a:cubicBezTo>
                  <a:pt x="538879" y="66994"/>
                  <a:pt x="541071" y="73523"/>
                  <a:pt x="545058" y="78319"/>
                </a:cubicBezTo>
                <a:cubicBezTo>
                  <a:pt x="548114" y="82005"/>
                  <a:pt x="551790" y="83848"/>
                  <a:pt x="556087" y="83848"/>
                </a:cubicBezTo>
                <a:cubicBezTo>
                  <a:pt x="558745" y="83848"/>
                  <a:pt x="561159" y="83106"/>
                  <a:pt x="563329" y="81622"/>
                </a:cubicBezTo>
                <a:cubicBezTo>
                  <a:pt x="565499" y="80138"/>
                  <a:pt x="567825" y="77470"/>
                  <a:pt x="570305" y="73616"/>
                </a:cubicBezTo>
                <a:lnTo>
                  <a:pt x="572564" y="75078"/>
                </a:lnTo>
                <a:cubicBezTo>
                  <a:pt x="569198" y="81943"/>
                  <a:pt x="565477" y="86805"/>
                  <a:pt x="561402" y="89662"/>
                </a:cubicBezTo>
                <a:cubicBezTo>
                  <a:pt x="557327" y="92519"/>
                  <a:pt x="552610" y="93947"/>
                  <a:pt x="547250" y="93947"/>
                </a:cubicBezTo>
                <a:cubicBezTo>
                  <a:pt x="538037" y="93947"/>
                  <a:pt x="531061" y="90400"/>
                  <a:pt x="526322" y="83306"/>
                </a:cubicBezTo>
                <a:cubicBezTo>
                  <a:pt x="522512" y="77587"/>
                  <a:pt x="520608" y="70493"/>
                  <a:pt x="520608" y="62024"/>
                </a:cubicBezTo>
                <a:cubicBezTo>
                  <a:pt x="520608" y="51649"/>
                  <a:pt x="523409" y="43391"/>
                  <a:pt x="529012" y="37250"/>
                </a:cubicBezTo>
                <a:cubicBezTo>
                  <a:pt x="534616" y="31109"/>
                  <a:pt x="541182" y="28038"/>
                  <a:pt x="548712" y="28038"/>
                </a:cubicBezTo>
                <a:cubicBezTo>
                  <a:pt x="555002" y="28038"/>
                  <a:pt x="560461" y="30618"/>
                  <a:pt x="565090" y="35778"/>
                </a:cubicBezTo>
                <a:cubicBezTo>
                  <a:pt x="569718" y="40938"/>
                  <a:pt x="572210" y="48590"/>
                  <a:pt x="572564" y="58733"/>
                </a:cubicBezTo>
                <a:moveTo>
                  <a:pt x="556220" y="54348"/>
                </a:moveTo>
                <a:cubicBezTo>
                  <a:pt x="556220" y="47217"/>
                  <a:pt x="555832" y="42323"/>
                  <a:pt x="555057" y="39665"/>
                </a:cubicBezTo>
                <a:cubicBezTo>
                  <a:pt x="554282" y="37007"/>
                  <a:pt x="553075" y="34992"/>
                  <a:pt x="551436" y="33619"/>
                </a:cubicBezTo>
                <a:cubicBezTo>
                  <a:pt x="550506" y="32822"/>
                  <a:pt x="549266" y="32423"/>
                  <a:pt x="547715" y="32423"/>
                </a:cubicBezTo>
                <a:cubicBezTo>
                  <a:pt x="545412" y="32423"/>
                  <a:pt x="543530" y="33553"/>
                  <a:pt x="542068" y="35811"/>
                </a:cubicBezTo>
                <a:cubicBezTo>
                  <a:pt x="539455" y="39754"/>
                  <a:pt x="538148" y="45157"/>
                  <a:pt x="538148" y="52023"/>
                </a:cubicBezTo>
                <a:lnTo>
                  <a:pt x="538148" y="54348"/>
                </a:lnTo>
                <a:lnTo>
                  <a:pt x="556220" y="54348"/>
                </a:lnTo>
                <a:close/>
                <a:moveTo>
                  <a:pt x="606137" y="29898"/>
                </a:moveTo>
                <a:lnTo>
                  <a:pt x="606137" y="43984"/>
                </a:lnTo>
                <a:cubicBezTo>
                  <a:pt x="610257" y="37561"/>
                  <a:pt x="613867" y="33298"/>
                  <a:pt x="616967" y="31194"/>
                </a:cubicBezTo>
                <a:cubicBezTo>
                  <a:pt x="620068" y="29090"/>
                  <a:pt x="623058" y="28038"/>
                  <a:pt x="625937" y="28038"/>
                </a:cubicBezTo>
                <a:cubicBezTo>
                  <a:pt x="628417" y="28038"/>
                  <a:pt x="630399" y="28805"/>
                  <a:pt x="631883" y="30338"/>
                </a:cubicBezTo>
                <a:cubicBezTo>
                  <a:pt x="633367" y="31872"/>
                  <a:pt x="634109" y="34039"/>
                  <a:pt x="634109" y="36839"/>
                </a:cubicBezTo>
                <a:cubicBezTo>
                  <a:pt x="634109" y="39818"/>
                  <a:pt x="633389" y="42130"/>
                  <a:pt x="631950" y="43776"/>
                </a:cubicBezTo>
                <a:cubicBezTo>
                  <a:pt x="630510" y="45420"/>
                  <a:pt x="628772" y="46243"/>
                  <a:pt x="626734" y="46243"/>
                </a:cubicBezTo>
                <a:cubicBezTo>
                  <a:pt x="624386" y="46243"/>
                  <a:pt x="622349" y="45490"/>
                  <a:pt x="620622" y="43984"/>
                </a:cubicBezTo>
                <a:cubicBezTo>
                  <a:pt x="618894" y="42478"/>
                  <a:pt x="617875" y="41636"/>
                  <a:pt x="617565" y="41459"/>
                </a:cubicBezTo>
                <a:cubicBezTo>
                  <a:pt x="617122" y="41193"/>
                  <a:pt x="616613" y="41060"/>
                  <a:pt x="616037" y="41060"/>
                </a:cubicBezTo>
                <a:cubicBezTo>
                  <a:pt x="614753" y="41060"/>
                  <a:pt x="613535" y="41548"/>
                  <a:pt x="612383" y="42522"/>
                </a:cubicBezTo>
                <a:cubicBezTo>
                  <a:pt x="610567" y="44028"/>
                  <a:pt x="609194" y="46176"/>
                  <a:pt x="608264" y="48967"/>
                </a:cubicBezTo>
                <a:cubicBezTo>
                  <a:pt x="606846" y="53263"/>
                  <a:pt x="606137" y="58003"/>
                  <a:pt x="606137" y="63185"/>
                </a:cubicBezTo>
                <a:lnTo>
                  <a:pt x="606137" y="77470"/>
                </a:lnTo>
                <a:lnTo>
                  <a:pt x="606204" y="81190"/>
                </a:lnTo>
                <a:cubicBezTo>
                  <a:pt x="606204" y="83715"/>
                  <a:pt x="606359" y="85332"/>
                  <a:pt x="606669" y="86041"/>
                </a:cubicBezTo>
                <a:cubicBezTo>
                  <a:pt x="607201" y="87237"/>
                  <a:pt x="607987" y="88111"/>
                  <a:pt x="609028" y="88665"/>
                </a:cubicBezTo>
                <a:cubicBezTo>
                  <a:pt x="610069" y="89219"/>
                  <a:pt x="611829" y="89562"/>
                  <a:pt x="614310" y="89695"/>
                </a:cubicBezTo>
                <a:lnTo>
                  <a:pt x="614310" y="92087"/>
                </a:lnTo>
                <a:lnTo>
                  <a:pt x="580757" y="92087"/>
                </a:lnTo>
                <a:lnTo>
                  <a:pt x="580757" y="89695"/>
                </a:lnTo>
                <a:cubicBezTo>
                  <a:pt x="583459" y="89473"/>
                  <a:pt x="585286" y="88731"/>
                  <a:pt x="586239" y="87469"/>
                </a:cubicBezTo>
                <a:cubicBezTo>
                  <a:pt x="587191" y="86207"/>
                  <a:pt x="587667" y="82874"/>
                  <a:pt x="587667" y="77470"/>
                </a:cubicBezTo>
                <a:lnTo>
                  <a:pt x="587667" y="43054"/>
                </a:lnTo>
                <a:cubicBezTo>
                  <a:pt x="587667" y="39488"/>
                  <a:pt x="587490" y="37215"/>
                  <a:pt x="587135" y="36235"/>
                </a:cubicBezTo>
                <a:cubicBezTo>
                  <a:pt x="586693" y="34987"/>
                  <a:pt x="586050" y="34073"/>
                  <a:pt x="585209" y="33494"/>
                </a:cubicBezTo>
                <a:cubicBezTo>
                  <a:pt x="584367" y="32914"/>
                  <a:pt x="582883" y="32513"/>
                  <a:pt x="580757" y="32290"/>
                </a:cubicBezTo>
                <a:lnTo>
                  <a:pt x="580757" y="29898"/>
                </a:lnTo>
                <a:lnTo>
                  <a:pt x="606137" y="29898"/>
                </a:lnTo>
                <a:close/>
                <a:moveTo>
                  <a:pt x="668015" y="36409"/>
                </a:moveTo>
                <a:lnTo>
                  <a:pt x="668015" y="79596"/>
                </a:lnTo>
                <a:cubicBezTo>
                  <a:pt x="668015" y="83759"/>
                  <a:pt x="668458" y="86373"/>
                  <a:pt x="669343" y="87436"/>
                </a:cubicBezTo>
                <a:cubicBezTo>
                  <a:pt x="670761" y="89075"/>
                  <a:pt x="673374" y="89828"/>
                  <a:pt x="677183" y="89695"/>
                </a:cubicBezTo>
                <a:lnTo>
                  <a:pt x="677183" y="92087"/>
                </a:lnTo>
                <a:lnTo>
                  <a:pt x="640575" y="92087"/>
                </a:lnTo>
                <a:lnTo>
                  <a:pt x="640575" y="89695"/>
                </a:lnTo>
                <a:cubicBezTo>
                  <a:pt x="643365" y="89651"/>
                  <a:pt x="645347" y="89329"/>
                  <a:pt x="646521" y="88731"/>
                </a:cubicBezTo>
                <a:cubicBezTo>
                  <a:pt x="647695" y="88133"/>
                  <a:pt x="648503" y="87303"/>
                  <a:pt x="648946" y="86240"/>
                </a:cubicBezTo>
                <a:cubicBezTo>
                  <a:pt x="649389" y="85177"/>
                  <a:pt x="649611" y="82962"/>
                  <a:pt x="649611" y="79596"/>
                </a:cubicBezTo>
                <a:lnTo>
                  <a:pt x="649611" y="36409"/>
                </a:lnTo>
                <a:lnTo>
                  <a:pt x="640575" y="36409"/>
                </a:lnTo>
                <a:lnTo>
                  <a:pt x="640575" y="29898"/>
                </a:lnTo>
                <a:lnTo>
                  <a:pt x="649611" y="29898"/>
                </a:lnTo>
                <a:lnTo>
                  <a:pt x="649611" y="25335"/>
                </a:lnTo>
                <a:lnTo>
                  <a:pt x="649544" y="22224"/>
                </a:lnTo>
                <a:cubicBezTo>
                  <a:pt x="649544" y="15875"/>
                  <a:pt x="651881" y="10584"/>
                  <a:pt x="656554" y="6351"/>
                </a:cubicBezTo>
                <a:cubicBezTo>
                  <a:pt x="661227" y="2117"/>
                  <a:pt x="667550" y="0"/>
                  <a:pt x="675522" y="0"/>
                </a:cubicBezTo>
                <a:cubicBezTo>
                  <a:pt x="680971" y="0"/>
                  <a:pt x="685012" y="1023"/>
                  <a:pt x="687648" y="3069"/>
                </a:cubicBezTo>
                <a:cubicBezTo>
                  <a:pt x="690283" y="5113"/>
                  <a:pt x="691601" y="7380"/>
                  <a:pt x="691601" y="9871"/>
                </a:cubicBezTo>
                <a:cubicBezTo>
                  <a:pt x="691601" y="11872"/>
                  <a:pt x="690782" y="13606"/>
                  <a:pt x="689143" y="15074"/>
                </a:cubicBezTo>
                <a:cubicBezTo>
                  <a:pt x="687504" y="16541"/>
                  <a:pt x="685334" y="17275"/>
                  <a:pt x="682632" y="17275"/>
                </a:cubicBezTo>
                <a:cubicBezTo>
                  <a:pt x="680328" y="17275"/>
                  <a:pt x="678501" y="16677"/>
                  <a:pt x="677150" y="15481"/>
                </a:cubicBezTo>
                <a:cubicBezTo>
                  <a:pt x="675799" y="14285"/>
                  <a:pt x="675124" y="12956"/>
                  <a:pt x="675124" y="11494"/>
                </a:cubicBezTo>
                <a:cubicBezTo>
                  <a:pt x="675124" y="11096"/>
                  <a:pt x="675257" y="10276"/>
                  <a:pt x="675522" y="9036"/>
                </a:cubicBezTo>
                <a:cubicBezTo>
                  <a:pt x="675700" y="8283"/>
                  <a:pt x="675788" y="7574"/>
                  <a:pt x="675788" y="6910"/>
                </a:cubicBezTo>
                <a:cubicBezTo>
                  <a:pt x="675788" y="5980"/>
                  <a:pt x="675522" y="5293"/>
                  <a:pt x="674991" y="4850"/>
                </a:cubicBezTo>
                <a:cubicBezTo>
                  <a:pt x="674282" y="4186"/>
                  <a:pt x="673418" y="3854"/>
                  <a:pt x="672400" y="3854"/>
                </a:cubicBezTo>
                <a:cubicBezTo>
                  <a:pt x="671115" y="3854"/>
                  <a:pt x="670041" y="4381"/>
                  <a:pt x="669177" y="5436"/>
                </a:cubicBezTo>
                <a:cubicBezTo>
                  <a:pt x="668314" y="6490"/>
                  <a:pt x="667882" y="8183"/>
                  <a:pt x="667882" y="10512"/>
                </a:cubicBezTo>
                <a:lnTo>
                  <a:pt x="668015" y="22052"/>
                </a:lnTo>
                <a:lnTo>
                  <a:pt x="668015" y="29898"/>
                </a:lnTo>
                <a:lnTo>
                  <a:pt x="677183" y="29898"/>
                </a:lnTo>
                <a:lnTo>
                  <a:pt x="677183" y="36409"/>
                </a:lnTo>
                <a:lnTo>
                  <a:pt x="668015" y="36409"/>
                </a:lnTo>
                <a:close/>
                <a:moveTo>
                  <a:pt x="720369" y="82918"/>
                </a:moveTo>
                <a:cubicBezTo>
                  <a:pt x="712795" y="89651"/>
                  <a:pt x="705995" y="93017"/>
                  <a:pt x="699972" y="93017"/>
                </a:cubicBezTo>
                <a:cubicBezTo>
                  <a:pt x="696428" y="93017"/>
                  <a:pt x="693482" y="91851"/>
                  <a:pt x="691135" y="89518"/>
                </a:cubicBezTo>
                <a:cubicBezTo>
                  <a:pt x="688787" y="87185"/>
                  <a:pt x="687614" y="84263"/>
                  <a:pt x="687614" y="80752"/>
                </a:cubicBezTo>
                <a:cubicBezTo>
                  <a:pt x="687614" y="75996"/>
                  <a:pt x="689651" y="71718"/>
                  <a:pt x="693726" y="67919"/>
                </a:cubicBezTo>
                <a:cubicBezTo>
                  <a:pt x="697801" y="64119"/>
                  <a:pt x="706682" y="59064"/>
                  <a:pt x="720369" y="52754"/>
                </a:cubicBezTo>
                <a:lnTo>
                  <a:pt x="720369" y="46508"/>
                </a:lnTo>
                <a:cubicBezTo>
                  <a:pt x="720369" y="41813"/>
                  <a:pt x="720114" y="38857"/>
                  <a:pt x="719605" y="37639"/>
                </a:cubicBezTo>
                <a:cubicBezTo>
                  <a:pt x="719095" y="36421"/>
                  <a:pt x="718132" y="35357"/>
                  <a:pt x="716715" y="34449"/>
                </a:cubicBezTo>
                <a:cubicBezTo>
                  <a:pt x="715297" y="33541"/>
                  <a:pt x="713703" y="33087"/>
                  <a:pt x="711931" y="33087"/>
                </a:cubicBezTo>
                <a:cubicBezTo>
                  <a:pt x="709052" y="33087"/>
                  <a:pt x="706682" y="33730"/>
                  <a:pt x="704822" y="35014"/>
                </a:cubicBezTo>
                <a:cubicBezTo>
                  <a:pt x="703670" y="35811"/>
                  <a:pt x="703094" y="36742"/>
                  <a:pt x="703094" y="37805"/>
                </a:cubicBezTo>
                <a:cubicBezTo>
                  <a:pt x="703094" y="38735"/>
                  <a:pt x="703714" y="39887"/>
                  <a:pt x="704955" y="41260"/>
                </a:cubicBezTo>
                <a:cubicBezTo>
                  <a:pt x="706638" y="43164"/>
                  <a:pt x="707479" y="45002"/>
                  <a:pt x="707479" y="46774"/>
                </a:cubicBezTo>
                <a:cubicBezTo>
                  <a:pt x="707479" y="48945"/>
                  <a:pt x="706671" y="50794"/>
                  <a:pt x="705054" y="52322"/>
                </a:cubicBezTo>
                <a:cubicBezTo>
                  <a:pt x="703438" y="53850"/>
                  <a:pt x="701322" y="54614"/>
                  <a:pt x="698709" y="54614"/>
                </a:cubicBezTo>
                <a:cubicBezTo>
                  <a:pt x="695919" y="54614"/>
                  <a:pt x="693582" y="53773"/>
                  <a:pt x="691700" y="52089"/>
                </a:cubicBezTo>
                <a:cubicBezTo>
                  <a:pt x="689817" y="50406"/>
                  <a:pt x="688876" y="48435"/>
                  <a:pt x="688876" y="46176"/>
                </a:cubicBezTo>
                <a:cubicBezTo>
                  <a:pt x="688876" y="42987"/>
                  <a:pt x="690138" y="39942"/>
                  <a:pt x="692663" y="37041"/>
                </a:cubicBezTo>
                <a:cubicBezTo>
                  <a:pt x="695188" y="34139"/>
                  <a:pt x="698709" y="31914"/>
                  <a:pt x="703227" y="30363"/>
                </a:cubicBezTo>
                <a:cubicBezTo>
                  <a:pt x="707745" y="28813"/>
                  <a:pt x="712440" y="28038"/>
                  <a:pt x="717313" y="28038"/>
                </a:cubicBezTo>
                <a:cubicBezTo>
                  <a:pt x="723204" y="28038"/>
                  <a:pt x="727866" y="29293"/>
                  <a:pt x="731298" y="31802"/>
                </a:cubicBezTo>
                <a:cubicBezTo>
                  <a:pt x="734731" y="34310"/>
                  <a:pt x="736957" y="37030"/>
                  <a:pt x="737976" y="39960"/>
                </a:cubicBezTo>
                <a:cubicBezTo>
                  <a:pt x="738596" y="41824"/>
                  <a:pt x="738906" y="46108"/>
                  <a:pt x="738906" y="52812"/>
                </a:cubicBezTo>
                <a:lnTo>
                  <a:pt x="738906" y="76986"/>
                </a:lnTo>
                <a:cubicBezTo>
                  <a:pt x="738906" y="79828"/>
                  <a:pt x="739016" y="81615"/>
                  <a:pt x="739238" y="82349"/>
                </a:cubicBezTo>
                <a:cubicBezTo>
                  <a:pt x="739459" y="83081"/>
                  <a:pt x="739792" y="83625"/>
                  <a:pt x="740235" y="83981"/>
                </a:cubicBezTo>
                <a:cubicBezTo>
                  <a:pt x="740677" y="84335"/>
                  <a:pt x="741187" y="84512"/>
                  <a:pt x="741763" y="84512"/>
                </a:cubicBezTo>
                <a:cubicBezTo>
                  <a:pt x="742914" y="84512"/>
                  <a:pt x="744088" y="83693"/>
                  <a:pt x="745284" y="82054"/>
                </a:cubicBezTo>
                <a:lnTo>
                  <a:pt x="747277" y="83649"/>
                </a:lnTo>
                <a:cubicBezTo>
                  <a:pt x="745063" y="86926"/>
                  <a:pt x="742770" y="89307"/>
                  <a:pt x="740401" y="90791"/>
                </a:cubicBezTo>
                <a:cubicBezTo>
                  <a:pt x="738031" y="92275"/>
                  <a:pt x="735340" y="93017"/>
                  <a:pt x="732328" y="93017"/>
                </a:cubicBezTo>
                <a:cubicBezTo>
                  <a:pt x="728785" y="93017"/>
                  <a:pt x="726016" y="92181"/>
                  <a:pt x="724023" y="90509"/>
                </a:cubicBezTo>
                <a:cubicBezTo>
                  <a:pt x="722030" y="88837"/>
                  <a:pt x="720812" y="86306"/>
                  <a:pt x="720369" y="82918"/>
                </a:cubicBezTo>
                <a:moveTo>
                  <a:pt x="720369" y="78001"/>
                </a:moveTo>
                <a:lnTo>
                  <a:pt x="720369" y="57218"/>
                </a:lnTo>
                <a:cubicBezTo>
                  <a:pt x="715009" y="60378"/>
                  <a:pt x="711023" y="63761"/>
                  <a:pt x="708409" y="67367"/>
                </a:cubicBezTo>
                <a:cubicBezTo>
                  <a:pt x="706682" y="69770"/>
                  <a:pt x="705818" y="72195"/>
                  <a:pt x="705818" y="74644"/>
                </a:cubicBezTo>
                <a:cubicBezTo>
                  <a:pt x="705818" y="76691"/>
                  <a:pt x="706549" y="78494"/>
                  <a:pt x="708011" y="80053"/>
                </a:cubicBezTo>
                <a:cubicBezTo>
                  <a:pt x="709118" y="81254"/>
                  <a:pt x="710668" y="81855"/>
                  <a:pt x="712662" y="81855"/>
                </a:cubicBezTo>
                <a:cubicBezTo>
                  <a:pt x="714876" y="81855"/>
                  <a:pt x="717445" y="80570"/>
                  <a:pt x="720369" y="78001"/>
                </a:cubicBezTo>
                <a:close/>
                <a:moveTo>
                  <a:pt x="804815" y="76023"/>
                </a:moveTo>
                <a:lnTo>
                  <a:pt x="806875" y="77615"/>
                </a:lnTo>
                <a:cubicBezTo>
                  <a:pt x="803951" y="83126"/>
                  <a:pt x="800308" y="87225"/>
                  <a:pt x="795945" y="89915"/>
                </a:cubicBezTo>
                <a:cubicBezTo>
                  <a:pt x="791582" y="92603"/>
                  <a:pt x="786942" y="93947"/>
                  <a:pt x="782026" y="93947"/>
                </a:cubicBezTo>
                <a:cubicBezTo>
                  <a:pt x="773743" y="93947"/>
                  <a:pt x="767121" y="90822"/>
                  <a:pt x="762160" y="84571"/>
                </a:cubicBezTo>
                <a:cubicBezTo>
                  <a:pt x="757199" y="78318"/>
                  <a:pt x="754719" y="70803"/>
                  <a:pt x="754719" y="62024"/>
                </a:cubicBezTo>
                <a:cubicBezTo>
                  <a:pt x="754719" y="53555"/>
                  <a:pt x="756978" y="46106"/>
                  <a:pt x="761496" y="39677"/>
                </a:cubicBezTo>
                <a:cubicBezTo>
                  <a:pt x="766944" y="31918"/>
                  <a:pt x="774452" y="28038"/>
                  <a:pt x="784019" y="28038"/>
                </a:cubicBezTo>
                <a:cubicBezTo>
                  <a:pt x="790442" y="28038"/>
                  <a:pt x="795547" y="29660"/>
                  <a:pt x="799334" y="32903"/>
                </a:cubicBezTo>
                <a:cubicBezTo>
                  <a:pt x="803121" y="36144"/>
                  <a:pt x="805014" y="39764"/>
                  <a:pt x="805014" y="43762"/>
                </a:cubicBezTo>
                <a:cubicBezTo>
                  <a:pt x="805014" y="46293"/>
                  <a:pt x="804250" y="48314"/>
                  <a:pt x="802722" y="49824"/>
                </a:cubicBezTo>
                <a:cubicBezTo>
                  <a:pt x="801194" y="51334"/>
                  <a:pt x="799190" y="52089"/>
                  <a:pt x="796709" y="52089"/>
                </a:cubicBezTo>
                <a:cubicBezTo>
                  <a:pt x="794096" y="52089"/>
                  <a:pt x="791937" y="51223"/>
                  <a:pt x="790231" y="49490"/>
                </a:cubicBezTo>
                <a:cubicBezTo>
                  <a:pt x="788526" y="47756"/>
                  <a:pt x="787474" y="44666"/>
                  <a:pt x="787075" y="40221"/>
                </a:cubicBezTo>
                <a:cubicBezTo>
                  <a:pt x="786810" y="37421"/>
                  <a:pt x="786167" y="35465"/>
                  <a:pt x="785149" y="34354"/>
                </a:cubicBezTo>
                <a:cubicBezTo>
                  <a:pt x="784130" y="33244"/>
                  <a:pt x="782934" y="32689"/>
                  <a:pt x="781561" y="32689"/>
                </a:cubicBezTo>
                <a:cubicBezTo>
                  <a:pt x="779435" y="32689"/>
                  <a:pt x="777619" y="33818"/>
                  <a:pt x="776113" y="36077"/>
                </a:cubicBezTo>
                <a:cubicBezTo>
                  <a:pt x="773809" y="39488"/>
                  <a:pt x="772658" y="44715"/>
                  <a:pt x="772658" y="51757"/>
                </a:cubicBezTo>
                <a:cubicBezTo>
                  <a:pt x="772658" y="57604"/>
                  <a:pt x="773588" y="63196"/>
                  <a:pt x="775448" y="68533"/>
                </a:cubicBezTo>
                <a:cubicBezTo>
                  <a:pt x="777309" y="73871"/>
                  <a:pt x="779855" y="77846"/>
                  <a:pt x="783089" y="80460"/>
                </a:cubicBezTo>
                <a:cubicBezTo>
                  <a:pt x="785525" y="82364"/>
                  <a:pt x="788404" y="83317"/>
                  <a:pt x="791726" y="83317"/>
                </a:cubicBezTo>
                <a:cubicBezTo>
                  <a:pt x="793897" y="83317"/>
                  <a:pt x="795956" y="82809"/>
                  <a:pt x="797905" y="81793"/>
                </a:cubicBezTo>
                <a:cubicBezTo>
                  <a:pt x="799854" y="80775"/>
                  <a:pt x="802157" y="78852"/>
                  <a:pt x="804815" y="76023"/>
                </a:cubicBezTo>
                <a:close/>
                <a:moveTo>
                  <a:pt x="867157" y="58733"/>
                </a:moveTo>
                <a:lnTo>
                  <a:pt x="833073" y="58733"/>
                </a:lnTo>
                <a:cubicBezTo>
                  <a:pt x="833471" y="66994"/>
                  <a:pt x="835664" y="73523"/>
                  <a:pt x="839650" y="78319"/>
                </a:cubicBezTo>
                <a:cubicBezTo>
                  <a:pt x="842707" y="82005"/>
                  <a:pt x="846383" y="83848"/>
                  <a:pt x="850679" y="83848"/>
                </a:cubicBezTo>
                <a:cubicBezTo>
                  <a:pt x="853337" y="83848"/>
                  <a:pt x="855751" y="83106"/>
                  <a:pt x="857921" y="81622"/>
                </a:cubicBezTo>
                <a:cubicBezTo>
                  <a:pt x="860092" y="80138"/>
                  <a:pt x="862417" y="77470"/>
                  <a:pt x="864898" y="73616"/>
                </a:cubicBezTo>
                <a:lnTo>
                  <a:pt x="867157" y="75078"/>
                </a:lnTo>
                <a:cubicBezTo>
                  <a:pt x="863790" y="81943"/>
                  <a:pt x="860070" y="86805"/>
                  <a:pt x="855995" y="89662"/>
                </a:cubicBezTo>
                <a:cubicBezTo>
                  <a:pt x="851920" y="92519"/>
                  <a:pt x="847202" y="93947"/>
                  <a:pt x="841843" y="93947"/>
                </a:cubicBezTo>
                <a:cubicBezTo>
                  <a:pt x="832630" y="93947"/>
                  <a:pt x="825654" y="90400"/>
                  <a:pt x="820914" y="83306"/>
                </a:cubicBezTo>
                <a:cubicBezTo>
                  <a:pt x="817105" y="77587"/>
                  <a:pt x="815200" y="70493"/>
                  <a:pt x="815200" y="62024"/>
                </a:cubicBezTo>
                <a:cubicBezTo>
                  <a:pt x="815200" y="51649"/>
                  <a:pt x="818002" y="43391"/>
                  <a:pt x="823605" y="37250"/>
                </a:cubicBezTo>
                <a:cubicBezTo>
                  <a:pt x="829208" y="31109"/>
                  <a:pt x="835775" y="28038"/>
                  <a:pt x="843305" y="28038"/>
                </a:cubicBezTo>
                <a:cubicBezTo>
                  <a:pt x="849594" y="28038"/>
                  <a:pt x="855053" y="30618"/>
                  <a:pt x="859682" y="35778"/>
                </a:cubicBezTo>
                <a:cubicBezTo>
                  <a:pt x="864311" y="40938"/>
                  <a:pt x="866802" y="48590"/>
                  <a:pt x="867157" y="58733"/>
                </a:cubicBezTo>
                <a:moveTo>
                  <a:pt x="850812" y="54348"/>
                </a:moveTo>
                <a:cubicBezTo>
                  <a:pt x="850812" y="47217"/>
                  <a:pt x="850425" y="42323"/>
                  <a:pt x="849650" y="39665"/>
                </a:cubicBezTo>
                <a:cubicBezTo>
                  <a:pt x="848874" y="37007"/>
                  <a:pt x="847667" y="34992"/>
                  <a:pt x="846029" y="33619"/>
                </a:cubicBezTo>
                <a:cubicBezTo>
                  <a:pt x="845098" y="32822"/>
                  <a:pt x="843858" y="32423"/>
                  <a:pt x="842308" y="32423"/>
                </a:cubicBezTo>
                <a:cubicBezTo>
                  <a:pt x="840005" y="32423"/>
                  <a:pt x="838122" y="33553"/>
                  <a:pt x="836660" y="35811"/>
                </a:cubicBezTo>
                <a:cubicBezTo>
                  <a:pt x="834047" y="39754"/>
                  <a:pt x="832741" y="45157"/>
                  <a:pt x="832741" y="52023"/>
                </a:cubicBezTo>
                <a:lnTo>
                  <a:pt x="832741" y="54348"/>
                </a:lnTo>
                <a:lnTo>
                  <a:pt x="850812" y="54348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C254C-7D71-418A-A5F5-767C6E18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828691"/>
            <a:ext cx="3288367" cy="680352"/>
          </a:xfrm>
          <a:custGeom xmlns:a="http://schemas.openxmlformats.org/drawingml/2006/main">
            <a:pathLst>
              <a:path w="3288367" h="680352">
                <a:moveTo>
                  <a:pt x="34018" y="0"/>
                </a:moveTo>
                <a:lnTo>
                  <a:pt x="3254350" y="0"/>
                </a:lnTo>
                <a:cubicBezTo>
                  <a:pt x="3258860" y="0"/>
                  <a:pt x="3263199" y="863"/>
                  <a:pt x="3267367" y="2589"/>
                </a:cubicBezTo>
                <a:cubicBezTo>
                  <a:pt x="3271534" y="4316"/>
                  <a:pt x="3275214" y="6774"/>
                  <a:pt x="3278404" y="9963"/>
                </a:cubicBezTo>
                <a:cubicBezTo>
                  <a:pt x="3281592" y="13153"/>
                  <a:pt x="3284050" y="16832"/>
                  <a:pt x="3285777" y="20999"/>
                </a:cubicBezTo>
                <a:cubicBezTo>
                  <a:pt x="3287503" y="25167"/>
                  <a:pt x="3288367" y="29506"/>
                  <a:pt x="3288367" y="34018"/>
                </a:cubicBezTo>
                <a:lnTo>
                  <a:pt x="3288367" y="646334"/>
                </a:lnTo>
                <a:cubicBezTo>
                  <a:pt x="3288367" y="650845"/>
                  <a:pt x="3287503" y="655184"/>
                  <a:pt x="3285777" y="659352"/>
                </a:cubicBezTo>
                <a:cubicBezTo>
                  <a:pt x="3284050" y="663519"/>
                  <a:pt x="3281592" y="667198"/>
                  <a:pt x="3278404" y="670388"/>
                </a:cubicBezTo>
                <a:cubicBezTo>
                  <a:pt x="3275214" y="673578"/>
                  <a:pt x="3271534" y="676035"/>
                  <a:pt x="3267367" y="677762"/>
                </a:cubicBezTo>
                <a:cubicBezTo>
                  <a:pt x="3263199" y="679488"/>
                  <a:pt x="3258860" y="680351"/>
                  <a:pt x="3254350" y="680352"/>
                </a:cubicBezTo>
                <a:lnTo>
                  <a:pt x="34018" y="680352"/>
                </a:lnTo>
                <a:cubicBezTo>
                  <a:pt x="29507" y="680351"/>
                  <a:pt x="25167" y="679488"/>
                  <a:pt x="21000" y="677762"/>
                </a:cubicBezTo>
                <a:cubicBezTo>
                  <a:pt x="16832" y="676035"/>
                  <a:pt x="13153" y="673578"/>
                  <a:pt x="9964" y="670388"/>
                </a:cubicBezTo>
                <a:cubicBezTo>
                  <a:pt x="6774" y="667198"/>
                  <a:pt x="4316" y="663519"/>
                  <a:pt x="2589" y="659352"/>
                </a:cubicBezTo>
                <a:cubicBezTo>
                  <a:pt x="863" y="655184"/>
                  <a:pt x="0" y="650845"/>
                  <a:pt x="0" y="646334"/>
                </a:cubicBezTo>
                <a:lnTo>
                  <a:pt x="0" y="34018"/>
                </a:lnTo>
                <a:cubicBezTo>
                  <a:pt x="0" y="29506"/>
                  <a:pt x="863" y="25167"/>
                  <a:pt x="2589" y="20999"/>
                </a:cubicBezTo>
                <a:cubicBezTo>
                  <a:pt x="4316" y="16832"/>
                  <a:pt x="6774" y="13153"/>
                  <a:pt x="9964" y="9963"/>
                </a:cubicBezTo>
                <a:cubicBezTo>
                  <a:pt x="13153" y="6774"/>
                  <a:pt x="16832" y="4316"/>
                  <a:pt x="21000" y="2589"/>
                </a:cubicBezTo>
                <a:cubicBezTo>
                  <a:pt x="25167" y="863"/>
                  <a:pt x="29507" y="0"/>
                  <a:pt x="34018" y="0"/>
                </a:cubicBezTo>
                <a:close/>
              </a:path>
            </a:pathLst>
          </a:custGeom>
          <a:solidFill xmlns:a="http://schemas.openxmlformats.org/drawingml/2006/main">
            <a:srgbClr val="FFC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6556E-55A3-455C-8D51-2A380AC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828691"/>
            <a:ext cx="3288367" cy="680352"/>
          </a:xfrm>
          <a:custGeom xmlns:a="http://schemas.openxmlformats.org/drawingml/2006/main">
            <a:pathLst>
              <a:path w="3288367" h="680352" fill="none">
                <a:moveTo>
                  <a:pt x="34018" y="0"/>
                </a:moveTo>
                <a:lnTo>
                  <a:pt x="3254350" y="0"/>
                </a:lnTo>
                <a:cubicBezTo>
                  <a:pt x="3258860" y="0"/>
                  <a:pt x="3263199" y="863"/>
                  <a:pt x="3267367" y="2589"/>
                </a:cubicBezTo>
                <a:cubicBezTo>
                  <a:pt x="3271534" y="4316"/>
                  <a:pt x="3275214" y="6774"/>
                  <a:pt x="3278404" y="9963"/>
                </a:cubicBezTo>
                <a:cubicBezTo>
                  <a:pt x="3281592" y="13153"/>
                  <a:pt x="3284050" y="16832"/>
                  <a:pt x="3285777" y="20999"/>
                </a:cubicBezTo>
                <a:cubicBezTo>
                  <a:pt x="3287503" y="25167"/>
                  <a:pt x="3288367" y="29506"/>
                  <a:pt x="3288367" y="34018"/>
                </a:cubicBezTo>
                <a:lnTo>
                  <a:pt x="3288367" y="646334"/>
                </a:lnTo>
                <a:cubicBezTo>
                  <a:pt x="3288367" y="650845"/>
                  <a:pt x="3287503" y="655184"/>
                  <a:pt x="3285777" y="659352"/>
                </a:cubicBezTo>
                <a:cubicBezTo>
                  <a:pt x="3284050" y="663519"/>
                  <a:pt x="3281592" y="667198"/>
                  <a:pt x="3278404" y="670388"/>
                </a:cubicBezTo>
                <a:cubicBezTo>
                  <a:pt x="3275214" y="673578"/>
                  <a:pt x="3271534" y="676035"/>
                  <a:pt x="3267367" y="677762"/>
                </a:cubicBezTo>
                <a:cubicBezTo>
                  <a:pt x="3263199" y="679488"/>
                  <a:pt x="3258860" y="680351"/>
                  <a:pt x="3254350" y="680352"/>
                </a:cubicBezTo>
                <a:lnTo>
                  <a:pt x="34018" y="680352"/>
                </a:lnTo>
                <a:cubicBezTo>
                  <a:pt x="29507" y="680351"/>
                  <a:pt x="25167" y="679488"/>
                  <a:pt x="21000" y="677762"/>
                </a:cubicBezTo>
                <a:cubicBezTo>
                  <a:pt x="16832" y="676035"/>
                  <a:pt x="13153" y="673578"/>
                  <a:pt x="9964" y="670388"/>
                </a:cubicBezTo>
                <a:cubicBezTo>
                  <a:pt x="6774" y="667198"/>
                  <a:pt x="4316" y="663519"/>
                  <a:pt x="2589" y="659352"/>
                </a:cubicBezTo>
                <a:cubicBezTo>
                  <a:pt x="863" y="655184"/>
                  <a:pt x="0" y="650845"/>
                  <a:pt x="0" y="646334"/>
                </a:cubicBezTo>
                <a:lnTo>
                  <a:pt x="0" y="34018"/>
                </a:lnTo>
                <a:cubicBezTo>
                  <a:pt x="0" y="29506"/>
                  <a:pt x="863" y="25167"/>
                  <a:pt x="2589" y="20999"/>
                </a:cubicBezTo>
                <a:cubicBezTo>
                  <a:pt x="4316" y="16832"/>
                  <a:pt x="6774" y="13153"/>
                  <a:pt x="9964" y="9963"/>
                </a:cubicBezTo>
                <a:cubicBezTo>
                  <a:pt x="13153" y="6774"/>
                  <a:pt x="16832" y="4316"/>
                  <a:pt x="21000" y="2589"/>
                </a:cubicBezTo>
                <a:cubicBezTo>
                  <a:pt x="25167" y="863"/>
                  <a:pt x="29507" y="0"/>
                  <a:pt x="3401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" cap="flat">
            <a:solidFill>
              <a:srgbClr val="000000"/>
            </a:solidFill>
            <a:miter/>
          </a:ln>
        </p:spPr>
      </p:sp>
      <p:sp>
        <p:nvSpPr>
          <p:cNvPr id="86" name="Text AnalystsutiliseLLMsf">
            <a:extLst xmlns:a="http://schemas.openxmlformats.org/drawingml/2006/main">
              <a:ext uri="{FF2B5EF4-FFF2-40B4-BE49-F238E27FC236}">
                <a16:creationId xmlns:a16="http://schemas.microsoft.com/office/drawing/2014/main" id="{F061BA40-D60D-4977-9995-57985CD6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389" y="904621"/>
            <a:ext cx="1854751" cy="175448"/>
          </a:xfrm>
          <a:custGeom xmlns:a="http://schemas.openxmlformats.org/drawingml/2006/main">
            <a:pathLst>
              <a:path w="1854751" h="175448">
                <a:moveTo>
                  <a:pt x="86688" y="91112"/>
                </a:moveTo>
                <a:lnTo>
                  <a:pt x="37273" y="91112"/>
                </a:lnTo>
                <a:lnTo>
                  <a:pt x="28614" y="111255"/>
                </a:lnTo>
                <a:cubicBezTo>
                  <a:pt x="26480" y="116212"/>
                  <a:pt x="25414" y="119914"/>
                  <a:pt x="25414" y="122361"/>
                </a:cubicBezTo>
                <a:cubicBezTo>
                  <a:pt x="25414" y="124307"/>
                  <a:pt x="26339" y="126017"/>
                  <a:pt x="28190" y="127491"/>
                </a:cubicBezTo>
                <a:cubicBezTo>
                  <a:pt x="30041" y="128966"/>
                  <a:pt x="34042" y="129923"/>
                  <a:pt x="40191" y="130362"/>
                </a:cubicBezTo>
                <a:lnTo>
                  <a:pt x="40191" y="133845"/>
                </a:lnTo>
                <a:lnTo>
                  <a:pt x="0" y="133845"/>
                </a:lnTo>
                <a:lnTo>
                  <a:pt x="0" y="130362"/>
                </a:lnTo>
                <a:cubicBezTo>
                  <a:pt x="5334" y="129421"/>
                  <a:pt x="8785" y="128198"/>
                  <a:pt x="10354" y="126694"/>
                </a:cubicBezTo>
                <a:cubicBezTo>
                  <a:pt x="13554" y="123684"/>
                  <a:pt x="17099" y="117571"/>
                  <a:pt x="20990" y="108355"/>
                </a:cubicBezTo>
                <a:lnTo>
                  <a:pt x="65887" y="3388"/>
                </a:lnTo>
                <a:lnTo>
                  <a:pt x="69181" y="3388"/>
                </a:lnTo>
                <a:lnTo>
                  <a:pt x="113608" y="109481"/>
                </a:lnTo>
                <a:cubicBezTo>
                  <a:pt x="117185" y="118009"/>
                  <a:pt x="120432" y="123543"/>
                  <a:pt x="123350" y="126082"/>
                </a:cubicBezTo>
                <a:cubicBezTo>
                  <a:pt x="126268" y="128622"/>
                  <a:pt x="130331" y="130048"/>
                  <a:pt x="135539" y="130362"/>
                </a:cubicBezTo>
                <a:lnTo>
                  <a:pt x="135539" y="133845"/>
                </a:lnTo>
                <a:lnTo>
                  <a:pt x="85182" y="133845"/>
                </a:lnTo>
                <a:lnTo>
                  <a:pt x="85182" y="130362"/>
                </a:lnTo>
                <a:cubicBezTo>
                  <a:pt x="90265" y="130111"/>
                  <a:pt x="93701" y="129264"/>
                  <a:pt x="95489" y="127821"/>
                </a:cubicBezTo>
                <a:cubicBezTo>
                  <a:pt x="97277" y="126377"/>
                  <a:pt x="98172" y="124620"/>
                  <a:pt x="98172" y="122550"/>
                </a:cubicBezTo>
                <a:cubicBezTo>
                  <a:pt x="98172" y="119789"/>
                  <a:pt x="96917" y="115428"/>
                  <a:pt x="94407" y="109466"/>
                </a:cubicBezTo>
                <a:lnTo>
                  <a:pt x="86688" y="91112"/>
                </a:lnTo>
                <a:moveTo>
                  <a:pt x="84053" y="84147"/>
                </a:moveTo>
                <a:lnTo>
                  <a:pt x="62404" y="32641"/>
                </a:lnTo>
                <a:lnTo>
                  <a:pt x="40191" y="84147"/>
                </a:lnTo>
                <a:lnTo>
                  <a:pt x="84053" y="84147"/>
                </a:lnTo>
                <a:close/>
                <a:moveTo>
                  <a:pt x="168826" y="63440"/>
                </a:moveTo>
                <a:cubicBezTo>
                  <a:pt x="178928" y="51266"/>
                  <a:pt x="188560" y="45180"/>
                  <a:pt x="197722" y="45180"/>
                </a:cubicBezTo>
                <a:cubicBezTo>
                  <a:pt x="202428" y="45180"/>
                  <a:pt x="206475" y="46354"/>
                  <a:pt x="209864" y="48703"/>
                </a:cubicBezTo>
                <a:cubicBezTo>
                  <a:pt x="213252" y="51051"/>
                  <a:pt x="215951" y="54917"/>
                  <a:pt x="217958" y="60301"/>
                </a:cubicBezTo>
                <a:cubicBezTo>
                  <a:pt x="219339" y="64056"/>
                  <a:pt x="220029" y="69817"/>
                  <a:pt x="220029" y="77582"/>
                </a:cubicBezTo>
                <a:lnTo>
                  <a:pt x="220029" y="114302"/>
                </a:lnTo>
                <a:cubicBezTo>
                  <a:pt x="220029" y="119750"/>
                  <a:pt x="220468" y="123444"/>
                  <a:pt x="221347" y="125385"/>
                </a:cubicBezTo>
                <a:cubicBezTo>
                  <a:pt x="222037" y="126950"/>
                  <a:pt x="223151" y="128171"/>
                  <a:pt x="224688" y="129047"/>
                </a:cubicBezTo>
                <a:cubicBezTo>
                  <a:pt x="226226" y="129924"/>
                  <a:pt x="229065" y="130362"/>
                  <a:pt x="233207" y="130362"/>
                </a:cubicBezTo>
                <a:lnTo>
                  <a:pt x="233207" y="133845"/>
                </a:lnTo>
                <a:lnTo>
                  <a:pt x="190568" y="133845"/>
                </a:lnTo>
                <a:lnTo>
                  <a:pt x="190568" y="130362"/>
                </a:lnTo>
                <a:lnTo>
                  <a:pt x="192357" y="130362"/>
                </a:lnTo>
                <a:cubicBezTo>
                  <a:pt x="196373" y="130362"/>
                  <a:pt x="199181" y="129753"/>
                  <a:pt x="200781" y="128535"/>
                </a:cubicBezTo>
                <a:cubicBezTo>
                  <a:pt x="202381" y="127318"/>
                  <a:pt x="203495" y="125523"/>
                  <a:pt x="204122" y="123153"/>
                </a:cubicBezTo>
                <a:cubicBezTo>
                  <a:pt x="204373" y="122215"/>
                  <a:pt x="204499" y="119281"/>
                  <a:pt x="204499" y="114349"/>
                </a:cubicBezTo>
                <a:lnTo>
                  <a:pt x="204499" y="79232"/>
                </a:lnTo>
                <a:cubicBezTo>
                  <a:pt x="204499" y="71429"/>
                  <a:pt x="203479" y="65764"/>
                  <a:pt x="201440" y="62237"/>
                </a:cubicBezTo>
                <a:cubicBezTo>
                  <a:pt x="199400" y="58709"/>
                  <a:pt x="195965" y="56945"/>
                  <a:pt x="191133" y="56945"/>
                </a:cubicBezTo>
                <a:cubicBezTo>
                  <a:pt x="183666" y="56945"/>
                  <a:pt x="176230" y="61003"/>
                  <a:pt x="168826" y="69120"/>
                </a:cubicBezTo>
                <a:lnTo>
                  <a:pt x="168826" y="114349"/>
                </a:lnTo>
                <a:cubicBezTo>
                  <a:pt x="168826" y="120155"/>
                  <a:pt x="169171" y="123745"/>
                  <a:pt x="169861" y="125118"/>
                </a:cubicBezTo>
                <a:cubicBezTo>
                  <a:pt x="170740" y="126927"/>
                  <a:pt x="171947" y="128254"/>
                  <a:pt x="173485" y="129097"/>
                </a:cubicBezTo>
                <a:cubicBezTo>
                  <a:pt x="175022" y="129940"/>
                  <a:pt x="178144" y="130362"/>
                  <a:pt x="182850" y="130362"/>
                </a:cubicBezTo>
                <a:lnTo>
                  <a:pt x="182850" y="133845"/>
                </a:lnTo>
                <a:lnTo>
                  <a:pt x="140212" y="133845"/>
                </a:lnTo>
                <a:lnTo>
                  <a:pt x="140212" y="130362"/>
                </a:lnTo>
                <a:lnTo>
                  <a:pt x="142094" y="130362"/>
                </a:lnTo>
                <a:cubicBezTo>
                  <a:pt x="146487" y="130362"/>
                  <a:pt x="149452" y="129251"/>
                  <a:pt x="150989" y="127029"/>
                </a:cubicBezTo>
                <a:cubicBezTo>
                  <a:pt x="152526" y="124806"/>
                  <a:pt x="153295" y="120563"/>
                  <a:pt x="153295" y="114302"/>
                </a:cubicBezTo>
                <a:lnTo>
                  <a:pt x="153295" y="82370"/>
                </a:lnTo>
                <a:cubicBezTo>
                  <a:pt x="153295" y="72040"/>
                  <a:pt x="153060" y="65749"/>
                  <a:pt x="152589" y="63496"/>
                </a:cubicBezTo>
                <a:cubicBezTo>
                  <a:pt x="152119" y="61241"/>
                  <a:pt x="151397" y="59706"/>
                  <a:pt x="150424" y="58892"/>
                </a:cubicBezTo>
                <a:cubicBezTo>
                  <a:pt x="149452" y="58079"/>
                  <a:pt x="148150" y="57672"/>
                  <a:pt x="146518" y="57672"/>
                </a:cubicBezTo>
                <a:cubicBezTo>
                  <a:pt x="144761" y="57672"/>
                  <a:pt x="142659" y="58141"/>
                  <a:pt x="140212" y="59081"/>
                </a:cubicBezTo>
                <a:lnTo>
                  <a:pt x="138800" y="55698"/>
                </a:lnTo>
                <a:lnTo>
                  <a:pt x="164778" y="45180"/>
                </a:lnTo>
                <a:lnTo>
                  <a:pt x="168826" y="45180"/>
                </a:lnTo>
                <a:lnTo>
                  <a:pt x="168826" y="63440"/>
                </a:lnTo>
                <a:close/>
                <a:moveTo>
                  <a:pt x="288928" y="121420"/>
                </a:moveTo>
                <a:cubicBezTo>
                  <a:pt x="280080" y="128260"/>
                  <a:pt x="274527" y="132213"/>
                  <a:pt x="272268" y="133280"/>
                </a:cubicBezTo>
                <a:cubicBezTo>
                  <a:pt x="268880" y="134911"/>
                  <a:pt x="265272" y="135727"/>
                  <a:pt x="261444" y="135727"/>
                </a:cubicBezTo>
                <a:cubicBezTo>
                  <a:pt x="255483" y="135727"/>
                  <a:pt x="250573" y="133688"/>
                  <a:pt x="246713" y="129609"/>
                </a:cubicBezTo>
                <a:cubicBezTo>
                  <a:pt x="242854" y="125530"/>
                  <a:pt x="240925" y="120165"/>
                  <a:pt x="240925" y="113514"/>
                </a:cubicBezTo>
                <a:cubicBezTo>
                  <a:pt x="240925" y="109310"/>
                  <a:pt x="241866" y="105670"/>
                  <a:pt x="243749" y="102595"/>
                </a:cubicBezTo>
                <a:cubicBezTo>
                  <a:pt x="246321" y="98328"/>
                  <a:pt x="250792" y="94312"/>
                  <a:pt x="257161" y="90547"/>
                </a:cubicBezTo>
                <a:cubicBezTo>
                  <a:pt x="263530" y="86783"/>
                  <a:pt x="274119" y="82202"/>
                  <a:pt x="288928" y="76805"/>
                </a:cubicBezTo>
                <a:lnTo>
                  <a:pt x="288928" y="73417"/>
                </a:lnTo>
                <a:cubicBezTo>
                  <a:pt x="288928" y="64820"/>
                  <a:pt x="287563" y="58922"/>
                  <a:pt x="284834" y="55722"/>
                </a:cubicBezTo>
                <a:cubicBezTo>
                  <a:pt x="282104" y="52521"/>
                  <a:pt x="278135" y="50921"/>
                  <a:pt x="272927" y="50921"/>
                </a:cubicBezTo>
                <a:cubicBezTo>
                  <a:pt x="268974" y="50921"/>
                  <a:pt x="265836" y="51984"/>
                  <a:pt x="263515" y="54110"/>
                </a:cubicBezTo>
                <a:cubicBezTo>
                  <a:pt x="261130" y="56235"/>
                  <a:pt x="259938" y="58674"/>
                  <a:pt x="259938" y="61425"/>
                </a:cubicBezTo>
                <a:lnTo>
                  <a:pt x="260126" y="66863"/>
                </a:lnTo>
                <a:cubicBezTo>
                  <a:pt x="260126" y="69738"/>
                  <a:pt x="259389" y="71957"/>
                  <a:pt x="257914" y="73520"/>
                </a:cubicBezTo>
                <a:cubicBezTo>
                  <a:pt x="256440" y="75083"/>
                  <a:pt x="254510" y="75864"/>
                  <a:pt x="252126" y="75864"/>
                </a:cubicBezTo>
                <a:cubicBezTo>
                  <a:pt x="249804" y="75864"/>
                  <a:pt x="247906" y="75051"/>
                  <a:pt x="246431" y="73426"/>
                </a:cubicBezTo>
                <a:cubicBezTo>
                  <a:pt x="244956" y="71798"/>
                  <a:pt x="244219" y="69576"/>
                  <a:pt x="244219" y="66761"/>
                </a:cubicBezTo>
                <a:cubicBezTo>
                  <a:pt x="244219" y="61382"/>
                  <a:pt x="246980" y="56440"/>
                  <a:pt x="252502" y="51936"/>
                </a:cubicBezTo>
                <a:cubicBezTo>
                  <a:pt x="258024" y="47432"/>
                  <a:pt x="265774" y="45180"/>
                  <a:pt x="275751" y="45180"/>
                </a:cubicBezTo>
                <a:cubicBezTo>
                  <a:pt x="283406" y="45180"/>
                  <a:pt x="289681" y="46464"/>
                  <a:pt x="294576" y="49033"/>
                </a:cubicBezTo>
                <a:cubicBezTo>
                  <a:pt x="298278" y="50976"/>
                  <a:pt x="301007" y="54017"/>
                  <a:pt x="302764" y="58154"/>
                </a:cubicBezTo>
                <a:cubicBezTo>
                  <a:pt x="303894" y="60848"/>
                  <a:pt x="304459" y="66363"/>
                  <a:pt x="304459" y="74699"/>
                </a:cubicBezTo>
                <a:lnTo>
                  <a:pt x="304459" y="103937"/>
                </a:lnTo>
                <a:cubicBezTo>
                  <a:pt x="304459" y="112147"/>
                  <a:pt x="304616" y="117177"/>
                  <a:pt x="304929" y="119026"/>
                </a:cubicBezTo>
                <a:cubicBezTo>
                  <a:pt x="305243" y="120875"/>
                  <a:pt x="305761" y="122113"/>
                  <a:pt x="306482" y="122741"/>
                </a:cubicBezTo>
                <a:cubicBezTo>
                  <a:pt x="307204" y="123366"/>
                  <a:pt x="308035" y="123679"/>
                  <a:pt x="308977" y="123679"/>
                </a:cubicBezTo>
                <a:cubicBezTo>
                  <a:pt x="309981" y="123679"/>
                  <a:pt x="310859" y="123460"/>
                  <a:pt x="311612" y="123020"/>
                </a:cubicBezTo>
                <a:cubicBezTo>
                  <a:pt x="312930" y="122205"/>
                  <a:pt x="315471" y="119914"/>
                  <a:pt x="319236" y="116149"/>
                </a:cubicBezTo>
                <a:lnTo>
                  <a:pt x="319236" y="121420"/>
                </a:lnTo>
                <a:cubicBezTo>
                  <a:pt x="312208" y="130833"/>
                  <a:pt x="305494" y="135539"/>
                  <a:pt x="299094" y="135539"/>
                </a:cubicBezTo>
                <a:cubicBezTo>
                  <a:pt x="296019" y="135539"/>
                  <a:pt x="293572" y="134472"/>
                  <a:pt x="291752" y="132339"/>
                </a:cubicBezTo>
                <a:cubicBezTo>
                  <a:pt x="289932" y="130205"/>
                  <a:pt x="288991" y="126566"/>
                  <a:pt x="288928" y="121420"/>
                </a:cubicBezTo>
                <a:moveTo>
                  <a:pt x="288928" y="115249"/>
                </a:moveTo>
                <a:lnTo>
                  <a:pt x="288928" y="82547"/>
                </a:lnTo>
                <a:cubicBezTo>
                  <a:pt x="279453" y="86294"/>
                  <a:pt x="273335" y="88949"/>
                  <a:pt x="270574" y="90512"/>
                </a:cubicBezTo>
                <a:cubicBezTo>
                  <a:pt x="265617" y="93261"/>
                  <a:pt x="262071" y="96135"/>
                  <a:pt x="259938" y="99133"/>
                </a:cubicBezTo>
                <a:cubicBezTo>
                  <a:pt x="257804" y="102132"/>
                  <a:pt x="256738" y="105411"/>
                  <a:pt x="256738" y="108972"/>
                </a:cubicBezTo>
                <a:cubicBezTo>
                  <a:pt x="256738" y="113471"/>
                  <a:pt x="258087" y="117203"/>
                  <a:pt x="260785" y="120170"/>
                </a:cubicBezTo>
                <a:cubicBezTo>
                  <a:pt x="263483" y="123137"/>
                  <a:pt x="266589" y="124620"/>
                  <a:pt x="270103" y="124620"/>
                </a:cubicBezTo>
                <a:cubicBezTo>
                  <a:pt x="274872" y="124620"/>
                  <a:pt x="281147" y="121497"/>
                  <a:pt x="288928" y="115249"/>
                </a:cubicBezTo>
                <a:close/>
                <a:moveTo>
                  <a:pt x="355315" y="0"/>
                </a:moveTo>
                <a:lnTo>
                  <a:pt x="355315" y="114279"/>
                </a:lnTo>
                <a:cubicBezTo>
                  <a:pt x="355315" y="119671"/>
                  <a:pt x="355707" y="123246"/>
                  <a:pt x="356491" y="125003"/>
                </a:cubicBezTo>
                <a:cubicBezTo>
                  <a:pt x="357276" y="126758"/>
                  <a:pt x="358483" y="128090"/>
                  <a:pt x="360115" y="129000"/>
                </a:cubicBezTo>
                <a:cubicBezTo>
                  <a:pt x="361746" y="129908"/>
                  <a:pt x="364790" y="130362"/>
                  <a:pt x="369245" y="130362"/>
                </a:cubicBezTo>
                <a:lnTo>
                  <a:pt x="369245" y="133845"/>
                </a:lnTo>
                <a:lnTo>
                  <a:pt x="326983" y="133845"/>
                </a:lnTo>
                <a:lnTo>
                  <a:pt x="326983" y="130362"/>
                </a:lnTo>
                <a:cubicBezTo>
                  <a:pt x="330936" y="130362"/>
                  <a:pt x="333635" y="129955"/>
                  <a:pt x="335078" y="129141"/>
                </a:cubicBezTo>
                <a:cubicBezTo>
                  <a:pt x="336521" y="128326"/>
                  <a:pt x="337651" y="126977"/>
                  <a:pt x="338466" y="125097"/>
                </a:cubicBezTo>
                <a:cubicBezTo>
                  <a:pt x="339282" y="123214"/>
                  <a:pt x="339690" y="119608"/>
                  <a:pt x="339690" y="114279"/>
                </a:cubicBezTo>
                <a:lnTo>
                  <a:pt x="339690" y="36023"/>
                </a:lnTo>
                <a:cubicBezTo>
                  <a:pt x="339690" y="26305"/>
                  <a:pt x="339470" y="20333"/>
                  <a:pt x="339031" y="18107"/>
                </a:cubicBezTo>
                <a:cubicBezTo>
                  <a:pt x="338592" y="15880"/>
                  <a:pt x="337886" y="14359"/>
                  <a:pt x="336913" y="13545"/>
                </a:cubicBezTo>
                <a:cubicBezTo>
                  <a:pt x="335941" y="12729"/>
                  <a:pt x="334701" y="12321"/>
                  <a:pt x="333195" y="12321"/>
                </a:cubicBezTo>
                <a:cubicBezTo>
                  <a:pt x="331564" y="12321"/>
                  <a:pt x="329493" y="12823"/>
                  <a:pt x="326983" y="13827"/>
                </a:cubicBezTo>
                <a:lnTo>
                  <a:pt x="325383" y="10533"/>
                </a:lnTo>
                <a:lnTo>
                  <a:pt x="351079" y="0"/>
                </a:lnTo>
                <a:lnTo>
                  <a:pt x="355315" y="0"/>
                </a:lnTo>
                <a:close/>
                <a:moveTo>
                  <a:pt x="374361" y="47627"/>
                </a:moveTo>
                <a:lnTo>
                  <a:pt x="414552" y="47627"/>
                </a:lnTo>
                <a:lnTo>
                  <a:pt x="414552" y="51109"/>
                </a:lnTo>
                <a:lnTo>
                  <a:pt x="412575" y="51109"/>
                </a:lnTo>
                <a:cubicBezTo>
                  <a:pt x="409751" y="51109"/>
                  <a:pt x="407634" y="51721"/>
                  <a:pt x="406222" y="52945"/>
                </a:cubicBezTo>
                <a:cubicBezTo>
                  <a:pt x="404810" y="54168"/>
                  <a:pt x="404104" y="55690"/>
                  <a:pt x="404104" y="57510"/>
                </a:cubicBezTo>
                <a:cubicBezTo>
                  <a:pt x="404104" y="59957"/>
                  <a:pt x="405139" y="63346"/>
                  <a:pt x="407210" y="67675"/>
                </a:cubicBezTo>
                <a:lnTo>
                  <a:pt x="428200" y="111161"/>
                </a:lnTo>
                <a:lnTo>
                  <a:pt x="447495" y="63534"/>
                </a:lnTo>
                <a:cubicBezTo>
                  <a:pt x="448562" y="60961"/>
                  <a:pt x="449095" y="58420"/>
                  <a:pt x="449095" y="55910"/>
                </a:cubicBezTo>
                <a:cubicBezTo>
                  <a:pt x="449095" y="54780"/>
                  <a:pt x="448876" y="53933"/>
                  <a:pt x="448436" y="53368"/>
                </a:cubicBezTo>
                <a:cubicBezTo>
                  <a:pt x="447934" y="52678"/>
                  <a:pt x="447150" y="52129"/>
                  <a:pt x="446083" y="51721"/>
                </a:cubicBezTo>
                <a:cubicBezTo>
                  <a:pt x="445017" y="51313"/>
                  <a:pt x="443134" y="51109"/>
                  <a:pt x="440436" y="51109"/>
                </a:cubicBezTo>
                <a:lnTo>
                  <a:pt x="440436" y="47627"/>
                </a:lnTo>
                <a:lnTo>
                  <a:pt x="468485" y="47627"/>
                </a:lnTo>
                <a:lnTo>
                  <a:pt x="468485" y="51109"/>
                </a:lnTo>
                <a:cubicBezTo>
                  <a:pt x="466163" y="51360"/>
                  <a:pt x="464375" y="51862"/>
                  <a:pt x="463120" y="52615"/>
                </a:cubicBezTo>
                <a:cubicBezTo>
                  <a:pt x="461865" y="53368"/>
                  <a:pt x="460484" y="54780"/>
                  <a:pt x="458978" y="56851"/>
                </a:cubicBezTo>
                <a:cubicBezTo>
                  <a:pt x="458414" y="57730"/>
                  <a:pt x="457347" y="60145"/>
                  <a:pt x="455778" y="64099"/>
                </a:cubicBezTo>
                <a:lnTo>
                  <a:pt x="420670" y="150128"/>
                </a:lnTo>
                <a:cubicBezTo>
                  <a:pt x="417281" y="158474"/>
                  <a:pt x="412842" y="164780"/>
                  <a:pt x="407351" y="169047"/>
                </a:cubicBezTo>
                <a:cubicBezTo>
                  <a:pt x="401861" y="173314"/>
                  <a:pt x="396574" y="175448"/>
                  <a:pt x="391491" y="175448"/>
                </a:cubicBezTo>
                <a:cubicBezTo>
                  <a:pt x="387789" y="175448"/>
                  <a:pt x="384746" y="174394"/>
                  <a:pt x="382361" y="172286"/>
                </a:cubicBezTo>
                <a:cubicBezTo>
                  <a:pt x="379977" y="170178"/>
                  <a:pt x="378784" y="167760"/>
                  <a:pt x="378784" y="165032"/>
                </a:cubicBezTo>
                <a:cubicBezTo>
                  <a:pt x="378784" y="162428"/>
                  <a:pt x="379647" y="160328"/>
                  <a:pt x="381373" y="158732"/>
                </a:cubicBezTo>
                <a:cubicBezTo>
                  <a:pt x="383098" y="157137"/>
                  <a:pt x="385467" y="156340"/>
                  <a:pt x="388479" y="156340"/>
                </a:cubicBezTo>
                <a:cubicBezTo>
                  <a:pt x="390550" y="156340"/>
                  <a:pt x="393374" y="157031"/>
                  <a:pt x="396950" y="158411"/>
                </a:cubicBezTo>
                <a:cubicBezTo>
                  <a:pt x="399460" y="159352"/>
                  <a:pt x="401029" y="159823"/>
                  <a:pt x="401657" y="159823"/>
                </a:cubicBezTo>
                <a:cubicBezTo>
                  <a:pt x="403539" y="159823"/>
                  <a:pt x="405594" y="158843"/>
                  <a:pt x="407822" y="156884"/>
                </a:cubicBezTo>
                <a:cubicBezTo>
                  <a:pt x="410049" y="154927"/>
                  <a:pt x="412293" y="151139"/>
                  <a:pt x="414552" y="145519"/>
                </a:cubicBezTo>
                <a:lnTo>
                  <a:pt x="420670" y="130456"/>
                </a:lnTo>
                <a:lnTo>
                  <a:pt x="389703" y="65416"/>
                </a:lnTo>
                <a:cubicBezTo>
                  <a:pt x="388762" y="63471"/>
                  <a:pt x="387256" y="61055"/>
                  <a:pt x="385185" y="58169"/>
                </a:cubicBezTo>
                <a:cubicBezTo>
                  <a:pt x="383616" y="55973"/>
                  <a:pt x="382330" y="54498"/>
                  <a:pt x="381326" y="53745"/>
                </a:cubicBezTo>
                <a:cubicBezTo>
                  <a:pt x="379883" y="52741"/>
                  <a:pt x="377561" y="51862"/>
                  <a:pt x="374361" y="51109"/>
                </a:cubicBezTo>
                <a:lnTo>
                  <a:pt x="374361" y="47627"/>
                </a:lnTo>
                <a:close/>
                <a:moveTo>
                  <a:pt x="531360" y="45180"/>
                </a:moveTo>
                <a:lnTo>
                  <a:pt x="531360" y="74358"/>
                </a:lnTo>
                <a:lnTo>
                  <a:pt x="528254" y="74358"/>
                </a:lnTo>
                <a:cubicBezTo>
                  <a:pt x="525869" y="65206"/>
                  <a:pt x="522810" y="58982"/>
                  <a:pt x="519077" y="55683"/>
                </a:cubicBezTo>
                <a:cubicBezTo>
                  <a:pt x="515343" y="52383"/>
                  <a:pt x="510590" y="50733"/>
                  <a:pt x="504817" y="50733"/>
                </a:cubicBezTo>
                <a:cubicBezTo>
                  <a:pt x="500424" y="50733"/>
                  <a:pt x="496879" y="51893"/>
                  <a:pt x="494181" y="54213"/>
                </a:cubicBezTo>
                <a:cubicBezTo>
                  <a:pt x="491483" y="56530"/>
                  <a:pt x="490133" y="59100"/>
                  <a:pt x="490133" y="61922"/>
                </a:cubicBezTo>
                <a:cubicBezTo>
                  <a:pt x="490133" y="65432"/>
                  <a:pt x="491137" y="68440"/>
                  <a:pt x="493145" y="70946"/>
                </a:cubicBezTo>
                <a:cubicBezTo>
                  <a:pt x="495091" y="73517"/>
                  <a:pt x="499044" y="76244"/>
                  <a:pt x="505005" y="79126"/>
                </a:cubicBezTo>
                <a:lnTo>
                  <a:pt x="518747" y="85803"/>
                </a:lnTo>
                <a:cubicBezTo>
                  <a:pt x="531485" y="92007"/>
                  <a:pt x="537854" y="100187"/>
                  <a:pt x="537854" y="110343"/>
                </a:cubicBezTo>
                <a:cubicBezTo>
                  <a:pt x="537854" y="118177"/>
                  <a:pt x="534889" y="124492"/>
                  <a:pt x="528960" y="129288"/>
                </a:cubicBezTo>
                <a:cubicBezTo>
                  <a:pt x="523030" y="134083"/>
                  <a:pt x="516394" y="136480"/>
                  <a:pt x="509052" y="136480"/>
                </a:cubicBezTo>
                <a:cubicBezTo>
                  <a:pt x="503781" y="136480"/>
                  <a:pt x="497757" y="135539"/>
                  <a:pt x="490981" y="133656"/>
                </a:cubicBezTo>
                <a:cubicBezTo>
                  <a:pt x="488910" y="133029"/>
                  <a:pt x="487216" y="132715"/>
                  <a:pt x="485898" y="132715"/>
                </a:cubicBezTo>
                <a:cubicBezTo>
                  <a:pt x="484455" y="132715"/>
                  <a:pt x="483325" y="133531"/>
                  <a:pt x="482509" y="135162"/>
                </a:cubicBezTo>
                <a:lnTo>
                  <a:pt x="479403" y="135162"/>
                </a:lnTo>
                <a:lnTo>
                  <a:pt x="479403" y="104290"/>
                </a:lnTo>
                <a:lnTo>
                  <a:pt x="482509" y="104290"/>
                </a:lnTo>
                <a:cubicBezTo>
                  <a:pt x="484266" y="113106"/>
                  <a:pt x="487623" y="119750"/>
                  <a:pt x="492581" y="124220"/>
                </a:cubicBezTo>
                <a:cubicBezTo>
                  <a:pt x="497538" y="128691"/>
                  <a:pt x="503091" y="130927"/>
                  <a:pt x="509241" y="130927"/>
                </a:cubicBezTo>
                <a:cubicBezTo>
                  <a:pt x="513570" y="130927"/>
                  <a:pt x="517100" y="129658"/>
                  <a:pt x="519830" y="127121"/>
                </a:cubicBezTo>
                <a:cubicBezTo>
                  <a:pt x="522559" y="124581"/>
                  <a:pt x="523924" y="121525"/>
                  <a:pt x="523924" y="117952"/>
                </a:cubicBezTo>
                <a:cubicBezTo>
                  <a:pt x="523924" y="113627"/>
                  <a:pt x="522402" y="109991"/>
                  <a:pt x="519359" y="107046"/>
                </a:cubicBezTo>
                <a:cubicBezTo>
                  <a:pt x="516316" y="104100"/>
                  <a:pt x="510245" y="100372"/>
                  <a:pt x="501146" y="95860"/>
                </a:cubicBezTo>
                <a:cubicBezTo>
                  <a:pt x="492047" y="91346"/>
                  <a:pt x="486086" y="87271"/>
                  <a:pt x="483262" y="83635"/>
                </a:cubicBezTo>
                <a:cubicBezTo>
                  <a:pt x="480439" y="80062"/>
                  <a:pt x="479027" y="75549"/>
                  <a:pt x="479027" y="70096"/>
                </a:cubicBezTo>
                <a:cubicBezTo>
                  <a:pt x="479027" y="63013"/>
                  <a:pt x="481458" y="57090"/>
                  <a:pt x="486321" y="52327"/>
                </a:cubicBezTo>
                <a:cubicBezTo>
                  <a:pt x="491184" y="47562"/>
                  <a:pt x="497475" y="45180"/>
                  <a:pt x="505193" y="45180"/>
                </a:cubicBezTo>
                <a:cubicBezTo>
                  <a:pt x="508582" y="45180"/>
                  <a:pt x="512692" y="45901"/>
                  <a:pt x="517524" y="47344"/>
                </a:cubicBezTo>
                <a:cubicBezTo>
                  <a:pt x="520724" y="48286"/>
                  <a:pt x="522857" y="48756"/>
                  <a:pt x="523924" y="48756"/>
                </a:cubicBezTo>
                <a:cubicBezTo>
                  <a:pt x="524928" y="48756"/>
                  <a:pt x="525712" y="48537"/>
                  <a:pt x="526277" y="48097"/>
                </a:cubicBezTo>
                <a:cubicBezTo>
                  <a:pt x="526842" y="47658"/>
                  <a:pt x="527501" y="46686"/>
                  <a:pt x="528254" y="45180"/>
                </a:cubicBezTo>
                <a:lnTo>
                  <a:pt x="531360" y="45180"/>
                </a:lnTo>
                <a:close/>
                <a:moveTo>
                  <a:pt x="575662" y="19201"/>
                </a:moveTo>
                <a:lnTo>
                  <a:pt x="575662" y="47627"/>
                </a:lnTo>
                <a:lnTo>
                  <a:pt x="595805" y="47627"/>
                </a:lnTo>
                <a:lnTo>
                  <a:pt x="595805" y="54216"/>
                </a:lnTo>
                <a:lnTo>
                  <a:pt x="575662" y="54216"/>
                </a:lnTo>
                <a:lnTo>
                  <a:pt x="575662" y="110049"/>
                </a:lnTo>
                <a:cubicBezTo>
                  <a:pt x="575662" y="115628"/>
                  <a:pt x="576462" y="119389"/>
                  <a:pt x="578062" y="121332"/>
                </a:cubicBezTo>
                <a:cubicBezTo>
                  <a:pt x="579662" y="123273"/>
                  <a:pt x="581717" y="124244"/>
                  <a:pt x="584227" y="124244"/>
                </a:cubicBezTo>
                <a:cubicBezTo>
                  <a:pt x="586298" y="124244"/>
                  <a:pt x="588306" y="123601"/>
                  <a:pt x="590251" y="122314"/>
                </a:cubicBezTo>
                <a:cubicBezTo>
                  <a:pt x="592197" y="121028"/>
                  <a:pt x="593703" y="119130"/>
                  <a:pt x="594769" y="116620"/>
                </a:cubicBezTo>
                <a:lnTo>
                  <a:pt x="598440" y="116620"/>
                </a:lnTo>
                <a:cubicBezTo>
                  <a:pt x="596244" y="122787"/>
                  <a:pt x="593138" y="127451"/>
                  <a:pt x="589122" y="130612"/>
                </a:cubicBezTo>
                <a:cubicBezTo>
                  <a:pt x="585106" y="133771"/>
                  <a:pt x="580964" y="135351"/>
                  <a:pt x="576697" y="135351"/>
                </a:cubicBezTo>
                <a:cubicBezTo>
                  <a:pt x="573811" y="135351"/>
                  <a:pt x="570987" y="134550"/>
                  <a:pt x="568226" y="132947"/>
                </a:cubicBezTo>
                <a:cubicBezTo>
                  <a:pt x="565465" y="131345"/>
                  <a:pt x="563426" y="129053"/>
                  <a:pt x="562108" y="126071"/>
                </a:cubicBezTo>
                <a:cubicBezTo>
                  <a:pt x="560790" y="123086"/>
                  <a:pt x="560132" y="118484"/>
                  <a:pt x="560132" y="112264"/>
                </a:cubicBezTo>
                <a:lnTo>
                  <a:pt x="560132" y="54216"/>
                </a:lnTo>
                <a:lnTo>
                  <a:pt x="546484" y="54216"/>
                </a:lnTo>
                <a:lnTo>
                  <a:pt x="546484" y="51109"/>
                </a:lnTo>
                <a:cubicBezTo>
                  <a:pt x="549935" y="49725"/>
                  <a:pt x="553464" y="47381"/>
                  <a:pt x="557073" y="44077"/>
                </a:cubicBezTo>
                <a:cubicBezTo>
                  <a:pt x="560681" y="40772"/>
                  <a:pt x="563897" y="36855"/>
                  <a:pt x="566720" y="32323"/>
                </a:cubicBezTo>
                <a:cubicBezTo>
                  <a:pt x="568164" y="29932"/>
                  <a:pt x="570172" y="25559"/>
                  <a:pt x="572744" y="19201"/>
                </a:cubicBezTo>
                <a:lnTo>
                  <a:pt x="575662" y="19201"/>
                </a:lnTo>
                <a:close/>
                <a:moveTo>
                  <a:pt x="659935" y="45180"/>
                </a:moveTo>
                <a:lnTo>
                  <a:pt x="659935" y="74358"/>
                </a:lnTo>
                <a:lnTo>
                  <a:pt x="656829" y="74358"/>
                </a:lnTo>
                <a:cubicBezTo>
                  <a:pt x="654444" y="65206"/>
                  <a:pt x="651385" y="58982"/>
                  <a:pt x="647652" y="55683"/>
                </a:cubicBezTo>
                <a:cubicBezTo>
                  <a:pt x="643918" y="52383"/>
                  <a:pt x="639165" y="50733"/>
                  <a:pt x="633392" y="50733"/>
                </a:cubicBezTo>
                <a:cubicBezTo>
                  <a:pt x="629000" y="50733"/>
                  <a:pt x="625454" y="51893"/>
                  <a:pt x="622756" y="54213"/>
                </a:cubicBezTo>
                <a:cubicBezTo>
                  <a:pt x="620058" y="56530"/>
                  <a:pt x="618709" y="59100"/>
                  <a:pt x="618709" y="61922"/>
                </a:cubicBezTo>
                <a:cubicBezTo>
                  <a:pt x="618709" y="65432"/>
                  <a:pt x="619713" y="68440"/>
                  <a:pt x="621721" y="70946"/>
                </a:cubicBezTo>
                <a:cubicBezTo>
                  <a:pt x="623666" y="73517"/>
                  <a:pt x="627619" y="76244"/>
                  <a:pt x="633580" y="79126"/>
                </a:cubicBezTo>
                <a:lnTo>
                  <a:pt x="647322" y="85803"/>
                </a:lnTo>
                <a:cubicBezTo>
                  <a:pt x="660061" y="92007"/>
                  <a:pt x="666430" y="100187"/>
                  <a:pt x="666430" y="110343"/>
                </a:cubicBezTo>
                <a:cubicBezTo>
                  <a:pt x="666430" y="118177"/>
                  <a:pt x="663465" y="124492"/>
                  <a:pt x="657535" y="129288"/>
                </a:cubicBezTo>
                <a:cubicBezTo>
                  <a:pt x="651605" y="134083"/>
                  <a:pt x="644969" y="136480"/>
                  <a:pt x="637628" y="136480"/>
                </a:cubicBezTo>
                <a:cubicBezTo>
                  <a:pt x="632357" y="136480"/>
                  <a:pt x="626333" y="135539"/>
                  <a:pt x="619556" y="133656"/>
                </a:cubicBezTo>
                <a:cubicBezTo>
                  <a:pt x="617485" y="133029"/>
                  <a:pt x="615791" y="132715"/>
                  <a:pt x="614473" y="132715"/>
                </a:cubicBezTo>
                <a:cubicBezTo>
                  <a:pt x="613030" y="132715"/>
                  <a:pt x="611900" y="133531"/>
                  <a:pt x="611085" y="135162"/>
                </a:cubicBezTo>
                <a:lnTo>
                  <a:pt x="607978" y="135162"/>
                </a:lnTo>
                <a:lnTo>
                  <a:pt x="607978" y="104290"/>
                </a:lnTo>
                <a:lnTo>
                  <a:pt x="611085" y="104290"/>
                </a:lnTo>
                <a:cubicBezTo>
                  <a:pt x="612842" y="113106"/>
                  <a:pt x="616199" y="119750"/>
                  <a:pt x="621156" y="124220"/>
                </a:cubicBezTo>
                <a:cubicBezTo>
                  <a:pt x="626113" y="128691"/>
                  <a:pt x="631666" y="130927"/>
                  <a:pt x="637816" y="130927"/>
                </a:cubicBezTo>
                <a:cubicBezTo>
                  <a:pt x="642146" y="130927"/>
                  <a:pt x="645675" y="129658"/>
                  <a:pt x="648405" y="127121"/>
                </a:cubicBezTo>
                <a:cubicBezTo>
                  <a:pt x="651134" y="124581"/>
                  <a:pt x="652499" y="121525"/>
                  <a:pt x="652499" y="117952"/>
                </a:cubicBezTo>
                <a:cubicBezTo>
                  <a:pt x="652499" y="113627"/>
                  <a:pt x="650978" y="109991"/>
                  <a:pt x="647934" y="107046"/>
                </a:cubicBezTo>
                <a:cubicBezTo>
                  <a:pt x="644891" y="104100"/>
                  <a:pt x="638820" y="100372"/>
                  <a:pt x="629721" y="95860"/>
                </a:cubicBezTo>
                <a:cubicBezTo>
                  <a:pt x="620622" y="91346"/>
                  <a:pt x="614661" y="87271"/>
                  <a:pt x="611838" y="83635"/>
                </a:cubicBezTo>
                <a:cubicBezTo>
                  <a:pt x="609014" y="80062"/>
                  <a:pt x="607602" y="75549"/>
                  <a:pt x="607602" y="70096"/>
                </a:cubicBezTo>
                <a:cubicBezTo>
                  <a:pt x="607602" y="63013"/>
                  <a:pt x="610033" y="57090"/>
                  <a:pt x="614897" y="52327"/>
                </a:cubicBezTo>
                <a:cubicBezTo>
                  <a:pt x="619760" y="47562"/>
                  <a:pt x="626050" y="45180"/>
                  <a:pt x="633768" y="45180"/>
                </a:cubicBezTo>
                <a:cubicBezTo>
                  <a:pt x="637157" y="45180"/>
                  <a:pt x="641267" y="45901"/>
                  <a:pt x="646099" y="47344"/>
                </a:cubicBezTo>
                <a:cubicBezTo>
                  <a:pt x="649299" y="48286"/>
                  <a:pt x="651432" y="48756"/>
                  <a:pt x="652499" y="48756"/>
                </a:cubicBezTo>
                <a:cubicBezTo>
                  <a:pt x="653503" y="48756"/>
                  <a:pt x="654288" y="48537"/>
                  <a:pt x="654852" y="48097"/>
                </a:cubicBezTo>
                <a:cubicBezTo>
                  <a:pt x="655417" y="47658"/>
                  <a:pt x="656076" y="46686"/>
                  <a:pt x="656829" y="45180"/>
                </a:cubicBezTo>
                <a:lnTo>
                  <a:pt x="659935" y="45180"/>
                </a:lnTo>
                <a:close/>
                <a:moveTo>
                  <a:pt x="802973" y="47627"/>
                </a:moveTo>
                <a:lnTo>
                  <a:pt x="802973" y="99866"/>
                </a:lnTo>
                <a:cubicBezTo>
                  <a:pt x="802973" y="109843"/>
                  <a:pt x="803209" y="115945"/>
                  <a:pt x="803679" y="118173"/>
                </a:cubicBezTo>
                <a:cubicBezTo>
                  <a:pt x="804150" y="120401"/>
                  <a:pt x="804903" y="121954"/>
                  <a:pt x="805938" y="122832"/>
                </a:cubicBezTo>
                <a:cubicBezTo>
                  <a:pt x="806974" y="123711"/>
                  <a:pt x="808182" y="124150"/>
                  <a:pt x="809562" y="124150"/>
                </a:cubicBezTo>
                <a:cubicBezTo>
                  <a:pt x="811507" y="124150"/>
                  <a:pt x="813704" y="123616"/>
                  <a:pt x="816151" y="122550"/>
                </a:cubicBezTo>
                <a:lnTo>
                  <a:pt x="817469" y="125844"/>
                </a:lnTo>
                <a:lnTo>
                  <a:pt x="791679" y="136480"/>
                </a:lnTo>
                <a:lnTo>
                  <a:pt x="787443" y="136480"/>
                </a:lnTo>
                <a:lnTo>
                  <a:pt x="787443" y="118220"/>
                </a:lnTo>
                <a:cubicBezTo>
                  <a:pt x="780039" y="126252"/>
                  <a:pt x="774391" y="131303"/>
                  <a:pt x="770501" y="133374"/>
                </a:cubicBezTo>
                <a:cubicBezTo>
                  <a:pt x="766610" y="135445"/>
                  <a:pt x="762500" y="136480"/>
                  <a:pt x="758170" y="136480"/>
                </a:cubicBezTo>
                <a:cubicBezTo>
                  <a:pt x="753339" y="136480"/>
                  <a:pt x="749150" y="135084"/>
                  <a:pt x="745605" y="132292"/>
                </a:cubicBezTo>
                <a:cubicBezTo>
                  <a:pt x="742059" y="129499"/>
                  <a:pt x="739597" y="125907"/>
                  <a:pt x="738216" y="121514"/>
                </a:cubicBezTo>
                <a:cubicBezTo>
                  <a:pt x="736836" y="117122"/>
                  <a:pt x="736145" y="110910"/>
                  <a:pt x="736145" y="102878"/>
                </a:cubicBezTo>
                <a:lnTo>
                  <a:pt x="736145" y="64381"/>
                </a:lnTo>
                <a:cubicBezTo>
                  <a:pt x="736145" y="60302"/>
                  <a:pt x="735706" y="57479"/>
                  <a:pt x="734828" y="55910"/>
                </a:cubicBezTo>
                <a:cubicBezTo>
                  <a:pt x="733949" y="54341"/>
                  <a:pt x="732647" y="53133"/>
                  <a:pt x="730921" y="52286"/>
                </a:cubicBezTo>
                <a:cubicBezTo>
                  <a:pt x="729196" y="51439"/>
                  <a:pt x="726074" y="51047"/>
                  <a:pt x="721556" y="51109"/>
                </a:cubicBezTo>
                <a:lnTo>
                  <a:pt x="721556" y="47627"/>
                </a:lnTo>
                <a:lnTo>
                  <a:pt x="751770" y="47627"/>
                </a:lnTo>
                <a:lnTo>
                  <a:pt x="751770" y="105184"/>
                </a:lnTo>
                <a:cubicBezTo>
                  <a:pt x="751770" y="113196"/>
                  <a:pt x="753166" y="118454"/>
                  <a:pt x="755958" y="120958"/>
                </a:cubicBezTo>
                <a:cubicBezTo>
                  <a:pt x="758751" y="123463"/>
                  <a:pt x="762124" y="124715"/>
                  <a:pt x="766077" y="124715"/>
                </a:cubicBezTo>
                <a:cubicBezTo>
                  <a:pt x="768775" y="124715"/>
                  <a:pt x="771834" y="123869"/>
                  <a:pt x="775254" y="122179"/>
                </a:cubicBezTo>
                <a:cubicBezTo>
                  <a:pt x="778674" y="120489"/>
                  <a:pt x="782737" y="117266"/>
                  <a:pt x="787443" y="112511"/>
                </a:cubicBezTo>
                <a:lnTo>
                  <a:pt x="787443" y="63784"/>
                </a:lnTo>
                <a:cubicBezTo>
                  <a:pt x="787443" y="58901"/>
                  <a:pt x="786549" y="55600"/>
                  <a:pt x="784760" y="53880"/>
                </a:cubicBezTo>
                <a:cubicBezTo>
                  <a:pt x="782972" y="52159"/>
                  <a:pt x="779254" y="51235"/>
                  <a:pt x="773607" y="51109"/>
                </a:cubicBezTo>
                <a:lnTo>
                  <a:pt x="773607" y="47627"/>
                </a:lnTo>
                <a:lnTo>
                  <a:pt x="802973" y="47627"/>
                </a:lnTo>
                <a:close/>
                <a:moveTo>
                  <a:pt x="848812" y="19201"/>
                </a:moveTo>
                <a:lnTo>
                  <a:pt x="848812" y="47627"/>
                </a:lnTo>
                <a:lnTo>
                  <a:pt x="868955" y="47627"/>
                </a:lnTo>
                <a:lnTo>
                  <a:pt x="868955" y="54216"/>
                </a:lnTo>
                <a:lnTo>
                  <a:pt x="848812" y="54216"/>
                </a:lnTo>
                <a:lnTo>
                  <a:pt x="848812" y="110049"/>
                </a:lnTo>
                <a:cubicBezTo>
                  <a:pt x="848812" y="115628"/>
                  <a:pt x="849612" y="119389"/>
                  <a:pt x="851212" y="121332"/>
                </a:cubicBezTo>
                <a:cubicBezTo>
                  <a:pt x="852812" y="123273"/>
                  <a:pt x="854867" y="124244"/>
                  <a:pt x="857377" y="124244"/>
                </a:cubicBezTo>
                <a:cubicBezTo>
                  <a:pt x="859448" y="124244"/>
                  <a:pt x="861456" y="123601"/>
                  <a:pt x="863401" y="122314"/>
                </a:cubicBezTo>
                <a:cubicBezTo>
                  <a:pt x="865346" y="121028"/>
                  <a:pt x="866852" y="119130"/>
                  <a:pt x="867919" y="116620"/>
                </a:cubicBezTo>
                <a:lnTo>
                  <a:pt x="871590" y="116620"/>
                </a:lnTo>
                <a:cubicBezTo>
                  <a:pt x="869394" y="122787"/>
                  <a:pt x="866288" y="127451"/>
                  <a:pt x="862272" y="130612"/>
                </a:cubicBezTo>
                <a:cubicBezTo>
                  <a:pt x="858256" y="133771"/>
                  <a:pt x="854114" y="135351"/>
                  <a:pt x="849847" y="135351"/>
                </a:cubicBezTo>
                <a:cubicBezTo>
                  <a:pt x="846961" y="135351"/>
                  <a:pt x="844137" y="134550"/>
                  <a:pt x="841376" y="132947"/>
                </a:cubicBezTo>
                <a:cubicBezTo>
                  <a:pt x="838615" y="131345"/>
                  <a:pt x="836576" y="129053"/>
                  <a:pt x="835258" y="126071"/>
                </a:cubicBezTo>
                <a:cubicBezTo>
                  <a:pt x="833940" y="123086"/>
                  <a:pt x="833281" y="118484"/>
                  <a:pt x="833281" y="112264"/>
                </a:cubicBezTo>
                <a:lnTo>
                  <a:pt x="833281" y="54216"/>
                </a:lnTo>
                <a:lnTo>
                  <a:pt x="819633" y="54216"/>
                </a:lnTo>
                <a:lnTo>
                  <a:pt x="819633" y="51109"/>
                </a:lnTo>
                <a:cubicBezTo>
                  <a:pt x="823085" y="49725"/>
                  <a:pt x="826614" y="47381"/>
                  <a:pt x="830222" y="44077"/>
                </a:cubicBezTo>
                <a:cubicBezTo>
                  <a:pt x="833831" y="40772"/>
                  <a:pt x="837046" y="36855"/>
                  <a:pt x="839870" y="32323"/>
                </a:cubicBezTo>
                <a:cubicBezTo>
                  <a:pt x="841313" y="29932"/>
                  <a:pt x="843321" y="25559"/>
                  <a:pt x="845894" y="19201"/>
                </a:cubicBezTo>
                <a:lnTo>
                  <a:pt x="848812" y="19201"/>
                </a:lnTo>
                <a:close/>
                <a:moveTo>
                  <a:pt x="899295" y="0"/>
                </a:moveTo>
                <a:cubicBezTo>
                  <a:pt x="901931" y="0"/>
                  <a:pt x="904174" y="930"/>
                  <a:pt x="906025" y="2791"/>
                </a:cubicBezTo>
                <a:cubicBezTo>
                  <a:pt x="907876" y="4650"/>
                  <a:pt x="908802" y="6904"/>
                  <a:pt x="908802" y="9554"/>
                </a:cubicBezTo>
                <a:cubicBezTo>
                  <a:pt x="908802" y="12203"/>
                  <a:pt x="907876" y="14474"/>
                  <a:pt x="906025" y="16366"/>
                </a:cubicBezTo>
                <a:cubicBezTo>
                  <a:pt x="904174" y="18256"/>
                  <a:pt x="901931" y="19201"/>
                  <a:pt x="899295" y="19201"/>
                </a:cubicBezTo>
                <a:cubicBezTo>
                  <a:pt x="896660" y="19201"/>
                  <a:pt x="894401" y="18256"/>
                  <a:pt x="892518" y="16366"/>
                </a:cubicBezTo>
                <a:cubicBezTo>
                  <a:pt x="890636" y="14474"/>
                  <a:pt x="889694" y="12203"/>
                  <a:pt x="889694" y="9554"/>
                </a:cubicBezTo>
                <a:cubicBezTo>
                  <a:pt x="889694" y="6904"/>
                  <a:pt x="890620" y="4650"/>
                  <a:pt x="892471" y="2791"/>
                </a:cubicBezTo>
                <a:cubicBezTo>
                  <a:pt x="894322" y="930"/>
                  <a:pt x="896597" y="0"/>
                  <a:pt x="899295" y="0"/>
                </a:cubicBezTo>
                <a:moveTo>
                  <a:pt x="907107" y="45180"/>
                </a:moveTo>
                <a:lnTo>
                  <a:pt x="907107" y="114302"/>
                </a:lnTo>
                <a:cubicBezTo>
                  <a:pt x="907107" y="119687"/>
                  <a:pt x="907500" y="123271"/>
                  <a:pt x="908284" y="125056"/>
                </a:cubicBezTo>
                <a:cubicBezTo>
                  <a:pt x="909068" y="126840"/>
                  <a:pt x="910229" y="128171"/>
                  <a:pt x="911767" y="129047"/>
                </a:cubicBezTo>
                <a:cubicBezTo>
                  <a:pt x="913304" y="129924"/>
                  <a:pt x="916112" y="130362"/>
                  <a:pt x="920191" y="130362"/>
                </a:cubicBezTo>
                <a:lnTo>
                  <a:pt x="920191" y="133845"/>
                </a:lnTo>
                <a:lnTo>
                  <a:pt x="878305" y="133845"/>
                </a:lnTo>
                <a:lnTo>
                  <a:pt x="878305" y="130362"/>
                </a:lnTo>
                <a:cubicBezTo>
                  <a:pt x="882510" y="130362"/>
                  <a:pt x="885333" y="129955"/>
                  <a:pt x="886777" y="129141"/>
                </a:cubicBezTo>
                <a:cubicBezTo>
                  <a:pt x="888220" y="128328"/>
                  <a:pt x="889365" y="126981"/>
                  <a:pt x="890212" y="125103"/>
                </a:cubicBezTo>
                <a:cubicBezTo>
                  <a:pt x="891059" y="123224"/>
                  <a:pt x="891483" y="119624"/>
                  <a:pt x="891483" y="114302"/>
                </a:cubicBezTo>
                <a:lnTo>
                  <a:pt x="891483" y="81150"/>
                </a:lnTo>
                <a:cubicBezTo>
                  <a:pt x="891483" y="71820"/>
                  <a:pt x="891200" y="65778"/>
                  <a:pt x="890636" y="63025"/>
                </a:cubicBezTo>
                <a:cubicBezTo>
                  <a:pt x="890196" y="61021"/>
                  <a:pt x="889506" y="59628"/>
                  <a:pt x="888565" y="58845"/>
                </a:cubicBezTo>
                <a:cubicBezTo>
                  <a:pt x="887624" y="58063"/>
                  <a:pt x="886337" y="57672"/>
                  <a:pt x="884706" y="57672"/>
                </a:cubicBezTo>
                <a:cubicBezTo>
                  <a:pt x="882949" y="57672"/>
                  <a:pt x="880815" y="58141"/>
                  <a:pt x="878305" y="59081"/>
                </a:cubicBezTo>
                <a:lnTo>
                  <a:pt x="876988" y="55698"/>
                </a:lnTo>
                <a:lnTo>
                  <a:pt x="902966" y="45180"/>
                </a:lnTo>
                <a:lnTo>
                  <a:pt x="907107" y="45180"/>
                </a:lnTo>
                <a:close/>
                <a:moveTo>
                  <a:pt x="960602" y="0"/>
                </a:moveTo>
                <a:lnTo>
                  <a:pt x="960602" y="114279"/>
                </a:lnTo>
                <a:cubicBezTo>
                  <a:pt x="960602" y="119671"/>
                  <a:pt x="960994" y="123246"/>
                  <a:pt x="961779" y="125003"/>
                </a:cubicBezTo>
                <a:cubicBezTo>
                  <a:pt x="962563" y="126758"/>
                  <a:pt x="963771" y="128090"/>
                  <a:pt x="965402" y="129000"/>
                </a:cubicBezTo>
                <a:cubicBezTo>
                  <a:pt x="967034" y="129908"/>
                  <a:pt x="970077" y="130362"/>
                  <a:pt x="974532" y="130362"/>
                </a:cubicBezTo>
                <a:lnTo>
                  <a:pt x="974532" y="133845"/>
                </a:lnTo>
                <a:lnTo>
                  <a:pt x="932271" y="133845"/>
                </a:lnTo>
                <a:lnTo>
                  <a:pt x="932271" y="130362"/>
                </a:lnTo>
                <a:cubicBezTo>
                  <a:pt x="936224" y="130362"/>
                  <a:pt x="938922" y="129955"/>
                  <a:pt x="940365" y="129141"/>
                </a:cubicBezTo>
                <a:cubicBezTo>
                  <a:pt x="941809" y="128326"/>
                  <a:pt x="942938" y="126977"/>
                  <a:pt x="943754" y="125097"/>
                </a:cubicBezTo>
                <a:cubicBezTo>
                  <a:pt x="944570" y="123214"/>
                  <a:pt x="944977" y="119608"/>
                  <a:pt x="944977" y="114279"/>
                </a:cubicBezTo>
                <a:lnTo>
                  <a:pt x="944977" y="36023"/>
                </a:lnTo>
                <a:cubicBezTo>
                  <a:pt x="944977" y="26305"/>
                  <a:pt x="944758" y="20333"/>
                  <a:pt x="944319" y="18107"/>
                </a:cubicBezTo>
                <a:cubicBezTo>
                  <a:pt x="943879" y="15880"/>
                  <a:pt x="943173" y="14359"/>
                  <a:pt x="942201" y="13545"/>
                </a:cubicBezTo>
                <a:cubicBezTo>
                  <a:pt x="941228" y="12729"/>
                  <a:pt x="939989" y="12321"/>
                  <a:pt x="938483" y="12321"/>
                </a:cubicBezTo>
                <a:cubicBezTo>
                  <a:pt x="936851" y="12321"/>
                  <a:pt x="934781" y="12823"/>
                  <a:pt x="932271" y="13827"/>
                </a:cubicBezTo>
                <a:lnTo>
                  <a:pt x="930671" y="10533"/>
                </a:lnTo>
                <a:lnTo>
                  <a:pt x="956366" y="0"/>
                </a:lnTo>
                <a:lnTo>
                  <a:pt x="960602" y="0"/>
                </a:lnTo>
                <a:close/>
                <a:moveTo>
                  <a:pt x="1006473" y="0"/>
                </a:moveTo>
                <a:cubicBezTo>
                  <a:pt x="1009109" y="0"/>
                  <a:pt x="1011352" y="930"/>
                  <a:pt x="1013203" y="2791"/>
                </a:cubicBezTo>
                <a:cubicBezTo>
                  <a:pt x="1015054" y="4650"/>
                  <a:pt x="1015980" y="6904"/>
                  <a:pt x="1015980" y="9554"/>
                </a:cubicBezTo>
                <a:cubicBezTo>
                  <a:pt x="1015980" y="12203"/>
                  <a:pt x="1015054" y="14474"/>
                  <a:pt x="1013203" y="16366"/>
                </a:cubicBezTo>
                <a:cubicBezTo>
                  <a:pt x="1011352" y="18256"/>
                  <a:pt x="1009109" y="19201"/>
                  <a:pt x="1006473" y="19201"/>
                </a:cubicBezTo>
                <a:cubicBezTo>
                  <a:pt x="1003838" y="19201"/>
                  <a:pt x="1001579" y="18256"/>
                  <a:pt x="999696" y="16366"/>
                </a:cubicBezTo>
                <a:cubicBezTo>
                  <a:pt x="997814" y="14474"/>
                  <a:pt x="996872" y="12203"/>
                  <a:pt x="996872" y="9554"/>
                </a:cubicBezTo>
                <a:cubicBezTo>
                  <a:pt x="996872" y="6904"/>
                  <a:pt x="997798" y="4650"/>
                  <a:pt x="999649" y="2791"/>
                </a:cubicBezTo>
                <a:cubicBezTo>
                  <a:pt x="1001500" y="930"/>
                  <a:pt x="1003775" y="0"/>
                  <a:pt x="1006473" y="0"/>
                </a:cubicBezTo>
                <a:moveTo>
                  <a:pt x="1014285" y="45180"/>
                </a:moveTo>
                <a:lnTo>
                  <a:pt x="1014285" y="114302"/>
                </a:lnTo>
                <a:cubicBezTo>
                  <a:pt x="1014285" y="119687"/>
                  <a:pt x="1014678" y="123271"/>
                  <a:pt x="1015462" y="125056"/>
                </a:cubicBezTo>
                <a:cubicBezTo>
                  <a:pt x="1016246" y="126840"/>
                  <a:pt x="1017407" y="128171"/>
                  <a:pt x="1018945" y="129047"/>
                </a:cubicBezTo>
                <a:cubicBezTo>
                  <a:pt x="1020482" y="129924"/>
                  <a:pt x="1023290" y="130362"/>
                  <a:pt x="1027369" y="130362"/>
                </a:cubicBezTo>
                <a:lnTo>
                  <a:pt x="1027369" y="133845"/>
                </a:lnTo>
                <a:lnTo>
                  <a:pt x="985483" y="133845"/>
                </a:lnTo>
                <a:lnTo>
                  <a:pt x="985483" y="130362"/>
                </a:lnTo>
                <a:cubicBezTo>
                  <a:pt x="989688" y="130362"/>
                  <a:pt x="992511" y="129955"/>
                  <a:pt x="993955" y="129141"/>
                </a:cubicBezTo>
                <a:cubicBezTo>
                  <a:pt x="995398" y="128328"/>
                  <a:pt x="996543" y="126981"/>
                  <a:pt x="997390" y="125103"/>
                </a:cubicBezTo>
                <a:cubicBezTo>
                  <a:pt x="998237" y="123224"/>
                  <a:pt x="998661" y="119624"/>
                  <a:pt x="998661" y="114302"/>
                </a:cubicBezTo>
                <a:lnTo>
                  <a:pt x="998661" y="81150"/>
                </a:lnTo>
                <a:cubicBezTo>
                  <a:pt x="998661" y="71820"/>
                  <a:pt x="998378" y="65778"/>
                  <a:pt x="997814" y="63025"/>
                </a:cubicBezTo>
                <a:cubicBezTo>
                  <a:pt x="997374" y="61021"/>
                  <a:pt x="996684" y="59628"/>
                  <a:pt x="995743" y="58845"/>
                </a:cubicBezTo>
                <a:cubicBezTo>
                  <a:pt x="994802" y="58063"/>
                  <a:pt x="993515" y="57672"/>
                  <a:pt x="991884" y="57672"/>
                </a:cubicBezTo>
                <a:cubicBezTo>
                  <a:pt x="990127" y="57672"/>
                  <a:pt x="987993" y="58141"/>
                  <a:pt x="985483" y="59081"/>
                </a:cubicBezTo>
                <a:lnTo>
                  <a:pt x="984166" y="55698"/>
                </a:lnTo>
                <a:lnTo>
                  <a:pt x="1010144" y="45180"/>
                </a:lnTo>
                <a:lnTo>
                  <a:pt x="1014285" y="45180"/>
                </a:lnTo>
                <a:close/>
                <a:moveTo>
                  <a:pt x="1093852" y="45180"/>
                </a:moveTo>
                <a:lnTo>
                  <a:pt x="1093852" y="74358"/>
                </a:lnTo>
                <a:lnTo>
                  <a:pt x="1090746" y="74358"/>
                </a:lnTo>
                <a:cubicBezTo>
                  <a:pt x="1088362" y="65206"/>
                  <a:pt x="1085303" y="58982"/>
                  <a:pt x="1081569" y="55683"/>
                </a:cubicBezTo>
                <a:cubicBezTo>
                  <a:pt x="1077836" y="52383"/>
                  <a:pt x="1073082" y="50733"/>
                  <a:pt x="1067309" y="50733"/>
                </a:cubicBezTo>
                <a:cubicBezTo>
                  <a:pt x="1062917" y="50733"/>
                  <a:pt x="1059372" y="51893"/>
                  <a:pt x="1056673" y="54213"/>
                </a:cubicBezTo>
                <a:cubicBezTo>
                  <a:pt x="1053975" y="56530"/>
                  <a:pt x="1052626" y="59100"/>
                  <a:pt x="1052626" y="61922"/>
                </a:cubicBezTo>
                <a:cubicBezTo>
                  <a:pt x="1052626" y="65432"/>
                  <a:pt x="1053630" y="68440"/>
                  <a:pt x="1055638" y="70946"/>
                </a:cubicBezTo>
                <a:cubicBezTo>
                  <a:pt x="1057583" y="73517"/>
                  <a:pt x="1061536" y="76244"/>
                  <a:pt x="1067498" y="79126"/>
                </a:cubicBezTo>
                <a:lnTo>
                  <a:pt x="1081240" y="85803"/>
                </a:lnTo>
                <a:cubicBezTo>
                  <a:pt x="1093978" y="92007"/>
                  <a:pt x="1100347" y="100187"/>
                  <a:pt x="1100347" y="110343"/>
                </a:cubicBezTo>
                <a:cubicBezTo>
                  <a:pt x="1100347" y="118177"/>
                  <a:pt x="1097382" y="124492"/>
                  <a:pt x="1091452" y="129288"/>
                </a:cubicBezTo>
                <a:cubicBezTo>
                  <a:pt x="1085522" y="134083"/>
                  <a:pt x="1078887" y="136480"/>
                  <a:pt x="1071545" y="136480"/>
                </a:cubicBezTo>
                <a:cubicBezTo>
                  <a:pt x="1066274" y="136480"/>
                  <a:pt x="1060250" y="135539"/>
                  <a:pt x="1053473" y="133656"/>
                </a:cubicBezTo>
                <a:cubicBezTo>
                  <a:pt x="1051402" y="133029"/>
                  <a:pt x="1049708" y="132715"/>
                  <a:pt x="1048390" y="132715"/>
                </a:cubicBezTo>
                <a:cubicBezTo>
                  <a:pt x="1046947" y="132715"/>
                  <a:pt x="1045818" y="133531"/>
                  <a:pt x="1045002" y="135162"/>
                </a:cubicBezTo>
                <a:lnTo>
                  <a:pt x="1041896" y="135162"/>
                </a:lnTo>
                <a:lnTo>
                  <a:pt x="1041896" y="104290"/>
                </a:lnTo>
                <a:lnTo>
                  <a:pt x="1045002" y="104290"/>
                </a:lnTo>
                <a:cubicBezTo>
                  <a:pt x="1046759" y="113106"/>
                  <a:pt x="1050116" y="119750"/>
                  <a:pt x="1055073" y="124220"/>
                </a:cubicBezTo>
                <a:cubicBezTo>
                  <a:pt x="1060030" y="128691"/>
                  <a:pt x="1065584" y="130927"/>
                  <a:pt x="1071733" y="130927"/>
                </a:cubicBezTo>
                <a:cubicBezTo>
                  <a:pt x="1076063" y="130927"/>
                  <a:pt x="1079593" y="129658"/>
                  <a:pt x="1082322" y="127121"/>
                </a:cubicBezTo>
                <a:cubicBezTo>
                  <a:pt x="1085052" y="124581"/>
                  <a:pt x="1086417" y="121525"/>
                  <a:pt x="1086417" y="117952"/>
                </a:cubicBezTo>
                <a:cubicBezTo>
                  <a:pt x="1086417" y="113627"/>
                  <a:pt x="1084895" y="109991"/>
                  <a:pt x="1081852" y="107046"/>
                </a:cubicBezTo>
                <a:cubicBezTo>
                  <a:pt x="1078808" y="104100"/>
                  <a:pt x="1072737" y="100372"/>
                  <a:pt x="1063639" y="95860"/>
                </a:cubicBezTo>
                <a:cubicBezTo>
                  <a:pt x="1054540" y="91346"/>
                  <a:pt x="1048579" y="87271"/>
                  <a:pt x="1045755" y="83635"/>
                </a:cubicBezTo>
                <a:cubicBezTo>
                  <a:pt x="1042931" y="80062"/>
                  <a:pt x="1041519" y="75549"/>
                  <a:pt x="1041519" y="70096"/>
                </a:cubicBezTo>
                <a:cubicBezTo>
                  <a:pt x="1041519" y="63013"/>
                  <a:pt x="1043951" y="57090"/>
                  <a:pt x="1048814" y="52327"/>
                </a:cubicBezTo>
                <a:cubicBezTo>
                  <a:pt x="1053677" y="47562"/>
                  <a:pt x="1059968" y="45180"/>
                  <a:pt x="1067686" y="45180"/>
                </a:cubicBezTo>
                <a:cubicBezTo>
                  <a:pt x="1071074" y="45180"/>
                  <a:pt x="1075184" y="45901"/>
                  <a:pt x="1080016" y="47344"/>
                </a:cubicBezTo>
                <a:cubicBezTo>
                  <a:pt x="1083216" y="48286"/>
                  <a:pt x="1085350" y="48756"/>
                  <a:pt x="1086417" y="48756"/>
                </a:cubicBezTo>
                <a:cubicBezTo>
                  <a:pt x="1087421" y="48756"/>
                  <a:pt x="1088205" y="48537"/>
                  <a:pt x="1088770" y="48097"/>
                </a:cubicBezTo>
                <a:cubicBezTo>
                  <a:pt x="1089334" y="47658"/>
                  <a:pt x="1089993" y="46686"/>
                  <a:pt x="1090746" y="45180"/>
                </a:cubicBezTo>
                <a:lnTo>
                  <a:pt x="1093852" y="45180"/>
                </a:lnTo>
                <a:close/>
                <a:moveTo>
                  <a:pt x="1127612" y="80194"/>
                </a:moveTo>
                <a:cubicBezTo>
                  <a:pt x="1127549" y="92965"/>
                  <a:pt x="1130655" y="102983"/>
                  <a:pt x="1136930" y="110246"/>
                </a:cubicBezTo>
                <a:cubicBezTo>
                  <a:pt x="1143205" y="117507"/>
                  <a:pt x="1150578" y="121138"/>
                  <a:pt x="1159049" y="121138"/>
                </a:cubicBezTo>
                <a:cubicBezTo>
                  <a:pt x="1164697" y="121138"/>
                  <a:pt x="1169607" y="119585"/>
                  <a:pt x="1173780" y="116479"/>
                </a:cubicBezTo>
                <a:cubicBezTo>
                  <a:pt x="1177953" y="113373"/>
                  <a:pt x="1181451" y="108055"/>
                  <a:pt x="1184275" y="100525"/>
                </a:cubicBezTo>
                <a:lnTo>
                  <a:pt x="1187193" y="102407"/>
                </a:lnTo>
                <a:cubicBezTo>
                  <a:pt x="1185875" y="111004"/>
                  <a:pt x="1182047" y="118832"/>
                  <a:pt x="1175709" y="125891"/>
                </a:cubicBezTo>
                <a:cubicBezTo>
                  <a:pt x="1169372" y="132950"/>
                  <a:pt x="1161434" y="136480"/>
                  <a:pt x="1151896" y="136480"/>
                </a:cubicBezTo>
                <a:cubicBezTo>
                  <a:pt x="1141542" y="136480"/>
                  <a:pt x="1132679" y="132457"/>
                  <a:pt x="1125306" y="124412"/>
                </a:cubicBezTo>
                <a:cubicBezTo>
                  <a:pt x="1117933" y="116364"/>
                  <a:pt x="1114246" y="105546"/>
                  <a:pt x="1114246" y="91956"/>
                </a:cubicBezTo>
                <a:cubicBezTo>
                  <a:pt x="1114246" y="77242"/>
                  <a:pt x="1118027" y="65767"/>
                  <a:pt x="1125588" y="57533"/>
                </a:cubicBezTo>
                <a:cubicBezTo>
                  <a:pt x="1133150" y="49298"/>
                  <a:pt x="1142640" y="45180"/>
                  <a:pt x="1154061" y="45180"/>
                </a:cubicBezTo>
                <a:cubicBezTo>
                  <a:pt x="1163724" y="45180"/>
                  <a:pt x="1171662" y="48356"/>
                  <a:pt x="1177874" y="54710"/>
                </a:cubicBezTo>
                <a:cubicBezTo>
                  <a:pt x="1184086" y="61061"/>
                  <a:pt x="1187193" y="69556"/>
                  <a:pt x="1187193" y="80194"/>
                </a:cubicBezTo>
                <a:lnTo>
                  <a:pt x="1127612" y="80194"/>
                </a:lnTo>
                <a:moveTo>
                  <a:pt x="1127612" y="74735"/>
                </a:moveTo>
                <a:lnTo>
                  <a:pt x="1167521" y="74735"/>
                </a:lnTo>
                <a:cubicBezTo>
                  <a:pt x="1167207" y="69213"/>
                  <a:pt x="1166548" y="65322"/>
                  <a:pt x="1165544" y="63063"/>
                </a:cubicBezTo>
                <a:cubicBezTo>
                  <a:pt x="1163975" y="59549"/>
                  <a:pt x="1161638" y="56788"/>
                  <a:pt x="1158532" y="54780"/>
                </a:cubicBezTo>
                <a:cubicBezTo>
                  <a:pt x="1155426" y="52772"/>
                  <a:pt x="1152178" y="51768"/>
                  <a:pt x="1148790" y="51768"/>
                </a:cubicBezTo>
                <a:cubicBezTo>
                  <a:pt x="1143582" y="51768"/>
                  <a:pt x="1138923" y="53792"/>
                  <a:pt x="1134812" y="57839"/>
                </a:cubicBezTo>
                <a:cubicBezTo>
                  <a:pt x="1130702" y="61887"/>
                  <a:pt x="1128302" y="67518"/>
                  <a:pt x="1127612" y="74735"/>
                </a:cubicBezTo>
                <a:close/>
                <a:moveTo>
                  <a:pt x="1351374" y="98454"/>
                </a:moveTo>
                <a:lnTo>
                  <a:pt x="1354480" y="99116"/>
                </a:lnTo>
                <a:lnTo>
                  <a:pt x="1343562" y="133845"/>
                </a:lnTo>
                <a:lnTo>
                  <a:pt x="1244732" y="133845"/>
                </a:lnTo>
                <a:lnTo>
                  <a:pt x="1244732" y="130362"/>
                </a:lnTo>
                <a:lnTo>
                  <a:pt x="1249532" y="130362"/>
                </a:lnTo>
                <a:cubicBezTo>
                  <a:pt x="1254928" y="130362"/>
                  <a:pt x="1258787" y="128605"/>
                  <a:pt x="1261109" y="125091"/>
                </a:cubicBezTo>
                <a:cubicBezTo>
                  <a:pt x="1262427" y="123083"/>
                  <a:pt x="1263086" y="118440"/>
                  <a:pt x="1263086" y="111161"/>
                </a:cubicBezTo>
                <a:lnTo>
                  <a:pt x="1263086" y="28802"/>
                </a:lnTo>
                <a:cubicBezTo>
                  <a:pt x="1263086" y="20833"/>
                  <a:pt x="1262207" y="15844"/>
                  <a:pt x="1260450" y="13836"/>
                </a:cubicBezTo>
                <a:cubicBezTo>
                  <a:pt x="1258003" y="11075"/>
                  <a:pt x="1254364" y="9695"/>
                  <a:pt x="1249532" y="9695"/>
                </a:cubicBezTo>
                <a:lnTo>
                  <a:pt x="1244732" y="9695"/>
                </a:lnTo>
                <a:lnTo>
                  <a:pt x="1244732" y="6212"/>
                </a:lnTo>
                <a:lnTo>
                  <a:pt x="1302524" y="6212"/>
                </a:lnTo>
                <a:lnTo>
                  <a:pt x="1302524" y="9695"/>
                </a:lnTo>
                <a:cubicBezTo>
                  <a:pt x="1295747" y="9632"/>
                  <a:pt x="1290994" y="10261"/>
                  <a:pt x="1288264" y="11580"/>
                </a:cubicBezTo>
                <a:cubicBezTo>
                  <a:pt x="1285534" y="12898"/>
                  <a:pt x="1283668" y="14562"/>
                  <a:pt x="1282664" y="16572"/>
                </a:cubicBezTo>
                <a:cubicBezTo>
                  <a:pt x="1281660" y="18582"/>
                  <a:pt x="1281158" y="23386"/>
                  <a:pt x="1281158" y="30985"/>
                </a:cubicBezTo>
                <a:lnTo>
                  <a:pt x="1281158" y="111243"/>
                </a:lnTo>
                <a:cubicBezTo>
                  <a:pt x="1281158" y="116455"/>
                  <a:pt x="1281660" y="120035"/>
                  <a:pt x="1282664" y="121982"/>
                </a:cubicBezTo>
                <a:cubicBezTo>
                  <a:pt x="1283417" y="123300"/>
                  <a:pt x="1284577" y="124273"/>
                  <a:pt x="1286146" y="124903"/>
                </a:cubicBezTo>
                <a:cubicBezTo>
                  <a:pt x="1287715" y="125530"/>
                  <a:pt x="1292609" y="125844"/>
                  <a:pt x="1300830" y="125844"/>
                </a:cubicBezTo>
                <a:lnTo>
                  <a:pt x="1310148" y="125844"/>
                </a:lnTo>
                <a:cubicBezTo>
                  <a:pt x="1319937" y="125844"/>
                  <a:pt x="1326808" y="125118"/>
                  <a:pt x="1330761" y="123664"/>
                </a:cubicBezTo>
                <a:cubicBezTo>
                  <a:pt x="1334714" y="122211"/>
                  <a:pt x="1338322" y="119637"/>
                  <a:pt x="1341585" y="115940"/>
                </a:cubicBezTo>
                <a:cubicBezTo>
                  <a:pt x="1344848" y="112244"/>
                  <a:pt x="1348111" y="106415"/>
                  <a:pt x="1351374" y="98454"/>
                </a:cubicBezTo>
                <a:close/>
                <a:moveTo>
                  <a:pt x="1469155" y="98454"/>
                </a:moveTo>
                <a:lnTo>
                  <a:pt x="1472261" y="99116"/>
                </a:lnTo>
                <a:lnTo>
                  <a:pt x="1461342" y="133845"/>
                </a:lnTo>
                <a:lnTo>
                  <a:pt x="1362512" y="133845"/>
                </a:lnTo>
                <a:lnTo>
                  <a:pt x="1362512" y="130362"/>
                </a:lnTo>
                <a:lnTo>
                  <a:pt x="1367312" y="130362"/>
                </a:lnTo>
                <a:cubicBezTo>
                  <a:pt x="1372709" y="130362"/>
                  <a:pt x="1376568" y="128605"/>
                  <a:pt x="1378890" y="125091"/>
                </a:cubicBezTo>
                <a:cubicBezTo>
                  <a:pt x="1380207" y="123083"/>
                  <a:pt x="1380866" y="118440"/>
                  <a:pt x="1380866" y="111161"/>
                </a:cubicBezTo>
                <a:lnTo>
                  <a:pt x="1380866" y="28802"/>
                </a:lnTo>
                <a:cubicBezTo>
                  <a:pt x="1380866" y="20833"/>
                  <a:pt x="1379988" y="15844"/>
                  <a:pt x="1378231" y="13836"/>
                </a:cubicBezTo>
                <a:cubicBezTo>
                  <a:pt x="1375783" y="11075"/>
                  <a:pt x="1372144" y="9695"/>
                  <a:pt x="1367312" y="9695"/>
                </a:cubicBezTo>
                <a:lnTo>
                  <a:pt x="1362512" y="9695"/>
                </a:lnTo>
                <a:lnTo>
                  <a:pt x="1362512" y="6212"/>
                </a:lnTo>
                <a:lnTo>
                  <a:pt x="1420304" y="6212"/>
                </a:lnTo>
                <a:lnTo>
                  <a:pt x="1420304" y="9695"/>
                </a:lnTo>
                <a:cubicBezTo>
                  <a:pt x="1413527" y="9632"/>
                  <a:pt x="1408774" y="10261"/>
                  <a:pt x="1406044" y="11580"/>
                </a:cubicBezTo>
                <a:cubicBezTo>
                  <a:pt x="1403315" y="12898"/>
                  <a:pt x="1401448" y="14562"/>
                  <a:pt x="1400444" y="16572"/>
                </a:cubicBezTo>
                <a:cubicBezTo>
                  <a:pt x="1399440" y="18582"/>
                  <a:pt x="1398938" y="23386"/>
                  <a:pt x="1398938" y="30985"/>
                </a:cubicBezTo>
                <a:lnTo>
                  <a:pt x="1398938" y="111243"/>
                </a:lnTo>
                <a:cubicBezTo>
                  <a:pt x="1398938" y="116455"/>
                  <a:pt x="1399440" y="120035"/>
                  <a:pt x="1400444" y="121982"/>
                </a:cubicBezTo>
                <a:cubicBezTo>
                  <a:pt x="1401197" y="123300"/>
                  <a:pt x="1402358" y="124273"/>
                  <a:pt x="1403927" y="124903"/>
                </a:cubicBezTo>
                <a:cubicBezTo>
                  <a:pt x="1405495" y="125530"/>
                  <a:pt x="1410390" y="125844"/>
                  <a:pt x="1418610" y="125844"/>
                </a:cubicBezTo>
                <a:lnTo>
                  <a:pt x="1427928" y="125844"/>
                </a:lnTo>
                <a:cubicBezTo>
                  <a:pt x="1437717" y="125844"/>
                  <a:pt x="1444588" y="125118"/>
                  <a:pt x="1448541" y="123664"/>
                </a:cubicBezTo>
                <a:cubicBezTo>
                  <a:pt x="1452495" y="122211"/>
                  <a:pt x="1456103" y="119637"/>
                  <a:pt x="1459366" y="115940"/>
                </a:cubicBezTo>
                <a:cubicBezTo>
                  <a:pt x="1462629" y="112244"/>
                  <a:pt x="1465892" y="106415"/>
                  <a:pt x="1469155" y="98454"/>
                </a:cubicBezTo>
                <a:close/>
                <a:moveTo>
                  <a:pt x="1555310" y="133845"/>
                </a:moveTo>
                <a:lnTo>
                  <a:pt x="1505989" y="26449"/>
                </a:lnTo>
                <a:lnTo>
                  <a:pt x="1505989" y="111725"/>
                </a:lnTo>
                <a:cubicBezTo>
                  <a:pt x="1505989" y="119569"/>
                  <a:pt x="1506836" y="124464"/>
                  <a:pt x="1508530" y="126409"/>
                </a:cubicBezTo>
                <a:cubicBezTo>
                  <a:pt x="1510852" y="129044"/>
                  <a:pt x="1514523" y="130362"/>
                  <a:pt x="1519543" y="130362"/>
                </a:cubicBezTo>
                <a:lnTo>
                  <a:pt x="1524061" y="130362"/>
                </a:lnTo>
                <a:lnTo>
                  <a:pt x="1524061" y="133845"/>
                </a:lnTo>
                <a:lnTo>
                  <a:pt x="1479634" y="133845"/>
                </a:lnTo>
                <a:lnTo>
                  <a:pt x="1479634" y="130362"/>
                </a:lnTo>
                <a:lnTo>
                  <a:pt x="1484152" y="130362"/>
                </a:lnTo>
                <a:cubicBezTo>
                  <a:pt x="1489549" y="130362"/>
                  <a:pt x="1493376" y="128731"/>
                  <a:pt x="1495635" y="125468"/>
                </a:cubicBezTo>
                <a:cubicBezTo>
                  <a:pt x="1497016" y="123460"/>
                  <a:pt x="1497706" y="118879"/>
                  <a:pt x="1497706" y="111725"/>
                </a:cubicBezTo>
                <a:lnTo>
                  <a:pt x="1497706" y="28331"/>
                </a:lnTo>
                <a:cubicBezTo>
                  <a:pt x="1497706" y="22684"/>
                  <a:pt x="1497078" y="18605"/>
                  <a:pt x="1495823" y="16095"/>
                </a:cubicBezTo>
                <a:cubicBezTo>
                  <a:pt x="1494945" y="14275"/>
                  <a:pt x="1493329" y="12754"/>
                  <a:pt x="1490976" y="11530"/>
                </a:cubicBezTo>
                <a:cubicBezTo>
                  <a:pt x="1488623" y="10307"/>
                  <a:pt x="1484842" y="9695"/>
                  <a:pt x="1479634" y="9695"/>
                </a:cubicBezTo>
                <a:lnTo>
                  <a:pt x="1479634" y="6212"/>
                </a:lnTo>
                <a:lnTo>
                  <a:pt x="1515778" y="6212"/>
                </a:lnTo>
                <a:lnTo>
                  <a:pt x="1562087" y="106078"/>
                </a:lnTo>
                <a:lnTo>
                  <a:pt x="1607643" y="6212"/>
                </a:lnTo>
                <a:lnTo>
                  <a:pt x="1643787" y="6212"/>
                </a:lnTo>
                <a:lnTo>
                  <a:pt x="1643787" y="9695"/>
                </a:lnTo>
                <a:lnTo>
                  <a:pt x="1639363" y="9695"/>
                </a:lnTo>
                <a:cubicBezTo>
                  <a:pt x="1633904" y="9695"/>
                  <a:pt x="1630045" y="11326"/>
                  <a:pt x="1627786" y="14589"/>
                </a:cubicBezTo>
                <a:cubicBezTo>
                  <a:pt x="1626405" y="16597"/>
                  <a:pt x="1625715" y="21178"/>
                  <a:pt x="1625715" y="28331"/>
                </a:cubicBezTo>
                <a:lnTo>
                  <a:pt x="1625715" y="111725"/>
                </a:lnTo>
                <a:cubicBezTo>
                  <a:pt x="1625715" y="119569"/>
                  <a:pt x="1626593" y="124464"/>
                  <a:pt x="1628350" y="126409"/>
                </a:cubicBezTo>
                <a:cubicBezTo>
                  <a:pt x="1630672" y="129044"/>
                  <a:pt x="1634343" y="130362"/>
                  <a:pt x="1639363" y="130362"/>
                </a:cubicBezTo>
                <a:lnTo>
                  <a:pt x="1643787" y="130362"/>
                </a:lnTo>
                <a:lnTo>
                  <a:pt x="1643787" y="133845"/>
                </a:lnTo>
                <a:lnTo>
                  <a:pt x="1589571" y="133845"/>
                </a:lnTo>
                <a:lnTo>
                  <a:pt x="1589571" y="130362"/>
                </a:lnTo>
                <a:lnTo>
                  <a:pt x="1594089" y="130362"/>
                </a:lnTo>
                <a:cubicBezTo>
                  <a:pt x="1599548" y="130362"/>
                  <a:pt x="1603376" y="128731"/>
                  <a:pt x="1605572" y="125468"/>
                </a:cubicBezTo>
                <a:cubicBezTo>
                  <a:pt x="1606953" y="123460"/>
                  <a:pt x="1607643" y="118879"/>
                  <a:pt x="1607643" y="111725"/>
                </a:cubicBezTo>
                <a:lnTo>
                  <a:pt x="1607643" y="26449"/>
                </a:lnTo>
                <a:lnTo>
                  <a:pt x="1558416" y="133845"/>
                </a:lnTo>
                <a:lnTo>
                  <a:pt x="1555310" y="133845"/>
                </a:lnTo>
                <a:close/>
                <a:moveTo>
                  <a:pt x="1709548" y="45180"/>
                </a:moveTo>
                <a:lnTo>
                  <a:pt x="1709548" y="74358"/>
                </a:lnTo>
                <a:lnTo>
                  <a:pt x="1706442" y="74358"/>
                </a:lnTo>
                <a:cubicBezTo>
                  <a:pt x="1704058" y="65206"/>
                  <a:pt x="1700999" y="58982"/>
                  <a:pt x="1697265" y="55683"/>
                </a:cubicBezTo>
                <a:cubicBezTo>
                  <a:pt x="1693531" y="52383"/>
                  <a:pt x="1688778" y="50733"/>
                  <a:pt x="1683005" y="50733"/>
                </a:cubicBezTo>
                <a:cubicBezTo>
                  <a:pt x="1678613" y="50733"/>
                  <a:pt x="1675067" y="51893"/>
                  <a:pt x="1672369" y="54213"/>
                </a:cubicBezTo>
                <a:cubicBezTo>
                  <a:pt x="1669671" y="56530"/>
                  <a:pt x="1668322" y="59100"/>
                  <a:pt x="1668322" y="61922"/>
                </a:cubicBezTo>
                <a:cubicBezTo>
                  <a:pt x="1668322" y="65432"/>
                  <a:pt x="1669326" y="68440"/>
                  <a:pt x="1671334" y="70946"/>
                </a:cubicBezTo>
                <a:cubicBezTo>
                  <a:pt x="1673279" y="73517"/>
                  <a:pt x="1677232" y="76244"/>
                  <a:pt x="1683193" y="79126"/>
                </a:cubicBezTo>
                <a:lnTo>
                  <a:pt x="1696936" y="85803"/>
                </a:lnTo>
                <a:cubicBezTo>
                  <a:pt x="1709674" y="92007"/>
                  <a:pt x="1716043" y="100187"/>
                  <a:pt x="1716043" y="110343"/>
                </a:cubicBezTo>
                <a:cubicBezTo>
                  <a:pt x="1716043" y="118177"/>
                  <a:pt x="1713078" y="124492"/>
                  <a:pt x="1707148" y="129288"/>
                </a:cubicBezTo>
                <a:cubicBezTo>
                  <a:pt x="1701218" y="134083"/>
                  <a:pt x="1694582" y="136480"/>
                  <a:pt x="1687241" y="136480"/>
                </a:cubicBezTo>
                <a:cubicBezTo>
                  <a:pt x="1681970" y="136480"/>
                  <a:pt x="1675946" y="135539"/>
                  <a:pt x="1669169" y="133656"/>
                </a:cubicBezTo>
                <a:cubicBezTo>
                  <a:pt x="1667098" y="133029"/>
                  <a:pt x="1665404" y="132715"/>
                  <a:pt x="1664086" y="132715"/>
                </a:cubicBezTo>
                <a:cubicBezTo>
                  <a:pt x="1662643" y="132715"/>
                  <a:pt x="1661513" y="133531"/>
                  <a:pt x="1660698" y="135162"/>
                </a:cubicBezTo>
                <a:lnTo>
                  <a:pt x="1657592" y="135162"/>
                </a:lnTo>
                <a:lnTo>
                  <a:pt x="1657592" y="104290"/>
                </a:lnTo>
                <a:lnTo>
                  <a:pt x="1660698" y="104290"/>
                </a:lnTo>
                <a:cubicBezTo>
                  <a:pt x="1662455" y="113106"/>
                  <a:pt x="1665812" y="119750"/>
                  <a:pt x="1670769" y="124220"/>
                </a:cubicBezTo>
                <a:cubicBezTo>
                  <a:pt x="1675726" y="128691"/>
                  <a:pt x="1681280" y="130927"/>
                  <a:pt x="1687429" y="130927"/>
                </a:cubicBezTo>
                <a:cubicBezTo>
                  <a:pt x="1691759" y="130927"/>
                  <a:pt x="1695288" y="129658"/>
                  <a:pt x="1698018" y="127121"/>
                </a:cubicBezTo>
                <a:cubicBezTo>
                  <a:pt x="1700748" y="124581"/>
                  <a:pt x="1702112" y="121525"/>
                  <a:pt x="1702112" y="117952"/>
                </a:cubicBezTo>
                <a:cubicBezTo>
                  <a:pt x="1702112" y="113627"/>
                  <a:pt x="1700591" y="109991"/>
                  <a:pt x="1697547" y="107046"/>
                </a:cubicBezTo>
                <a:cubicBezTo>
                  <a:pt x="1694504" y="104100"/>
                  <a:pt x="1688433" y="100372"/>
                  <a:pt x="1679334" y="95860"/>
                </a:cubicBezTo>
                <a:cubicBezTo>
                  <a:pt x="1670236" y="91346"/>
                  <a:pt x="1664274" y="87271"/>
                  <a:pt x="1661451" y="83635"/>
                </a:cubicBezTo>
                <a:cubicBezTo>
                  <a:pt x="1658627" y="80062"/>
                  <a:pt x="1657215" y="75549"/>
                  <a:pt x="1657215" y="70096"/>
                </a:cubicBezTo>
                <a:cubicBezTo>
                  <a:pt x="1657215" y="63013"/>
                  <a:pt x="1659647" y="57090"/>
                  <a:pt x="1664510" y="52327"/>
                </a:cubicBezTo>
                <a:cubicBezTo>
                  <a:pt x="1669373" y="47562"/>
                  <a:pt x="1675663" y="45180"/>
                  <a:pt x="1683382" y="45180"/>
                </a:cubicBezTo>
                <a:cubicBezTo>
                  <a:pt x="1686770" y="45180"/>
                  <a:pt x="1690880" y="45901"/>
                  <a:pt x="1695712" y="47344"/>
                </a:cubicBezTo>
                <a:cubicBezTo>
                  <a:pt x="1698912" y="48286"/>
                  <a:pt x="1701046" y="48756"/>
                  <a:pt x="1702112" y="48756"/>
                </a:cubicBezTo>
                <a:cubicBezTo>
                  <a:pt x="1703116" y="48756"/>
                  <a:pt x="1703901" y="48537"/>
                  <a:pt x="1704465" y="48097"/>
                </a:cubicBezTo>
                <a:cubicBezTo>
                  <a:pt x="1705030" y="47658"/>
                  <a:pt x="1705689" y="46686"/>
                  <a:pt x="1706442" y="45180"/>
                </a:cubicBezTo>
                <a:lnTo>
                  <a:pt x="1709548" y="45180"/>
                </a:lnTo>
                <a:close/>
                <a:moveTo>
                  <a:pt x="1810701" y="54216"/>
                </a:moveTo>
                <a:lnTo>
                  <a:pt x="1810701" y="110949"/>
                </a:lnTo>
                <a:cubicBezTo>
                  <a:pt x="1810701" y="118991"/>
                  <a:pt x="1811579" y="124079"/>
                  <a:pt x="1813336" y="126215"/>
                </a:cubicBezTo>
                <a:cubicBezTo>
                  <a:pt x="1815658" y="128980"/>
                  <a:pt x="1818764" y="130362"/>
                  <a:pt x="1822654" y="130362"/>
                </a:cubicBezTo>
                <a:lnTo>
                  <a:pt x="1830467" y="130362"/>
                </a:lnTo>
                <a:lnTo>
                  <a:pt x="1830467" y="133845"/>
                </a:lnTo>
                <a:lnTo>
                  <a:pt x="1778981" y="133845"/>
                </a:lnTo>
                <a:lnTo>
                  <a:pt x="1778981" y="130362"/>
                </a:lnTo>
                <a:lnTo>
                  <a:pt x="1782840" y="130362"/>
                </a:lnTo>
                <a:cubicBezTo>
                  <a:pt x="1785350" y="130362"/>
                  <a:pt x="1787640" y="129734"/>
                  <a:pt x="1789711" y="128477"/>
                </a:cubicBezTo>
                <a:cubicBezTo>
                  <a:pt x="1791782" y="127220"/>
                  <a:pt x="1793209" y="125523"/>
                  <a:pt x="1793993" y="123388"/>
                </a:cubicBezTo>
                <a:cubicBezTo>
                  <a:pt x="1794778" y="121253"/>
                  <a:pt x="1795170" y="117106"/>
                  <a:pt x="1795170" y="110949"/>
                </a:cubicBezTo>
                <a:lnTo>
                  <a:pt x="1795170" y="54216"/>
                </a:lnTo>
                <a:lnTo>
                  <a:pt x="1778416" y="54216"/>
                </a:lnTo>
                <a:lnTo>
                  <a:pt x="1778416" y="47627"/>
                </a:lnTo>
                <a:lnTo>
                  <a:pt x="1795170" y="47627"/>
                </a:lnTo>
                <a:lnTo>
                  <a:pt x="1795170" y="41956"/>
                </a:lnTo>
                <a:cubicBezTo>
                  <a:pt x="1795170" y="33326"/>
                  <a:pt x="1796551" y="26018"/>
                  <a:pt x="1799312" y="20034"/>
                </a:cubicBezTo>
                <a:cubicBezTo>
                  <a:pt x="1802072" y="14049"/>
                  <a:pt x="1806292" y="9214"/>
                  <a:pt x="1811971" y="5530"/>
                </a:cubicBezTo>
                <a:cubicBezTo>
                  <a:pt x="1817650" y="1843"/>
                  <a:pt x="1824035" y="0"/>
                  <a:pt x="1831125" y="0"/>
                </a:cubicBezTo>
                <a:cubicBezTo>
                  <a:pt x="1837714" y="0"/>
                  <a:pt x="1843769" y="2133"/>
                  <a:pt x="1849291" y="6400"/>
                </a:cubicBezTo>
                <a:cubicBezTo>
                  <a:pt x="1852931" y="9224"/>
                  <a:pt x="1854751" y="12393"/>
                  <a:pt x="1854751" y="15907"/>
                </a:cubicBezTo>
                <a:cubicBezTo>
                  <a:pt x="1854751" y="17789"/>
                  <a:pt x="1853935" y="19562"/>
                  <a:pt x="1852303" y="21225"/>
                </a:cubicBezTo>
                <a:cubicBezTo>
                  <a:pt x="1850672" y="22888"/>
                  <a:pt x="1848915" y="23719"/>
                  <a:pt x="1847032" y="23719"/>
                </a:cubicBezTo>
                <a:cubicBezTo>
                  <a:pt x="1845589" y="23719"/>
                  <a:pt x="1844068" y="23196"/>
                  <a:pt x="1842467" y="22149"/>
                </a:cubicBezTo>
                <a:cubicBezTo>
                  <a:pt x="1840867" y="21101"/>
                  <a:pt x="1838906" y="18849"/>
                  <a:pt x="1836585" y="15392"/>
                </a:cubicBezTo>
                <a:cubicBezTo>
                  <a:pt x="1834263" y="11935"/>
                  <a:pt x="1832129" y="9604"/>
                  <a:pt x="1830184" y="8398"/>
                </a:cubicBezTo>
                <a:cubicBezTo>
                  <a:pt x="1828239" y="7192"/>
                  <a:pt x="1826074" y="6589"/>
                  <a:pt x="1823690" y="6589"/>
                </a:cubicBezTo>
                <a:cubicBezTo>
                  <a:pt x="1820803" y="6589"/>
                  <a:pt x="1818356" y="7365"/>
                  <a:pt x="1816348" y="8918"/>
                </a:cubicBezTo>
                <a:cubicBezTo>
                  <a:pt x="1814340" y="10469"/>
                  <a:pt x="1812897" y="12875"/>
                  <a:pt x="1812018" y="16136"/>
                </a:cubicBezTo>
                <a:cubicBezTo>
                  <a:pt x="1811140" y="19397"/>
                  <a:pt x="1810701" y="27804"/>
                  <a:pt x="1810701" y="41356"/>
                </a:cubicBezTo>
                <a:lnTo>
                  <a:pt x="1810701" y="47627"/>
                </a:lnTo>
                <a:lnTo>
                  <a:pt x="1832914" y="47627"/>
                </a:lnTo>
                <a:lnTo>
                  <a:pt x="1832914" y="54216"/>
                </a:lnTo>
                <a:lnTo>
                  <a:pt x="1810701" y="54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orseveraltasks;">
            <a:extLst xmlns:a="http://schemas.openxmlformats.org/drawingml/2006/main">
              <a:ext uri="{FF2B5EF4-FFF2-40B4-BE49-F238E27FC236}">
                <a16:creationId xmlns:a16="http://schemas.microsoft.com/office/drawing/2014/main" id="{8FCE2A33-A6B0-4636-AD6A-2FA8BF15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55" y="904621"/>
            <a:ext cx="1223324" cy="166035"/>
          </a:xfrm>
          <a:custGeom xmlns:a="http://schemas.openxmlformats.org/drawingml/2006/main">
            <a:pathLst>
              <a:path w="1223324" h="166035">
                <a:moveTo>
                  <a:pt x="41697" y="45180"/>
                </a:moveTo>
                <a:cubicBezTo>
                  <a:pt x="54749" y="45180"/>
                  <a:pt x="65228" y="50132"/>
                  <a:pt x="73135" y="60037"/>
                </a:cubicBezTo>
                <a:cubicBezTo>
                  <a:pt x="79849" y="68498"/>
                  <a:pt x="83206" y="78214"/>
                  <a:pt x="83206" y="89186"/>
                </a:cubicBezTo>
                <a:cubicBezTo>
                  <a:pt x="83206" y="96896"/>
                  <a:pt x="81355" y="104700"/>
                  <a:pt x="77652" y="112599"/>
                </a:cubicBezTo>
                <a:cubicBezTo>
                  <a:pt x="73950" y="120496"/>
                  <a:pt x="68852" y="126450"/>
                  <a:pt x="62357" y="130462"/>
                </a:cubicBezTo>
                <a:cubicBezTo>
                  <a:pt x="55863" y="134474"/>
                  <a:pt x="48631" y="136480"/>
                  <a:pt x="40662" y="136480"/>
                </a:cubicBezTo>
                <a:cubicBezTo>
                  <a:pt x="27673" y="136480"/>
                  <a:pt x="17350" y="131308"/>
                  <a:pt x="9695" y="120964"/>
                </a:cubicBezTo>
                <a:cubicBezTo>
                  <a:pt x="3232" y="112252"/>
                  <a:pt x="0" y="102474"/>
                  <a:pt x="0" y="91630"/>
                </a:cubicBezTo>
                <a:cubicBezTo>
                  <a:pt x="0" y="83731"/>
                  <a:pt x="1961" y="75880"/>
                  <a:pt x="5883" y="68075"/>
                </a:cubicBezTo>
                <a:cubicBezTo>
                  <a:pt x="9805" y="60271"/>
                  <a:pt x="14966" y="54504"/>
                  <a:pt x="21366" y="50774"/>
                </a:cubicBezTo>
                <a:cubicBezTo>
                  <a:pt x="27767" y="47044"/>
                  <a:pt x="34544" y="45180"/>
                  <a:pt x="41697" y="45180"/>
                </a:cubicBezTo>
                <a:moveTo>
                  <a:pt x="38779" y="51392"/>
                </a:moveTo>
                <a:cubicBezTo>
                  <a:pt x="35453" y="51392"/>
                  <a:pt x="32112" y="52379"/>
                  <a:pt x="28755" y="54354"/>
                </a:cubicBezTo>
                <a:cubicBezTo>
                  <a:pt x="25398" y="56328"/>
                  <a:pt x="22684" y="59791"/>
                  <a:pt x="20613" y="64743"/>
                </a:cubicBezTo>
                <a:cubicBezTo>
                  <a:pt x="18542" y="69694"/>
                  <a:pt x="17507" y="76055"/>
                  <a:pt x="17507" y="83826"/>
                </a:cubicBezTo>
                <a:cubicBezTo>
                  <a:pt x="17507" y="96361"/>
                  <a:pt x="20001" y="107172"/>
                  <a:pt x="24990" y="116261"/>
                </a:cubicBezTo>
                <a:cubicBezTo>
                  <a:pt x="29979" y="125348"/>
                  <a:pt x="36552" y="129891"/>
                  <a:pt x="44709" y="129891"/>
                </a:cubicBezTo>
                <a:cubicBezTo>
                  <a:pt x="50796" y="129891"/>
                  <a:pt x="55816" y="127384"/>
                  <a:pt x="59769" y="122370"/>
                </a:cubicBezTo>
                <a:cubicBezTo>
                  <a:pt x="63722" y="117356"/>
                  <a:pt x="65699" y="108739"/>
                  <a:pt x="65699" y="96518"/>
                </a:cubicBezTo>
                <a:cubicBezTo>
                  <a:pt x="65699" y="81225"/>
                  <a:pt x="62404" y="69191"/>
                  <a:pt x="55816" y="60416"/>
                </a:cubicBezTo>
                <a:cubicBezTo>
                  <a:pt x="51360" y="54400"/>
                  <a:pt x="45682" y="51392"/>
                  <a:pt x="38779" y="51392"/>
                </a:cubicBezTo>
                <a:close/>
                <a:moveTo>
                  <a:pt x="121138" y="45180"/>
                </a:moveTo>
                <a:lnTo>
                  <a:pt x="121138" y="64569"/>
                </a:lnTo>
                <a:cubicBezTo>
                  <a:pt x="128354" y="51643"/>
                  <a:pt x="135758" y="45180"/>
                  <a:pt x="143351" y="45180"/>
                </a:cubicBezTo>
                <a:cubicBezTo>
                  <a:pt x="146802" y="45180"/>
                  <a:pt x="149657" y="46231"/>
                  <a:pt x="151916" y="48333"/>
                </a:cubicBezTo>
                <a:cubicBezTo>
                  <a:pt x="154175" y="50435"/>
                  <a:pt x="155305" y="52866"/>
                  <a:pt x="155305" y="55627"/>
                </a:cubicBezTo>
                <a:cubicBezTo>
                  <a:pt x="155305" y="58075"/>
                  <a:pt x="154489" y="60145"/>
                  <a:pt x="152858" y="61840"/>
                </a:cubicBezTo>
                <a:cubicBezTo>
                  <a:pt x="151226" y="63534"/>
                  <a:pt x="149281" y="64381"/>
                  <a:pt x="147022" y="64381"/>
                </a:cubicBezTo>
                <a:cubicBezTo>
                  <a:pt x="144826" y="64381"/>
                  <a:pt x="142363" y="63299"/>
                  <a:pt x="139633" y="61134"/>
                </a:cubicBezTo>
                <a:cubicBezTo>
                  <a:pt x="136904" y="58969"/>
                  <a:pt x="134880" y="57886"/>
                  <a:pt x="133562" y="57886"/>
                </a:cubicBezTo>
                <a:cubicBezTo>
                  <a:pt x="132433" y="57886"/>
                  <a:pt x="131209" y="58512"/>
                  <a:pt x="129891" y="59763"/>
                </a:cubicBezTo>
                <a:cubicBezTo>
                  <a:pt x="127068" y="62330"/>
                  <a:pt x="124150" y="66555"/>
                  <a:pt x="121138" y="72437"/>
                </a:cubicBezTo>
                <a:lnTo>
                  <a:pt x="121138" y="113652"/>
                </a:lnTo>
                <a:cubicBezTo>
                  <a:pt x="121138" y="118407"/>
                  <a:pt x="121734" y="122006"/>
                  <a:pt x="122926" y="124447"/>
                </a:cubicBezTo>
                <a:cubicBezTo>
                  <a:pt x="123742" y="126137"/>
                  <a:pt x="125185" y="127546"/>
                  <a:pt x="127256" y="128674"/>
                </a:cubicBezTo>
                <a:cubicBezTo>
                  <a:pt x="129327" y="129799"/>
                  <a:pt x="132307" y="130362"/>
                  <a:pt x="136198" y="130362"/>
                </a:cubicBezTo>
                <a:lnTo>
                  <a:pt x="136198" y="133845"/>
                </a:lnTo>
                <a:lnTo>
                  <a:pt x="92053" y="133845"/>
                </a:lnTo>
                <a:lnTo>
                  <a:pt x="92053" y="130362"/>
                </a:lnTo>
                <a:cubicBezTo>
                  <a:pt x="96446" y="130362"/>
                  <a:pt x="99709" y="129674"/>
                  <a:pt x="101842" y="128297"/>
                </a:cubicBezTo>
                <a:cubicBezTo>
                  <a:pt x="103411" y="127295"/>
                  <a:pt x="104509" y="125698"/>
                  <a:pt x="105137" y="123506"/>
                </a:cubicBezTo>
                <a:cubicBezTo>
                  <a:pt x="105450" y="122441"/>
                  <a:pt x="105607" y="119404"/>
                  <a:pt x="105607" y="114396"/>
                </a:cubicBezTo>
                <a:lnTo>
                  <a:pt x="105607" y="81056"/>
                </a:lnTo>
                <a:cubicBezTo>
                  <a:pt x="105607" y="71037"/>
                  <a:pt x="105403" y="65074"/>
                  <a:pt x="104996" y="63166"/>
                </a:cubicBezTo>
                <a:cubicBezTo>
                  <a:pt x="104588" y="61256"/>
                  <a:pt x="103835" y="59863"/>
                  <a:pt x="102737" y="58986"/>
                </a:cubicBezTo>
                <a:cubicBezTo>
                  <a:pt x="101638" y="58110"/>
                  <a:pt x="100274" y="57672"/>
                  <a:pt x="98642" y="57672"/>
                </a:cubicBezTo>
                <a:cubicBezTo>
                  <a:pt x="96697" y="57672"/>
                  <a:pt x="94501" y="58141"/>
                  <a:pt x="92053" y="59081"/>
                </a:cubicBezTo>
                <a:lnTo>
                  <a:pt x="91112" y="55698"/>
                </a:lnTo>
                <a:lnTo>
                  <a:pt x="117185" y="45180"/>
                </a:lnTo>
                <a:lnTo>
                  <a:pt x="121138" y="45180"/>
                </a:lnTo>
                <a:close/>
                <a:moveTo>
                  <a:pt x="264017" y="45180"/>
                </a:moveTo>
                <a:lnTo>
                  <a:pt x="264017" y="74358"/>
                </a:lnTo>
                <a:lnTo>
                  <a:pt x="260911" y="74358"/>
                </a:lnTo>
                <a:cubicBezTo>
                  <a:pt x="258527" y="65206"/>
                  <a:pt x="255468" y="58982"/>
                  <a:pt x="251734" y="55683"/>
                </a:cubicBezTo>
                <a:cubicBezTo>
                  <a:pt x="248000" y="52383"/>
                  <a:pt x="243247" y="50733"/>
                  <a:pt x="237474" y="50733"/>
                </a:cubicBezTo>
                <a:cubicBezTo>
                  <a:pt x="233082" y="50733"/>
                  <a:pt x="229536" y="51893"/>
                  <a:pt x="226838" y="54213"/>
                </a:cubicBezTo>
                <a:cubicBezTo>
                  <a:pt x="224140" y="56530"/>
                  <a:pt x="222791" y="59100"/>
                  <a:pt x="222791" y="61922"/>
                </a:cubicBezTo>
                <a:cubicBezTo>
                  <a:pt x="222791" y="65432"/>
                  <a:pt x="223795" y="68440"/>
                  <a:pt x="225803" y="70946"/>
                </a:cubicBezTo>
                <a:cubicBezTo>
                  <a:pt x="227748" y="73517"/>
                  <a:pt x="231701" y="76244"/>
                  <a:pt x="237663" y="79126"/>
                </a:cubicBezTo>
                <a:lnTo>
                  <a:pt x="251405" y="85803"/>
                </a:lnTo>
                <a:cubicBezTo>
                  <a:pt x="264143" y="92007"/>
                  <a:pt x="270512" y="100187"/>
                  <a:pt x="270512" y="110343"/>
                </a:cubicBezTo>
                <a:cubicBezTo>
                  <a:pt x="270512" y="118177"/>
                  <a:pt x="267547" y="124492"/>
                  <a:pt x="261617" y="129288"/>
                </a:cubicBezTo>
                <a:cubicBezTo>
                  <a:pt x="255687" y="134083"/>
                  <a:pt x="249052" y="136480"/>
                  <a:pt x="241710" y="136480"/>
                </a:cubicBezTo>
                <a:cubicBezTo>
                  <a:pt x="236439" y="136480"/>
                  <a:pt x="230415" y="135539"/>
                  <a:pt x="223638" y="133656"/>
                </a:cubicBezTo>
                <a:cubicBezTo>
                  <a:pt x="221567" y="133029"/>
                  <a:pt x="219873" y="132715"/>
                  <a:pt x="218555" y="132715"/>
                </a:cubicBezTo>
                <a:cubicBezTo>
                  <a:pt x="217112" y="132715"/>
                  <a:pt x="215983" y="133531"/>
                  <a:pt x="215167" y="135162"/>
                </a:cubicBezTo>
                <a:lnTo>
                  <a:pt x="212061" y="135162"/>
                </a:lnTo>
                <a:lnTo>
                  <a:pt x="212061" y="104290"/>
                </a:lnTo>
                <a:lnTo>
                  <a:pt x="215167" y="104290"/>
                </a:lnTo>
                <a:cubicBezTo>
                  <a:pt x="216924" y="113106"/>
                  <a:pt x="220281" y="119750"/>
                  <a:pt x="225238" y="124220"/>
                </a:cubicBezTo>
                <a:cubicBezTo>
                  <a:pt x="230195" y="128691"/>
                  <a:pt x="235749" y="130927"/>
                  <a:pt x="241898" y="130927"/>
                </a:cubicBezTo>
                <a:cubicBezTo>
                  <a:pt x="246228" y="130927"/>
                  <a:pt x="249757" y="129658"/>
                  <a:pt x="252487" y="127121"/>
                </a:cubicBezTo>
                <a:cubicBezTo>
                  <a:pt x="255217" y="124581"/>
                  <a:pt x="256581" y="121525"/>
                  <a:pt x="256581" y="117952"/>
                </a:cubicBezTo>
                <a:cubicBezTo>
                  <a:pt x="256581" y="113627"/>
                  <a:pt x="255060" y="109991"/>
                  <a:pt x="252016" y="107046"/>
                </a:cubicBezTo>
                <a:cubicBezTo>
                  <a:pt x="248973" y="104100"/>
                  <a:pt x="242902" y="100372"/>
                  <a:pt x="233803" y="95860"/>
                </a:cubicBezTo>
                <a:cubicBezTo>
                  <a:pt x="224705" y="91346"/>
                  <a:pt x="218744" y="87271"/>
                  <a:pt x="215920" y="83635"/>
                </a:cubicBezTo>
                <a:cubicBezTo>
                  <a:pt x="213096" y="80062"/>
                  <a:pt x="211684" y="75549"/>
                  <a:pt x="211684" y="70096"/>
                </a:cubicBezTo>
                <a:cubicBezTo>
                  <a:pt x="211684" y="63013"/>
                  <a:pt x="214116" y="57090"/>
                  <a:pt x="218979" y="52327"/>
                </a:cubicBezTo>
                <a:cubicBezTo>
                  <a:pt x="223842" y="47562"/>
                  <a:pt x="230133" y="45180"/>
                  <a:pt x="237851" y="45180"/>
                </a:cubicBezTo>
                <a:cubicBezTo>
                  <a:pt x="241239" y="45180"/>
                  <a:pt x="245349" y="45901"/>
                  <a:pt x="250181" y="47344"/>
                </a:cubicBezTo>
                <a:cubicBezTo>
                  <a:pt x="253381" y="48286"/>
                  <a:pt x="255515" y="48756"/>
                  <a:pt x="256581" y="48756"/>
                </a:cubicBezTo>
                <a:cubicBezTo>
                  <a:pt x="257585" y="48756"/>
                  <a:pt x="258370" y="48537"/>
                  <a:pt x="258935" y="48097"/>
                </a:cubicBezTo>
                <a:cubicBezTo>
                  <a:pt x="259499" y="47658"/>
                  <a:pt x="260158" y="46686"/>
                  <a:pt x="260911" y="45180"/>
                </a:cubicBezTo>
                <a:lnTo>
                  <a:pt x="264017" y="45180"/>
                </a:lnTo>
                <a:close/>
                <a:moveTo>
                  <a:pt x="297777" y="80194"/>
                </a:moveTo>
                <a:cubicBezTo>
                  <a:pt x="297714" y="92965"/>
                  <a:pt x="300820" y="102983"/>
                  <a:pt x="307095" y="110246"/>
                </a:cubicBezTo>
                <a:cubicBezTo>
                  <a:pt x="313370" y="117507"/>
                  <a:pt x="320743" y="121138"/>
                  <a:pt x="329214" y="121138"/>
                </a:cubicBezTo>
                <a:cubicBezTo>
                  <a:pt x="334862" y="121138"/>
                  <a:pt x="339772" y="119585"/>
                  <a:pt x="343945" y="116479"/>
                </a:cubicBezTo>
                <a:cubicBezTo>
                  <a:pt x="348118" y="113373"/>
                  <a:pt x="351616" y="108055"/>
                  <a:pt x="354440" y="100525"/>
                </a:cubicBezTo>
                <a:lnTo>
                  <a:pt x="357357" y="102407"/>
                </a:lnTo>
                <a:cubicBezTo>
                  <a:pt x="356040" y="111004"/>
                  <a:pt x="352212" y="118832"/>
                  <a:pt x="345874" y="125891"/>
                </a:cubicBezTo>
                <a:cubicBezTo>
                  <a:pt x="339537" y="132950"/>
                  <a:pt x="331599" y="136480"/>
                  <a:pt x="322061" y="136480"/>
                </a:cubicBezTo>
                <a:cubicBezTo>
                  <a:pt x="311707" y="136480"/>
                  <a:pt x="302844" y="132457"/>
                  <a:pt x="295471" y="124412"/>
                </a:cubicBezTo>
                <a:cubicBezTo>
                  <a:pt x="288098" y="116364"/>
                  <a:pt x="284411" y="105546"/>
                  <a:pt x="284411" y="91956"/>
                </a:cubicBezTo>
                <a:cubicBezTo>
                  <a:pt x="284411" y="77242"/>
                  <a:pt x="288192" y="65767"/>
                  <a:pt x="295753" y="57533"/>
                </a:cubicBezTo>
                <a:cubicBezTo>
                  <a:pt x="303314" y="49298"/>
                  <a:pt x="312805" y="45180"/>
                  <a:pt x="324226" y="45180"/>
                </a:cubicBezTo>
                <a:cubicBezTo>
                  <a:pt x="333889" y="45180"/>
                  <a:pt x="341827" y="48356"/>
                  <a:pt x="348039" y="54710"/>
                </a:cubicBezTo>
                <a:cubicBezTo>
                  <a:pt x="354251" y="61061"/>
                  <a:pt x="357357" y="69556"/>
                  <a:pt x="357357" y="80194"/>
                </a:cubicBezTo>
                <a:lnTo>
                  <a:pt x="297777" y="80194"/>
                </a:lnTo>
                <a:moveTo>
                  <a:pt x="297777" y="74735"/>
                </a:moveTo>
                <a:lnTo>
                  <a:pt x="337685" y="74735"/>
                </a:lnTo>
                <a:cubicBezTo>
                  <a:pt x="337372" y="69213"/>
                  <a:pt x="336713" y="65322"/>
                  <a:pt x="335709" y="63063"/>
                </a:cubicBezTo>
                <a:cubicBezTo>
                  <a:pt x="334140" y="59549"/>
                  <a:pt x="331803" y="56788"/>
                  <a:pt x="328697" y="54780"/>
                </a:cubicBezTo>
                <a:cubicBezTo>
                  <a:pt x="325591" y="52772"/>
                  <a:pt x="322343" y="51768"/>
                  <a:pt x="318955" y="51768"/>
                </a:cubicBezTo>
                <a:cubicBezTo>
                  <a:pt x="313747" y="51768"/>
                  <a:pt x="309087" y="53792"/>
                  <a:pt x="304977" y="57839"/>
                </a:cubicBezTo>
                <a:cubicBezTo>
                  <a:pt x="300867" y="61887"/>
                  <a:pt x="298467" y="67518"/>
                  <a:pt x="297777" y="74735"/>
                </a:cubicBezTo>
                <a:close/>
                <a:moveTo>
                  <a:pt x="364446" y="47627"/>
                </a:moveTo>
                <a:lnTo>
                  <a:pt x="405014" y="47627"/>
                </a:lnTo>
                <a:lnTo>
                  <a:pt x="405014" y="51109"/>
                </a:lnTo>
                <a:lnTo>
                  <a:pt x="402378" y="51109"/>
                </a:lnTo>
                <a:cubicBezTo>
                  <a:pt x="399931" y="51109"/>
                  <a:pt x="398064" y="51706"/>
                  <a:pt x="396778" y="52898"/>
                </a:cubicBezTo>
                <a:cubicBezTo>
                  <a:pt x="395491" y="54090"/>
                  <a:pt x="394848" y="55690"/>
                  <a:pt x="394848" y="57698"/>
                </a:cubicBezTo>
                <a:cubicBezTo>
                  <a:pt x="394848" y="59894"/>
                  <a:pt x="395507" y="62498"/>
                  <a:pt x="396825" y="65510"/>
                </a:cubicBezTo>
                <a:lnTo>
                  <a:pt x="416873" y="113137"/>
                </a:lnTo>
                <a:lnTo>
                  <a:pt x="437016" y="63722"/>
                </a:lnTo>
                <a:cubicBezTo>
                  <a:pt x="438459" y="60208"/>
                  <a:pt x="439181" y="57541"/>
                  <a:pt x="439181" y="55722"/>
                </a:cubicBezTo>
                <a:cubicBezTo>
                  <a:pt x="439181" y="54843"/>
                  <a:pt x="438930" y="54121"/>
                  <a:pt x="438428" y="53557"/>
                </a:cubicBezTo>
                <a:cubicBezTo>
                  <a:pt x="437737" y="52615"/>
                  <a:pt x="436859" y="51972"/>
                  <a:pt x="435792" y="51627"/>
                </a:cubicBezTo>
                <a:cubicBezTo>
                  <a:pt x="434725" y="51282"/>
                  <a:pt x="432561" y="51109"/>
                  <a:pt x="429298" y="51109"/>
                </a:cubicBezTo>
                <a:lnTo>
                  <a:pt x="429298" y="47627"/>
                </a:lnTo>
                <a:lnTo>
                  <a:pt x="457441" y="47627"/>
                </a:lnTo>
                <a:lnTo>
                  <a:pt x="457441" y="51109"/>
                </a:lnTo>
                <a:cubicBezTo>
                  <a:pt x="454178" y="51360"/>
                  <a:pt x="451919" y="52019"/>
                  <a:pt x="450664" y="53086"/>
                </a:cubicBezTo>
                <a:cubicBezTo>
                  <a:pt x="448468" y="54969"/>
                  <a:pt x="446491" y="58106"/>
                  <a:pt x="444734" y="62498"/>
                </a:cubicBezTo>
                <a:lnTo>
                  <a:pt x="414144" y="136480"/>
                </a:lnTo>
                <a:lnTo>
                  <a:pt x="410284" y="136480"/>
                </a:lnTo>
                <a:lnTo>
                  <a:pt x="379506" y="63722"/>
                </a:lnTo>
                <a:cubicBezTo>
                  <a:pt x="378125" y="60334"/>
                  <a:pt x="376808" y="57902"/>
                  <a:pt x="375553" y="56427"/>
                </a:cubicBezTo>
                <a:cubicBezTo>
                  <a:pt x="374298" y="54953"/>
                  <a:pt x="372698" y="53714"/>
                  <a:pt x="370752" y="52710"/>
                </a:cubicBezTo>
                <a:cubicBezTo>
                  <a:pt x="369686" y="52145"/>
                  <a:pt x="367583" y="51611"/>
                  <a:pt x="364446" y="51109"/>
                </a:cubicBezTo>
                <a:lnTo>
                  <a:pt x="364446" y="47627"/>
                </a:lnTo>
                <a:close/>
                <a:moveTo>
                  <a:pt x="479748" y="80194"/>
                </a:moveTo>
                <a:cubicBezTo>
                  <a:pt x="479685" y="92965"/>
                  <a:pt x="482791" y="102983"/>
                  <a:pt x="489066" y="110246"/>
                </a:cubicBezTo>
                <a:cubicBezTo>
                  <a:pt x="495341" y="117507"/>
                  <a:pt x="502714" y="121138"/>
                  <a:pt x="511185" y="121138"/>
                </a:cubicBezTo>
                <a:cubicBezTo>
                  <a:pt x="516833" y="121138"/>
                  <a:pt x="521743" y="119585"/>
                  <a:pt x="525916" y="116479"/>
                </a:cubicBezTo>
                <a:cubicBezTo>
                  <a:pt x="530089" y="113373"/>
                  <a:pt x="533587" y="108055"/>
                  <a:pt x="536411" y="100525"/>
                </a:cubicBezTo>
                <a:lnTo>
                  <a:pt x="539328" y="102407"/>
                </a:lnTo>
                <a:cubicBezTo>
                  <a:pt x="538011" y="111004"/>
                  <a:pt x="534183" y="118832"/>
                  <a:pt x="527845" y="125891"/>
                </a:cubicBezTo>
                <a:cubicBezTo>
                  <a:pt x="521508" y="132950"/>
                  <a:pt x="513570" y="136480"/>
                  <a:pt x="504032" y="136480"/>
                </a:cubicBezTo>
                <a:cubicBezTo>
                  <a:pt x="493678" y="136480"/>
                  <a:pt x="484815" y="132457"/>
                  <a:pt x="477442" y="124412"/>
                </a:cubicBezTo>
                <a:cubicBezTo>
                  <a:pt x="470069" y="116364"/>
                  <a:pt x="466382" y="105546"/>
                  <a:pt x="466382" y="91956"/>
                </a:cubicBezTo>
                <a:cubicBezTo>
                  <a:pt x="466382" y="77242"/>
                  <a:pt x="470163" y="65767"/>
                  <a:pt x="477724" y="57533"/>
                </a:cubicBezTo>
                <a:cubicBezTo>
                  <a:pt x="485285" y="49298"/>
                  <a:pt x="494776" y="45180"/>
                  <a:pt x="506197" y="45180"/>
                </a:cubicBezTo>
                <a:cubicBezTo>
                  <a:pt x="515860" y="45180"/>
                  <a:pt x="523798" y="48356"/>
                  <a:pt x="530010" y="54710"/>
                </a:cubicBezTo>
                <a:cubicBezTo>
                  <a:pt x="536222" y="61061"/>
                  <a:pt x="539328" y="69556"/>
                  <a:pt x="539328" y="80194"/>
                </a:cubicBezTo>
                <a:lnTo>
                  <a:pt x="479748" y="80194"/>
                </a:lnTo>
                <a:moveTo>
                  <a:pt x="479748" y="74735"/>
                </a:moveTo>
                <a:lnTo>
                  <a:pt x="519657" y="74735"/>
                </a:lnTo>
                <a:cubicBezTo>
                  <a:pt x="519343" y="69213"/>
                  <a:pt x="518684" y="65322"/>
                  <a:pt x="517680" y="63063"/>
                </a:cubicBezTo>
                <a:cubicBezTo>
                  <a:pt x="516111" y="59549"/>
                  <a:pt x="513774" y="56788"/>
                  <a:pt x="510668" y="54780"/>
                </a:cubicBezTo>
                <a:cubicBezTo>
                  <a:pt x="507562" y="52772"/>
                  <a:pt x="504314" y="51768"/>
                  <a:pt x="500926" y="51768"/>
                </a:cubicBezTo>
                <a:cubicBezTo>
                  <a:pt x="495718" y="51768"/>
                  <a:pt x="491058" y="53792"/>
                  <a:pt x="486948" y="57839"/>
                </a:cubicBezTo>
                <a:cubicBezTo>
                  <a:pt x="482838" y="61887"/>
                  <a:pt x="480438" y="67518"/>
                  <a:pt x="479748" y="74735"/>
                </a:cubicBezTo>
                <a:close/>
                <a:moveTo>
                  <a:pt x="576066" y="45180"/>
                </a:moveTo>
                <a:lnTo>
                  <a:pt x="576066" y="64569"/>
                </a:lnTo>
                <a:cubicBezTo>
                  <a:pt x="583282" y="51643"/>
                  <a:pt x="590687" y="45180"/>
                  <a:pt x="598279" y="45180"/>
                </a:cubicBezTo>
                <a:cubicBezTo>
                  <a:pt x="601731" y="45180"/>
                  <a:pt x="604586" y="46231"/>
                  <a:pt x="606845" y="48333"/>
                </a:cubicBezTo>
                <a:cubicBezTo>
                  <a:pt x="609104" y="50435"/>
                  <a:pt x="610233" y="52866"/>
                  <a:pt x="610233" y="55627"/>
                </a:cubicBezTo>
                <a:cubicBezTo>
                  <a:pt x="610233" y="58075"/>
                  <a:pt x="609417" y="60145"/>
                  <a:pt x="607786" y="61840"/>
                </a:cubicBezTo>
                <a:cubicBezTo>
                  <a:pt x="606155" y="63534"/>
                  <a:pt x="604209" y="64381"/>
                  <a:pt x="601950" y="64381"/>
                </a:cubicBezTo>
                <a:cubicBezTo>
                  <a:pt x="599754" y="64381"/>
                  <a:pt x="597291" y="63299"/>
                  <a:pt x="594562" y="61134"/>
                </a:cubicBezTo>
                <a:cubicBezTo>
                  <a:pt x="591832" y="58969"/>
                  <a:pt x="589808" y="57886"/>
                  <a:pt x="588491" y="57886"/>
                </a:cubicBezTo>
                <a:cubicBezTo>
                  <a:pt x="587361" y="57886"/>
                  <a:pt x="586137" y="58512"/>
                  <a:pt x="584820" y="59763"/>
                </a:cubicBezTo>
                <a:cubicBezTo>
                  <a:pt x="581996" y="62330"/>
                  <a:pt x="579078" y="66555"/>
                  <a:pt x="576066" y="72437"/>
                </a:cubicBezTo>
                <a:lnTo>
                  <a:pt x="576066" y="113652"/>
                </a:lnTo>
                <a:cubicBezTo>
                  <a:pt x="576066" y="118407"/>
                  <a:pt x="576662" y="122006"/>
                  <a:pt x="577854" y="124447"/>
                </a:cubicBezTo>
                <a:cubicBezTo>
                  <a:pt x="578670" y="126137"/>
                  <a:pt x="580113" y="127546"/>
                  <a:pt x="582184" y="128674"/>
                </a:cubicBezTo>
                <a:cubicBezTo>
                  <a:pt x="584255" y="129799"/>
                  <a:pt x="587236" y="130362"/>
                  <a:pt x="591126" y="130362"/>
                </a:cubicBezTo>
                <a:lnTo>
                  <a:pt x="591126" y="133845"/>
                </a:lnTo>
                <a:lnTo>
                  <a:pt x="546982" y="133845"/>
                </a:lnTo>
                <a:lnTo>
                  <a:pt x="546982" y="130362"/>
                </a:lnTo>
                <a:cubicBezTo>
                  <a:pt x="551374" y="130362"/>
                  <a:pt x="554637" y="129674"/>
                  <a:pt x="556771" y="128297"/>
                </a:cubicBezTo>
                <a:cubicBezTo>
                  <a:pt x="558339" y="127295"/>
                  <a:pt x="559438" y="125698"/>
                  <a:pt x="560065" y="123506"/>
                </a:cubicBezTo>
                <a:cubicBezTo>
                  <a:pt x="560379" y="122441"/>
                  <a:pt x="560536" y="119404"/>
                  <a:pt x="560536" y="114396"/>
                </a:cubicBezTo>
                <a:lnTo>
                  <a:pt x="560536" y="81056"/>
                </a:lnTo>
                <a:cubicBezTo>
                  <a:pt x="560536" y="71037"/>
                  <a:pt x="560332" y="65074"/>
                  <a:pt x="559924" y="63166"/>
                </a:cubicBezTo>
                <a:cubicBezTo>
                  <a:pt x="559516" y="61256"/>
                  <a:pt x="558763" y="59863"/>
                  <a:pt x="557665" y="58986"/>
                </a:cubicBezTo>
                <a:cubicBezTo>
                  <a:pt x="556567" y="58110"/>
                  <a:pt x="555202" y="57672"/>
                  <a:pt x="553570" y="57672"/>
                </a:cubicBezTo>
                <a:cubicBezTo>
                  <a:pt x="551625" y="57672"/>
                  <a:pt x="549429" y="58141"/>
                  <a:pt x="546982" y="59081"/>
                </a:cubicBezTo>
                <a:lnTo>
                  <a:pt x="546041" y="55698"/>
                </a:lnTo>
                <a:lnTo>
                  <a:pt x="572113" y="45180"/>
                </a:lnTo>
                <a:lnTo>
                  <a:pt x="576066" y="45180"/>
                </a:lnTo>
                <a:close/>
                <a:moveTo>
                  <a:pt x="663883" y="121420"/>
                </a:moveTo>
                <a:cubicBezTo>
                  <a:pt x="655035" y="128260"/>
                  <a:pt x="649482" y="132213"/>
                  <a:pt x="647223" y="133280"/>
                </a:cubicBezTo>
                <a:cubicBezTo>
                  <a:pt x="643835" y="134911"/>
                  <a:pt x="640227" y="135727"/>
                  <a:pt x="636399" y="135727"/>
                </a:cubicBezTo>
                <a:cubicBezTo>
                  <a:pt x="630438" y="135727"/>
                  <a:pt x="625527" y="133688"/>
                  <a:pt x="621668" y="129609"/>
                </a:cubicBezTo>
                <a:cubicBezTo>
                  <a:pt x="617809" y="125530"/>
                  <a:pt x="615880" y="120165"/>
                  <a:pt x="615880" y="113514"/>
                </a:cubicBezTo>
                <a:cubicBezTo>
                  <a:pt x="615880" y="109310"/>
                  <a:pt x="616821" y="105670"/>
                  <a:pt x="618703" y="102595"/>
                </a:cubicBezTo>
                <a:cubicBezTo>
                  <a:pt x="621276" y="98328"/>
                  <a:pt x="625747" y="94312"/>
                  <a:pt x="632116" y="90547"/>
                </a:cubicBezTo>
                <a:cubicBezTo>
                  <a:pt x="638485" y="86783"/>
                  <a:pt x="649074" y="82202"/>
                  <a:pt x="663883" y="76805"/>
                </a:cubicBezTo>
                <a:lnTo>
                  <a:pt x="663883" y="73417"/>
                </a:lnTo>
                <a:cubicBezTo>
                  <a:pt x="663883" y="64820"/>
                  <a:pt x="662518" y="58922"/>
                  <a:pt x="659789" y="55722"/>
                </a:cubicBezTo>
                <a:cubicBezTo>
                  <a:pt x="657059" y="52521"/>
                  <a:pt x="653090" y="50921"/>
                  <a:pt x="647882" y="50921"/>
                </a:cubicBezTo>
                <a:cubicBezTo>
                  <a:pt x="643929" y="50921"/>
                  <a:pt x="640791" y="51984"/>
                  <a:pt x="638470" y="54110"/>
                </a:cubicBezTo>
                <a:cubicBezTo>
                  <a:pt x="636085" y="56235"/>
                  <a:pt x="634893" y="58674"/>
                  <a:pt x="634893" y="61425"/>
                </a:cubicBezTo>
                <a:lnTo>
                  <a:pt x="635081" y="66863"/>
                </a:lnTo>
                <a:cubicBezTo>
                  <a:pt x="635081" y="69738"/>
                  <a:pt x="634344" y="71957"/>
                  <a:pt x="632869" y="73520"/>
                </a:cubicBezTo>
                <a:cubicBezTo>
                  <a:pt x="631395" y="75083"/>
                  <a:pt x="629465" y="75864"/>
                  <a:pt x="627080" y="75864"/>
                </a:cubicBezTo>
                <a:cubicBezTo>
                  <a:pt x="624759" y="75864"/>
                  <a:pt x="622861" y="75051"/>
                  <a:pt x="621386" y="73426"/>
                </a:cubicBezTo>
                <a:cubicBezTo>
                  <a:pt x="619911" y="71798"/>
                  <a:pt x="619174" y="69576"/>
                  <a:pt x="619174" y="66761"/>
                </a:cubicBezTo>
                <a:cubicBezTo>
                  <a:pt x="619174" y="61382"/>
                  <a:pt x="621935" y="56440"/>
                  <a:pt x="627457" y="51936"/>
                </a:cubicBezTo>
                <a:cubicBezTo>
                  <a:pt x="632979" y="47432"/>
                  <a:pt x="640728" y="45180"/>
                  <a:pt x="650706" y="45180"/>
                </a:cubicBezTo>
                <a:cubicBezTo>
                  <a:pt x="658361" y="45180"/>
                  <a:pt x="664636" y="46464"/>
                  <a:pt x="669531" y="49033"/>
                </a:cubicBezTo>
                <a:cubicBezTo>
                  <a:pt x="673233" y="50976"/>
                  <a:pt x="675962" y="54017"/>
                  <a:pt x="677719" y="58154"/>
                </a:cubicBezTo>
                <a:cubicBezTo>
                  <a:pt x="678849" y="60848"/>
                  <a:pt x="679414" y="66363"/>
                  <a:pt x="679414" y="74699"/>
                </a:cubicBezTo>
                <a:lnTo>
                  <a:pt x="679414" y="103937"/>
                </a:lnTo>
                <a:cubicBezTo>
                  <a:pt x="679414" y="112147"/>
                  <a:pt x="679570" y="117177"/>
                  <a:pt x="679884" y="119026"/>
                </a:cubicBezTo>
                <a:cubicBezTo>
                  <a:pt x="680198" y="120875"/>
                  <a:pt x="680716" y="122113"/>
                  <a:pt x="681437" y="122741"/>
                </a:cubicBezTo>
                <a:cubicBezTo>
                  <a:pt x="682159" y="123366"/>
                  <a:pt x="682990" y="123679"/>
                  <a:pt x="683932" y="123679"/>
                </a:cubicBezTo>
                <a:cubicBezTo>
                  <a:pt x="684935" y="123679"/>
                  <a:pt x="685814" y="123460"/>
                  <a:pt x="686567" y="123020"/>
                </a:cubicBezTo>
                <a:cubicBezTo>
                  <a:pt x="687885" y="122205"/>
                  <a:pt x="690426" y="119914"/>
                  <a:pt x="694191" y="116149"/>
                </a:cubicBezTo>
                <a:lnTo>
                  <a:pt x="694191" y="121420"/>
                </a:lnTo>
                <a:cubicBezTo>
                  <a:pt x="687163" y="130833"/>
                  <a:pt x="680449" y="135539"/>
                  <a:pt x="674048" y="135539"/>
                </a:cubicBezTo>
                <a:cubicBezTo>
                  <a:pt x="670974" y="135539"/>
                  <a:pt x="668527" y="134472"/>
                  <a:pt x="666707" y="132339"/>
                </a:cubicBezTo>
                <a:cubicBezTo>
                  <a:pt x="664887" y="130205"/>
                  <a:pt x="663946" y="126566"/>
                  <a:pt x="663883" y="121420"/>
                </a:cubicBezTo>
                <a:moveTo>
                  <a:pt x="663883" y="115249"/>
                </a:moveTo>
                <a:lnTo>
                  <a:pt x="663883" y="82547"/>
                </a:lnTo>
                <a:cubicBezTo>
                  <a:pt x="654408" y="86294"/>
                  <a:pt x="648290" y="88949"/>
                  <a:pt x="645529" y="90512"/>
                </a:cubicBezTo>
                <a:cubicBezTo>
                  <a:pt x="640572" y="93261"/>
                  <a:pt x="637026" y="96135"/>
                  <a:pt x="634893" y="99133"/>
                </a:cubicBezTo>
                <a:cubicBezTo>
                  <a:pt x="632759" y="102132"/>
                  <a:pt x="631693" y="105411"/>
                  <a:pt x="631693" y="108972"/>
                </a:cubicBezTo>
                <a:cubicBezTo>
                  <a:pt x="631693" y="113471"/>
                  <a:pt x="633042" y="117203"/>
                  <a:pt x="635740" y="120170"/>
                </a:cubicBezTo>
                <a:cubicBezTo>
                  <a:pt x="638438" y="123137"/>
                  <a:pt x="641544" y="124620"/>
                  <a:pt x="645058" y="124620"/>
                </a:cubicBezTo>
                <a:cubicBezTo>
                  <a:pt x="649827" y="124620"/>
                  <a:pt x="656102" y="121497"/>
                  <a:pt x="663883" y="115249"/>
                </a:cubicBezTo>
                <a:close/>
                <a:moveTo>
                  <a:pt x="730269" y="0"/>
                </a:moveTo>
                <a:lnTo>
                  <a:pt x="730269" y="114279"/>
                </a:lnTo>
                <a:cubicBezTo>
                  <a:pt x="730269" y="119671"/>
                  <a:pt x="730661" y="123246"/>
                  <a:pt x="731446" y="125003"/>
                </a:cubicBezTo>
                <a:cubicBezTo>
                  <a:pt x="732230" y="126758"/>
                  <a:pt x="733438" y="128090"/>
                  <a:pt x="735069" y="129000"/>
                </a:cubicBezTo>
                <a:cubicBezTo>
                  <a:pt x="736701" y="129908"/>
                  <a:pt x="739744" y="130362"/>
                  <a:pt x="744199" y="130362"/>
                </a:cubicBezTo>
                <a:lnTo>
                  <a:pt x="744199" y="133845"/>
                </a:lnTo>
                <a:lnTo>
                  <a:pt x="701938" y="133845"/>
                </a:lnTo>
                <a:lnTo>
                  <a:pt x="701938" y="130362"/>
                </a:lnTo>
                <a:cubicBezTo>
                  <a:pt x="705891" y="130362"/>
                  <a:pt x="708589" y="129955"/>
                  <a:pt x="710032" y="129141"/>
                </a:cubicBezTo>
                <a:cubicBezTo>
                  <a:pt x="711476" y="128326"/>
                  <a:pt x="712605" y="126977"/>
                  <a:pt x="713421" y="125097"/>
                </a:cubicBezTo>
                <a:cubicBezTo>
                  <a:pt x="714236" y="123214"/>
                  <a:pt x="714644" y="119608"/>
                  <a:pt x="714644" y="114279"/>
                </a:cubicBezTo>
                <a:lnTo>
                  <a:pt x="714644" y="36023"/>
                </a:lnTo>
                <a:cubicBezTo>
                  <a:pt x="714644" y="26305"/>
                  <a:pt x="714425" y="20333"/>
                  <a:pt x="713985" y="18107"/>
                </a:cubicBezTo>
                <a:cubicBezTo>
                  <a:pt x="713546" y="15880"/>
                  <a:pt x="712840" y="14359"/>
                  <a:pt x="711868" y="13545"/>
                </a:cubicBezTo>
                <a:cubicBezTo>
                  <a:pt x="710895" y="12729"/>
                  <a:pt x="709656" y="12321"/>
                  <a:pt x="708150" y="12321"/>
                </a:cubicBezTo>
                <a:cubicBezTo>
                  <a:pt x="706518" y="12321"/>
                  <a:pt x="704448" y="12823"/>
                  <a:pt x="701938" y="13827"/>
                </a:cubicBezTo>
                <a:lnTo>
                  <a:pt x="700337" y="10533"/>
                </a:lnTo>
                <a:lnTo>
                  <a:pt x="726033" y="0"/>
                </a:lnTo>
                <a:lnTo>
                  <a:pt x="730269" y="0"/>
                </a:lnTo>
                <a:close/>
                <a:moveTo>
                  <a:pt x="827438" y="19201"/>
                </a:moveTo>
                <a:lnTo>
                  <a:pt x="827438" y="47627"/>
                </a:lnTo>
                <a:lnTo>
                  <a:pt x="847580" y="47627"/>
                </a:lnTo>
                <a:lnTo>
                  <a:pt x="847580" y="54216"/>
                </a:lnTo>
                <a:lnTo>
                  <a:pt x="827438" y="54216"/>
                </a:lnTo>
                <a:lnTo>
                  <a:pt x="827438" y="110049"/>
                </a:lnTo>
                <a:cubicBezTo>
                  <a:pt x="827438" y="115628"/>
                  <a:pt x="828238" y="119389"/>
                  <a:pt x="829838" y="121332"/>
                </a:cubicBezTo>
                <a:cubicBezTo>
                  <a:pt x="831438" y="123273"/>
                  <a:pt x="833493" y="124244"/>
                  <a:pt x="836003" y="124244"/>
                </a:cubicBezTo>
                <a:cubicBezTo>
                  <a:pt x="838074" y="124244"/>
                  <a:pt x="840082" y="123601"/>
                  <a:pt x="842027" y="122314"/>
                </a:cubicBezTo>
                <a:cubicBezTo>
                  <a:pt x="843972" y="121028"/>
                  <a:pt x="845478" y="119130"/>
                  <a:pt x="846545" y="116620"/>
                </a:cubicBezTo>
                <a:lnTo>
                  <a:pt x="850216" y="116620"/>
                </a:lnTo>
                <a:cubicBezTo>
                  <a:pt x="848020" y="122787"/>
                  <a:pt x="844914" y="127451"/>
                  <a:pt x="840898" y="130612"/>
                </a:cubicBezTo>
                <a:cubicBezTo>
                  <a:pt x="836882" y="133771"/>
                  <a:pt x="832740" y="135351"/>
                  <a:pt x="828473" y="135351"/>
                </a:cubicBezTo>
                <a:cubicBezTo>
                  <a:pt x="825587" y="135351"/>
                  <a:pt x="822763" y="134550"/>
                  <a:pt x="820002" y="132947"/>
                </a:cubicBezTo>
                <a:cubicBezTo>
                  <a:pt x="817241" y="131345"/>
                  <a:pt x="815202" y="129053"/>
                  <a:pt x="813884" y="126071"/>
                </a:cubicBezTo>
                <a:cubicBezTo>
                  <a:pt x="812566" y="123086"/>
                  <a:pt x="811907" y="118484"/>
                  <a:pt x="811907" y="112264"/>
                </a:cubicBezTo>
                <a:lnTo>
                  <a:pt x="811907" y="54216"/>
                </a:lnTo>
                <a:lnTo>
                  <a:pt x="798259" y="54216"/>
                </a:lnTo>
                <a:lnTo>
                  <a:pt x="798259" y="51109"/>
                </a:lnTo>
                <a:cubicBezTo>
                  <a:pt x="801711" y="49725"/>
                  <a:pt x="805240" y="47381"/>
                  <a:pt x="808848" y="44077"/>
                </a:cubicBezTo>
                <a:cubicBezTo>
                  <a:pt x="812456" y="40772"/>
                  <a:pt x="815672" y="36855"/>
                  <a:pt x="818496" y="32323"/>
                </a:cubicBezTo>
                <a:cubicBezTo>
                  <a:pt x="819939" y="29932"/>
                  <a:pt x="821947" y="25559"/>
                  <a:pt x="824520" y="19201"/>
                </a:cubicBezTo>
                <a:lnTo>
                  <a:pt x="827438" y="19201"/>
                </a:lnTo>
                <a:close/>
                <a:moveTo>
                  <a:pt x="904841" y="121420"/>
                </a:moveTo>
                <a:cubicBezTo>
                  <a:pt x="895993" y="128260"/>
                  <a:pt x="890440" y="132213"/>
                  <a:pt x="888181" y="133280"/>
                </a:cubicBezTo>
                <a:cubicBezTo>
                  <a:pt x="884792" y="134911"/>
                  <a:pt x="881184" y="135727"/>
                  <a:pt x="877356" y="135727"/>
                </a:cubicBezTo>
                <a:cubicBezTo>
                  <a:pt x="871395" y="135727"/>
                  <a:pt x="866485" y="133688"/>
                  <a:pt x="862626" y="129609"/>
                </a:cubicBezTo>
                <a:cubicBezTo>
                  <a:pt x="858767" y="125530"/>
                  <a:pt x="856837" y="120165"/>
                  <a:pt x="856837" y="113514"/>
                </a:cubicBezTo>
                <a:cubicBezTo>
                  <a:pt x="856837" y="109310"/>
                  <a:pt x="857778" y="105670"/>
                  <a:pt x="859661" y="102595"/>
                </a:cubicBezTo>
                <a:cubicBezTo>
                  <a:pt x="862234" y="98328"/>
                  <a:pt x="866705" y="94312"/>
                  <a:pt x="873074" y="90547"/>
                </a:cubicBezTo>
                <a:cubicBezTo>
                  <a:pt x="879443" y="86783"/>
                  <a:pt x="890032" y="82202"/>
                  <a:pt x="904841" y="76805"/>
                </a:cubicBezTo>
                <a:lnTo>
                  <a:pt x="904841" y="73417"/>
                </a:lnTo>
                <a:cubicBezTo>
                  <a:pt x="904841" y="64820"/>
                  <a:pt x="903476" y="58922"/>
                  <a:pt x="900746" y="55722"/>
                </a:cubicBezTo>
                <a:cubicBezTo>
                  <a:pt x="898017" y="52521"/>
                  <a:pt x="894048" y="50921"/>
                  <a:pt x="888839" y="50921"/>
                </a:cubicBezTo>
                <a:cubicBezTo>
                  <a:pt x="884886" y="50921"/>
                  <a:pt x="881749" y="51984"/>
                  <a:pt x="879427" y="54110"/>
                </a:cubicBezTo>
                <a:cubicBezTo>
                  <a:pt x="877043" y="56235"/>
                  <a:pt x="875850" y="58674"/>
                  <a:pt x="875850" y="61425"/>
                </a:cubicBezTo>
                <a:lnTo>
                  <a:pt x="876039" y="66863"/>
                </a:lnTo>
                <a:cubicBezTo>
                  <a:pt x="876039" y="69738"/>
                  <a:pt x="875301" y="71957"/>
                  <a:pt x="873827" y="73520"/>
                </a:cubicBezTo>
                <a:cubicBezTo>
                  <a:pt x="872352" y="75083"/>
                  <a:pt x="870423" y="75864"/>
                  <a:pt x="868038" y="75864"/>
                </a:cubicBezTo>
                <a:cubicBezTo>
                  <a:pt x="865716" y="75864"/>
                  <a:pt x="863818" y="75051"/>
                  <a:pt x="862344" y="73426"/>
                </a:cubicBezTo>
                <a:cubicBezTo>
                  <a:pt x="860869" y="71798"/>
                  <a:pt x="860132" y="69576"/>
                  <a:pt x="860132" y="66761"/>
                </a:cubicBezTo>
                <a:cubicBezTo>
                  <a:pt x="860132" y="61382"/>
                  <a:pt x="862893" y="56440"/>
                  <a:pt x="868415" y="51936"/>
                </a:cubicBezTo>
                <a:cubicBezTo>
                  <a:pt x="873936" y="47432"/>
                  <a:pt x="881686" y="45180"/>
                  <a:pt x="891663" y="45180"/>
                </a:cubicBezTo>
                <a:cubicBezTo>
                  <a:pt x="899319" y="45180"/>
                  <a:pt x="905594" y="46464"/>
                  <a:pt x="910488" y="49033"/>
                </a:cubicBezTo>
                <a:cubicBezTo>
                  <a:pt x="914190" y="50976"/>
                  <a:pt x="916920" y="54017"/>
                  <a:pt x="918677" y="58154"/>
                </a:cubicBezTo>
                <a:cubicBezTo>
                  <a:pt x="919806" y="60848"/>
                  <a:pt x="920371" y="66363"/>
                  <a:pt x="920371" y="74699"/>
                </a:cubicBezTo>
                <a:lnTo>
                  <a:pt x="920371" y="103937"/>
                </a:lnTo>
                <a:cubicBezTo>
                  <a:pt x="920371" y="112147"/>
                  <a:pt x="920528" y="117177"/>
                  <a:pt x="920842" y="119026"/>
                </a:cubicBezTo>
                <a:cubicBezTo>
                  <a:pt x="921155" y="120875"/>
                  <a:pt x="921673" y="122113"/>
                  <a:pt x="922395" y="122741"/>
                </a:cubicBezTo>
                <a:cubicBezTo>
                  <a:pt x="923116" y="123366"/>
                  <a:pt x="923948" y="123679"/>
                  <a:pt x="924889" y="123679"/>
                </a:cubicBezTo>
                <a:cubicBezTo>
                  <a:pt x="925893" y="123679"/>
                  <a:pt x="926772" y="123460"/>
                  <a:pt x="927525" y="123020"/>
                </a:cubicBezTo>
                <a:cubicBezTo>
                  <a:pt x="928842" y="122205"/>
                  <a:pt x="931384" y="119914"/>
                  <a:pt x="935149" y="116149"/>
                </a:cubicBezTo>
                <a:lnTo>
                  <a:pt x="935149" y="121420"/>
                </a:lnTo>
                <a:cubicBezTo>
                  <a:pt x="928121" y="130833"/>
                  <a:pt x="921406" y="135539"/>
                  <a:pt x="915006" y="135539"/>
                </a:cubicBezTo>
                <a:cubicBezTo>
                  <a:pt x="911931" y="135539"/>
                  <a:pt x="909484" y="134472"/>
                  <a:pt x="907664" y="132339"/>
                </a:cubicBezTo>
                <a:cubicBezTo>
                  <a:pt x="905845" y="130205"/>
                  <a:pt x="904903" y="126566"/>
                  <a:pt x="904841" y="121420"/>
                </a:cubicBezTo>
                <a:moveTo>
                  <a:pt x="904841" y="115249"/>
                </a:moveTo>
                <a:lnTo>
                  <a:pt x="904841" y="82547"/>
                </a:lnTo>
                <a:cubicBezTo>
                  <a:pt x="895365" y="86294"/>
                  <a:pt x="889247" y="88949"/>
                  <a:pt x="886486" y="90512"/>
                </a:cubicBezTo>
                <a:cubicBezTo>
                  <a:pt x="881529" y="93261"/>
                  <a:pt x="877984" y="96135"/>
                  <a:pt x="875850" y="99133"/>
                </a:cubicBezTo>
                <a:cubicBezTo>
                  <a:pt x="873717" y="102132"/>
                  <a:pt x="872650" y="105411"/>
                  <a:pt x="872650" y="108972"/>
                </a:cubicBezTo>
                <a:cubicBezTo>
                  <a:pt x="872650" y="113471"/>
                  <a:pt x="873999" y="117203"/>
                  <a:pt x="876697" y="120170"/>
                </a:cubicBezTo>
                <a:cubicBezTo>
                  <a:pt x="879396" y="123137"/>
                  <a:pt x="882502" y="124620"/>
                  <a:pt x="886016" y="124620"/>
                </a:cubicBezTo>
                <a:cubicBezTo>
                  <a:pt x="890785" y="124620"/>
                  <a:pt x="897060" y="121497"/>
                  <a:pt x="904841" y="115249"/>
                </a:cubicBezTo>
                <a:close/>
                <a:moveTo>
                  <a:pt x="997300" y="45180"/>
                </a:moveTo>
                <a:lnTo>
                  <a:pt x="997300" y="74358"/>
                </a:lnTo>
                <a:lnTo>
                  <a:pt x="994194" y="74358"/>
                </a:lnTo>
                <a:cubicBezTo>
                  <a:pt x="991809" y="65206"/>
                  <a:pt x="988750" y="58982"/>
                  <a:pt x="985017" y="55683"/>
                </a:cubicBezTo>
                <a:cubicBezTo>
                  <a:pt x="981283" y="52383"/>
                  <a:pt x="976530" y="50733"/>
                  <a:pt x="970757" y="50733"/>
                </a:cubicBezTo>
                <a:cubicBezTo>
                  <a:pt x="966364" y="50733"/>
                  <a:pt x="962819" y="51893"/>
                  <a:pt x="960121" y="54213"/>
                </a:cubicBezTo>
                <a:cubicBezTo>
                  <a:pt x="957423" y="56530"/>
                  <a:pt x="956073" y="59100"/>
                  <a:pt x="956073" y="61922"/>
                </a:cubicBezTo>
                <a:cubicBezTo>
                  <a:pt x="956073" y="65432"/>
                  <a:pt x="957077" y="68440"/>
                  <a:pt x="959085" y="70946"/>
                </a:cubicBezTo>
                <a:cubicBezTo>
                  <a:pt x="961031" y="73517"/>
                  <a:pt x="964984" y="76244"/>
                  <a:pt x="970945" y="79126"/>
                </a:cubicBezTo>
                <a:lnTo>
                  <a:pt x="984687" y="85803"/>
                </a:lnTo>
                <a:cubicBezTo>
                  <a:pt x="997425" y="92007"/>
                  <a:pt x="1003794" y="100187"/>
                  <a:pt x="1003794" y="110343"/>
                </a:cubicBezTo>
                <a:cubicBezTo>
                  <a:pt x="1003794" y="118177"/>
                  <a:pt x="1000829" y="124492"/>
                  <a:pt x="994900" y="129288"/>
                </a:cubicBezTo>
                <a:cubicBezTo>
                  <a:pt x="988970" y="134083"/>
                  <a:pt x="982334" y="136480"/>
                  <a:pt x="974992" y="136480"/>
                </a:cubicBezTo>
                <a:cubicBezTo>
                  <a:pt x="969721" y="136480"/>
                  <a:pt x="963697" y="135539"/>
                  <a:pt x="956921" y="133656"/>
                </a:cubicBezTo>
                <a:cubicBezTo>
                  <a:pt x="954850" y="133029"/>
                  <a:pt x="953156" y="132715"/>
                  <a:pt x="951838" y="132715"/>
                </a:cubicBezTo>
                <a:cubicBezTo>
                  <a:pt x="950395" y="132715"/>
                  <a:pt x="949265" y="133531"/>
                  <a:pt x="948449" y="135162"/>
                </a:cubicBezTo>
                <a:lnTo>
                  <a:pt x="945343" y="135162"/>
                </a:lnTo>
                <a:lnTo>
                  <a:pt x="945343" y="104290"/>
                </a:lnTo>
                <a:lnTo>
                  <a:pt x="948449" y="104290"/>
                </a:lnTo>
                <a:cubicBezTo>
                  <a:pt x="950206" y="113106"/>
                  <a:pt x="953563" y="119750"/>
                  <a:pt x="958521" y="124220"/>
                </a:cubicBezTo>
                <a:cubicBezTo>
                  <a:pt x="963478" y="128691"/>
                  <a:pt x="969031" y="130927"/>
                  <a:pt x="975181" y="130927"/>
                </a:cubicBezTo>
                <a:cubicBezTo>
                  <a:pt x="979510" y="130927"/>
                  <a:pt x="983040" y="129658"/>
                  <a:pt x="985770" y="127121"/>
                </a:cubicBezTo>
                <a:cubicBezTo>
                  <a:pt x="988499" y="124581"/>
                  <a:pt x="989864" y="121525"/>
                  <a:pt x="989864" y="117952"/>
                </a:cubicBezTo>
                <a:cubicBezTo>
                  <a:pt x="989864" y="113627"/>
                  <a:pt x="988342" y="109991"/>
                  <a:pt x="985299" y="107046"/>
                </a:cubicBezTo>
                <a:cubicBezTo>
                  <a:pt x="982256" y="104100"/>
                  <a:pt x="976185" y="100372"/>
                  <a:pt x="967086" y="95860"/>
                </a:cubicBezTo>
                <a:cubicBezTo>
                  <a:pt x="957987" y="91346"/>
                  <a:pt x="952026" y="87271"/>
                  <a:pt x="949202" y="83635"/>
                </a:cubicBezTo>
                <a:cubicBezTo>
                  <a:pt x="946379" y="80062"/>
                  <a:pt x="944967" y="75549"/>
                  <a:pt x="944967" y="70096"/>
                </a:cubicBezTo>
                <a:cubicBezTo>
                  <a:pt x="944967" y="63013"/>
                  <a:pt x="947398" y="57090"/>
                  <a:pt x="952261" y="52327"/>
                </a:cubicBezTo>
                <a:cubicBezTo>
                  <a:pt x="957124" y="47562"/>
                  <a:pt x="963415" y="45180"/>
                  <a:pt x="971133" y="45180"/>
                </a:cubicBezTo>
                <a:cubicBezTo>
                  <a:pt x="974522" y="45180"/>
                  <a:pt x="978632" y="45901"/>
                  <a:pt x="983464" y="47344"/>
                </a:cubicBezTo>
                <a:cubicBezTo>
                  <a:pt x="986664" y="48286"/>
                  <a:pt x="988797" y="48756"/>
                  <a:pt x="989864" y="48756"/>
                </a:cubicBezTo>
                <a:cubicBezTo>
                  <a:pt x="990868" y="48756"/>
                  <a:pt x="991652" y="48537"/>
                  <a:pt x="992217" y="48097"/>
                </a:cubicBezTo>
                <a:cubicBezTo>
                  <a:pt x="992782" y="47658"/>
                  <a:pt x="993441" y="46686"/>
                  <a:pt x="994194" y="45180"/>
                </a:cubicBezTo>
                <a:lnTo>
                  <a:pt x="997300" y="45180"/>
                </a:lnTo>
                <a:close/>
                <a:moveTo>
                  <a:pt x="1042072" y="0"/>
                </a:moveTo>
                <a:lnTo>
                  <a:pt x="1042072" y="85747"/>
                </a:lnTo>
                <a:lnTo>
                  <a:pt x="1064003" y="65793"/>
                </a:lnTo>
                <a:cubicBezTo>
                  <a:pt x="1068646" y="61526"/>
                  <a:pt x="1071344" y="58828"/>
                  <a:pt x="1072097" y="57698"/>
                </a:cubicBezTo>
                <a:cubicBezTo>
                  <a:pt x="1072599" y="56945"/>
                  <a:pt x="1072850" y="56192"/>
                  <a:pt x="1072850" y="55439"/>
                </a:cubicBezTo>
                <a:cubicBezTo>
                  <a:pt x="1072850" y="54184"/>
                  <a:pt x="1072333" y="53102"/>
                  <a:pt x="1071297" y="52192"/>
                </a:cubicBezTo>
                <a:cubicBezTo>
                  <a:pt x="1070262" y="51282"/>
                  <a:pt x="1068552" y="50764"/>
                  <a:pt x="1066168" y="50639"/>
                </a:cubicBezTo>
                <a:lnTo>
                  <a:pt x="1066168" y="47627"/>
                </a:lnTo>
                <a:lnTo>
                  <a:pt x="1103629" y="47627"/>
                </a:lnTo>
                <a:lnTo>
                  <a:pt x="1103629" y="50639"/>
                </a:lnTo>
                <a:cubicBezTo>
                  <a:pt x="1098484" y="50764"/>
                  <a:pt x="1094201" y="51549"/>
                  <a:pt x="1090781" y="52992"/>
                </a:cubicBezTo>
                <a:cubicBezTo>
                  <a:pt x="1087361" y="54435"/>
                  <a:pt x="1083612" y="57008"/>
                  <a:pt x="1079533" y="60710"/>
                </a:cubicBezTo>
                <a:lnTo>
                  <a:pt x="1057414" y="81135"/>
                </a:lnTo>
                <a:lnTo>
                  <a:pt x="1079533" y="109037"/>
                </a:lnTo>
                <a:cubicBezTo>
                  <a:pt x="1085683" y="116739"/>
                  <a:pt x="1089824" y="121624"/>
                  <a:pt x="1091958" y="123691"/>
                </a:cubicBezTo>
                <a:cubicBezTo>
                  <a:pt x="1094970" y="126634"/>
                  <a:pt x="1097605" y="128545"/>
                  <a:pt x="1099864" y="129424"/>
                </a:cubicBezTo>
                <a:cubicBezTo>
                  <a:pt x="1101433" y="130049"/>
                  <a:pt x="1104162" y="130362"/>
                  <a:pt x="1108053" y="130362"/>
                </a:cubicBezTo>
                <a:lnTo>
                  <a:pt x="1108053" y="133845"/>
                </a:lnTo>
                <a:lnTo>
                  <a:pt x="1066168" y="133845"/>
                </a:lnTo>
                <a:lnTo>
                  <a:pt x="1066168" y="130362"/>
                </a:lnTo>
                <a:cubicBezTo>
                  <a:pt x="1068552" y="130299"/>
                  <a:pt x="1070168" y="129939"/>
                  <a:pt x="1071015" y="129283"/>
                </a:cubicBezTo>
                <a:cubicBezTo>
                  <a:pt x="1071862" y="128624"/>
                  <a:pt x="1072286" y="127700"/>
                  <a:pt x="1072286" y="126512"/>
                </a:cubicBezTo>
                <a:cubicBezTo>
                  <a:pt x="1072286" y="125070"/>
                  <a:pt x="1071031" y="122754"/>
                  <a:pt x="1068521" y="119561"/>
                </a:cubicBezTo>
                <a:lnTo>
                  <a:pt x="1042072" y="85841"/>
                </a:lnTo>
                <a:lnTo>
                  <a:pt x="1042072" y="114393"/>
                </a:lnTo>
                <a:cubicBezTo>
                  <a:pt x="1042072" y="119966"/>
                  <a:pt x="1042464" y="123630"/>
                  <a:pt x="1043248" y="125385"/>
                </a:cubicBezTo>
                <a:cubicBezTo>
                  <a:pt x="1044033" y="127138"/>
                  <a:pt x="1045147" y="128390"/>
                  <a:pt x="1046590" y="129141"/>
                </a:cubicBezTo>
                <a:cubicBezTo>
                  <a:pt x="1048033" y="129892"/>
                  <a:pt x="1051171" y="130299"/>
                  <a:pt x="1056002" y="130362"/>
                </a:cubicBezTo>
                <a:lnTo>
                  <a:pt x="1056002" y="133845"/>
                </a:lnTo>
                <a:lnTo>
                  <a:pt x="1012140" y="133845"/>
                </a:lnTo>
                <a:lnTo>
                  <a:pt x="1012140" y="130362"/>
                </a:lnTo>
                <a:cubicBezTo>
                  <a:pt x="1016533" y="130362"/>
                  <a:pt x="1019827" y="129829"/>
                  <a:pt x="1022023" y="128762"/>
                </a:cubicBezTo>
                <a:cubicBezTo>
                  <a:pt x="1023341" y="128074"/>
                  <a:pt x="1024345" y="127008"/>
                  <a:pt x="1025035" y="125565"/>
                </a:cubicBezTo>
                <a:cubicBezTo>
                  <a:pt x="1025977" y="123496"/>
                  <a:pt x="1026447" y="119922"/>
                  <a:pt x="1026447" y="114843"/>
                </a:cubicBezTo>
                <a:lnTo>
                  <a:pt x="1026447" y="36400"/>
                </a:lnTo>
                <a:cubicBezTo>
                  <a:pt x="1026447" y="26430"/>
                  <a:pt x="1026228" y="20333"/>
                  <a:pt x="1025788" y="18107"/>
                </a:cubicBezTo>
                <a:cubicBezTo>
                  <a:pt x="1025349" y="15880"/>
                  <a:pt x="1024628" y="14343"/>
                  <a:pt x="1023624" y="13498"/>
                </a:cubicBezTo>
                <a:cubicBezTo>
                  <a:pt x="1022620" y="12651"/>
                  <a:pt x="1021302" y="12227"/>
                  <a:pt x="1019670" y="12227"/>
                </a:cubicBezTo>
                <a:cubicBezTo>
                  <a:pt x="1018353" y="12227"/>
                  <a:pt x="1016376" y="12761"/>
                  <a:pt x="1013740" y="13827"/>
                </a:cubicBezTo>
                <a:lnTo>
                  <a:pt x="1012140" y="10533"/>
                </a:lnTo>
                <a:lnTo>
                  <a:pt x="1037742" y="0"/>
                </a:lnTo>
                <a:lnTo>
                  <a:pt x="1042072" y="0"/>
                </a:lnTo>
                <a:close/>
                <a:moveTo>
                  <a:pt x="1168669" y="45180"/>
                </a:moveTo>
                <a:lnTo>
                  <a:pt x="1168669" y="74358"/>
                </a:lnTo>
                <a:lnTo>
                  <a:pt x="1165563" y="74358"/>
                </a:lnTo>
                <a:cubicBezTo>
                  <a:pt x="1163178" y="65206"/>
                  <a:pt x="1160119" y="58982"/>
                  <a:pt x="1156386" y="55683"/>
                </a:cubicBezTo>
                <a:cubicBezTo>
                  <a:pt x="1152652" y="52383"/>
                  <a:pt x="1147899" y="50733"/>
                  <a:pt x="1142126" y="50733"/>
                </a:cubicBezTo>
                <a:cubicBezTo>
                  <a:pt x="1137733" y="50733"/>
                  <a:pt x="1134188" y="51893"/>
                  <a:pt x="1131490" y="54213"/>
                </a:cubicBezTo>
                <a:cubicBezTo>
                  <a:pt x="1128792" y="56530"/>
                  <a:pt x="1127443" y="59100"/>
                  <a:pt x="1127443" y="61922"/>
                </a:cubicBezTo>
                <a:cubicBezTo>
                  <a:pt x="1127443" y="65432"/>
                  <a:pt x="1128447" y="68440"/>
                  <a:pt x="1130454" y="70946"/>
                </a:cubicBezTo>
                <a:cubicBezTo>
                  <a:pt x="1132400" y="73517"/>
                  <a:pt x="1136353" y="76244"/>
                  <a:pt x="1142314" y="79126"/>
                </a:cubicBezTo>
                <a:lnTo>
                  <a:pt x="1156056" y="85803"/>
                </a:lnTo>
                <a:cubicBezTo>
                  <a:pt x="1168794" y="92007"/>
                  <a:pt x="1175163" y="100187"/>
                  <a:pt x="1175163" y="110343"/>
                </a:cubicBezTo>
                <a:cubicBezTo>
                  <a:pt x="1175163" y="118177"/>
                  <a:pt x="1172199" y="124492"/>
                  <a:pt x="1166269" y="129288"/>
                </a:cubicBezTo>
                <a:cubicBezTo>
                  <a:pt x="1160339" y="134083"/>
                  <a:pt x="1153703" y="136480"/>
                  <a:pt x="1146361" y="136480"/>
                </a:cubicBezTo>
                <a:cubicBezTo>
                  <a:pt x="1141091" y="136480"/>
                  <a:pt x="1135067" y="135539"/>
                  <a:pt x="1128290" y="133656"/>
                </a:cubicBezTo>
                <a:cubicBezTo>
                  <a:pt x="1126219" y="133029"/>
                  <a:pt x="1124525" y="132715"/>
                  <a:pt x="1123207" y="132715"/>
                </a:cubicBezTo>
                <a:cubicBezTo>
                  <a:pt x="1121764" y="132715"/>
                  <a:pt x="1120634" y="133531"/>
                  <a:pt x="1119818" y="135162"/>
                </a:cubicBezTo>
                <a:lnTo>
                  <a:pt x="1116712" y="135162"/>
                </a:lnTo>
                <a:lnTo>
                  <a:pt x="1116712" y="104290"/>
                </a:lnTo>
                <a:lnTo>
                  <a:pt x="1119818" y="104290"/>
                </a:lnTo>
                <a:cubicBezTo>
                  <a:pt x="1121575" y="113106"/>
                  <a:pt x="1124933" y="119750"/>
                  <a:pt x="1129890" y="124220"/>
                </a:cubicBezTo>
                <a:cubicBezTo>
                  <a:pt x="1134847" y="128691"/>
                  <a:pt x="1140400" y="130927"/>
                  <a:pt x="1146550" y="130927"/>
                </a:cubicBezTo>
                <a:cubicBezTo>
                  <a:pt x="1150879" y="130927"/>
                  <a:pt x="1154409" y="129658"/>
                  <a:pt x="1157139" y="127121"/>
                </a:cubicBezTo>
                <a:cubicBezTo>
                  <a:pt x="1159868" y="124581"/>
                  <a:pt x="1161233" y="121525"/>
                  <a:pt x="1161233" y="117952"/>
                </a:cubicBezTo>
                <a:cubicBezTo>
                  <a:pt x="1161233" y="113627"/>
                  <a:pt x="1159711" y="109991"/>
                  <a:pt x="1156668" y="107046"/>
                </a:cubicBezTo>
                <a:cubicBezTo>
                  <a:pt x="1153625" y="104100"/>
                  <a:pt x="1147554" y="100372"/>
                  <a:pt x="1138455" y="95860"/>
                </a:cubicBezTo>
                <a:cubicBezTo>
                  <a:pt x="1129356" y="91346"/>
                  <a:pt x="1123395" y="87271"/>
                  <a:pt x="1120571" y="83635"/>
                </a:cubicBezTo>
                <a:cubicBezTo>
                  <a:pt x="1117748" y="80062"/>
                  <a:pt x="1116336" y="75549"/>
                  <a:pt x="1116336" y="70096"/>
                </a:cubicBezTo>
                <a:cubicBezTo>
                  <a:pt x="1116336" y="63013"/>
                  <a:pt x="1118767" y="57090"/>
                  <a:pt x="1123630" y="52327"/>
                </a:cubicBezTo>
                <a:cubicBezTo>
                  <a:pt x="1128494" y="47562"/>
                  <a:pt x="1134784" y="45180"/>
                  <a:pt x="1142502" y="45180"/>
                </a:cubicBezTo>
                <a:cubicBezTo>
                  <a:pt x="1145891" y="45180"/>
                  <a:pt x="1150001" y="45901"/>
                  <a:pt x="1154833" y="47344"/>
                </a:cubicBezTo>
                <a:cubicBezTo>
                  <a:pt x="1158033" y="48286"/>
                  <a:pt x="1160166" y="48756"/>
                  <a:pt x="1161233" y="48756"/>
                </a:cubicBezTo>
                <a:cubicBezTo>
                  <a:pt x="1162237" y="48756"/>
                  <a:pt x="1163021" y="48537"/>
                  <a:pt x="1163586" y="48097"/>
                </a:cubicBezTo>
                <a:cubicBezTo>
                  <a:pt x="1164151" y="47658"/>
                  <a:pt x="1164810" y="46686"/>
                  <a:pt x="1165563" y="45180"/>
                </a:cubicBezTo>
                <a:lnTo>
                  <a:pt x="1168669" y="45180"/>
                </a:lnTo>
                <a:close/>
                <a:moveTo>
                  <a:pt x="1208452" y="44803"/>
                </a:moveTo>
                <a:cubicBezTo>
                  <a:pt x="1211339" y="44803"/>
                  <a:pt x="1213802" y="45807"/>
                  <a:pt x="1215841" y="47815"/>
                </a:cubicBezTo>
                <a:cubicBezTo>
                  <a:pt x="1217880" y="49823"/>
                  <a:pt x="1218900" y="52270"/>
                  <a:pt x="1218900" y="55157"/>
                </a:cubicBezTo>
                <a:cubicBezTo>
                  <a:pt x="1218900" y="58043"/>
                  <a:pt x="1217880" y="60506"/>
                  <a:pt x="1215841" y="62546"/>
                </a:cubicBezTo>
                <a:cubicBezTo>
                  <a:pt x="1213802" y="64585"/>
                  <a:pt x="1211339" y="65605"/>
                  <a:pt x="1208452" y="65605"/>
                </a:cubicBezTo>
                <a:cubicBezTo>
                  <a:pt x="1205566" y="65605"/>
                  <a:pt x="1203103" y="64585"/>
                  <a:pt x="1201063" y="62546"/>
                </a:cubicBezTo>
                <a:cubicBezTo>
                  <a:pt x="1199024" y="60506"/>
                  <a:pt x="1198004" y="58043"/>
                  <a:pt x="1198004" y="55157"/>
                </a:cubicBezTo>
                <a:cubicBezTo>
                  <a:pt x="1198004" y="52270"/>
                  <a:pt x="1199024" y="49823"/>
                  <a:pt x="1201063" y="47815"/>
                </a:cubicBezTo>
                <a:cubicBezTo>
                  <a:pt x="1203103" y="45807"/>
                  <a:pt x="1205566" y="44803"/>
                  <a:pt x="1208452" y="44803"/>
                </a:cubicBezTo>
                <a:moveTo>
                  <a:pt x="1195275" y="166035"/>
                </a:moveTo>
                <a:lnTo>
                  <a:pt x="1195275" y="161894"/>
                </a:lnTo>
                <a:cubicBezTo>
                  <a:pt x="1201738" y="159752"/>
                  <a:pt x="1206742" y="156430"/>
                  <a:pt x="1210288" y="151925"/>
                </a:cubicBezTo>
                <a:cubicBezTo>
                  <a:pt x="1213833" y="147423"/>
                  <a:pt x="1215606" y="142652"/>
                  <a:pt x="1215606" y="137613"/>
                </a:cubicBezTo>
                <a:cubicBezTo>
                  <a:pt x="1215606" y="136418"/>
                  <a:pt x="1215323" y="135413"/>
                  <a:pt x="1214758" y="134598"/>
                </a:cubicBezTo>
                <a:cubicBezTo>
                  <a:pt x="1214319" y="134033"/>
                  <a:pt x="1213880" y="133750"/>
                  <a:pt x="1213441" y="133750"/>
                </a:cubicBezTo>
                <a:cubicBezTo>
                  <a:pt x="1212750" y="133750"/>
                  <a:pt x="1211244" y="134378"/>
                  <a:pt x="1208923" y="135633"/>
                </a:cubicBezTo>
                <a:cubicBezTo>
                  <a:pt x="1207793" y="136198"/>
                  <a:pt x="1206601" y="136480"/>
                  <a:pt x="1205346" y="136480"/>
                </a:cubicBezTo>
                <a:cubicBezTo>
                  <a:pt x="1202271" y="136480"/>
                  <a:pt x="1199824" y="135570"/>
                  <a:pt x="1198004" y="133750"/>
                </a:cubicBezTo>
                <a:cubicBezTo>
                  <a:pt x="1196185" y="131931"/>
                  <a:pt x="1195275" y="129421"/>
                  <a:pt x="1195275" y="126221"/>
                </a:cubicBezTo>
                <a:cubicBezTo>
                  <a:pt x="1195275" y="123146"/>
                  <a:pt x="1196451" y="120510"/>
                  <a:pt x="1198804" y="118314"/>
                </a:cubicBezTo>
                <a:cubicBezTo>
                  <a:pt x="1201158" y="116118"/>
                  <a:pt x="1204028" y="115020"/>
                  <a:pt x="1207417" y="115020"/>
                </a:cubicBezTo>
                <a:cubicBezTo>
                  <a:pt x="1211558" y="115020"/>
                  <a:pt x="1215245" y="116828"/>
                  <a:pt x="1218476" y="120444"/>
                </a:cubicBezTo>
                <a:cubicBezTo>
                  <a:pt x="1221708" y="124058"/>
                  <a:pt x="1223324" y="128850"/>
                  <a:pt x="1223324" y="134821"/>
                </a:cubicBezTo>
                <a:cubicBezTo>
                  <a:pt x="1223324" y="141298"/>
                  <a:pt x="1221080" y="147318"/>
                  <a:pt x="1216594" y="152881"/>
                </a:cubicBezTo>
                <a:cubicBezTo>
                  <a:pt x="1212107" y="158444"/>
                  <a:pt x="1205001" y="162829"/>
                  <a:pt x="1195275" y="166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ma">
            <a:extLst xmlns:a="http://schemas.openxmlformats.org/drawingml/2006/main">
              <a:ext uri="{FF2B5EF4-FFF2-40B4-BE49-F238E27FC236}">
                <a16:creationId xmlns:a16="http://schemas.microsoft.com/office/drawing/2014/main" id="{B208A9E5-A6B4-413C-92BD-2BAE630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660" y="1119889"/>
            <a:ext cx="233554" cy="90547"/>
          </a:xfrm>
          <a:custGeom xmlns:a="http://schemas.openxmlformats.org/drawingml/2006/main">
            <a:pathLst>
              <a:path w="233554" h="90547">
                <a:moveTo>
                  <a:pt x="30026" y="18354"/>
                </a:moveTo>
                <a:cubicBezTo>
                  <a:pt x="36301" y="12079"/>
                  <a:pt x="40003" y="8471"/>
                  <a:pt x="41132" y="7530"/>
                </a:cubicBezTo>
                <a:cubicBezTo>
                  <a:pt x="43956" y="5145"/>
                  <a:pt x="46999" y="3294"/>
                  <a:pt x="50262" y="1977"/>
                </a:cubicBezTo>
                <a:cubicBezTo>
                  <a:pt x="53525" y="659"/>
                  <a:pt x="56757" y="0"/>
                  <a:pt x="59957" y="0"/>
                </a:cubicBezTo>
                <a:cubicBezTo>
                  <a:pt x="65354" y="0"/>
                  <a:pt x="69997" y="1569"/>
                  <a:pt x="73887" y="4706"/>
                </a:cubicBezTo>
                <a:cubicBezTo>
                  <a:pt x="77778" y="7844"/>
                  <a:pt x="80382" y="12393"/>
                  <a:pt x="81700" y="18354"/>
                </a:cubicBezTo>
                <a:cubicBezTo>
                  <a:pt x="88163" y="10824"/>
                  <a:pt x="93622" y="5883"/>
                  <a:pt x="98077" y="3530"/>
                </a:cubicBezTo>
                <a:cubicBezTo>
                  <a:pt x="102533" y="1177"/>
                  <a:pt x="107113" y="0"/>
                  <a:pt x="111820" y="0"/>
                </a:cubicBezTo>
                <a:cubicBezTo>
                  <a:pt x="116400" y="0"/>
                  <a:pt x="120463" y="1175"/>
                  <a:pt x="124009" y="3524"/>
                </a:cubicBezTo>
                <a:cubicBezTo>
                  <a:pt x="127554" y="5871"/>
                  <a:pt x="130362" y="9706"/>
                  <a:pt x="132433" y="15028"/>
                </a:cubicBezTo>
                <a:cubicBezTo>
                  <a:pt x="133813" y="18659"/>
                  <a:pt x="134503" y="24357"/>
                  <a:pt x="134503" y="32120"/>
                </a:cubicBezTo>
                <a:lnTo>
                  <a:pt x="134503" y="69122"/>
                </a:lnTo>
                <a:cubicBezTo>
                  <a:pt x="134503" y="74507"/>
                  <a:pt x="134911" y="78202"/>
                  <a:pt x="135727" y="80206"/>
                </a:cubicBezTo>
                <a:cubicBezTo>
                  <a:pt x="136355" y="81582"/>
                  <a:pt x="137515" y="82756"/>
                  <a:pt x="139210" y="83726"/>
                </a:cubicBezTo>
                <a:cubicBezTo>
                  <a:pt x="140904" y="84697"/>
                  <a:pt x="143665" y="85182"/>
                  <a:pt x="147493" y="85182"/>
                </a:cubicBezTo>
                <a:lnTo>
                  <a:pt x="147493" y="88665"/>
                </a:lnTo>
                <a:lnTo>
                  <a:pt x="104948" y="88665"/>
                </a:lnTo>
                <a:lnTo>
                  <a:pt x="104948" y="85182"/>
                </a:lnTo>
                <a:lnTo>
                  <a:pt x="106737" y="85182"/>
                </a:lnTo>
                <a:cubicBezTo>
                  <a:pt x="110439" y="85182"/>
                  <a:pt x="113326" y="84465"/>
                  <a:pt x="115396" y="83029"/>
                </a:cubicBezTo>
                <a:cubicBezTo>
                  <a:pt x="116840" y="82029"/>
                  <a:pt x="117875" y="80437"/>
                  <a:pt x="118502" y="78253"/>
                </a:cubicBezTo>
                <a:cubicBezTo>
                  <a:pt x="118753" y="77192"/>
                  <a:pt x="118879" y="74164"/>
                  <a:pt x="118879" y="69170"/>
                </a:cubicBezTo>
                <a:lnTo>
                  <a:pt x="118879" y="32273"/>
                </a:lnTo>
                <a:cubicBezTo>
                  <a:pt x="118879" y="25280"/>
                  <a:pt x="118032" y="20348"/>
                  <a:pt x="116338" y="17478"/>
                </a:cubicBezTo>
                <a:cubicBezTo>
                  <a:pt x="113890" y="13481"/>
                  <a:pt x="109968" y="11483"/>
                  <a:pt x="104572" y="11483"/>
                </a:cubicBezTo>
                <a:cubicBezTo>
                  <a:pt x="101246" y="11483"/>
                  <a:pt x="97905" y="12311"/>
                  <a:pt x="94548" y="13966"/>
                </a:cubicBezTo>
                <a:cubicBezTo>
                  <a:pt x="91191" y="15619"/>
                  <a:pt x="87128" y="18693"/>
                  <a:pt x="82359" y="23190"/>
                </a:cubicBezTo>
                <a:lnTo>
                  <a:pt x="82170" y="24219"/>
                </a:lnTo>
                <a:lnTo>
                  <a:pt x="82359" y="28246"/>
                </a:lnTo>
                <a:lnTo>
                  <a:pt x="82359" y="69170"/>
                </a:lnTo>
                <a:cubicBezTo>
                  <a:pt x="82359" y="75039"/>
                  <a:pt x="82688" y="78691"/>
                  <a:pt x="83347" y="80126"/>
                </a:cubicBezTo>
                <a:cubicBezTo>
                  <a:pt x="84006" y="81562"/>
                  <a:pt x="85245" y="82764"/>
                  <a:pt x="87065" y="83732"/>
                </a:cubicBezTo>
                <a:cubicBezTo>
                  <a:pt x="88885" y="84699"/>
                  <a:pt x="91991" y="85182"/>
                  <a:pt x="96383" y="85182"/>
                </a:cubicBezTo>
                <a:lnTo>
                  <a:pt x="96383" y="88665"/>
                </a:lnTo>
                <a:lnTo>
                  <a:pt x="52804" y="88665"/>
                </a:lnTo>
                <a:lnTo>
                  <a:pt x="52804" y="85182"/>
                </a:lnTo>
                <a:cubicBezTo>
                  <a:pt x="57573" y="85182"/>
                  <a:pt x="60851" y="84621"/>
                  <a:pt x="62640" y="83497"/>
                </a:cubicBezTo>
                <a:cubicBezTo>
                  <a:pt x="64428" y="82373"/>
                  <a:pt x="65667" y="80688"/>
                  <a:pt x="66358" y="78441"/>
                </a:cubicBezTo>
                <a:cubicBezTo>
                  <a:pt x="66671" y="77378"/>
                  <a:pt x="66828" y="74288"/>
                  <a:pt x="66828" y="69170"/>
                </a:cubicBezTo>
                <a:lnTo>
                  <a:pt x="66828" y="32273"/>
                </a:lnTo>
                <a:cubicBezTo>
                  <a:pt x="66828" y="25280"/>
                  <a:pt x="65793" y="20254"/>
                  <a:pt x="63722" y="17195"/>
                </a:cubicBezTo>
                <a:cubicBezTo>
                  <a:pt x="60961" y="13199"/>
                  <a:pt x="57102" y="11201"/>
                  <a:pt x="52145" y="11201"/>
                </a:cubicBezTo>
                <a:cubicBezTo>
                  <a:pt x="48756" y="11201"/>
                  <a:pt x="45399" y="12106"/>
                  <a:pt x="42074" y="13916"/>
                </a:cubicBezTo>
                <a:cubicBezTo>
                  <a:pt x="36865" y="16663"/>
                  <a:pt x="32849" y="19753"/>
                  <a:pt x="30026" y="23187"/>
                </a:cubicBezTo>
                <a:lnTo>
                  <a:pt x="30026" y="69170"/>
                </a:lnTo>
                <a:cubicBezTo>
                  <a:pt x="30026" y="74788"/>
                  <a:pt x="30418" y="78440"/>
                  <a:pt x="31202" y="80126"/>
                </a:cubicBezTo>
                <a:cubicBezTo>
                  <a:pt x="31987" y="81811"/>
                  <a:pt x="33147" y="83074"/>
                  <a:pt x="34685" y="83918"/>
                </a:cubicBezTo>
                <a:cubicBezTo>
                  <a:pt x="36222" y="84761"/>
                  <a:pt x="39344" y="85182"/>
                  <a:pt x="44050" y="85182"/>
                </a:cubicBezTo>
                <a:lnTo>
                  <a:pt x="44050" y="88665"/>
                </a:lnTo>
                <a:lnTo>
                  <a:pt x="1412" y="88665"/>
                </a:lnTo>
                <a:lnTo>
                  <a:pt x="1412" y="85182"/>
                </a:lnTo>
                <a:cubicBezTo>
                  <a:pt x="5365" y="85182"/>
                  <a:pt x="8126" y="84760"/>
                  <a:pt x="9695" y="83915"/>
                </a:cubicBezTo>
                <a:cubicBezTo>
                  <a:pt x="11264" y="83070"/>
                  <a:pt x="12456" y="81723"/>
                  <a:pt x="13272" y="79876"/>
                </a:cubicBezTo>
                <a:cubicBezTo>
                  <a:pt x="14087" y="78029"/>
                  <a:pt x="14495" y="74444"/>
                  <a:pt x="14495" y="69122"/>
                </a:cubicBezTo>
                <a:lnTo>
                  <a:pt x="14495" y="36253"/>
                </a:lnTo>
                <a:cubicBezTo>
                  <a:pt x="14495" y="26797"/>
                  <a:pt x="14213" y="20693"/>
                  <a:pt x="13648" y="17939"/>
                </a:cubicBezTo>
                <a:cubicBezTo>
                  <a:pt x="13209" y="15873"/>
                  <a:pt x="12519" y="14448"/>
                  <a:pt x="11577" y="13666"/>
                </a:cubicBezTo>
                <a:cubicBezTo>
                  <a:pt x="10636" y="12883"/>
                  <a:pt x="9350" y="12492"/>
                  <a:pt x="7718" y="12492"/>
                </a:cubicBezTo>
                <a:cubicBezTo>
                  <a:pt x="5961" y="12492"/>
                  <a:pt x="3859" y="12962"/>
                  <a:pt x="1412" y="13901"/>
                </a:cubicBezTo>
                <a:lnTo>
                  <a:pt x="0" y="10518"/>
                </a:lnTo>
                <a:lnTo>
                  <a:pt x="25978" y="0"/>
                </a:lnTo>
                <a:lnTo>
                  <a:pt x="30026" y="0"/>
                </a:lnTo>
                <a:lnTo>
                  <a:pt x="30026" y="18354"/>
                </a:lnTo>
                <a:close/>
                <a:moveTo>
                  <a:pt x="203246" y="76241"/>
                </a:moveTo>
                <a:cubicBezTo>
                  <a:pt x="194398" y="83080"/>
                  <a:pt x="188845" y="87034"/>
                  <a:pt x="186586" y="88100"/>
                </a:cubicBezTo>
                <a:cubicBezTo>
                  <a:pt x="183197" y="89732"/>
                  <a:pt x="179589" y="90547"/>
                  <a:pt x="175762" y="90547"/>
                </a:cubicBezTo>
                <a:cubicBezTo>
                  <a:pt x="169800" y="90547"/>
                  <a:pt x="164890" y="88508"/>
                  <a:pt x="161031" y="84429"/>
                </a:cubicBezTo>
                <a:cubicBezTo>
                  <a:pt x="157172" y="80351"/>
                  <a:pt x="155243" y="74986"/>
                  <a:pt x="155243" y="68334"/>
                </a:cubicBezTo>
                <a:cubicBezTo>
                  <a:pt x="155243" y="64130"/>
                  <a:pt x="156184" y="60490"/>
                  <a:pt x="158066" y="57416"/>
                </a:cubicBezTo>
                <a:cubicBezTo>
                  <a:pt x="160639" y="53149"/>
                  <a:pt x="165110" y="49133"/>
                  <a:pt x="171479" y="45368"/>
                </a:cubicBezTo>
                <a:cubicBezTo>
                  <a:pt x="177848" y="41603"/>
                  <a:pt x="188437" y="37022"/>
                  <a:pt x="203246" y="31626"/>
                </a:cubicBezTo>
                <a:lnTo>
                  <a:pt x="203246" y="28237"/>
                </a:lnTo>
                <a:cubicBezTo>
                  <a:pt x="203246" y="19641"/>
                  <a:pt x="201881" y="13742"/>
                  <a:pt x="199151" y="10542"/>
                </a:cubicBezTo>
                <a:cubicBezTo>
                  <a:pt x="196422" y="7342"/>
                  <a:pt x="192453" y="5742"/>
                  <a:pt x="187245" y="5742"/>
                </a:cubicBezTo>
                <a:cubicBezTo>
                  <a:pt x="183292" y="5742"/>
                  <a:pt x="180154" y="6804"/>
                  <a:pt x="177832" y="8930"/>
                </a:cubicBezTo>
                <a:cubicBezTo>
                  <a:pt x="175448" y="11056"/>
                  <a:pt x="174256" y="13494"/>
                  <a:pt x="174256" y="16245"/>
                </a:cubicBezTo>
                <a:lnTo>
                  <a:pt x="174444" y="21684"/>
                </a:lnTo>
                <a:cubicBezTo>
                  <a:pt x="174444" y="24559"/>
                  <a:pt x="173707" y="26777"/>
                  <a:pt x="172232" y="28340"/>
                </a:cubicBezTo>
                <a:cubicBezTo>
                  <a:pt x="170757" y="29903"/>
                  <a:pt x="168828" y="30684"/>
                  <a:pt x="166443" y="30684"/>
                </a:cubicBezTo>
                <a:cubicBezTo>
                  <a:pt x="164122" y="30684"/>
                  <a:pt x="162223" y="29872"/>
                  <a:pt x="160749" y="28246"/>
                </a:cubicBezTo>
                <a:cubicBezTo>
                  <a:pt x="159274" y="26619"/>
                  <a:pt x="158537" y="24397"/>
                  <a:pt x="158537" y="21581"/>
                </a:cubicBezTo>
                <a:cubicBezTo>
                  <a:pt x="158537" y="16202"/>
                  <a:pt x="161298" y="11261"/>
                  <a:pt x="166820" y="6756"/>
                </a:cubicBezTo>
                <a:cubicBezTo>
                  <a:pt x="172342" y="2252"/>
                  <a:pt x="180091" y="0"/>
                  <a:pt x="190069" y="0"/>
                </a:cubicBezTo>
                <a:cubicBezTo>
                  <a:pt x="197724" y="0"/>
                  <a:pt x="203999" y="1284"/>
                  <a:pt x="208893" y="3853"/>
                </a:cubicBezTo>
                <a:cubicBezTo>
                  <a:pt x="212596" y="5796"/>
                  <a:pt x="215325" y="8837"/>
                  <a:pt x="217082" y="12974"/>
                </a:cubicBezTo>
                <a:cubicBezTo>
                  <a:pt x="218212" y="15669"/>
                  <a:pt x="218776" y="21184"/>
                  <a:pt x="218776" y="29520"/>
                </a:cubicBezTo>
                <a:lnTo>
                  <a:pt x="218776" y="58757"/>
                </a:lnTo>
                <a:cubicBezTo>
                  <a:pt x="218776" y="66967"/>
                  <a:pt x="218933" y="71997"/>
                  <a:pt x="219247" y="73846"/>
                </a:cubicBezTo>
                <a:cubicBezTo>
                  <a:pt x="219561" y="75695"/>
                  <a:pt x="220078" y="76934"/>
                  <a:pt x="220800" y="77561"/>
                </a:cubicBezTo>
                <a:cubicBezTo>
                  <a:pt x="221522" y="78187"/>
                  <a:pt x="222353" y="78500"/>
                  <a:pt x="223294" y="78500"/>
                </a:cubicBezTo>
                <a:cubicBezTo>
                  <a:pt x="224298" y="78500"/>
                  <a:pt x="225177" y="78280"/>
                  <a:pt x="225930" y="77841"/>
                </a:cubicBezTo>
                <a:cubicBezTo>
                  <a:pt x="227248" y="77025"/>
                  <a:pt x="229789" y="74735"/>
                  <a:pt x="233554" y="70970"/>
                </a:cubicBezTo>
                <a:lnTo>
                  <a:pt x="233554" y="76241"/>
                </a:lnTo>
                <a:cubicBezTo>
                  <a:pt x="226526" y="85653"/>
                  <a:pt x="219812" y="90359"/>
                  <a:pt x="213411" y="90359"/>
                </a:cubicBezTo>
                <a:cubicBezTo>
                  <a:pt x="210337" y="90359"/>
                  <a:pt x="207889" y="89292"/>
                  <a:pt x="206070" y="87159"/>
                </a:cubicBezTo>
                <a:cubicBezTo>
                  <a:pt x="204250" y="85026"/>
                  <a:pt x="203309" y="81386"/>
                  <a:pt x="203246" y="76241"/>
                </a:cubicBezTo>
                <a:moveTo>
                  <a:pt x="203246" y="70070"/>
                </a:moveTo>
                <a:lnTo>
                  <a:pt x="203246" y="37367"/>
                </a:lnTo>
                <a:cubicBezTo>
                  <a:pt x="193771" y="41115"/>
                  <a:pt x="187653" y="43770"/>
                  <a:pt x="184892" y="45333"/>
                </a:cubicBezTo>
                <a:cubicBezTo>
                  <a:pt x="179934" y="48082"/>
                  <a:pt x="176389" y="50956"/>
                  <a:pt x="174256" y="53954"/>
                </a:cubicBezTo>
                <a:cubicBezTo>
                  <a:pt x="172122" y="56952"/>
                  <a:pt x="171055" y="60232"/>
                  <a:pt x="171055" y="63793"/>
                </a:cubicBezTo>
                <a:cubicBezTo>
                  <a:pt x="171055" y="68291"/>
                  <a:pt x="172405" y="72024"/>
                  <a:pt x="175103" y="74991"/>
                </a:cubicBezTo>
                <a:cubicBezTo>
                  <a:pt x="177801" y="77957"/>
                  <a:pt x="180907" y="79441"/>
                  <a:pt x="184421" y="79441"/>
                </a:cubicBezTo>
                <a:cubicBezTo>
                  <a:pt x="189190" y="79441"/>
                  <a:pt x="195465" y="76317"/>
                  <a:pt x="203246" y="70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jorityaboutcommandunderstanding">
            <a:extLst xmlns:a="http://schemas.openxmlformats.org/drawingml/2006/main">
              <a:ext uri="{FF2B5EF4-FFF2-40B4-BE49-F238E27FC236}">
                <a16:creationId xmlns:a16="http://schemas.microsoft.com/office/drawing/2014/main" id="{36A442E6-93E7-4EF8-A41B-8705FDFB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43" y="1074709"/>
            <a:ext cx="2854406" cy="175448"/>
          </a:xfrm>
          <a:custGeom xmlns:a="http://schemas.openxmlformats.org/drawingml/2006/main">
            <a:pathLst>
              <a:path w="2854406" h="175448">
                <a:moveTo>
                  <a:pt x="42638" y="0"/>
                </a:moveTo>
                <a:cubicBezTo>
                  <a:pt x="45336" y="0"/>
                  <a:pt x="47627" y="937"/>
                  <a:pt x="49509" y="2812"/>
                </a:cubicBezTo>
                <a:cubicBezTo>
                  <a:pt x="51392" y="4685"/>
                  <a:pt x="52333" y="6963"/>
                  <a:pt x="52333" y="9648"/>
                </a:cubicBezTo>
                <a:cubicBezTo>
                  <a:pt x="52333" y="12269"/>
                  <a:pt x="51392" y="14518"/>
                  <a:pt x="49509" y="16392"/>
                </a:cubicBezTo>
                <a:cubicBezTo>
                  <a:pt x="47627" y="18265"/>
                  <a:pt x="45336" y="19201"/>
                  <a:pt x="42638" y="19201"/>
                </a:cubicBezTo>
                <a:cubicBezTo>
                  <a:pt x="40003" y="19201"/>
                  <a:pt x="37744" y="18265"/>
                  <a:pt x="35861" y="16392"/>
                </a:cubicBezTo>
                <a:cubicBezTo>
                  <a:pt x="33979" y="14518"/>
                  <a:pt x="33038" y="12269"/>
                  <a:pt x="33038" y="9648"/>
                </a:cubicBezTo>
                <a:cubicBezTo>
                  <a:pt x="33038" y="6963"/>
                  <a:pt x="33979" y="4685"/>
                  <a:pt x="35861" y="2812"/>
                </a:cubicBezTo>
                <a:cubicBezTo>
                  <a:pt x="37744" y="937"/>
                  <a:pt x="40003" y="0"/>
                  <a:pt x="42638" y="0"/>
                </a:cubicBezTo>
                <a:moveTo>
                  <a:pt x="50733" y="45180"/>
                </a:moveTo>
                <a:lnTo>
                  <a:pt x="50733" y="131900"/>
                </a:lnTo>
                <a:cubicBezTo>
                  <a:pt x="50733" y="146635"/>
                  <a:pt x="47595" y="157576"/>
                  <a:pt x="41321" y="164723"/>
                </a:cubicBezTo>
                <a:cubicBezTo>
                  <a:pt x="35046" y="171873"/>
                  <a:pt x="26888" y="175448"/>
                  <a:pt x="16848" y="175448"/>
                </a:cubicBezTo>
                <a:cubicBezTo>
                  <a:pt x="11138" y="175448"/>
                  <a:pt x="6902" y="174412"/>
                  <a:pt x="4141" y="172341"/>
                </a:cubicBezTo>
                <a:cubicBezTo>
                  <a:pt x="1380" y="170271"/>
                  <a:pt x="0" y="168137"/>
                  <a:pt x="0" y="165941"/>
                </a:cubicBezTo>
                <a:cubicBezTo>
                  <a:pt x="0" y="163745"/>
                  <a:pt x="769" y="161862"/>
                  <a:pt x="2306" y="160294"/>
                </a:cubicBezTo>
                <a:cubicBezTo>
                  <a:pt x="3843" y="158725"/>
                  <a:pt x="5647" y="157940"/>
                  <a:pt x="7718" y="157940"/>
                </a:cubicBezTo>
                <a:cubicBezTo>
                  <a:pt x="9350" y="157940"/>
                  <a:pt x="11013" y="158348"/>
                  <a:pt x="12707" y="159164"/>
                </a:cubicBezTo>
                <a:cubicBezTo>
                  <a:pt x="13774" y="159603"/>
                  <a:pt x="15829" y="161188"/>
                  <a:pt x="18872" y="163917"/>
                </a:cubicBezTo>
                <a:cubicBezTo>
                  <a:pt x="21915" y="166647"/>
                  <a:pt x="24472" y="168012"/>
                  <a:pt x="26543" y="168012"/>
                </a:cubicBezTo>
                <a:cubicBezTo>
                  <a:pt x="28049" y="168012"/>
                  <a:pt x="29524" y="167431"/>
                  <a:pt x="30967" y="166270"/>
                </a:cubicBezTo>
                <a:cubicBezTo>
                  <a:pt x="32410" y="165111"/>
                  <a:pt x="33477" y="163168"/>
                  <a:pt x="34167" y="160441"/>
                </a:cubicBezTo>
                <a:cubicBezTo>
                  <a:pt x="34857" y="157713"/>
                  <a:pt x="35202" y="151804"/>
                  <a:pt x="35202" y="142713"/>
                </a:cubicBezTo>
                <a:lnTo>
                  <a:pt x="35202" y="81391"/>
                </a:lnTo>
                <a:cubicBezTo>
                  <a:pt x="35202" y="71922"/>
                  <a:pt x="34920" y="65839"/>
                  <a:pt x="34355" y="63143"/>
                </a:cubicBezTo>
                <a:cubicBezTo>
                  <a:pt x="33916" y="61074"/>
                  <a:pt x="33226" y="59648"/>
                  <a:pt x="32285" y="58866"/>
                </a:cubicBezTo>
                <a:cubicBezTo>
                  <a:pt x="31343" y="58081"/>
                  <a:pt x="30057" y="57689"/>
                  <a:pt x="28426" y="57689"/>
                </a:cubicBezTo>
                <a:cubicBezTo>
                  <a:pt x="26669" y="57689"/>
                  <a:pt x="24535" y="58159"/>
                  <a:pt x="22025" y="59098"/>
                </a:cubicBezTo>
                <a:lnTo>
                  <a:pt x="20707" y="55713"/>
                </a:lnTo>
                <a:lnTo>
                  <a:pt x="46686" y="45180"/>
                </a:lnTo>
                <a:lnTo>
                  <a:pt x="50733" y="45180"/>
                </a:lnTo>
                <a:close/>
                <a:moveTo>
                  <a:pt x="116558" y="45180"/>
                </a:moveTo>
                <a:cubicBezTo>
                  <a:pt x="129610" y="45180"/>
                  <a:pt x="140089" y="50132"/>
                  <a:pt x="147995" y="60037"/>
                </a:cubicBezTo>
                <a:cubicBezTo>
                  <a:pt x="154709" y="68498"/>
                  <a:pt x="158067" y="78214"/>
                  <a:pt x="158067" y="89186"/>
                </a:cubicBezTo>
                <a:cubicBezTo>
                  <a:pt x="158067" y="96896"/>
                  <a:pt x="156215" y="104700"/>
                  <a:pt x="152513" y="112599"/>
                </a:cubicBezTo>
                <a:cubicBezTo>
                  <a:pt x="148811" y="120496"/>
                  <a:pt x="143713" y="126450"/>
                  <a:pt x="137218" y="130462"/>
                </a:cubicBezTo>
                <a:cubicBezTo>
                  <a:pt x="130723" y="134474"/>
                  <a:pt x="123492" y="136480"/>
                  <a:pt x="115522" y="136480"/>
                </a:cubicBezTo>
                <a:cubicBezTo>
                  <a:pt x="102533" y="136480"/>
                  <a:pt x="92211" y="131308"/>
                  <a:pt x="84556" y="120964"/>
                </a:cubicBezTo>
                <a:cubicBezTo>
                  <a:pt x="78092" y="112252"/>
                  <a:pt x="74861" y="102474"/>
                  <a:pt x="74861" y="91630"/>
                </a:cubicBezTo>
                <a:cubicBezTo>
                  <a:pt x="74861" y="83731"/>
                  <a:pt x="76822" y="75880"/>
                  <a:pt x="80744" y="68075"/>
                </a:cubicBezTo>
                <a:cubicBezTo>
                  <a:pt x="84665" y="60271"/>
                  <a:pt x="89827" y="54504"/>
                  <a:pt x="96227" y="50774"/>
                </a:cubicBezTo>
                <a:cubicBezTo>
                  <a:pt x="102627" y="47044"/>
                  <a:pt x="109404" y="45180"/>
                  <a:pt x="116558" y="45180"/>
                </a:cubicBezTo>
                <a:moveTo>
                  <a:pt x="113640" y="51392"/>
                </a:moveTo>
                <a:cubicBezTo>
                  <a:pt x="110314" y="51392"/>
                  <a:pt x="106973" y="52379"/>
                  <a:pt x="103616" y="54354"/>
                </a:cubicBezTo>
                <a:cubicBezTo>
                  <a:pt x="100259" y="56328"/>
                  <a:pt x="97545" y="59791"/>
                  <a:pt x="95474" y="64743"/>
                </a:cubicBezTo>
                <a:cubicBezTo>
                  <a:pt x="93403" y="69694"/>
                  <a:pt x="92368" y="76055"/>
                  <a:pt x="92368" y="83826"/>
                </a:cubicBezTo>
                <a:cubicBezTo>
                  <a:pt x="92368" y="96361"/>
                  <a:pt x="94862" y="107172"/>
                  <a:pt x="99851" y="116261"/>
                </a:cubicBezTo>
                <a:cubicBezTo>
                  <a:pt x="104839" y="125348"/>
                  <a:pt x="111412" y="129891"/>
                  <a:pt x="119570" y="129891"/>
                </a:cubicBezTo>
                <a:cubicBezTo>
                  <a:pt x="125656" y="129891"/>
                  <a:pt x="130676" y="127384"/>
                  <a:pt x="134630" y="122370"/>
                </a:cubicBezTo>
                <a:cubicBezTo>
                  <a:pt x="138583" y="117356"/>
                  <a:pt x="140559" y="108739"/>
                  <a:pt x="140559" y="96518"/>
                </a:cubicBezTo>
                <a:cubicBezTo>
                  <a:pt x="140559" y="81225"/>
                  <a:pt x="137265" y="69191"/>
                  <a:pt x="130676" y="60416"/>
                </a:cubicBezTo>
                <a:cubicBezTo>
                  <a:pt x="126221" y="54400"/>
                  <a:pt x="120542" y="51392"/>
                  <a:pt x="113640" y="51392"/>
                </a:cubicBezTo>
                <a:close/>
                <a:moveTo>
                  <a:pt x="195999" y="45180"/>
                </a:moveTo>
                <a:lnTo>
                  <a:pt x="195999" y="64569"/>
                </a:lnTo>
                <a:cubicBezTo>
                  <a:pt x="203215" y="51643"/>
                  <a:pt x="210620" y="45180"/>
                  <a:pt x="218213" y="45180"/>
                </a:cubicBezTo>
                <a:cubicBezTo>
                  <a:pt x="221664" y="45180"/>
                  <a:pt x="224519" y="46231"/>
                  <a:pt x="226778" y="48333"/>
                </a:cubicBezTo>
                <a:cubicBezTo>
                  <a:pt x="229037" y="50435"/>
                  <a:pt x="230166" y="52866"/>
                  <a:pt x="230166" y="55627"/>
                </a:cubicBezTo>
                <a:cubicBezTo>
                  <a:pt x="230166" y="58075"/>
                  <a:pt x="229351" y="60145"/>
                  <a:pt x="227719" y="61840"/>
                </a:cubicBezTo>
                <a:cubicBezTo>
                  <a:pt x="226088" y="63534"/>
                  <a:pt x="224142" y="64381"/>
                  <a:pt x="221883" y="64381"/>
                </a:cubicBezTo>
                <a:cubicBezTo>
                  <a:pt x="219687" y="64381"/>
                  <a:pt x="217224" y="63299"/>
                  <a:pt x="214495" y="61134"/>
                </a:cubicBezTo>
                <a:cubicBezTo>
                  <a:pt x="211765" y="58969"/>
                  <a:pt x="209741" y="57886"/>
                  <a:pt x="208424" y="57886"/>
                </a:cubicBezTo>
                <a:cubicBezTo>
                  <a:pt x="207294" y="57886"/>
                  <a:pt x="206070" y="58512"/>
                  <a:pt x="204753" y="59763"/>
                </a:cubicBezTo>
                <a:cubicBezTo>
                  <a:pt x="201929" y="62330"/>
                  <a:pt x="199011" y="66555"/>
                  <a:pt x="195999" y="72437"/>
                </a:cubicBezTo>
                <a:lnTo>
                  <a:pt x="195999" y="113652"/>
                </a:lnTo>
                <a:cubicBezTo>
                  <a:pt x="195999" y="118407"/>
                  <a:pt x="196595" y="122006"/>
                  <a:pt x="197788" y="124447"/>
                </a:cubicBezTo>
                <a:cubicBezTo>
                  <a:pt x="198603" y="126137"/>
                  <a:pt x="200047" y="127546"/>
                  <a:pt x="202117" y="128674"/>
                </a:cubicBezTo>
                <a:cubicBezTo>
                  <a:pt x="204188" y="129799"/>
                  <a:pt x="207169" y="130362"/>
                  <a:pt x="211059" y="130362"/>
                </a:cubicBezTo>
                <a:lnTo>
                  <a:pt x="211059" y="133845"/>
                </a:lnTo>
                <a:lnTo>
                  <a:pt x="166915" y="133845"/>
                </a:lnTo>
                <a:lnTo>
                  <a:pt x="166915" y="130362"/>
                </a:lnTo>
                <a:cubicBezTo>
                  <a:pt x="171307" y="130362"/>
                  <a:pt x="174570" y="129674"/>
                  <a:pt x="176704" y="128297"/>
                </a:cubicBezTo>
                <a:cubicBezTo>
                  <a:pt x="178272" y="127295"/>
                  <a:pt x="179371" y="125698"/>
                  <a:pt x="179998" y="123506"/>
                </a:cubicBezTo>
                <a:cubicBezTo>
                  <a:pt x="180312" y="122441"/>
                  <a:pt x="180469" y="119404"/>
                  <a:pt x="180469" y="114396"/>
                </a:cubicBezTo>
                <a:lnTo>
                  <a:pt x="180469" y="81056"/>
                </a:lnTo>
                <a:cubicBezTo>
                  <a:pt x="180469" y="71037"/>
                  <a:pt x="180265" y="65074"/>
                  <a:pt x="179857" y="63166"/>
                </a:cubicBezTo>
                <a:cubicBezTo>
                  <a:pt x="179449" y="61256"/>
                  <a:pt x="178696" y="59863"/>
                  <a:pt x="177598" y="58986"/>
                </a:cubicBezTo>
                <a:cubicBezTo>
                  <a:pt x="176500" y="58110"/>
                  <a:pt x="175135" y="57672"/>
                  <a:pt x="173504" y="57672"/>
                </a:cubicBezTo>
                <a:cubicBezTo>
                  <a:pt x="171558" y="57672"/>
                  <a:pt x="169362" y="58141"/>
                  <a:pt x="166915" y="59081"/>
                </a:cubicBezTo>
                <a:lnTo>
                  <a:pt x="165974" y="55698"/>
                </a:lnTo>
                <a:lnTo>
                  <a:pt x="192046" y="45180"/>
                </a:lnTo>
                <a:lnTo>
                  <a:pt x="195999" y="45180"/>
                </a:lnTo>
                <a:close/>
                <a:moveTo>
                  <a:pt x="256896" y="0"/>
                </a:moveTo>
                <a:cubicBezTo>
                  <a:pt x="259531" y="0"/>
                  <a:pt x="261774" y="930"/>
                  <a:pt x="263626" y="2791"/>
                </a:cubicBezTo>
                <a:cubicBezTo>
                  <a:pt x="265477" y="4650"/>
                  <a:pt x="266402" y="6904"/>
                  <a:pt x="266402" y="9554"/>
                </a:cubicBezTo>
                <a:cubicBezTo>
                  <a:pt x="266402" y="12203"/>
                  <a:pt x="265477" y="14474"/>
                  <a:pt x="263626" y="16366"/>
                </a:cubicBezTo>
                <a:cubicBezTo>
                  <a:pt x="261774" y="18256"/>
                  <a:pt x="259531" y="19201"/>
                  <a:pt x="256896" y="19201"/>
                </a:cubicBezTo>
                <a:cubicBezTo>
                  <a:pt x="254260" y="19201"/>
                  <a:pt x="252001" y="18256"/>
                  <a:pt x="250119" y="16366"/>
                </a:cubicBezTo>
                <a:cubicBezTo>
                  <a:pt x="248236" y="14474"/>
                  <a:pt x="247295" y="12203"/>
                  <a:pt x="247295" y="9554"/>
                </a:cubicBezTo>
                <a:cubicBezTo>
                  <a:pt x="247295" y="6904"/>
                  <a:pt x="248221" y="4650"/>
                  <a:pt x="250072" y="2791"/>
                </a:cubicBezTo>
                <a:cubicBezTo>
                  <a:pt x="251923" y="930"/>
                  <a:pt x="254197" y="0"/>
                  <a:pt x="256896" y="0"/>
                </a:cubicBezTo>
                <a:moveTo>
                  <a:pt x="264708" y="45180"/>
                </a:moveTo>
                <a:lnTo>
                  <a:pt x="264708" y="114302"/>
                </a:lnTo>
                <a:cubicBezTo>
                  <a:pt x="264708" y="119687"/>
                  <a:pt x="265100" y="123271"/>
                  <a:pt x="265885" y="125056"/>
                </a:cubicBezTo>
                <a:cubicBezTo>
                  <a:pt x="266669" y="126840"/>
                  <a:pt x="267830" y="128171"/>
                  <a:pt x="269367" y="129047"/>
                </a:cubicBezTo>
                <a:cubicBezTo>
                  <a:pt x="270905" y="129924"/>
                  <a:pt x="273713" y="130362"/>
                  <a:pt x="277791" y="130362"/>
                </a:cubicBezTo>
                <a:lnTo>
                  <a:pt x="277791" y="133845"/>
                </a:lnTo>
                <a:lnTo>
                  <a:pt x="235906" y="133845"/>
                </a:lnTo>
                <a:lnTo>
                  <a:pt x="235906" y="130362"/>
                </a:lnTo>
                <a:cubicBezTo>
                  <a:pt x="240110" y="130362"/>
                  <a:pt x="242934" y="129955"/>
                  <a:pt x="244377" y="129141"/>
                </a:cubicBezTo>
                <a:cubicBezTo>
                  <a:pt x="245820" y="128328"/>
                  <a:pt x="246966" y="126981"/>
                  <a:pt x="247813" y="125103"/>
                </a:cubicBezTo>
                <a:cubicBezTo>
                  <a:pt x="248660" y="123224"/>
                  <a:pt x="249083" y="119624"/>
                  <a:pt x="249083" y="114302"/>
                </a:cubicBezTo>
                <a:lnTo>
                  <a:pt x="249083" y="81150"/>
                </a:lnTo>
                <a:cubicBezTo>
                  <a:pt x="249083" y="71820"/>
                  <a:pt x="248801" y="65778"/>
                  <a:pt x="248236" y="63025"/>
                </a:cubicBezTo>
                <a:cubicBezTo>
                  <a:pt x="247797" y="61021"/>
                  <a:pt x="247107" y="59628"/>
                  <a:pt x="246166" y="58845"/>
                </a:cubicBezTo>
                <a:cubicBezTo>
                  <a:pt x="245224" y="58063"/>
                  <a:pt x="243938" y="57672"/>
                  <a:pt x="242306" y="57672"/>
                </a:cubicBezTo>
                <a:cubicBezTo>
                  <a:pt x="240549" y="57672"/>
                  <a:pt x="238416" y="58141"/>
                  <a:pt x="235906" y="59081"/>
                </a:cubicBezTo>
                <a:lnTo>
                  <a:pt x="234588" y="55698"/>
                </a:lnTo>
                <a:lnTo>
                  <a:pt x="260567" y="45180"/>
                </a:lnTo>
                <a:lnTo>
                  <a:pt x="264708" y="45180"/>
                </a:lnTo>
                <a:close/>
                <a:moveTo>
                  <a:pt x="313591" y="19201"/>
                </a:moveTo>
                <a:lnTo>
                  <a:pt x="313591" y="47627"/>
                </a:lnTo>
                <a:lnTo>
                  <a:pt x="333734" y="47627"/>
                </a:lnTo>
                <a:lnTo>
                  <a:pt x="333734" y="54216"/>
                </a:lnTo>
                <a:lnTo>
                  <a:pt x="313591" y="54216"/>
                </a:lnTo>
                <a:lnTo>
                  <a:pt x="313591" y="110049"/>
                </a:lnTo>
                <a:cubicBezTo>
                  <a:pt x="313591" y="115628"/>
                  <a:pt x="314391" y="119389"/>
                  <a:pt x="315992" y="121332"/>
                </a:cubicBezTo>
                <a:cubicBezTo>
                  <a:pt x="317592" y="123273"/>
                  <a:pt x="319647" y="124244"/>
                  <a:pt x="322157" y="124244"/>
                </a:cubicBezTo>
                <a:cubicBezTo>
                  <a:pt x="324227" y="124244"/>
                  <a:pt x="326235" y="123601"/>
                  <a:pt x="328181" y="122314"/>
                </a:cubicBezTo>
                <a:cubicBezTo>
                  <a:pt x="330126" y="121028"/>
                  <a:pt x="331632" y="119130"/>
                  <a:pt x="332699" y="116620"/>
                </a:cubicBezTo>
                <a:lnTo>
                  <a:pt x="336369" y="116620"/>
                </a:lnTo>
                <a:cubicBezTo>
                  <a:pt x="334173" y="122787"/>
                  <a:pt x="331067" y="127451"/>
                  <a:pt x="327051" y="130612"/>
                </a:cubicBezTo>
                <a:cubicBezTo>
                  <a:pt x="323035" y="133771"/>
                  <a:pt x="318894" y="135351"/>
                  <a:pt x="314627" y="135351"/>
                </a:cubicBezTo>
                <a:cubicBezTo>
                  <a:pt x="311740" y="135351"/>
                  <a:pt x="308917" y="134550"/>
                  <a:pt x="306156" y="132947"/>
                </a:cubicBezTo>
                <a:cubicBezTo>
                  <a:pt x="303395" y="131345"/>
                  <a:pt x="301355" y="129053"/>
                  <a:pt x="300037" y="126071"/>
                </a:cubicBezTo>
                <a:cubicBezTo>
                  <a:pt x="298720" y="123086"/>
                  <a:pt x="298061" y="118484"/>
                  <a:pt x="298061" y="112264"/>
                </a:cubicBezTo>
                <a:lnTo>
                  <a:pt x="298061" y="54216"/>
                </a:lnTo>
                <a:lnTo>
                  <a:pt x="284413" y="54216"/>
                </a:lnTo>
                <a:lnTo>
                  <a:pt x="284413" y="51109"/>
                </a:lnTo>
                <a:cubicBezTo>
                  <a:pt x="287864" y="49725"/>
                  <a:pt x="291394" y="47381"/>
                  <a:pt x="295002" y="44077"/>
                </a:cubicBezTo>
                <a:cubicBezTo>
                  <a:pt x="298610" y="40772"/>
                  <a:pt x="301826" y="36855"/>
                  <a:pt x="304650" y="32323"/>
                </a:cubicBezTo>
                <a:cubicBezTo>
                  <a:pt x="306093" y="29932"/>
                  <a:pt x="308101" y="25559"/>
                  <a:pt x="310674" y="19201"/>
                </a:cubicBezTo>
                <a:lnTo>
                  <a:pt x="313591" y="19201"/>
                </a:lnTo>
                <a:close/>
                <a:moveTo>
                  <a:pt x="337249" y="47627"/>
                </a:moveTo>
                <a:lnTo>
                  <a:pt x="377440" y="47627"/>
                </a:lnTo>
                <a:lnTo>
                  <a:pt x="377440" y="51109"/>
                </a:lnTo>
                <a:lnTo>
                  <a:pt x="375463" y="51109"/>
                </a:lnTo>
                <a:cubicBezTo>
                  <a:pt x="372639" y="51109"/>
                  <a:pt x="370521" y="51721"/>
                  <a:pt x="369110" y="52945"/>
                </a:cubicBezTo>
                <a:cubicBezTo>
                  <a:pt x="367698" y="54168"/>
                  <a:pt x="366992" y="55690"/>
                  <a:pt x="366992" y="57510"/>
                </a:cubicBezTo>
                <a:cubicBezTo>
                  <a:pt x="366992" y="59957"/>
                  <a:pt x="368027" y="63346"/>
                  <a:pt x="370098" y="67675"/>
                </a:cubicBezTo>
                <a:lnTo>
                  <a:pt x="391088" y="111161"/>
                </a:lnTo>
                <a:lnTo>
                  <a:pt x="410383" y="63534"/>
                </a:lnTo>
                <a:cubicBezTo>
                  <a:pt x="411450" y="60961"/>
                  <a:pt x="411983" y="58420"/>
                  <a:pt x="411983" y="55910"/>
                </a:cubicBezTo>
                <a:cubicBezTo>
                  <a:pt x="411983" y="54780"/>
                  <a:pt x="411764" y="53933"/>
                  <a:pt x="411324" y="53368"/>
                </a:cubicBezTo>
                <a:cubicBezTo>
                  <a:pt x="410822" y="52678"/>
                  <a:pt x="410038" y="52129"/>
                  <a:pt x="408971" y="51721"/>
                </a:cubicBezTo>
                <a:cubicBezTo>
                  <a:pt x="407904" y="51313"/>
                  <a:pt x="406022" y="51109"/>
                  <a:pt x="403324" y="51109"/>
                </a:cubicBezTo>
                <a:lnTo>
                  <a:pt x="403324" y="47627"/>
                </a:lnTo>
                <a:lnTo>
                  <a:pt x="431373" y="47627"/>
                </a:lnTo>
                <a:lnTo>
                  <a:pt x="431373" y="51109"/>
                </a:lnTo>
                <a:cubicBezTo>
                  <a:pt x="429051" y="51360"/>
                  <a:pt x="427263" y="51862"/>
                  <a:pt x="426008" y="52615"/>
                </a:cubicBezTo>
                <a:cubicBezTo>
                  <a:pt x="424753" y="53368"/>
                  <a:pt x="423372" y="54780"/>
                  <a:pt x="421866" y="56851"/>
                </a:cubicBezTo>
                <a:cubicBezTo>
                  <a:pt x="421301" y="57730"/>
                  <a:pt x="420235" y="60145"/>
                  <a:pt x="418666" y="64099"/>
                </a:cubicBezTo>
                <a:lnTo>
                  <a:pt x="383558" y="150128"/>
                </a:lnTo>
                <a:cubicBezTo>
                  <a:pt x="380169" y="158474"/>
                  <a:pt x="375730" y="164780"/>
                  <a:pt x="370239" y="169047"/>
                </a:cubicBezTo>
                <a:cubicBezTo>
                  <a:pt x="364749" y="173314"/>
                  <a:pt x="359462" y="175448"/>
                  <a:pt x="354379" y="175448"/>
                </a:cubicBezTo>
                <a:cubicBezTo>
                  <a:pt x="350677" y="175448"/>
                  <a:pt x="347634" y="174394"/>
                  <a:pt x="345249" y="172286"/>
                </a:cubicBezTo>
                <a:cubicBezTo>
                  <a:pt x="342865" y="170178"/>
                  <a:pt x="341672" y="167760"/>
                  <a:pt x="341672" y="165032"/>
                </a:cubicBezTo>
                <a:cubicBezTo>
                  <a:pt x="341672" y="162428"/>
                  <a:pt x="342535" y="160328"/>
                  <a:pt x="344261" y="158732"/>
                </a:cubicBezTo>
                <a:cubicBezTo>
                  <a:pt x="345986" y="157137"/>
                  <a:pt x="348355" y="156340"/>
                  <a:pt x="351367" y="156340"/>
                </a:cubicBezTo>
                <a:cubicBezTo>
                  <a:pt x="353438" y="156340"/>
                  <a:pt x="356262" y="157031"/>
                  <a:pt x="359838" y="158411"/>
                </a:cubicBezTo>
                <a:cubicBezTo>
                  <a:pt x="362348" y="159352"/>
                  <a:pt x="363917" y="159823"/>
                  <a:pt x="364545" y="159823"/>
                </a:cubicBezTo>
                <a:cubicBezTo>
                  <a:pt x="366427" y="159823"/>
                  <a:pt x="368482" y="158843"/>
                  <a:pt x="370710" y="156884"/>
                </a:cubicBezTo>
                <a:cubicBezTo>
                  <a:pt x="372937" y="154927"/>
                  <a:pt x="375181" y="151139"/>
                  <a:pt x="377440" y="145519"/>
                </a:cubicBezTo>
                <a:lnTo>
                  <a:pt x="383558" y="130456"/>
                </a:lnTo>
                <a:lnTo>
                  <a:pt x="352591" y="65416"/>
                </a:lnTo>
                <a:cubicBezTo>
                  <a:pt x="351650" y="63471"/>
                  <a:pt x="350144" y="61055"/>
                  <a:pt x="348073" y="58169"/>
                </a:cubicBezTo>
                <a:cubicBezTo>
                  <a:pt x="346504" y="55973"/>
                  <a:pt x="345218" y="54498"/>
                  <a:pt x="344214" y="53745"/>
                </a:cubicBezTo>
                <a:cubicBezTo>
                  <a:pt x="342771" y="52741"/>
                  <a:pt x="340449" y="51862"/>
                  <a:pt x="337249" y="51109"/>
                </a:cubicBezTo>
                <a:lnTo>
                  <a:pt x="337249" y="47627"/>
                </a:lnTo>
                <a:close/>
                <a:moveTo>
                  <a:pt x="535569" y="121420"/>
                </a:moveTo>
                <a:cubicBezTo>
                  <a:pt x="526721" y="128260"/>
                  <a:pt x="521168" y="132213"/>
                  <a:pt x="518909" y="133280"/>
                </a:cubicBezTo>
                <a:cubicBezTo>
                  <a:pt x="515521" y="134911"/>
                  <a:pt x="511912" y="135727"/>
                  <a:pt x="508085" y="135727"/>
                </a:cubicBezTo>
                <a:cubicBezTo>
                  <a:pt x="502124" y="135727"/>
                  <a:pt x="497213" y="133688"/>
                  <a:pt x="493354" y="129609"/>
                </a:cubicBezTo>
                <a:cubicBezTo>
                  <a:pt x="489495" y="125530"/>
                  <a:pt x="487566" y="120165"/>
                  <a:pt x="487566" y="113514"/>
                </a:cubicBezTo>
                <a:cubicBezTo>
                  <a:pt x="487566" y="109310"/>
                  <a:pt x="488507" y="105670"/>
                  <a:pt x="490389" y="102595"/>
                </a:cubicBezTo>
                <a:cubicBezTo>
                  <a:pt x="492962" y="98328"/>
                  <a:pt x="497433" y="94312"/>
                  <a:pt x="503802" y="90547"/>
                </a:cubicBezTo>
                <a:cubicBezTo>
                  <a:pt x="510171" y="86783"/>
                  <a:pt x="520760" y="82202"/>
                  <a:pt x="535569" y="76805"/>
                </a:cubicBezTo>
                <a:lnTo>
                  <a:pt x="535569" y="73417"/>
                </a:lnTo>
                <a:cubicBezTo>
                  <a:pt x="535569" y="64820"/>
                  <a:pt x="534204" y="58922"/>
                  <a:pt x="531475" y="55722"/>
                </a:cubicBezTo>
                <a:cubicBezTo>
                  <a:pt x="528745" y="52521"/>
                  <a:pt x="524776" y="50921"/>
                  <a:pt x="519568" y="50921"/>
                </a:cubicBezTo>
                <a:cubicBezTo>
                  <a:pt x="515615" y="50921"/>
                  <a:pt x="512477" y="51984"/>
                  <a:pt x="510155" y="54110"/>
                </a:cubicBezTo>
                <a:cubicBezTo>
                  <a:pt x="507771" y="56235"/>
                  <a:pt x="506579" y="58674"/>
                  <a:pt x="506579" y="61425"/>
                </a:cubicBezTo>
                <a:lnTo>
                  <a:pt x="506767" y="66863"/>
                </a:lnTo>
                <a:cubicBezTo>
                  <a:pt x="506767" y="69738"/>
                  <a:pt x="506030" y="71957"/>
                  <a:pt x="504555" y="73520"/>
                </a:cubicBezTo>
                <a:cubicBezTo>
                  <a:pt x="503080" y="75083"/>
                  <a:pt x="501151" y="75864"/>
                  <a:pt x="498766" y="75864"/>
                </a:cubicBezTo>
                <a:cubicBezTo>
                  <a:pt x="496445" y="75864"/>
                  <a:pt x="494547" y="75051"/>
                  <a:pt x="493072" y="73426"/>
                </a:cubicBezTo>
                <a:cubicBezTo>
                  <a:pt x="491597" y="71798"/>
                  <a:pt x="490860" y="69576"/>
                  <a:pt x="490860" y="66761"/>
                </a:cubicBezTo>
                <a:cubicBezTo>
                  <a:pt x="490860" y="61382"/>
                  <a:pt x="493621" y="56440"/>
                  <a:pt x="499143" y="51936"/>
                </a:cubicBezTo>
                <a:cubicBezTo>
                  <a:pt x="504665" y="47432"/>
                  <a:pt x="512414" y="45180"/>
                  <a:pt x="522392" y="45180"/>
                </a:cubicBezTo>
                <a:cubicBezTo>
                  <a:pt x="530047" y="45180"/>
                  <a:pt x="536322" y="46464"/>
                  <a:pt x="541216" y="49033"/>
                </a:cubicBezTo>
                <a:cubicBezTo>
                  <a:pt x="544919" y="50976"/>
                  <a:pt x="547648" y="54017"/>
                  <a:pt x="549405" y="58154"/>
                </a:cubicBezTo>
                <a:cubicBezTo>
                  <a:pt x="550535" y="60848"/>
                  <a:pt x="551099" y="66363"/>
                  <a:pt x="551099" y="74699"/>
                </a:cubicBezTo>
                <a:lnTo>
                  <a:pt x="551099" y="103937"/>
                </a:lnTo>
                <a:cubicBezTo>
                  <a:pt x="551099" y="112147"/>
                  <a:pt x="551256" y="117177"/>
                  <a:pt x="551570" y="119026"/>
                </a:cubicBezTo>
                <a:cubicBezTo>
                  <a:pt x="551884" y="120875"/>
                  <a:pt x="552402" y="122113"/>
                  <a:pt x="553123" y="122741"/>
                </a:cubicBezTo>
                <a:cubicBezTo>
                  <a:pt x="553845" y="123366"/>
                  <a:pt x="554676" y="123679"/>
                  <a:pt x="555617" y="123679"/>
                </a:cubicBezTo>
                <a:cubicBezTo>
                  <a:pt x="556621" y="123679"/>
                  <a:pt x="557500" y="123460"/>
                  <a:pt x="558253" y="123020"/>
                </a:cubicBezTo>
                <a:cubicBezTo>
                  <a:pt x="559571" y="122205"/>
                  <a:pt x="562112" y="119914"/>
                  <a:pt x="565877" y="116149"/>
                </a:cubicBezTo>
                <a:lnTo>
                  <a:pt x="565877" y="121420"/>
                </a:lnTo>
                <a:cubicBezTo>
                  <a:pt x="558849" y="130833"/>
                  <a:pt x="552135" y="135539"/>
                  <a:pt x="545734" y="135539"/>
                </a:cubicBezTo>
                <a:cubicBezTo>
                  <a:pt x="542660" y="135539"/>
                  <a:pt x="540212" y="134472"/>
                  <a:pt x="538393" y="132339"/>
                </a:cubicBezTo>
                <a:cubicBezTo>
                  <a:pt x="536573" y="130205"/>
                  <a:pt x="535632" y="126566"/>
                  <a:pt x="535569" y="121420"/>
                </a:cubicBezTo>
                <a:moveTo>
                  <a:pt x="535569" y="115249"/>
                </a:moveTo>
                <a:lnTo>
                  <a:pt x="535569" y="82547"/>
                </a:lnTo>
                <a:cubicBezTo>
                  <a:pt x="526094" y="86294"/>
                  <a:pt x="519976" y="88949"/>
                  <a:pt x="517215" y="90512"/>
                </a:cubicBezTo>
                <a:cubicBezTo>
                  <a:pt x="512258" y="93261"/>
                  <a:pt x="508712" y="96135"/>
                  <a:pt x="506579" y="99133"/>
                </a:cubicBezTo>
                <a:cubicBezTo>
                  <a:pt x="504445" y="102132"/>
                  <a:pt x="503379" y="105411"/>
                  <a:pt x="503379" y="108972"/>
                </a:cubicBezTo>
                <a:cubicBezTo>
                  <a:pt x="503379" y="113471"/>
                  <a:pt x="504728" y="117203"/>
                  <a:pt x="507426" y="120170"/>
                </a:cubicBezTo>
                <a:cubicBezTo>
                  <a:pt x="510124" y="123137"/>
                  <a:pt x="513230" y="124620"/>
                  <a:pt x="516744" y="124620"/>
                </a:cubicBezTo>
                <a:cubicBezTo>
                  <a:pt x="521513" y="124620"/>
                  <a:pt x="527788" y="121497"/>
                  <a:pt x="535569" y="115249"/>
                </a:cubicBezTo>
                <a:close/>
                <a:moveTo>
                  <a:pt x="595932" y="62593"/>
                </a:moveTo>
                <a:cubicBezTo>
                  <a:pt x="604278" y="50984"/>
                  <a:pt x="613282" y="45180"/>
                  <a:pt x="622945" y="45180"/>
                </a:cubicBezTo>
                <a:cubicBezTo>
                  <a:pt x="631793" y="45180"/>
                  <a:pt x="639511" y="48956"/>
                  <a:pt x="646100" y="56510"/>
                </a:cubicBezTo>
                <a:cubicBezTo>
                  <a:pt x="652689" y="64063"/>
                  <a:pt x="655983" y="74390"/>
                  <a:pt x="655983" y="87491"/>
                </a:cubicBezTo>
                <a:cubicBezTo>
                  <a:pt x="655983" y="102787"/>
                  <a:pt x="650900" y="115104"/>
                  <a:pt x="640735" y="124444"/>
                </a:cubicBezTo>
                <a:cubicBezTo>
                  <a:pt x="632013" y="132468"/>
                  <a:pt x="622287" y="136480"/>
                  <a:pt x="611556" y="136480"/>
                </a:cubicBezTo>
                <a:cubicBezTo>
                  <a:pt x="606536" y="136480"/>
                  <a:pt x="601438" y="135570"/>
                  <a:pt x="596261" y="133750"/>
                </a:cubicBezTo>
                <a:cubicBezTo>
                  <a:pt x="591084" y="131931"/>
                  <a:pt x="585798" y="129201"/>
                  <a:pt x="580401" y="125562"/>
                </a:cubicBezTo>
                <a:lnTo>
                  <a:pt x="580401" y="36238"/>
                </a:lnTo>
                <a:cubicBezTo>
                  <a:pt x="580401" y="26449"/>
                  <a:pt x="580166" y="20425"/>
                  <a:pt x="579695" y="18166"/>
                </a:cubicBezTo>
                <a:cubicBezTo>
                  <a:pt x="579225" y="15907"/>
                  <a:pt x="578487" y="14370"/>
                  <a:pt x="577483" y="13554"/>
                </a:cubicBezTo>
                <a:cubicBezTo>
                  <a:pt x="576480" y="12738"/>
                  <a:pt x="575225" y="12330"/>
                  <a:pt x="573719" y="12330"/>
                </a:cubicBezTo>
                <a:cubicBezTo>
                  <a:pt x="571962" y="12330"/>
                  <a:pt x="569765" y="12832"/>
                  <a:pt x="567130" y="13836"/>
                </a:cubicBezTo>
                <a:lnTo>
                  <a:pt x="565812" y="10542"/>
                </a:lnTo>
                <a:lnTo>
                  <a:pt x="591696" y="0"/>
                </a:lnTo>
                <a:lnTo>
                  <a:pt x="595932" y="0"/>
                </a:lnTo>
                <a:lnTo>
                  <a:pt x="595932" y="62593"/>
                </a:lnTo>
                <a:moveTo>
                  <a:pt x="595932" y="68590"/>
                </a:moveTo>
                <a:lnTo>
                  <a:pt x="595932" y="120035"/>
                </a:lnTo>
                <a:cubicBezTo>
                  <a:pt x="599132" y="123162"/>
                  <a:pt x="602442" y="125524"/>
                  <a:pt x="605862" y="127121"/>
                </a:cubicBezTo>
                <a:cubicBezTo>
                  <a:pt x="609282" y="128717"/>
                  <a:pt x="612780" y="129515"/>
                  <a:pt x="616357" y="129515"/>
                </a:cubicBezTo>
                <a:cubicBezTo>
                  <a:pt x="622067" y="129515"/>
                  <a:pt x="627385" y="126386"/>
                  <a:pt x="632311" y="120129"/>
                </a:cubicBezTo>
                <a:cubicBezTo>
                  <a:pt x="637237" y="113870"/>
                  <a:pt x="639700" y="104763"/>
                  <a:pt x="639700" y="92809"/>
                </a:cubicBezTo>
                <a:cubicBezTo>
                  <a:pt x="639700" y="81795"/>
                  <a:pt x="637237" y="73331"/>
                  <a:pt x="632311" y="67416"/>
                </a:cubicBezTo>
                <a:cubicBezTo>
                  <a:pt x="627385" y="61502"/>
                  <a:pt x="621785" y="58545"/>
                  <a:pt x="615510" y="58545"/>
                </a:cubicBezTo>
                <a:cubicBezTo>
                  <a:pt x="612184" y="58545"/>
                  <a:pt x="608858" y="59390"/>
                  <a:pt x="605533" y="61081"/>
                </a:cubicBezTo>
                <a:cubicBezTo>
                  <a:pt x="603023" y="62332"/>
                  <a:pt x="599822" y="64835"/>
                  <a:pt x="595932" y="68590"/>
                </a:cubicBezTo>
                <a:close/>
                <a:moveTo>
                  <a:pt x="710857" y="45180"/>
                </a:moveTo>
                <a:cubicBezTo>
                  <a:pt x="723909" y="45180"/>
                  <a:pt x="734388" y="50132"/>
                  <a:pt x="742295" y="60037"/>
                </a:cubicBezTo>
                <a:cubicBezTo>
                  <a:pt x="749009" y="68498"/>
                  <a:pt x="752366" y="78214"/>
                  <a:pt x="752366" y="89186"/>
                </a:cubicBezTo>
                <a:cubicBezTo>
                  <a:pt x="752366" y="96896"/>
                  <a:pt x="750515" y="104700"/>
                  <a:pt x="746813" y="112599"/>
                </a:cubicBezTo>
                <a:cubicBezTo>
                  <a:pt x="743110" y="120496"/>
                  <a:pt x="738012" y="126450"/>
                  <a:pt x="731517" y="130462"/>
                </a:cubicBezTo>
                <a:cubicBezTo>
                  <a:pt x="725023" y="134474"/>
                  <a:pt x="717791" y="136480"/>
                  <a:pt x="709822" y="136480"/>
                </a:cubicBezTo>
                <a:cubicBezTo>
                  <a:pt x="696833" y="136480"/>
                  <a:pt x="686510" y="131308"/>
                  <a:pt x="678855" y="120964"/>
                </a:cubicBezTo>
                <a:cubicBezTo>
                  <a:pt x="672392" y="112252"/>
                  <a:pt x="669160" y="102474"/>
                  <a:pt x="669160" y="91630"/>
                </a:cubicBezTo>
                <a:cubicBezTo>
                  <a:pt x="669160" y="83731"/>
                  <a:pt x="671121" y="75880"/>
                  <a:pt x="675043" y="68075"/>
                </a:cubicBezTo>
                <a:cubicBezTo>
                  <a:pt x="678965" y="60271"/>
                  <a:pt x="684126" y="54504"/>
                  <a:pt x="690526" y="50774"/>
                </a:cubicBezTo>
                <a:cubicBezTo>
                  <a:pt x="696927" y="47044"/>
                  <a:pt x="703704" y="45180"/>
                  <a:pt x="710857" y="45180"/>
                </a:cubicBezTo>
                <a:moveTo>
                  <a:pt x="707939" y="51392"/>
                </a:moveTo>
                <a:cubicBezTo>
                  <a:pt x="704614" y="51392"/>
                  <a:pt x="701272" y="52379"/>
                  <a:pt x="697915" y="54354"/>
                </a:cubicBezTo>
                <a:cubicBezTo>
                  <a:pt x="694558" y="56328"/>
                  <a:pt x="691844" y="59791"/>
                  <a:pt x="689773" y="64743"/>
                </a:cubicBezTo>
                <a:cubicBezTo>
                  <a:pt x="687703" y="69694"/>
                  <a:pt x="686667" y="76055"/>
                  <a:pt x="686667" y="83826"/>
                </a:cubicBezTo>
                <a:cubicBezTo>
                  <a:pt x="686667" y="96361"/>
                  <a:pt x="689162" y="107172"/>
                  <a:pt x="694150" y="116261"/>
                </a:cubicBezTo>
                <a:cubicBezTo>
                  <a:pt x="699139" y="125348"/>
                  <a:pt x="705712" y="129891"/>
                  <a:pt x="713869" y="129891"/>
                </a:cubicBezTo>
                <a:cubicBezTo>
                  <a:pt x="719956" y="129891"/>
                  <a:pt x="724976" y="127384"/>
                  <a:pt x="728929" y="122370"/>
                </a:cubicBezTo>
                <a:cubicBezTo>
                  <a:pt x="732882" y="117356"/>
                  <a:pt x="734859" y="108739"/>
                  <a:pt x="734859" y="96518"/>
                </a:cubicBezTo>
                <a:cubicBezTo>
                  <a:pt x="734859" y="81225"/>
                  <a:pt x="731565" y="69191"/>
                  <a:pt x="724976" y="60416"/>
                </a:cubicBezTo>
                <a:cubicBezTo>
                  <a:pt x="720521" y="54400"/>
                  <a:pt x="714842" y="51392"/>
                  <a:pt x="707939" y="51392"/>
                </a:cubicBezTo>
                <a:close/>
                <a:moveTo>
                  <a:pt x="840654" y="47627"/>
                </a:moveTo>
                <a:lnTo>
                  <a:pt x="840654" y="99866"/>
                </a:lnTo>
                <a:cubicBezTo>
                  <a:pt x="840654" y="109843"/>
                  <a:pt x="840890" y="115945"/>
                  <a:pt x="841360" y="118173"/>
                </a:cubicBezTo>
                <a:cubicBezTo>
                  <a:pt x="841831" y="120401"/>
                  <a:pt x="842584" y="121954"/>
                  <a:pt x="843619" y="122832"/>
                </a:cubicBezTo>
                <a:cubicBezTo>
                  <a:pt x="844655" y="123711"/>
                  <a:pt x="845863" y="124150"/>
                  <a:pt x="847243" y="124150"/>
                </a:cubicBezTo>
                <a:cubicBezTo>
                  <a:pt x="849188" y="124150"/>
                  <a:pt x="851385" y="123616"/>
                  <a:pt x="853832" y="122550"/>
                </a:cubicBezTo>
                <a:lnTo>
                  <a:pt x="855150" y="125844"/>
                </a:lnTo>
                <a:lnTo>
                  <a:pt x="829360" y="136480"/>
                </a:lnTo>
                <a:lnTo>
                  <a:pt x="825124" y="136480"/>
                </a:lnTo>
                <a:lnTo>
                  <a:pt x="825124" y="118220"/>
                </a:lnTo>
                <a:cubicBezTo>
                  <a:pt x="817720" y="126252"/>
                  <a:pt x="812072" y="131303"/>
                  <a:pt x="808182" y="133374"/>
                </a:cubicBezTo>
                <a:cubicBezTo>
                  <a:pt x="804291" y="135445"/>
                  <a:pt x="800181" y="136480"/>
                  <a:pt x="795851" y="136480"/>
                </a:cubicBezTo>
                <a:cubicBezTo>
                  <a:pt x="791020" y="136480"/>
                  <a:pt x="786831" y="135084"/>
                  <a:pt x="783286" y="132292"/>
                </a:cubicBezTo>
                <a:cubicBezTo>
                  <a:pt x="779740" y="129499"/>
                  <a:pt x="777278" y="125907"/>
                  <a:pt x="775897" y="121514"/>
                </a:cubicBezTo>
                <a:cubicBezTo>
                  <a:pt x="774517" y="117122"/>
                  <a:pt x="773826" y="110910"/>
                  <a:pt x="773826" y="102878"/>
                </a:cubicBezTo>
                <a:lnTo>
                  <a:pt x="773826" y="64381"/>
                </a:lnTo>
                <a:cubicBezTo>
                  <a:pt x="773826" y="60302"/>
                  <a:pt x="773387" y="57479"/>
                  <a:pt x="772509" y="55910"/>
                </a:cubicBezTo>
                <a:cubicBezTo>
                  <a:pt x="771630" y="54341"/>
                  <a:pt x="770328" y="53133"/>
                  <a:pt x="768602" y="52286"/>
                </a:cubicBezTo>
                <a:cubicBezTo>
                  <a:pt x="766877" y="51439"/>
                  <a:pt x="763755" y="51047"/>
                  <a:pt x="759237" y="51109"/>
                </a:cubicBezTo>
                <a:lnTo>
                  <a:pt x="759237" y="47627"/>
                </a:lnTo>
                <a:lnTo>
                  <a:pt x="789451" y="47627"/>
                </a:lnTo>
                <a:lnTo>
                  <a:pt x="789451" y="105184"/>
                </a:lnTo>
                <a:cubicBezTo>
                  <a:pt x="789451" y="113196"/>
                  <a:pt x="790847" y="118454"/>
                  <a:pt x="793639" y="120958"/>
                </a:cubicBezTo>
                <a:cubicBezTo>
                  <a:pt x="796432" y="123463"/>
                  <a:pt x="799805" y="124715"/>
                  <a:pt x="803758" y="124715"/>
                </a:cubicBezTo>
                <a:cubicBezTo>
                  <a:pt x="806456" y="124715"/>
                  <a:pt x="809515" y="123869"/>
                  <a:pt x="812935" y="122179"/>
                </a:cubicBezTo>
                <a:cubicBezTo>
                  <a:pt x="816355" y="120489"/>
                  <a:pt x="820418" y="117266"/>
                  <a:pt x="825124" y="112511"/>
                </a:cubicBezTo>
                <a:lnTo>
                  <a:pt x="825124" y="63784"/>
                </a:lnTo>
                <a:cubicBezTo>
                  <a:pt x="825124" y="58901"/>
                  <a:pt x="824230" y="55600"/>
                  <a:pt x="822441" y="53880"/>
                </a:cubicBezTo>
                <a:cubicBezTo>
                  <a:pt x="820653" y="52159"/>
                  <a:pt x="816935" y="51235"/>
                  <a:pt x="811288" y="51109"/>
                </a:cubicBezTo>
                <a:lnTo>
                  <a:pt x="811288" y="47627"/>
                </a:lnTo>
                <a:lnTo>
                  <a:pt x="840654" y="47627"/>
                </a:lnTo>
                <a:close/>
                <a:moveTo>
                  <a:pt x="886493" y="19201"/>
                </a:moveTo>
                <a:lnTo>
                  <a:pt x="886493" y="47627"/>
                </a:lnTo>
                <a:lnTo>
                  <a:pt x="906635" y="47627"/>
                </a:lnTo>
                <a:lnTo>
                  <a:pt x="906635" y="54216"/>
                </a:lnTo>
                <a:lnTo>
                  <a:pt x="886493" y="54216"/>
                </a:lnTo>
                <a:lnTo>
                  <a:pt x="886493" y="110049"/>
                </a:lnTo>
                <a:cubicBezTo>
                  <a:pt x="886493" y="115628"/>
                  <a:pt x="887293" y="119389"/>
                  <a:pt x="888893" y="121332"/>
                </a:cubicBezTo>
                <a:cubicBezTo>
                  <a:pt x="890493" y="123273"/>
                  <a:pt x="892548" y="124244"/>
                  <a:pt x="895058" y="124244"/>
                </a:cubicBezTo>
                <a:cubicBezTo>
                  <a:pt x="897129" y="124244"/>
                  <a:pt x="899137" y="123601"/>
                  <a:pt x="901082" y="122314"/>
                </a:cubicBezTo>
                <a:cubicBezTo>
                  <a:pt x="903027" y="121028"/>
                  <a:pt x="904533" y="119130"/>
                  <a:pt x="905600" y="116620"/>
                </a:cubicBezTo>
                <a:lnTo>
                  <a:pt x="909271" y="116620"/>
                </a:lnTo>
                <a:cubicBezTo>
                  <a:pt x="907075" y="122787"/>
                  <a:pt x="903968" y="127451"/>
                  <a:pt x="899952" y="130612"/>
                </a:cubicBezTo>
                <a:cubicBezTo>
                  <a:pt x="895936" y="133771"/>
                  <a:pt x="891795" y="135351"/>
                  <a:pt x="887528" y="135351"/>
                </a:cubicBezTo>
                <a:cubicBezTo>
                  <a:pt x="884642" y="135351"/>
                  <a:pt x="881818" y="134550"/>
                  <a:pt x="879057" y="132947"/>
                </a:cubicBezTo>
                <a:cubicBezTo>
                  <a:pt x="876296" y="131345"/>
                  <a:pt x="874257" y="129053"/>
                  <a:pt x="872939" y="126071"/>
                </a:cubicBezTo>
                <a:cubicBezTo>
                  <a:pt x="871621" y="123086"/>
                  <a:pt x="870962" y="118484"/>
                  <a:pt x="870962" y="112264"/>
                </a:cubicBezTo>
                <a:lnTo>
                  <a:pt x="870962" y="54216"/>
                </a:lnTo>
                <a:lnTo>
                  <a:pt x="857314" y="54216"/>
                </a:lnTo>
                <a:lnTo>
                  <a:pt x="857314" y="51109"/>
                </a:lnTo>
                <a:cubicBezTo>
                  <a:pt x="860765" y="49725"/>
                  <a:pt x="864295" y="47381"/>
                  <a:pt x="867903" y="44077"/>
                </a:cubicBezTo>
                <a:cubicBezTo>
                  <a:pt x="871511" y="40772"/>
                  <a:pt x="874727" y="36855"/>
                  <a:pt x="877551" y="32323"/>
                </a:cubicBezTo>
                <a:cubicBezTo>
                  <a:pt x="878994" y="29932"/>
                  <a:pt x="881002" y="25559"/>
                  <a:pt x="883575" y="19201"/>
                </a:cubicBezTo>
                <a:lnTo>
                  <a:pt x="886493" y="19201"/>
                </a:lnTo>
                <a:close/>
                <a:moveTo>
                  <a:pt x="1036465" y="101089"/>
                </a:moveTo>
                <a:cubicBezTo>
                  <a:pt x="1034144" y="112447"/>
                  <a:pt x="1029594" y="121185"/>
                  <a:pt x="1022817" y="127303"/>
                </a:cubicBezTo>
                <a:cubicBezTo>
                  <a:pt x="1016040" y="133421"/>
                  <a:pt x="1008542" y="136480"/>
                  <a:pt x="1000322" y="136480"/>
                </a:cubicBezTo>
                <a:cubicBezTo>
                  <a:pt x="990533" y="136480"/>
                  <a:pt x="981999" y="132375"/>
                  <a:pt x="974720" y="124165"/>
                </a:cubicBezTo>
                <a:cubicBezTo>
                  <a:pt x="967441" y="115952"/>
                  <a:pt x="963801" y="104856"/>
                  <a:pt x="963801" y="90877"/>
                </a:cubicBezTo>
                <a:cubicBezTo>
                  <a:pt x="963801" y="77337"/>
                  <a:pt x="967833" y="66336"/>
                  <a:pt x="975896" y="57875"/>
                </a:cubicBezTo>
                <a:cubicBezTo>
                  <a:pt x="983960" y="49411"/>
                  <a:pt x="993639" y="45180"/>
                  <a:pt x="1004934" y="45180"/>
                </a:cubicBezTo>
                <a:cubicBezTo>
                  <a:pt x="1013405" y="45180"/>
                  <a:pt x="1020370" y="47416"/>
                  <a:pt x="1025829" y="51889"/>
                </a:cubicBezTo>
                <a:cubicBezTo>
                  <a:pt x="1031288" y="56360"/>
                  <a:pt x="1034018" y="61003"/>
                  <a:pt x="1034018" y="65819"/>
                </a:cubicBezTo>
                <a:cubicBezTo>
                  <a:pt x="1034018" y="68196"/>
                  <a:pt x="1033249" y="70120"/>
                  <a:pt x="1031712" y="71590"/>
                </a:cubicBezTo>
                <a:cubicBezTo>
                  <a:pt x="1030175" y="73059"/>
                  <a:pt x="1028025" y="73793"/>
                  <a:pt x="1025265" y="73793"/>
                </a:cubicBezTo>
                <a:cubicBezTo>
                  <a:pt x="1021562" y="73793"/>
                  <a:pt x="1018770" y="72601"/>
                  <a:pt x="1016887" y="70217"/>
                </a:cubicBezTo>
                <a:cubicBezTo>
                  <a:pt x="1015821" y="68899"/>
                  <a:pt x="1015115" y="66389"/>
                  <a:pt x="1014770" y="62687"/>
                </a:cubicBezTo>
                <a:cubicBezTo>
                  <a:pt x="1014425" y="58985"/>
                  <a:pt x="1013154" y="56161"/>
                  <a:pt x="1010958" y="54216"/>
                </a:cubicBezTo>
                <a:cubicBezTo>
                  <a:pt x="1008761" y="52333"/>
                  <a:pt x="1005718" y="51392"/>
                  <a:pt x="1001828" y="51392"/>
                </a:cubicBezTo>
                <a:cubicBezTo>
                  <a:pt x="995553" y="51392"/>
                  <a:pt x="990501" y="53714"/>
                  <a:pt x="986674" y="58357"/>
                </a:cubicBezTo>
                <a:cubicBezTo>
                  <a:pt x="981591" y="64506"/>
                  <a:pt x="979050" y="72633"/>
                  <a:pt x="979050" y="82735"/>
                </a:cubicBezTo>
                <a:cubicBezTo>
                  <a:pt x="979050" y="93026"/>
                  <a:pt x="981575" y="102109"/>
                  <a:pt x="986627" y="109984"/>
                </a:cubicBezTo>
                <a:cubicBezTo>
                  <a:pt x="991678" y="117859"/>
                  <a:pt x="998502" y="121797"/>
                  <a:pt x="1007099" y="121797"/>
                </a:cubicBezTo>
                <a:cubicBezTo>
                  <a:pt x="1013248" y="121797"/>
                  <a:pt x="1018770" y="119695"/>
                  <a:pt x="1023664" y="115490"/>
                </a:cubicBezTo>
                <a:cubicBezTo>
                  <a:pt x="1027116" y="112604"/>
                  <a:pt x="1030473" y="107364"/>
                  <a:pt x="1033736" y="99772"/>
                </a:cubicBezTo>
                <a:lnTo>
                  <a:pt x="1036465" y="101089"/>
                </a:lnTo>
                <a:close/>
                <a:moveTo>
                  <a:pt x="1090992" y="45180"/>
                </a:moveTo>
                <a:cubicBezTo>
                  <a:pt x="1104044" y="45180"/>
                  <a:pt x="1114523" y="50132"/>
                  <a:pt x="1122430" y="60037"/>
                </a:cubicBezTo>
                <a:cubicBezTo>
                  <a:pt x="1129144" y="68498"/>
                  <a:pt x="1132501" y="78214"/>
                  <a:pt x="1132501" y="89186"/>
                </a:cubicBezTo>
                <a:cubicBezTo>
                  <a:pt x="1132501" y="96896"/>
                  <a:pt x="1130650" y="104700"/>
                  <a:pt x="1126948" y="112599"/>
                </a:cubicBezTo>
                <a:cubicBezTo>
                  <a:pt x="1123246" y="120496"/>
                  <a:pt x="1118147" y="126450"/>
                  <a:pt x="1111653" y="130462"/>
                </a:cubicBezTo>
                <a:cubicBezTo>
                  <a:pt x="1105158" y="134474"/>
                  <a:pt x="1097926" y="136480"/>
                  <a:pt x="1089957" y="136480"/>
                </a:cubicBezTo>
                <a:cubicBezTo>
                  <a:pt x="1076968" y="136480"/>
                  <a:pt x="1066646" y="131308"/>
                  <a:pt x="1058990" y="120964"/>
                </a:cubicBezTo>
                <a:cubicBezTo>
                  <a:pt x="1052527" y="112252"/>
                  <a:pt x="1049295" y="102474"/>
                  <a:pt x="1049295" y="91630"/>
                </a:cubicBezTo>
                <a:cubicBezTo>
                  <a:pt x="1049295" y="83731"/>
                  <a:pt x="1051256" y="75880"/>
                  <a:pt x="1055178" y="68075"/>
                </a:cubicBezTo>
                <a:cubicBezTo>
                  <a:pt x="1059100" y="60271"/>
                  <a:pt x="1064261" y="54504"/>
                  <a:pt x="1070662" y="50774"/>
                </a:cubicBezTo>
                <a:cubicBezTo>
                  <a:pt x="1077062" y="47044"/>
                  <a:pt x="1083839" y="45180"/>
                  <a:pt x="1090992" y="45180"/>
                </a:cubicBezTo>
                <a:moveTo>
                  <a:pt x="1088075" y="51392"/>
                </a:moveTo>
                <a:cubicBezTo>
                  <a:pt x="1084749" y="51392"/>
                  <a:pt x="1081407" y="52379"/>
                  <a:pt x="1078050" y="54354"/>
                </a:cubicBezTo>
                <a:cubicBezTo>
                  <a:pt x="1074693" y="56328"/>
                  <a:pt x="1071979" y="59791"/>
                  <a:pt x="1069909" y="64743"/>
                </a:cubicBezTo>
                <a:cubicBezTo>
                  <a:pt x="1067838" y="69694"/>
                  <a:pt x="1066803" y="76055"/>
                  <a:pt x="1066803" y="83826"/>
                </a:cubicBezTo>
                <a:cubicBezTo>
                  <a:pt x="1066803" y="96361"/>
                  <a:pt x="1069297" y="107172"/>
                  <a:pt x="1074285" y="116261"/>
                </a:cubicBezTo>
                <a:cubicBezTo>
                  <a:pt x="1079274" y="125348"/>
                  <a:pt x="1085847" y="129891"/>
                  <a:pt x="1094004" y="129891"/>
                </a:cubicBezTo>
                <a:cubicBezTo>
                  <a:pt x="1100091" y="129891"/>
                  <a:pt x="1105111" y="127384"/>
                  <a:pt x="1109064" y="122370"/>
                </a:cubicBezTo>
                <a:cubicBezTo>
                  <a:pt x="1113017" y="117356"/>
                  <a:pt x="1114994" y="108739"/>
                  <a:pt x="1114994" y="96518"/>
                </a:cubicBezTo>
                <a:cubicBezTo>
                  <a:pt x="1114994" y="81225"/>
                  <a:pt x="1111700" y="69191"/>
                  <a:pt x="1105111" y="60416"/>
                </a:cubicBezTo>
                <a:cubicBezTo>
                  <a:pt x="1100656" y="54400"/>
                  <a:pt x="1094977" y="51392"/>
                  <a:pt x="1088075" y="51392"/>
                </a:cubicBezTo>
                <a:close/>
                <a:moveTo>
                  <a:pt x="1170810" y="63534"/>
                </a:moveTo>
                <a:cubicBezTo>
                  <a:pt x="1177085" y="57259"/>
                  <a:pt x="1180787" y="53651"/>
                  <a:pt x="1181916" y="52710"/>
                </a:cubicBezTo>
                <a:cubicBezTo>
                  <a:pt x="1184740" y="50325"/>
                  <a:pt x="1187783" y="48474"/>
                  <a:pt x="1191046" y="47156"/>
                </a:cubicBezTo>
                <a:cubicBezTo>
                  <a:pt x="1194309" y="45838"/>
                  <a:pt x="1197541" y="45180"/>
                  <a:pt x="1200741" y="45180"/>
                </a:cubicBezTo>
                <a:cubicBezTo>
                  <a:pt x="1206138" y="45180"/>
                  <a:pt x="1210781" y="46748"/>
                  <a:pt x="1214672" y="49886"/>
                </a:cubicBezTo>
                <a:cubicBezTo>
                  <a:pt x="1218562" y="53023"/>
                  <a:pt x="1221166" y="57573"/>
                  <a:pt x="1222484" y="63534"/>
                </a:cubicBezTo>
                <a:cubicBezTo>
                  <a:pt x="1228947" y="56004"/>
                  <a:pt x="1234406" y="51062"/>
                  <a:pt x="1238862" y="48709"/>
                </a:cubicBezTo>
                <a:cubicBezTo>
                  <a:pt x="1243317" y="46356"/>
                  <a:pt x="1247897" y="45180"/>
                  <a:pt x="1252604" y="45180"/>
                </a:cubicBezTo>
                <a:cubicBezTo>
                  <a:pt x="1257184" y="45180"/>
                  <a:pt x="1261247" y="46354"/>
                  <a:pt x="1264793" y="48703"/>
                </a:cubicBezTo>
                <a:cubicBezTo>
                  <a:pt x="1268338" y="51051"/>
                  <a:pt x="1271146" y="54885"/>
                  <a:pt x="1273217" y="60207"/>
                </a:cubicBezTo>
                <a:cubicBezTo>
                  <a:pt x="1274597" y="63839"/>
                  <a:pt x="1275288" y="69536"/>
                  <a:pt x="1275288" y="77299"/>
                </a:cubicBezTo>
                <a:lnTo>
                  <a:pt x="1275288" y="114302"/>
                </a:lnTo>
                <a:cubicBezTo>
                  <a:pt x="1275288" y="119687"/>
                  <a:pt x="1275695" y="123381"/>
                  <a:pt x="1276511" y="125385"/>
                </a:cubicBezTo>
                <a:cubicBezTo>
                  <a:pt x="1277139" y="126762"/>
                  <a:pt x="1278300" y="127935"/>
                  <a:pt x="1279994" y="128906"/>
                </a:cubicBezTo>
                <a:cubicBezTo>
                  <a:pt x="1281688" y="129877"/>
                  <a:pt x="1284449" y="130362"/>
                  <a:pt x="1288277" y="130362"/>
                </a:cubicBezTo>
                <a:lnTo>
                  <a:pt x="1288277" y="133845"/>
                </a:lnTo>
                <a:lnTo>
                  <a:pt x="1245733" y="133845"/>
                </a:lnTo>
                <a:lnTo>
                  <a:pt x="1245733" y="130362"/>
                </a:lnTo>
                <a:lnTo>
                  <a:pt x="1247521" y="130362"/>
                </a:lnTo>
                <a:cubicBezTo>
                  <a:pt x="1251223" y="130362"/>
                  <a:pt x="1254110" y="129644"/>
                  <a:pt x="1256180" y="128209"/>
                </a:cubicBezTo>
                <a:cubicBezTo>
                  <a:pt x="1257624" y="127209"/>
                  <a:pt x="1258659" y="125617"/>
                  <a:pt x="1259287" y="123432"/>
                </a:cubicBezTo>
                <a:cubicBezTo>
                  <a:pt x="1259538" y="122371"/>
                  <a:pt x="1259663" y="119344"/>
                  <a:pt x="1259663" y="114349"/>
                </a:cubicBezTo>
                <a:lnTo>
                  <a:pt x="1259663" y="77452"/>
                </a:lnTo>
                <a:cubicBezTo>
                  <a:pt x="1259663" y="70460"/>
                  <a:pt x="1258816" y="65528"/>
                  <a:pt x="1257122" y="62657"/>
                </a:cubicBezTo>
                <a:cubicBezTo>
                  <a:pt x="1254674" y="58661"/>
                  <a:pt x="1250753" y="56663"/>
                  <a:pt x="1245356" y="56663"/>
                </a:cubicBezTo>
                <a:cubicBezTo>
                  <a:pt x="1242030" y="56663"/>
                  <a:pt x="1238689" y="57490"/>
                  <a:pt x="1235332" y="59145"/>
                </a:cubicBezTo>
                <a:cubicBezTo>
                  <a:pt x="1231975" y="60798"/>
                  <a:pt x="1227912" y="63873"/>
                  <a:pt x="1223143" y="68369"/>
                </a:cubicBezTo>
                <a:lnTo>
                  <a:pt x="1222955" y="69399"/>
                </a:lnTo>
                <a:lnTo>
                  <a:pt x="1223143" y="73426"/>
                </a:lnTo>
                <a:lnTo>
                  <a:pt x="1223143" y="114349"/>
                </a:lnTo>
                <a:cubicBezTo>
                  <a:pt x="1223143" y="120218"/>
                  <a:pt x="1223472" y="123870"/>
                  <a:pt x="1224131" y="125306"/>
                </a:cubicBezTo>
                <a:cubicBezTo>
                  <a:pt x="1224790" y="126741"/>
                  <a:pt x="1226029" y="127943"/>
                  <a:pt x="1227849" y="128912"/>
                </a:cubicBezTo>
                <a:cubicBezTo>
                  <a:pt x="1229669" y="129879"/>
                  <a:pt x="1232775" y="130362"/>
                  <a:pt x="1237167" y="130362"/>
                </a:cubicBezTo>
                <a:lnTo>
                  <a:pt x="1237167" y="133845"/>
                </a:lnTo>
                <a:lnTo>
                  <a:pt x="1193588" y="133845"/>
                </a:lnTo>
                <a:lnTo>
                  <a:pt x="1193588" y="130362"/>
                </a:lnTo>
                <a:cubicBezTo>
                  <a:pt x="1198357" y="130362"/>
                  <a:pt x="1201635" y="129800"/>
                  <a:pt x="1203424" y="128677"/>
                </a:cubicBezTo>
                <a:cubicBezTo>
                  <a:pt x="1205212" y="127553"/>
                  <a:pt x="1206451" y="125868"/>
                  <a:pt x="1207142" y="123620"/>
                </a:cubicBezTo>
                <a:cubicBezTo>
                  <a:pt x="1207455" y="122558"/>
                  <a:pt x="1207612" y="119467"/>
                  <a:pt x="1207612" y="114349"/>
                </a:cubicBezTo>
                <a:lnTo>
                  <a:pt x="1207612" y="77452"/>
                </a:lnTo>
                <a:cubicBezTo>
                  <a:pt x="1207612" y="70460"/>
                  <a:pt x="1206577" y="65434"/>
                  <a:pt x="1204506" y="62375"/>
                </a:cubicBezTo>
                <a:cubicBezTo>
                  <a:pt x="1201745" y="58379"/>
                  <a:pt x="1197886" y="56380"/>
                  <a:pt x="1192929" y="56380"/>
                </a:cubicBezTo>
                <a:cubicBezTo>
                  <a:pt x="1189540" y="56380"/>
                  <a:pt x="1186183" y="57285"/>
                  <a:pt x="1182858" y="59095"/>
                </a:cubicBezTo>
                <a:cubicBezTo>
                  <a:pt x="1177649" y="61843"/>
                  <a:pt x="1173633" y="64933"/>
                  <a:pt x="1170810" y="68367"/>
                </a:cubicBezTo>
                <a:lnTo>
                  <a:pt x="1170810" y="114349"/>
                </a:lnTo>
                <a:cubicBezTo>
                  <a:pt x="1170810" y="119967"/>
                  <a:pt x="1171202" y="123619"/>
                  <a:pt x="1171986" y="125306"/>
                </a:cubicBezTo>
                <a:cubicBezTo>
                  <a:pt x="1172771" y="126990"/>
                  <a:pt x="1173932" y="128254"/>
                  <a:pt x="1175469" y="129097"/>
                </a:cubicBezTo>
                <a:cubicBezTo>
                  <a:pt x="1177006" y="129940"/>
                  <a:pt x="1180128" y="130362"/>
                  <a:pt x="1184834" y="130362"/>
                </a:cubicBezTo>
                <a:lnTo>
                  <a:pt x="1184834" y="133845"/>
                </a:lnTo>
                <a:lnTo>
                  <a:pt x="1142196" y="133845"/>
                </a:lnTo>
                <a:lnTo>
                  <a:pt x="1142196" y="130362"/>
                </a:lnTo>
                <a:cubicBezTo>
                  <a:pt x="1146149" y="130362"/>
                  <a:pt x="1148910" y="129939"/>
                  <a:pt x="1150479" y="129094"/>
                </a:cubicBezTo>
                <a:cubicBezTo>
                  <a:pt x="1152048" y="128249"/>
                  <a:pt x="1153240" y="126903"/>
                  <a:pt x="1154056" y="125056"/>
                </a:cubicBezTo>
                <a:cubicBezTo>
                  <a:pt x="1154871" y="123209"/>
                  <a:pt x="1155279" y="119624"/>
                  <a:pt x="1155279" y="114302"/>
                </a:cubicBezTo>
                <a:lnTo>
                  <a:pt x="1155279" y="81432"/>
                </a:lnTo>
                <a:cubicBezTo>
                  <a:pt x="1155279" y="71977"/>
                  <a:pt x="1154997" y="65872"/>
                  <a:pt x="1154432" y="63119"/>
                </a:cubicBezTo>
                <a:cubicBezTo>
                  <a:pt x="1153993" y="61052"/>
                  <a:pt x="1153303" y="59628"/>
                  <a:pt x="1152361" y="58845"/>
                </a:cubicBezTo>
                <a:cubicBezTo>
                  <a:pt x="1151420" y="58063"/>
                  <a:pt x="1150134" y="57672"/>
                  <a:pt x="1148502" y="57672"/>
                </a:cubicBezTo>
                <a:cubicBezTo>
                  <a:pt x="1146745" y="57672"/>
                  <a:pt x="1144643" y="58141"/>
                  <a:pt x="1142196" y="59081"/>
                </a:cubicBezTo>
                <a:lnTo>
                  <a:pt x="1140784" y="55698"/>
                </a:lnTo>
                <a:lnTo>
                  <a:pt x="1166762" y="45180"/>
                </a:lnTo>
                <a:lnTo>
                  <a:pt x="1170810" y="45180"/>
                </a:lnTo>
                <a:lnTo>
                  <a:pt x="1170810" y="63534"/>
                </a:lnTo>
                <a:close/>
                <a:moveTo>
                  <a:pt x="1320782" y="63534"/>
                </a:moveTo>
                <a:cubicBezTo>
                  <a:pt x="1327057" y="57259"/>
                  <a:pt x="1330759" y="53651"/>
                  <a:pt x="1331889" y="52710"/>
                </a:cubicBezTo>
                <a:cubicBezTo>
                  <a:pt x="1334713" y="50325"/>
                  <a:pt x="1337756" y="48474"/>
                  <a:pt x="1341019" y="47156"/>
                </a:cubicBezTo>
                <a:cubicBezTo>
                  <a:pt x="1344282" y="45838"/>
                  <a:pt x="1347513" y="45180"/>
                  <a:pt x="1350714" y="45180"/>
                </a:cubicBezTo>
                <a:cubicBezTo>
                  <a:pt x="1356110" y="45180"/>
                  <a:pt x="1360754" y="46748"/>
                  <a:pt x="1364644" y="49886"/>
                </a:cubicBezTo>
                <a:cubicBezTo>
                  <a:pt x="1368535" y="53023"/>
                  <a:pt x="1371139" y="57573"/>
                  <a:pt x="1372456" y="63534"/>
                </a:cubicBezTo>
                <a:cubicBezTo>
                  <a:pt x="1378920" y="56004"/>
                  <a:pt x="1384379" y="51062"/>
                  <a:pt x="1388834" y="48709"/>
                </a:cubicBezTo>
                <a:cubicBezTo>
                  <a:pt x="1393289" y="46356"/>
                  <a:pt x="1397870" y="45180"/>
                  <a:pt x="1402576" y="45180"/>
                </a:cubicBezTo>
                <a:cubicBezTo>
                  <a:pt x="1407157" y="45180"/>
                  <a:pt x="1411220" y="46354"/>
                  <a:pt x="1414765" y="48703"/>
                </a:cubicBezTo>
                <a:cubicBezTo>
                  <a:pt x="1418311" y="51051"/>
                  <a:pt x="1421119" y="54885"/>
                  <a:pt x="1423189" y="60207"/>
                </a:cubicBezTo>
                <a:cubicBezTo>
                  <a:pt x="1424570" y="63839"/>
                  <a:pt x="1425260" y="69536"/>
                  <a:pt x="1425260" y="77299"/>
                </a:cubicBezTo>
                <a:lnTo>
                  <a:pt x="1425260" y="114302"/>
                </a:lnTo>
                <a:cubicBezTo>
                  <a:pt x="1425260" y="119687"/>
                  <a:pt x="1425668" y="123381"/>
                  <a:pt x="1426484" y="125385"/>
                </a:cubicBezTo>
                <a:cubicBezTo>
                  <a:pt x="1427111" y="126762"/>
                  <a:pt x="1428272" y="127935"/>
                  <a:pt x="1429966" y="128906"/>
                </a:cubicBezTo>
                <a:cubicBezTo>
                  <a:pt x="1431661" y="129877"/>
                  <a:pt x="1434422" y="130362"/>
                  <a:pt x="1438249" y="130362"/>
                </a:cubicBezTo>
                <a:lnTo>
                  <a:pt x="1438249" y="133845"/>
                </a:lnTo>
                <a:lnTo>
                  <a:pt x="1395705" y="133845"/>
                </a:lnTo>
                <a:lnTo>
                  <a:pt x="1395705" y="130362"/>
                </a:lnTo>
                <a:lnTo>
                  <a:pt x="1397493" y="130362"/>
                </a:lnTo>
                <a:cubicBezTo>
                  <a:pt x="1401196" y="130362"/>
                  <a:pt x="1404082" y="129644"/>
                  <a:pt x="1406153" y="128209"/>
                </a:cubicBezTo>
                <a:cubicBezTo>
                  <a:pt x="1407596" y="127209"/>
                  <a:pt x="1408631" y="125617"/>
                  <a:pt x="1409259" y="123432"/>
                </a:cubicBezTo>
                <a:cubicBezTo>
                  <a:pt x="1409510" y="122371"/>
                  <a:pt x="1409635" y="119344"/>
                  <a:pt x="1409635" y="114349"/>
                </a:cubicBezTo>
                <a:lnTo>
                  <a:pt x="1409635" y="77452"/>
                </a:lnTo>
                <a:cubicBezTo>
                  <a:pt x="1409635" y="70460"/>
                  <a:pt x="1408788" y="65528"/>
                  <a:pt x="1407094" y="62657"/>
                </a:cubicBezTo>
                <a:cubicBezTo>
                  <a:pt x="1404647" y="58661"/>
                  <a:pt x="1400725" y="56663"/>
                  <a:pt x="1395329" y="56663"/>
                </a:cubicBezTo>
                <a:cubicBezTo>
                  <a:pt x="1392003" y="56663"/>
                  <a:pt x="1388661" y="57490"/>
                  <a:pt x="1385304" y="59145"/>
                </a:cubicBezTo>
                <a:cubicBezTo>
                  <a:pt x="1381947" y="60798"/>
                  <a:pt x="1377884" y="63873"/>
                  <a:pt x="1373115" y="68369"/>
                </a:cubicBezTo>
                <a:lnTo>
                  <a:pt x="1372927" y="69399"/>
                </a:lnTo>
                <a:lnTo>
                  <a:pt x="1373115" y="73426"/>
                </a:lnTo>
                <a:lnTo>
                  <a:pt x="1373115" y="114349"/>
                </a:lnTo>
                <a:cubicBezTo>
                  <a:pt x="1373115" y="120218"/>
                  <a:pt x="1373445" y="123870"/>
                  <a:pt x="1374104" y="125306"/>
                </a:cubicBezTo>
                <a:cubicBezTo>
                  <a:pt x="1374762" y="126741"/>
                  <a:pt x="1376002" y="127943"/>
                  <a:pt x="1377821" y="128912"/>
                </a:cubicBezTo>
                <a:cubicBezTo>
                  <a:pt x="1379641" y="129879"/>
                  <a:pt x="1382747" y="130362"/>
                  <a:pt x="1387140" y="130362"/>
                </a:cubicBezTo>
                <a:lnTo>
                  <a:pt x="1387140" y="133845"/>
                </a:lnTo>
                <a:lnTo>
                  <a:pt x="1343560" y="133845"/>
                </a:lnTo>
                <a:lnTo>
                  <a:pt x="1343560" y="130362"/>
                </a:lnTo>
                <a:cubicBezTo>
                  <a:pt x="1348329" y="130362"/>
                  <a:pt x="1351608" y="129800"/>
                  <a:pt x="1353396" y="128677"/>
                </a:cubicBezTo>
                <a:cubicBezTo>
                  <a:pt x="1355185" y="127553"/>
                  <a:pt x="1356424" y="125868"/>
                  <a:pt x="1357114" y="123620"/>
                </a:cubicBezTo>
                <a:cubicBezTo>
                  <a:pt x="1357428" y="122558"/>
                  <a:pt x="1357585" y="119467"/>
                  <a:pt x="1357585" y="114349"/>
                </a:cubicBezTo>
                <a:lnTo>
                  <a:pt x="1357585" y="77452"/>
                </a:lnTo>
                <a:cubicBezTo>
                  <a:pt x="1357585" y="70460"/>
                  <a:pt x="1356549" y="65434"/>
                  <a:pt x="1354479" y="62375"/>
                </a:cubicBezTo>
                <a:cubicBezTo>
                  <a:pt x="1351718" y="58379"/>
                  <a:pt x="1347859" y="56380"/>
                  <a:pt x="1342901" y="56380"/>
                </a:cubicBezTo>
                <a:cubicBezTo>
                  <a:pt x="1339513" y="56380"/>
                  <a:pt x="1336156" y="57285"/>
                  <a:pt x="1332830" y="59095"/>
                </a:cubicBezTo>
                <a:cubicBezTo>
                  <a:pt x="1327622" y="61843"/>
                  <a:pt x="1323606" y="64933"/>
                  <a:pt x="1320782" y="68367"/>
                </a:cubicBezTo>
                <a:lnTo>
                  <a:pt x="1320782" y="114349"/>
                </a:lnTo>
                <a:cubicBezTo>
                  <a:pt x="1320782" y="119967"/>
                  <a:pt x="1321174" y="123619"/>
                  <a:pt x="1321959" y="125306"/>
                </a:cubicBezTo>
                <a:cubicBezTo>
                  <a:pt x="1322743" y="126990"/>
                  <a:pt x="1323904" y="128254"/>
                  <a:pt x="1325441" y="129097"/>
                </a:cubicBezTo>
                <a:cubicBezTo>
                  <a:pt x="1326979" y="129940"/>
                  <a:pt x="1330101" y="130362"/>
                  <a:pt x="1334807" y="130362"/>
                </a:cubicBezTo>
                <a:lnTo>
                  <a:pt x="1334807" y="133845"/>
                </a:lnTo>
                <a:lnTo>
                  <a:pt x="1292168" y="133845"/>
                </a:lnTo>
                <a:lnTo>
                  <a:pt x="1292168" y="130362"/>
                </a:lnTo>
                <a:cubicBezTo>
                  <a:pt x="1296122" y="130362"/>
                  <a:pt x="1298883" y="129939"/>
                  <a:pt x="1300451" y="129094"/>
                </a:cubicBezTo>
                <a:cubicBezTo>
                  <a:pt x="1302020" y="128249"/>
                  <a:pt x="1303212" y="126903"/>
                  <a:pt x="1304028" y="125056"/>
                </a:cubicBezTo>
                <a:cubicBezTo>
                  <a:pt x="1304844" y="123209"/>
                  <a:pt x="1305252" y="119624"/>
                  <a:pt x="1305252" y="114302"/>
                </a:cubicBezTo>
                <a:lnTo>
                  <a:pt x="1305252" y="81432"/>
                </a:lnTo>
                <a:cubicBezTo>
                  <a:pt x="1305252" y="71977"/>
                  <a:pt x="1304969" y="65872"/>
                  <a:pt x="1304405" y="63119"/>
                </a:cubicBezTo>
                <a:cubicBezTo>
                  <a:pt x="1303965" y="61052"/>
                  <a:pt x="1303275" y="59628"/>
                  <a:pt x="1302334" y="58845"/>
                </a:cubicBezTo>
                <a:cubicBezTo>
                  <a:pt x="1301393" y="58063"/>
                  <a:pt x="1300106" y="57672"/>
                  <a:pt x="1298475" y="57672"/>
                </a:cubicBezTo>
                <a:cubicBezTo>
                  <a:pt x="1296718" y="57672"/>
                  <a:pt x="1294616" y="58141"/>
                  <a:pt x="1292168" y="59081"/>
                </a:cubicBezTo>
                <a:lnTo>
                  <a:pt x="1290757" y="55698"/>
                </a:lnTo>
                <a:lnTo>
                  <a:pt x="1316735" y="45180"/>
                </a:lnTo>
                <a:lnTo>
                  <a:pt x="1320782" y="45180"/>
                </a:lnTo>
                <a:lnTo>
                  <a:pt x="1320782" y="63534"/>
                </a:lnTo>
                <a:close/>
                <a:moveTo>
                  <a:pt x="1494003" y="121420"/>
                </a:moveTo>
                <a:cubicBezTo>
                  <a:pt x="1485156" y="128260"/>
                  <a:pt x="1479602" y="132213"/>
                  <a:pt x="1477343" y="133280"/>
                </a:cubicBezTo>
                <a:cubicBezTo>
                  <a:pt x="1473955" y="134911"/>
                  <a:pt x="1470347" y="135727"/>
                  <a:pt x="1466519" y="135727"/>
                </a:cubicBezTo>
                <a:cubicBezTo>
                  <a:pt x="1460558" y="135727"/>
                  <a:pt x="1455648" y="133688"/>
                  <a:pt x="1451789" y="129609"/>
                </a:cubicBezTo>
                <a:cubicBezTo>
                  <a:pt x="1447930" y="125530"/>
                  <a:pt x="1446000" y="120165"/>
                  <a:pt x="1446000" y="113514"/>
                </a:cubicBezTo>
                <a:cubicBezTo>
                  <a:pt x="1446000" y="109310"/>
                  <a:pt x="1446941" y="105670"/>
                  <a:pt x="1448824" y="102595"/>
                </a:cubicBezTo>
                <a:cubicBezTo>
                  <a:pt x="1451396" y="98328"/>
                  <a:pt x="1455867" y="94312"/>
                  <a:pt x="1462236" y="90547"/>
                </a:cubicBezTo>
                <a:cubicBezTo>
                  <a:pt x="1468606" y="86783"/>
                  <a:pt x="1479194" y="82202"/>
                  <a:pt x="1494003" y="76805"/>
                </a:cubicBezTo>
                <a:lnTo>
                  <a:pt x="1494003" y="73417"/>
                </a:lnTo>
                <a:cubicBezTo>
                  <a:pt x="1494003" y="64820"/>
                  <a:pt x="1492639" y="58922"/>
                  <a:pt x="1489909" y="55722"/>
                </a:cubicBezTo>
                <a:cubicBezTo>
                  <a:pt x="1487179" y="52521"/>
                  <a:pt x="1483210" y="50921"/>
                  <a:pt x="1478002" y="50921"/>
                </a:cubicBezTo>
                <a:cubicBezTo>
                  <a:pt x="1474049" y="50921"/>
                  <a:pt x="1470912" y="51984"/>
                  <a:pt x="1468590" y="54110"/>
                </a:cubicBezTo>
                <a:cubicBezTo>
                  <a:pt x="1466205" y="56235"/>
                  <a:pt x="1465013" y="58674"/>
                  <a:pt x="1465013" y="61425"/>
                </a:cubicBezTo>
                <a:lnTo>
                  <a:pt x="1465201" y="66863"/>
                </a:lnTo>
                <a:cubicBezTo>
                  <a:pt x="1465201" y="69738"/>
                  <a:pt x="1464464" y="71957"/>
                  <a:pt x="1462989" y="73520"/>
                </a:cubicBezTo>
                <a:cubicBezTo>
                  <a:pt x="1461515" y="75083"/>
                  <a:pt x="1459585" y="75864"/>
                  <a:pt x="1457201" y="75864"/>
                </a:cubicBezTo>
                <a:cubicBezTo>
                  <a:pt x="1454879" y="75864"/>
                  <a:pt x="1452981" y="75051"/>
                  <a:pt x="1451506" y="73426"/>
                </a:cubicBezTo>
                <a:cubicBezTo>
                  <a:pt x="1450032" y="71798"/>
                  <a:pt x="1449294" y="69576"/>
                  <a:pt x="1449294" y="66761"/>
                </a:cubicBezTo>
                <a:cubicBezTo>
                  <a:pt x="1449294" y="61382"/>
                  <a:pt x="1452055" y="56440"/>
                  <a:pt x="1457577" y="51936"/>
                </a:cubicBezTo>
                <a:cubicBezTo>
                  <a:pt x="1463099" y="47432"/>
                  <a:pt x="1470849" y="45180"/>
                  <a:pt x="1480826" y="45180"/>
                </a:cubicBezTo>
                <a:cubicBezTo>
                  <a:pt x="1488481" y="45180"/>
                  <a:pt x="1494756" y="46464"/>
                  <a:pt x="1499651" y="49033"/>
                </a:cubicBezTo>
                <a:cubicBezTo>
                  <a:pt x="1503353" y="50976"/>
                  <a:pt x="1506083" y="54017"/>
                  <a:pt x="1507840" y="58154"/>
                </a:cubicBezTo>
                <a:cubicBezTo>
                  <a:pt x="1508969" y="60848"/>
                  <a:pt x="1509534" y="66363"/>
                  <a:pt x="1509534" y="74699"/>
                </a:cubicBezTo>
                <a:lnTo>
                  <a:pt x="1509534" y="103937"/>
                </a:lnTo>
                <a:cubicBezTo>
                  <a:pt x="1509534" y="112147"/>
                  <a:pt x="1509691" y="117177"/>
                  <a:pt x="1510004" y="119026"/>
                </a:cubicBezTo>
                <a:cubicBezTo>
                  <a:pt x="1510318" y="120875"/>
                  <a:pt x="1510836" y="122113"/>
                  <a:pt x="1511558" y="122741"/>
                </a:cubicBezTo>
                <a:cubicBezTo>
                  <a:pt x="1512279" y="123366"/>
                  <a:pt x="1513111" y="123679"/>
                  <a:pt x="1514052" y="123679"/>
                </a:cubicBezTo>
                <a:cubicBezTo>
                  <a:pt x="1515056" y="123679"/>
                  <a:pt x="1515934" y="123460"/>
                  <a:pt x="1516687" y="123020"/>
                </a:cubicBezTo>
                <a:cubicBezTo>
                  <a:pt x="1518005" y="122205"/>
                  <a:pt x="1520546" y="119914"/>
                  <a:pt x="1524311" y="116149"/>
                </a:cubicBezTo>
                <a:lnTo>
                  <a:pt x="1524311" y="121420"/>
                </a:lnTo>
                <a:cubicBezTo>
                  <a:pt x="1517283" y="130833"/>
                  <a:pt x="1510569" y="135539"/>
                  <a:pt x="1504169" y="135539"/>
                </a:cubicBezTo>
                <a:cubicBezTo>
                  <a:pt x="1501094" y="135539"/>
                  <a:pt x="1498647" y="134472"/>
                  <a:pt x="1496827" y="132339"/>
                </a:cubicBezTo>
                <a:cubicBezTo>
                  <a:pt x="1495007" y="130205"/>
                  <a:pt x="1494066" y="126566"/>
                  <a:pt x="1494003" y="121420"/>
                </a:cubicBezTo>
                <a:moveTo>
                  <a:pt x="1494003" y="115249"/>
                </a:moveTo>
                <a:lnTo>
                  <a:pt x="1494003" y="82547"/>
                </a:lnTo>
                <a:cubicBezTo>
                  <a:pt x="1484528" y="86294"/>
                  <a:pt x="1478410" y="88949"/>
                  <a:pt x="1475649" y="90512"/>
                </a:cubicBezTo>
                <a:cubicBezTo>
                  <a:pt x="1470692" y="93261"/>
                  <a:pt x="1467147" y="96135"/>
                  <a:pt x="1465013" y="99133"/>
                </a:cubicBezTo>
                <a:cubicBezTo>
                  <a:pt x="1462880" y="102132"/>
                  <a:pt x="1461813" y="105411"/>
                  <a:pt x="1461813" y="108972"/>
                </a:cubicBezTo>
                <a:cubicBezTo>
                  <a:pt x="1461813" y="113471"/>
                  <a:pt x="1463162" y="117203"/>
                  <a:pt x="1465860" y="120170"/>
                </a:cubicBezTo>
                <a:cubicBezTo>
                  <a:pt x="1468558" y="123137"/>
                  <a:pt x="1471665" y="124620"/>
                  <a:pt x="1475179" y="124620"/>
                </a:cubicBezTo>
                <a:cubicBezTo>
                  <a:pt x="1479947" y="124620"/>
                  <a:pt x="1486222" y="121497"/>
                  <a:pt x="1494003" y="115249"/>
                </a:cubicBezTo>
                <a:close/>
                <a:moveTo>
                  <a:pt x="1555871" y="63440"/>
                </a:moveTo>
                <a:cubicBezTo>
                  <a:pt x="1565974" y="51266"/>
                  <a:pt x="1575606" y="45180"/>
                  <a:pt x="1584767" y="45180"/>
                </a:cubicBezTo>
                <a:cubicBezTo>
                  <a:pt x="1589474" y="45180"/>
                  <a:pt x="1593521" y="46354"/>
                  <a:pt x="1596909" y="48703"/>
                </a:cubicBezTo>
                <a:cubicBezTo>
                  <a:pt x="1600298" y="51051"/>
                  <a:pt x="1602996" y="54917"/>
                  <a:pt x="1605004" y="60301"/>
                </a:cubicBezTo>
                <a:cubicBezTo>
                  <a:pt x="1606385" y="64056"/>
                  <a:pt x="1607075" y="69817"/>
                  <a:pt x="1607075" y="77582"/>
                </a:cubicBezTo>
                <a:lnTo>
                  <a:pt x="1607075" y="114302"/>
                </a:lnTo>
                <a:cubicBezTo>
                  <a:pt x="1607075" y="119750"/>
                  <a:pt x="1607514" y="123444"/>
                  <a:pt x="1608393" y="125385"/>
                </a:cubicBezTo>
                <a:cubicBezTo>
                  <a:pt x="1609083" y="126950"/>
                  <a:pt x="1610197" y="128171"/>
                  <a:pt x="1611734" y="129047"/>
                </a:cubicBezTo>
                <a:cubicBezTo>
                  <a:pt x="1613271" y="129924"/>
                  <a:pt x="1616111" y="130362"/>
                  <a:pt x="1620252" y="130362"/>
                </a:cubicBezTo>
                <a:lnTo>
                  <a:pt x="1620252" y="133845"/>
                </a:lnTo>
                <a:lnTo>
                  <a:pt x="1577614" y="133845"/>
                </a:lnTo>
                <a:lnTo>
                  <a:pt x="1577614" y="130362"/>
                </a:lnTo>
                <a:lnTo>
                  <a:pt x="1579402" y="130362"/>
                </a:lnTo>
                <a:cubicBezTo>
                  <a:pt x="1583418" y="130362"/>
                  <a:pt x="1586226" y="129753"/>
                  <a:pt x="1587826" y="128535"/>
                </a:cubicBezTo>
                <a:cubicBezTo>
                  <a:pt x="1589427" y="127318"/>
                  <a:pt x="1590540" y="125523"/>
                  <a:pt x="1591168" y="123153"/>
                </a:cubicBezTo>
                <a:cubicBezTo>
                  <a:pt x="1591419" y="122215"/>
                  <a:pt x="1591544" y="119281"/>
                  <a:pt x="1591544" y="114349"/>
                </a:cubicBezTo>
                <a:lnTo>
                  <a:pt x="1591544" y="79232"/>
                </a:lnTo>
                <a:cubicBezTo>
                  <a:pt x="1591544" y="71429"/>
                  <a:pt x="1590525" y="65764"/>
                  <a:pt x="1588485" y="62237"/>
                </a:cubicBezTo>
                <a:cubicBezTo>
                  <a:pt x="1586446" y="58709"/>
                  <a:pt x="1583010" y="56945"/>
                  <a:pt x="1578179" y="56945"/>
                </a:cubicBezTo>
                <a:cubicBezTo>
                  <a:pt x="1570712" y="56945"/>
                  <a:pt x="1563276" y="61003"/>
                  <a:pt x="1555871" y="69120"/>
                </a:cubicBezTo>
                <a:lnTo>
                  <a:pt x="1555871" y="114349"/>
                </a:lnTo>
                <a:cubicBezTo>
                  <a:pt x="1555871" y="120155"/>
                  <a:pt x="1556216" y="123745"/>
                  <a:pt x="1556907" y="125118"/>
                </a:cubicBezTo>
                <a:cubicBezTo>
                  <a:pt x="1557785" y="126927"/>
                  <a:pt x="1558993" y="128254"/>
                  <a:pt x="1560530" y="129097"/>
                </a:cubicBezTo>
                <a:cubicBezTo>
                  <a:pt x="1562068" y="129940"/>
                  <a:pt x="1565190" y="130362"/>
                  <a:pt x="1569896" y="130362"/>
                </a:cubicBezTo>
                <a:lnTo>
                  <a:pt x="1569896" y="133845"/>
                </a:lnTo>
                <a:lnTo>
                  <a:pt x="1527258" y="133845"/>
                </a:lnTo>
                <a:lnTo>
                  <a:pt x="1527258" y="130362"/>
                </a:lnTo>
                <a:lnTo>
                  <a:pt x="1529140" y="130362"/>
                </a:lnTo>
                <a:cubicBezTo>
                  <a:pt x="1533533" y="130362"/>
                  <a:pt x="1536497" y="129251"/>
                  <a:pt x="1538035" y="127029"/>
                </a:cubicBezTo>
                <a:cubicBezTo>
                  <a:pt x="1539572" y="124806"/>
                  <a:pt x="1540341" y="120563"/>
                  <a:pt x="1540341" y="114302"/>
                </a:cubicBezTo>
                <a:lnTo>
                  <a:pt x="1540341" y="82370"/>
                </a:lnTo>
                <a:cubicBezTo>
                  <a:pt x="1540341" y="72040"/>
                  <a:pt x="1540106" y="65749"/>
                  <a:pt x="1539635" y="63496"/>
                </a:cubicBezTo>
                <a:cubicBezTo>
                  <a:pt x="1539164" y="61241"/>
                  <a:pt x="1538443" y="59706"/>
                  <a:pt x="1537470" y="58892"/>
                </a:cubicBezTo>
                <a:cubicBezTo>
                  <a:pt x="1536497" y="58079"/>
                  <a:pt x="1535195" y="57672"/>
                  <a:pt x="1533564" y="57672"/>
                </a:cubicBezTo>
                <a:cubicBezTo>
                  <a:pt x="1531807" y="57672"/>
                  <a:pt x="1529705" y="58141"/>
                  <a:pt x="1527258" y="59081"/>
                </a:cubicBezTo>
                <a:lnTo>
                  <a:pt x="1525846" y="55698"/>
                </a:lnTo>
                <a:lnTo>
                  <a:pt x="1551824" y="45180"/>
                </a:lnTo>
                <a:lnTo>
                  <a:pt x="1555871" y="45180"/>
                </a:lnTo>
                <a:lnTo>
                  <a:pt x="1555871" y="63440"/>
                </a:lnTo>
                <a:close/>
                <a:moveTo>
                  <a:pt x="1688022" y="124150"/>
                </a:moveTo>
                <a:cubicBezTo>
                  <a:pt x="1683817" y="128542"/>
                  <a:pt x="1679707" y="131695"/>
                  <a:pt x="1675691" y="133609"/>
                </a:cubicBezTo>
                <a:cubicBezTo>
                  <a:pt x="1671675" y="135523"/>
                  <a:pt x="1667346" y="136480"/>
                  <a:pt x="1662702" y="136480"/>
                </a:cubicBezTo>
                <a:cubicBezTo>
                  <a:pt x="1653290" y="136480"/>
                  <a:pt x="1645070" y="132551"/>
                  <a:pt x="1638042" y="124694"/>
                </a:cubicBezTo>
                <a:cubicBezTo>
                  <a:pt x="1631014" y="116835"/>
                  <a:pt x="1627500" y="106736"/>
                  <a:pt x="1627500" y="94398"/>
                </a:cubicBezTo>
                <a:cubicBezTo>
                  <a:pt x="1627500" y="82062"/>
                  <a:pt x="1631390" y="70775"/>
                  <a:pt x="1639171" y="60537"/>
                </a:cubicBezTo>
                <a:cubicBezTo>
                  <a:pt x="1646952" y="50299"/>
                  <a:pt x="1656961" y="45180"/>
                  <a:pt x="1669197" y="45180"/>
                </a:cubicBezTo>
                <a:cubicBezTo>
                  <a:pt x="1676790" y="45180"/>
                  <a:pt x="1683064" y="47595"/>
                  <a:pt x="1688022" y="52427"/>
                </a:cubicBezTo>
                <a:lnTo>
                  <a:pt x="1688022" y="36485"/>
                </a:lnTo>
                <a:cubicBezTo>
                  <a:pt x="1688022" y="26592"/>
                  <a:pt x="1687786" y="20511"/>
                  <a:pt x="1687316" y="18242"/>
                </a:cubicBezTo>
                <a:cubicBezTo>
                  <a:pt x="1686845" y="15974"/>
                  <a:pt x="1686108" y="14430"/>
                  <a:pt x="1685104" y="13613"/>
                </a:cubicBezTo>
                <a:cubicBezTo>
                  <a:pt x="1684100" y="12793"/>
                  <a:pt x="1682845" y="12383"/>
                  <a:pt x="1681339" y="12383"/>
                </a:cubicBezTo>
                <a:cubicBezTo>
                  <a:pt x="1679707" y="12383"/>
                  <a:pt x="1677543" y="12887"/>
                  <a:pt x="1674844" y="13895"/>
                </a:cubicBezTo>
                <a:lnTo>
                  <a:pt x="1673621" y="10586"/>
                </a:lnTo>
                <a:lnTo>
                  <a:pt x="1699317" y="0"/>
                </a:lnTo>
                <a:lnTo>
                  <a:pt x="1703552" y="0"/>
                </a:lnTo>
                <a:lnTo>
                  <a:pt x="1703552" y="99678"/>
                </a:lnTo>
                <a:cubicBezTo>
                  <a:pt x="1703552" y="109780"/>
                  <a:pt x="1703788" y="115945"/>
                  <a:pt x="1704258" y="118173"/>
                </a:cubicBezTo>
                <a:cubicBezTo>
                  <a:pt x="1704729" y="120401"/>
                  <a:pt x="1705482" y="121954"/>
                  <a:pt x="1706517" y="122832"/>
                </a:cubicBezTo>
                <a:cubicBezTo>
                  <a:pt x="1707552" y="123711"/>
                  <a:pt x="1708760" y="124150"/>
                  <a:pt x="1710141" y="124150"/>
                </a:cubicBezTo>
                <a:cubicBezTo>
                  <a:pt x="1711835" y="124150"/>
                  <a:pt x="1714094" y="123616"/>
                  <a:pt x="1716918" y="122550"/>
                </a:cubicBezTo>
                <a:lnTo>
                  <a:pt x="1717953" y="125844"/>
                </a:lnTo>
                <a:lnTo>
                  <a:pt x="1692351" y="136480"/>
                </a:lnTo>
                <a:lnTo>
                  <a:pt x="1688022" y="136480"/>
                </a:lnTo>
                <a:lnTo>
                  <a:pt x="1688022" y="124150"/>
                </a:lnTo>
                <a:moveTo>
                  <a:pt x="1688022" y="117582"/>
                </a:moveTo>
                <a:lnTo>
                  <a:pt x="1688022" y="73267"/>
                </a:lnTo>
                <a:cubicBezTo>
                  <a:pt x="1687645" y="69010"/>
                  <a:pt x="1686516" y="65129"/>
                  <a:pt x="1684633" y="61625"/>
                </a:cubicBezTo>
                <a:cubicBezTo>
                  <a:pt x="1682751" y="58119"/>
                  <a:pt x="1680256" y="55474"/>
                  <a:pt x="1677150" y="53692"/>
                </a:cubicBezTo>
                <a:cubicBezTo>
                  <a:pt x="1674044" y="51908"/>
                  <a:pt x="1671017" y="51015"/>
                  <a:pt x="1668067" y="51015"/>
                </a:cubicBezTo>
                <a:cubicBezTo>
                  <a:pt x="1662545" y="51015"/>
                  <a:pt x="1657620" y="53488"/>
                  <a:pt x="1653290" y="58433"/>
                </a:cubicBezTo>
                <a:cubicBezTo>
                  <a:pt x="1647580" y="64942"/>
                  <a:pt x="1644725" y="74455"/>
                  <a:pt x="1644725" y="86974"/>
                </a:cubicBezTo>
                <a:cubicBezTo>
                  <a:pt x="1644725" y="99618"/>
                  <a:pt x="1647486" y="109305"/>
                  <a:pt x="1653008" y="116035"/>
                </a:cubicBezTo>
                <a:cubicBezTo>
                  <a:pt x="1658529" y="122762"/>
                  <a:pt x="1664679" y="126126"/>
                  <a:pt x="1671456" y="126126"/>
                </a:cubicBezTo>
                <a:cubicBezTo>
                  <a:pt x="1677166" y="126126"/>
                  <a:pt x="1682688" y="123278"/>
                  <a:pt x="1688022" y="117582"/>
                </a:cubicBezTo>
                <a:close/>
                <a:moveTo>
                  <a:pt x="1847281" y="47627"/>
                </a:moveTo>
                <a:lnTo>
                  <a:pt x="1847281" y="99866"/>
                </a:lnTo>
                <a:cubicBezTo>
                  <a:pt x="1847281" y="109843"/>
                  <a:pt x="1847516" y="115945"/>
                  <a:pt x="1847987" y="118173"/>
                </a:cubicBezTo>
                <a:cubicBezTo>
                  <a:pt x="1848457" y="120401"/>
                  <a:pt x="1849210" y="121954"/>
                  <a:pt x="1850245" y="122832"/>
                </a:cubicBezTo>
                <a:cubicBezTo>
                  <a:pt x="1851281" y="123711"/>
                  <a:pt x="1852489" y="124150"/>
                  <a:pt x="1853869" y="124150"/>
                </a:cubicBezTo>
                <a:cubicBezTo>
                  <a:pt x="1855815" y="124150"/>
                  <a:pt x="1858011" y="123616"/>
                  <a:pt x="1860458" y="122550"/>
                </a:cubicBezTo>
                <a:lnTo>
                  <a:pt x="1861776" y="125844"/>
                </a:lnTo>
                <a:lnTo>
                  <a:pt x="1835986" y="136480"/>
                </a:lnTo>
                <a:lnTo>
                  <a:pt x="1831750" y="136480"/>
                </a:lnTo>
                <a:lnTo>
                  <a:pt x="1831750" y="118220"/>
                </a:lnTo>
                <a:cubicBezTo>
                  <a:pt x="1824346" y="126252"/>
                  <a:pt x="1818698" y="131303"/>
                  <a:pt x="1814808" y="133374"/>
                </a:cubicBezTo>
                <a:cubicBezTo>
                  <a:pt x="1810917" y="135445"/>
                  <a:pt x="1806807" y="136480"/>
                  <a:pt x="1802477" y="136480"/>
                </a:cubicBezTo>
                <a:cubicBezTo>
                  <a:pt x="1797646" y="136480"/>
                  <a:pt x="1793457" y="135084"/>
                  <a:pt x="1789912" y="132292"/>
                </a:cubicBezTo>
                <a:cubicBezTo>
                  <a:pt x="1786367" y="129499"/>
                  <a:pt x="1783904" y="125907"/>
                  <a:pt x="1782523" y="121514"/>
                </a:cubicBezTo>
                <a:cubicBezTo>
                  <a:pt x="1781143" y="117122"/>
                  <a:pt x="1780452" y="110910"/>
                  <a:pt x="1780452" y="102878"/>
                </a:cubicBezTo>
                <a:lnTo>
                  <a:pt x="1780452" y="64381"/>
                </a:lnTo>
                <a:cubicBezTo>
                  <a:pt x="1780452" y="60302"/>
                  <a:pt x="1780013" y="57479"/>
                  <a:pt x="1779135" y="55910"/>
                </a:cubicBezTo>
                <a:cubicBezTo>
                  <a:pt x="1778256" y="54341"/>
                  <a:pt x="1776954" y="53133"/>
                  <a:pt x="1775229" y="52286"/>
                </a:cubicBezTo>
                <a:cubicBezTo>
                  <a:pt x="1773503" y="51439"/>
                  <a:pt x="1770381" y="51047"/>
                  <a:pt x="1765863" y="51109"/>
                </a:cubicBezTo>
                <a:lnTo>
                  <a:pt x="1765863" y="47627"/>
                </a:lnTo>
                <a:lnTo>
                  <a:pt x="1796077" y="47627"/>
                </a:lnTo>
                <a:lnTo>
                  <a:pt x="1796077" y="105184"/>
                </a:lnTo>
                <a:cubicBezTo>
                  <a:pt x="1796077" y="113196"/>
                  <a:pt x="1797473" y="118454"/>
                  <a:pt x="1800266" y="120958"/>
                </a:cubicBezTo>
                <a:cubicBezTo>
                  <a:pt x="1803058" y="123463"/>
                  <a:pt x="1806431" y="124715"/>
                  <a:pt x="1810384" y="124715"/>
                </a:cubicBezTo>
                <a:cubicBezTo>
                  <a:pt x="1813082" y="124715"/>
                  <a:pt x="1816141" y="123869"/>
                  <a:pt x="1819561" y="122179"/>
                </a:cubicBezTo>
                <a:cubicBezTo>
                  <a:pt x="1822981" y="120489"/>
                  <a:pt x="1827044" y="117266"/>
                  <a:pt x="1831750" y="112511"/>
                </a:cubicBezTo>
                <a:lnTo>
                  <a:pt x="1831750" y="63784"/>
                </a:lnTo>
                <a:cubicBezTo>
                  <a:pt x="1831750" y="58901"/>
                  <a:pt x="1830856" y="55600"/>
                  <a:pt x="1829068" y="53880"/>
                </a:cubicBezTo>
                <a:cubicBezTo>
                  <a:pt x="1827279" y="52159"/>
                  <a:pt x="1823561" y="51235"/>
                  <a:pt x="1817914" y="51109"/>
                </a:cubicBezTo>
                <a:lnTo>
                  <a:pt x="1817914" y="47627"/>
                </a:lnTo>
                <a:lnTo>
                  <a:pt x="1847281" y="47627"/>
                </a:lnTo>
                <a:close/>
                <a:moveTo>
                  <a:pt x="1893213" y="63440"/>
                </a:moveTo>
                <a:cubicBezTo>
                  <a:pt x="1903316" y="51266"/>
                  <a:pt x="1912948" y="45180"/>
                  <a:pt x="1922109" y="45180"/>
                </a:cubicBezTo>
                <a:cubicBezTo>
                  <a:pt x="1926815" y="45180"/>
                  <a:pt x="1930863" y="46354"/>
                  <a:pt x="1934251" y="48703"/>
                </a:cubicBezTo>
                <a:cubicBezTo>
                  <a:pt x="1937640" y="51051"/>
                  <a:pt x="1940338" y="54917"/>
                  <a:pt x="1942346" y="60301"/>
                </a:cubicBezTo>
                <a:cubicBezTo>
                  <a:pt x="1943726" y="64056"/>
                  <a:pt x="1944416" y="69817"/>
                  <a:pt x="1944416" y="77582"/>
                </a:cubicBezTo>
                <a:lnTo>
                  <a:pt x="1944416" y="114302"/>
                </a:lnTo>
                <a:cubicBezTo>
                  <a:pt x="1944416" y="119750"/>
                  <a:pt x="1944856" y="123444"/>
                  <a:pt x="1945734" y="125385"/>
                </a:cubicBezTo>
                <a:cubicBezTo>
                  <a:pt x="1946424" y="126950"/>
                  <a:pt x="1947538" y="128171"/>
                  <a:pt x="1949076" y="129047"/>
                </a:cubicBezTo>
                <a:cubicBezTo>
                  <a:pt x="1950613" y="129924"/>
                  <a:pt x="1953452" y="130362"/>
                  <a:pt x="1957594" y="130362"/>
                </a:cubicBezTo>
                <a:lnTo>
                  <a:pt x="1957594" y="133845"/>
                </a:lnTo>
                <a:lnTo>
                  <a:pt x="1914956" y="133845"/>
                </a:lnTo>
                <a:lnTo>
                  <a:pt x="1914956" y="130362"/>
                </a:lnTo>
                <a:lnTo>
                  <a:pt x="1916744" y="130362"/>
                </a:lnTo>
                <a:cubicBezTo>
                  <a:pt x="1920760" y="130362"/>
                  <a:pt x="1923568" y="129753"/>
                  <a:pt x="1925168" y="128535"/>
                </a:cubicBezTo>
                <a:cubicBezTo>
                  <a:pt x="1926768" y="127318"/>
                  <a:pt x="1927882" y="125523"/>
                  <a:pt x="1928509" y="123153"/>
                </a:cubicBezTo>
                <a:cubicBezTo>
                  <a:pt x="1928760" y="122215"/>
                  <a:pt x="1928886" y="119281"/>
                  <a:pt x="1928886" y="114349"/>
                </a:cubicBezTo>
                <a:lnTo>
                  <a:pt x="1928886" y="79232"/>
                </a:lnTo>
                <a:cubicBezTo>
                  <a:pt x="1928886" y="71429"/>
                  <a:pt x="1927866" y="65764"/>
                  <a:pt x="1925827" y="62237"/>
                </a:cubicBezTo>
                <a:cubicBezTo>
                  <a:pt x="1923788" y="58709"/>
                  <a:pt x="1920352" y="56945"/>
                  <a:pt x="1915520" y="56945"/>
                </a:cubicBezTo>
                <a:cubicBezTo>
                  <a:pt x="1908053" y="56945"/>
                  <a:pt x="1900617" y="61003"/>
                  <a:pt x="1893213" y="69120"/>
                </a:cubicBezTo>
                <a:lnTo>
                  <a:pt x="1893213" y="114349"/>
                </a:lnTo>
                <a:cubicBezTo>
                  <a:pt x="1893213" y="120155"/>
                  <a:pt x="1893558" y="123745"/>
                  <a:pt x="1894248" y="125118"/>
                </a:cubicBezTo>
                <a:cubicBezTo>
                  <a:pt x="1895127" y="126927"/>
                  <a:pt x="1896335" y="128254"/>
                  <a:pt x="1897872" y="129097"/>
                </a:cubicBezTo>
                <a:cubicBezTo>
                  <a:pt x="1899409" y="129940"/>
                  <a:pt x="1902531" y="130362"/>
                  <a:pt x="1907237" y="130362"/>
                </a:cubicBezTo>
                <a:lnTo>
                  <a:pt x="1907237" y="133845"/>
                </a:lnTo>
                <a:lnTo>
                  <a:pt x="1864599" y="133845"/>
                </a:lnTo>
                <a:lnTo>
                  <a:pt x="1864599" y="130362"/>
                </a:lnTo>
                <a:lnTo>
                  <a:pt x="1866482" y="130362"/>
                </a:lnTo>
                <a:cubicBezTo>
                  <a:pt x="1870874" y="130362"/>
                  <a:pt x="1873839" y="129251"/>
                  <a:pt x="1875376" y="127029"/>
                </a:cubicBezTo>
                <a:cubicBezTo>
                  <a:pt x="1876914" y="124806"/>
                  <a:pt x="1877682" y="120563"/>
                  <a:pt x="1877682" y="114302"/>
                </a:cubicBezTo>
                <a:lnTo>
                  <a:pt x="1877682" y="82370"/>
                </a:lnTo>
                <a:cubicBezTo>
                  <a:pt x="1877682" y="72040"/>
                  <a:pt x="1877447" y="65749"/>
                  <a:pt x="1876976" y="63496"/>
                </a:cubicBezTo>
                <a:cubicBezTo>
                  <a:pt x="1876506" y="61241"/>
                  <a:pt x="1875784" y="59706"/>
                  <a:pt x="1874812" y="58892"/>
                </a:cubicBezTo>
                <a:cubicBezTo>
                  <a:pt x="1873839" y="58079"/>
                  <a:pt x="1872537" y="57672"/>
                  <a:pt x="1870905" y="57672"/>
                </a:cubicBezTo>
                <a:cubicBezTo>
                  <a:pt x="1869148" y="57672"/>
                  <a:pt x="1867046" y="58141"/>
                  <a:pt x="1864599" y="59081"/>
                </a:cubicBezTo>
                <a:lnTo>
                  <a:pt x="1863187" y="55698"/>
                </a:lnTo>
                <a:lnTo>
                  <a:pt x="1889166" y="45180"/>
                </a:lnTo>
                <a:lnTo>
                  <a:pt x="1893213" y="45180"/>
                </a:lnTo>
                <a:lnTo>
                  <a:pt x="1893213" y="63440"/>
                </a:lnTo>
                <a:close/>
                <a:moveTo>
                  <a:pt x="2025363" y="124150"/>
                </a:moveTo>
                <a:cubicBezTo>
                  <a:pt x="2021159" y="128542"/>
                  <a:pt x="2017049" y="131695"/>
                  <a:pt x="2013033" y="133609"/>
                </a:cubicBezTo>
                <a:cubicBezTo>
                  <a:pt x="2009017" y="135523"/>
                  <a:pt x="2004687" y="136480"/>
                  <a:pt x="2000044" y="136480"/>
                </a:cubicBezTo>
                <a:cubicBezTo>
                  <a:pt x="1990631" y="136480"/>
                  <a:pt x="1982411" y="132551"/>
                  <a:pt x="1975383" y="124694"/>
                </a:cubicBezTo>
                <a:cubicBezTo>
                  <a:pt x="1968355" y="116835"/>
                  <a:pt x="1964841" y="106736"/>
                  <a:pt x="1964841" y="94398"/>
                </a:cubicBezTo>
                <a:cubicBezTo>
                  <a:pt x="1964841" y="82062"/>
                  <a:pt x="1968732" y="70775"/>
                  <a:pt x="1976513" y="60537"/>
                </a:cubicBezTo>
                <a:cubicBezTo>
                  <a:pt x="1984294" y="50299"/>
                  <a:pt x="1994302" y="45180"/>
                  <a:pt x="2006538" y="45180"/>
                </a:cubicBezTo>
                <a:cubicBezTo>
                  <a:pt x="2014131" y="45180"/>
                  <a:pt x="2020406" y="47595"/>
                  <a:pt x="2025363" y="52427"/>
                </a:cubicBezTo>
                <a:lnTo>
                  <a:pt x="2025363" y="36485"/>
                </a:lnTo>
                <a:cubicBezTo>
                  <a:pt x="2025363" y="26592"/>
                  <a:pt x="2025128" y="20511"/>
                  <a:pt x="2024657" y="18242"/>
                </a:cubicBezTo>
                <a:cubicBezTo>
                  <a:pt x="2024187" y="15974"/>
                  <a:pt x="2023449" y="14430"/>
                  <a:pt x="2022445" y="13613"/>
                </a:cubicBezTo>
                <a:cubicBezTo>
                  <a:pt x="2021441" y="12793"/>
                  <a:pt x="2020186" y="12383"/>
                  <a:pt x="2018680" y="12383"/>
                </a:cubicBezTo>
                <a:cubicBezTo>
                  <a:pt x="2017049" y="12383"/>
                  <a:pt x="2014884" y="12887"/>
                  <a:pt x="2012186" y="13895"/>
                </a:cubicBezTo>
                <a:lnTo>
                  <a:pt x="2010962" y="10586"/>
                </a:lnTo>
                <a:lnTo>
                  <a:pt x="2036658" y="0"/>
                </a:lnTo>
                <a:lnTo>
                  <a:pt x="2040894" y="0"/>
                </a:lnTo>
                <a:lnTo>
                  <a:pt x="2040894" y="99678"/>
                </a:lnTo>
                <a:cubicBezTo>
                  <a:pt x="2040894" y="109780"/>
                  <a:pt x="2041129" y="115945"/>
                  <a:pt x="2041600" y="118173"/>
                </a:cubicBezTo>
                <a:cubicBezTo>
                  <a:pt x="2042070" y="120401"/>
                  <a:pt x="2042823" y="121954"/>
                  <a:pt x="2043859" y="122832"/>
                </a:cubicBezTo>
                <a:cubicBezTo>
                  <a:pt x="2044894" y="123711"/>
                  <a:pt x="2046102" y="124150"/>
                  <a:pt x="2047482" y="124150"/>
                </a:cubicBezTo>
                <a:cubicBezTo>
                  <a:pt x="2049177" y="124150"/>
                  <a:pt x="2051436" y="123616"/>
                  <a:pt x="2054259" y="122550"/>
                </a:cubicBezTo>
                <a:lnTo>
                  <a:pt x="2055295" y="125844"/>
                </a:lnTo>
                <a:lnTo>
                  <a:pt x="2029693" y="136480"/>
                </a:lnTo>
                <a:lnTo>
                  <a:pt x="2025363" y="136480"/>
                </a:lnTo>
                <a:lnTo>
                  <a:pt x="2025363" y="124150"/>
                </a:lnTo>
                <a:moveTo>
                  <a:pt x="2025363" y="117582"/>
                </a:moveTo>
                <a:lnTo>
                  <a:pt x="2025363" y="73267"/>
                </a:lnTo>
                <a:cubicBezTo>
                  <a:pt x="2024987" y="69010"/>
                  <a:pt x="2023857" y="65129"/>
                  <a:pt x="2021975" y="61625"/>
                </a:cubicBezTo>
                <a:cubicBezTo>
                  <a:pt x="2020092" y="58119"/>
                  <a:pt x="2017598" y="55474"/>
                  <a:pt x="2014492" y="53692"/>
                </a:cubicBezTo>
                <a:cubicBezTo>
                  <a:pt x="2011386" y="51908"/>
                  <a:pt x="2008358" y="51015"/>
                  <a:pt x="2005409" y="51015"/>
                </a:cubicBezTo>
                <a:cubicBezTo>
                  <a:pt x="1999887" y="51015"/>
                  <a:pt x="1994961" y="53488"/>
                  <a:pt x="1990631" y="58433"/>
                </a:cubicBezTo>
                <a:cubicBezTo>
                  <a:pt x="1984921" y="64942"/>
                  <a:pt x="1982066" y="74455"/>
                  <a:pt x="1982066" y="86974"/>
                </a:cubicBezTo>
                <a:cubicBezTo>
                  <a:pt x="1982066" y="99618"/>
                  <a:pt x="1984827" y="109305"/>
                  <a:pt x="1990349" y="116035"/>
                </a:cubicBezTo>
                <a:cubicBezTo>
                  <a:pt x="1995871" y="122762"/>
                  <a:pt x="2002021" y="126126"/>
                  <a:pt x="2008797" y="126126"/>
                </a:cubicBezTo>
                <a:cubicBezTo>
                  <a:pt x="2014508" y="126126"/>
                  <a:pt x="2020030" y="123278"/>
                  <a:pt x="2025363" y="117582"/>
                </a:cubicBezTo>
                <a:close/>
                <a:moveTo>
                  <a:pt x="2075343" y="80194"/>
                </a:moveTo>
                <a:cubicBezTo>
                  <a:pt x="2075280" y="92965"/>
                  <a:pt x="2078386" y="102983"/>
                  <a:pt x="2084661" y="110246"/>
                </a:cubicBezTo>
                <a:cubicBezTo>
                  <a:pt x="2090936" y="117507"/>
                  <a:pt x="2098309" y="121138"/>
                  <a:pt x="2106780" y="121138"/>
                </a:cubicBezTo>
                <a:cubicBezTo>
                  <a:pt x="2112428" y="121138"/>
                  <a:pt x="2117338" y="119585"/>
                  <a:pt x="2121511" y="116479"/>
                </a:cubicBezTo>
                <a:cubicBezTo>
                  <a:pt x="2125684" y="113373"/>
                  <a:pt x="2129182" y="108055"/>
                  <a:pt x="2132006" y="100525"/>
                </a:cubicBezTo>
                <a:lnTo>
                  <a:pt x="2134924" y="102407"/>
                </a:lnTo>
                <a:cubicBezTo>
                  <a:pt x="2133606" y="111004"/>
                  <a:pt x="2129778" y="118832"/>
                  <a:pt x="2123440" y="125891"/>
                </a:cubicBezTo>
                <a:cubicBezTo>
                  <a:pt x="2117103" y="132950"/>
                  <a:pt x="2109165" y="136480"/>
                  <a:pt x="2099627" y="136480"/>
                </a:cubicBezTo>
                <a:cubicBezTo>
                  <a:pt x="2089273" y="136480"/>
                  <a:pt x="2080410" y="132457"/>
                  <a:pt x="2073037" y="124412"/>
                </a:cubicBezTo>
                <a:cubicBezTo>
                  <a:pt x="2065664" y="116364"/>
                  <a:pt x="2061977" y="105546"/>
                  <a:pt x="2061977" y="91956"/>
                </a:cubicBezTo>
                <a:cubicBezTo>
                  <a:pt x="2061977" y="77242"/>
                  <a:pt x="2065758" y="65767"/>
                  <a:pt x="2073319" y="57533"/>
                </a:cubicBezTo>
                <a:cubicBezTo>
                  <a:pt x="2080881" y="49298"/>
                  <a:pt x="2090371" y="45180"/>
                  <a:pt x="2101792" y="45180"/>
                </a:cubicBezTo>
                <a:cubicBezTo>
                  <a:pt x="2111455" y="45180"/>
                  <a:pt x="2119393" y="48356"/>
                  <a:pt x="2125605" y="54710"/>
                </a:cubicBezTo>
                <a:cubicBezTo>
                  <a:pt x="2131817" y="61061"/>
                  <a:pt x="2134924" y="69556"/>
                  <a:pt x="2134924" y="80194"/>
                </a:cubicBezTo>
                <a:lnTo>
                  <a:pt x="2075343" y="80194"/>
                </a:lnTo>
                <a:moveTo>
                  <a:pt x="2075343" y="74735"/>
                </a:moveTo>
                <a:lnTo>
                  <a:pt x="2115252" y="74735"/>
                </a:lnTo>
                <a:cubicBezTo>
                  <a:pt x="2114938" y="69213"/>
                  <a:pt x="2114279" y="65322"/>
                  <a:pt x="2113275" y="63063"/>
                </a:cubicBezTo>
                <a:cubicBezTo>
                  <a:pt x="2111706" y="59549"/>
                  <a:pt x="2109369" y="56788"/>
                  <a:pt x="2106263" y="54780"/>
                </a:cubicBezTo>
                <a:cubicBezTo>
                  <a:pt x="2103157" y="52772"/>
                  <a:pt x="2099909" y="51768"/>
                  <a:pt x="2096521" y="51768"/>
                </a:cubicBezTo>
                <a:cubicBezTo>
                  <a:pt x="2091313" y="51768"/>
                  <a:pt x="2086654" y="53792"/>
                  <a:pt x="2082543" y="57839"/>
                </a:cubicBezTo>
                <a:cubicBezTo>
                  <a:pt x="2078433" y="61887"/>
                  <a:pt x="2076033" y="67518"/>
                  <a:pt x="2075343" y="74735"/>
                </a:cubicBezTo>
                <a:close/>
                <a:moveTo>
                  <a:pt x="2171661" y="45180"/>
                </a:moveTo>
                <a:lnTo>
                  <a:pt x="2171661" y="64569"/>
                </a:lnTo>
                <a:cubicBezTo>
                  <a:pt x="2178877" y="51643"/>
                  <a:pt x="2186282" y="45180"/>
                  <a:pt x="2193875" y="45180"/>
                </a:cubicBezTo>
                <a:cubicBezTo>
                  <a:pt x="2197326" y="45180"/>
                  <a:pt x="2200181" y="46231"/>
                  <a:pt x="2202440" y="48333"/>
                </a:cubicBezTo>
                <a:cubicBezTo>
                  <a:pt x="2204699" y="50435"/>
                  <a:pt x="2205828" y="52866"/>
                  <a:pt x="2205828" y="55627"/>
                </a:cubicBezTo>
                <a:cubicBezTo>
                  <a:pt x="2205828" y="58075"/>
                  <a:pt x="2205013" y="60145"/>
                  <a:pt x="2203381" y="61840"/>
                </a:cubicBezTo>
                <a:cubicBezTo>
                  <a:pt x="2201750" y="63534"/>
                  <a:pt x="2199804" y="64381"/>
                  <a:pt x="2197545" y="64381"/>
                </a:cubicBezTo>
                <a:cubicBezTo>
                  <a:pt x="2195349" y="64381"/>
                  <a:pt x="2192886" y="63299"/>
                  <a:pt x="2190157" y="61134"/>
                </a:cubicBezTo>
                <a:cubicBezTo>
                  <a:pt x="2187427" y="58969"/>
                  <a:pt x="2185403" y="57886"/>
                  <a:pt x="2184086" y="57886"/>
                </a:cubicBezTo>
                <a:cubicBezTo>
                  <a:pt x="2182956" y="57886"/>
                  <a:pt x="2181733" y="58512"/>
                  <a:pt x="2180415" y="59763"/>
                </a:cubicBezTo>
                <a:cubicBezTo>
                  <a:pt x="2177591" y="62330"/>
                  <a:pt x="2174673" y="66555"/>
                  <a:pt x="2171661" y="72437"/>
                </a:cubicBezTo>
                <a:lnTo>
                  <a:pt x="2171661" y="113652"/>
                </a:lnTo>
                <a:cubicBezTo>
                  <a:pt x="2171661" y="118407"/>
                  <a:pt x="2172257" y="122006"/>
                  <a:pt x="2173450" y="124447"/>
                </a:cubicBezTo>
                <a:cubicBezTo>
                  <a:pt x="2174265" y="126137"/>
                  <a:pt x="2175709" y="127546"/>
                  <a:pt x="2177779" y="128674"/>
                </a:cubicBezTo>
                <a:cubicBezTo>
                  <a:pt x="2179850" y="129799"/>
                  <a:pt x="2182831" y="130362"/>
                  <a:pt x="2186721" y="130362"/>
                </a:cubicBezTo>
                <a:lnTo>
                  <a:pt x="2186721" y="133845"/>
                </a:lnTo>
                <a:lnTo>
                  <a:pt x="2142577" y="133845"/>
                </a:lnTo>
                <a:lnTo>
                  <a:pt x="2142577" y="130362"/>
                </a:lnTo>
                <a:cubicBezTo>
                  <a:pt x="2146969" y="130362"/>
                  <a:pt x="2150232" y="129674"/>
                  <a:pt x="2152366" y="128297"/>
                </a:cubicBezTo>
                <a:cubicBezTo>
                  <a:pt x="2153935" y="127295"/>
                  <a:pt x="2155033" y="125698"/>
                  <a:pt x="2155660" y="123506"/>
                </a:cubicBezTo>
                <a:cubicBezTo>
                  <a:pt x="2155974" y="122441"/>
                  <a:pt x="2156131" y="119404"/>
                  <a:pt x="2156131" y="114396"/>
                </a:cubicBezTo>
                <a:lnTo>
                  <a:pt x="2156131" y="81056"/>
                </a:lnTo>
                <a:cubicBezTo>
                  <a:pt x="2156131" y="71037"/>
                  <a:pt x="2155927" y="65074"/>
                  <a:pt x="2155519" y="63166"/>
                </a:cubicBezTo>
                <a:cubicBezTo>
                  <a:pt x="2155111" y="61256"/>
                  <a:pt x="2154358" y="59863"/>
                  <a:pt x="2153260" y="58986"/>
                </a:cubicBezTo>
                <a:cubicBezTo>
                  <a:pt x="2152162" y="58110"/>
                  <a:pt x="2150797" y="57672"/>
                  <a:pt x="2149166" y="57672"/>
                </a:cubicBezTo>
                <a:cubicBezTo>
                  <a:pt x="2147220" y="57672"/>
                  <a:pt x="2145024" y="58141"/>
                  <a:pt x="2142577" y="59081"/>
                </a:cubicBezTo>
                <a:lnTo>
                  <a:pt x="2141636" y="55698"/>
                </a:lnTo>
                <a:lnTo>
                  <a:pt x="2167708" y="45180"/>
                </a:lnTo>
                <a:lnTo>
                  <a:pt x="2171661" y="45180"/>
                </a:lnTo>
                <a:close/>
                <a:moveTo>
                  <a:pt x="2266348" y="45180"/>
                </a:moveTo>
                <a:lnTo>
                  <a:pt x="2266348" y="74358"/>
                </a:lnTo>
                <a:lnTo>
                  <a:pt x="2263242" y="74358"/>
                </a:lnTo>
                <a:cubicBezTo>
                  <a:pt x="2260858" y="65206"/>
                  <a:pt x="2257799" y="58982"/>
                  <a:pt x="2254065" y="55683"/>
                </a:cubicBezTo>
                <a:cubicBezTo>
                  <a:pt x="2250332" y="52383"/>
                  <a:pt x="2245578" y="50733"/>
                  <a:pt x="2239805" y="50733"/>
                </a:cubicBezTo>
                <a:cubicBezTo>
                  <a:pt x="2235413" y="50733"/>
                  <a:pt x="2231868" y="51893"/>
                  <a:pt x="2229169" y="54213"/>
                </a:cubicBezTo>
                <a:cubicBezTo>
                  <a:pt x="2226471" y="56530"/>
                  <a:pt x="2225122" y="59100"/>
                  <a:pt x="2225122" y="61922"/>
                </a:cubicBezTo>
                <a:cubicBezTo>
                  <a:pt x="2225122" y="65432"/>
                  <a:pt x="2226126" y="68440"/>
                  <a:pt x="2228134" y="70946"/>
                </a:cubicBezTo>
                <a:cubicBezTo>
                  <a:pt x="2230079" y="73517"/>
                  <a:pt x="2234032" y="76244"/>
                  <a:pt x="2239994" y="79126"/>
                </a:cubicBezTo>
                <a:lnTo>
                  <a:pt x="2253736" y="85803"/>
                </a:lnTo>
                <a:cubicBezTo>
                  <a:pt x="2266474" y="92007"/>
                  <a:pt x="2272843" y="100187"/>
                  <a:pt x="2272843" y="110343"/>
                </a:cubicBezTo>
                <a:cubicBezTo>
                  <a:pt x="2272843" y="118177"/>
                  <a:pt x="2269878" y="124492"/>
                  <a:pt x="2263948" y="129288"/>
                </a:cubicBezTo>
                <a:cubicBezTo>
                  <a:pt x="2258018" y="134083"/>
                  <a:pt x="2251383" y="136480"/>
                  <a:pt x="2244041" y="136480"/>
                </a:cubicBezTo>
                <a:cubicBezTo>
                  <a:pt x="2238770" y="136480"/>
                  <a:pt x="2232746" y="135539"/>
                  <a:pt x="2225969" y="133656"/>
                </a:cubicBezTo>
                <a:cubicBezTo>
                  <a:pt x="2223898" y="133029"/>
                  <a:pt x="2222204" y="132715"/>
                  <a:pt x="2220886" y="132715"/>
                </a:cubicBezTo>
                <a:cubicBezTo>
                  <a:pt x="2219443" y="132715"/>
                  <a:pt x="2218314" y="133531"/>
                  <a:pt x="2217498" y="135162"/>
                </a:cubicBezTo>
                <a:lnTo>
                  <a:pt x="2214392" y="135162"/>
                </a:lnTo>
                <a:lnTo>
                  <a:pt x="2214392" y="104290"/>
                </a:lnTo>
                <a:lnTo>
                  <a:pt x="2217498" y="104290"/>
                </a:lnTo>
                <a:cubicBezTo>
                  <a:pt x="2219255" y="113106"/>
                  <a:pt x="2222612" y="119750"/>
                  <a:pt x="2227569" y="124220"/>
                </a:cubicBezTo>
                <a:cubicBezTo>
                  <a:pt x="2232526" y="128691"/>
                  <a:pt x="2238080" y="130927"/>
                  <a:pt x="2244229" y="130927"/>
                </a:cubicBezTo>
                <a:cubicBezTo>
                  <a:pt x="2248559" y="130927"/>
                  <a:pt x="2252089" y="129658"/>
                  <a:pt x="2254818" y="127121"/>
                </a:cubicBezTo>
                <a:cubicBezTo>
                  <a:pt x="2257548" y="124581"/>
                  <a:pt x="2258913" y="121525"/>
                  <a:pt x="2258913" y="117952"/>
                </a:cubicBezTo>
                <a:cubicBezTo>
                  <a:pt x="2258913" y="113627"/>
                  <a:pt x="2257391" y="109991"/>
                  <a:pt x="2254348" y="107046"/>
                </a:cubicBezTo>
                <a:cubicBezTo>
                  <a:pt x="2251304" y="104100"/>
                  <a:pt x="2245233" y="100372"/>
                  <a:pt x="2236135" y="95860"/>
                </a:cubicBezTo>
                <a:cubicBezTo>
                  <a:pt x="2227036" y="91346"/>
                  <a:pt x="2221075" y="87271"/>
                  <a:pt x="2218251" y="83635"/>
                </a:cubicBezTo>
                <a:cubicBezTo>
                  <a:pt x="2215427" y="80062"/>
                  <a:pt x="2214015" y="75549"/>
                  <a:pt x="2214015" y="70096"/>
                </a:cubicBezTo>
                <a:cubicBezTo>
                  <a:pt x="2214015" y="63013"/>
                  <a:pt x="2216447" y="57090"/>
                  <a:pt x="2221310" y="52327"/>
                </a:cubicBezTo>
                <a:cubicBezTo>
                  <a:pt x="2226173" y="47562"/>
                  <a:pt x="2232464" y="45180"/>
                  <a:pt x="2240182" y="45180"/>
                </a:cubicBezTo>
                <a:cubicBezTo>
                  <a:pt x="2243570" y="45180"/>
                  <a:pt x="2247680" y="45901"/>
                  <a:pt x="2252512" y="47344"/>
                </a:cubicBezTo>
                <a:cubicBezTo>
                  <a:pt x="2255712" y="48286"/>
                  <a:pt x="2257846" y="48756"/>
                  <a:pt x="2258913" y="48756"/>
                </a:cubicBezTo>
                <a:cubicBezTo>
                  <a:pt x="2259917" y="48756"/>
                  <a:pt x="2260701" y="48537"/>
                  <a:pt x="2261266" y="48097"/>
                </a:cubicBezTo>
                <a:cubicBezTo>
                  <a:pt x="2261830" y="47658"/>
                  <a:pt x="2262489" y="46686"/>
                  <a:pt x="2263242" y="45180"/>
                </a:cubicBezTo>
                <a:lnTo>
                  <a:pt x="2266348" y="45180"/>
                </a:lnTo>
                <a:close/>
                <a:moveTo>
                  <a:pt x="2310651" y="19201"/>
                </a:moveTo>
                <a:lnTo>
                  <a:pt x="2310651" y="47627"/>
                </a:lnTo>
                <a:lnTo>
                  <a:pt x="2330793" y="47627"/>
                </a:lnTo>
                <a:lnTo>
                  <a:pt x="2330793" y="54216"/>
                </a:lnTo>
                <a:lnTo>
                  <a:pt x="2310651" y="54216"/>
                </a:lnTo>
                <a:lnTo>
                  <a:pt x="2310651" y="110049"/>
                </a:lnTo>
                <a:cubicBezTo>
                  <a:pt x="2310651" y="115628"/>
                  <a:pt x="2311451" y="119389"/>
                  <a:pt x="2313051" y="121332"/>
                </a:cubicBezTo>
                <a:cubicBezTo>
                  <a:pt x="2314651" y="123273"/>
                  <a:pt x="2316706" y="124244"/>
                  <a:pt x="2319216" y="124244"/>
                </a:cubicBezTo>
                <a:cubicBezTo>
                  <a:pt x="2321287" y="124244"/>
                  <a:pt x="2323295" y="123601"/>
                  <a:pt x="2325240" y="122314"/>
                </a:cubicBezTo>
                <a:cubicBezTo>
                  <a:pt x="2327185" y="121028"/>
                  <a:pt x="2328691" y="119130"/>
                  <a:pt x="2329758" y="116620"/>
                </a:cubicBezTo>
                <a:lnTo>
                  <a:pt x="2333429" y="116620"/>
                </a:lnTo>
                <a:cubicBezTo>
                  <a:pt x="2331233" y="122787"/>
                  <a:pt x="2328126" y="127451"/>
                  <a:pt x="2324110" y="130612"/>
                </a:cubicBezTo>
                <a:cubicBezTo>
                  <a:pt x="2320094" y="133771"/>
                  <a:pt x="2315953" y="135351"/>
                  <a:pt x="2311686" y="135351"/>
                </a:cubicBezTo>
                <a:cubicBezTo>
                  <a:pt x="2308800" y="135351"/>
                  <a:pt x="2305976" y="134550"/>
                  <a:pt x="2303215" y="132947"/>
                </a:cubicBezTo>
                <a:cubicBezTo>
                  <a:pt x="2300454" y="131345"/>
                  <a:pt x="2298415" y="129053"/>
                  <a:pt x="2297097" y="126071"/>
                </a:cubicBezTo>
                <a:cubicBezTo>
                  <a:pt x="2295779" y="123086"/>
                  <a:pt x="2295120" y="118484"/>
                  <a:pt x="2295120" y="112264"/>
                </a:cubicBezTo>
                <a:lnTo>
                  <a:pt x="2295120" y="54216"/>
                </a:lnTo>
                <a:lnTo>
                  <a:pt x="2281472" y="54216"/>
                </a:lnTo>
                <a:lnTo>
                  <a:pt x="2281472" y="51109"/>
                </a:lnTo>
                <a:cubicBezTo>
                  <a:pt x="2284923" y="49725"/>
                  <a:pt x="2288453" y="47381"/>
                  <a:pt x="2292061" y="44077"/>
                </a:cubicBezTo>
                <a:cubicBezTo>
                  <a:pt x="2295669" y="40772"/>
                  <a:pt x="2298885" y="36855"/>
                  <a:pt x="2301709" y="32323"/>
                </a:cubicBezTo>
                <a:cubicBezTo>
                  <a:pt x="2303152" y="29932"/>
                  <a:pt x="2305160" y="25559"/>
                  <a:pt x="2307733" y="19201"/>
                </a:cubicBezTo>
                <a:lnTo>
                  <a:pt x="2310651" y="19201"/>
                </a:lnTo>
                <a:close/>
                <a:moveTo>
                  <a:pt x="2388053" y="121420"/>
                </a:moveTo>
                <a:cubicBezTo>
                  <a:pt x="2379205" y="128260"/>
                  <a:pt x="2373652" y="132213"/>
                  <a:pt x="2371393" y="133280"/>
                </a:cubicBezTo>
                <a:cubicBezTo>
                  <a:pt x="2368004" y="134911"/>
                  <a:pt x="2364396" y="135727"/>
                  <a:pt x="2360568" y="135727"/>
                </a:cubicBezTo>
                <a:cubicBezTo>
                  <a:pt x="2354607" y="135727"/>
                  <a:pt x="2349697" y="133688"/>
                  <a:pt x="2345838" y="129609"/>
                </a:cubicBezTo>
                <a:cubicBezTo>
                  <a:pt x="2341979" y="125530"/>
                  <a:pt x="2340049" y="120165"/>
                  <a:pt x="2340049" y="113514"/>
                </a:cubicBezTo>
                <a:cubicBezTo>
                  <a:pt x="2340049" y="109310"/>
                  <a:pt x="2340990" y="105670"/>
                  <a:pt x="2342873" y="102595"/>
                </a:cubicBezTo>
                <a:cubicBezTo>
                  <a:pt x="2345446" y="98328"/>
                  <a:pt x="2349917" y="94312"/>
                  <a:pt x="2356286" y="90547"/>
                </a:cubicBezTo>
                <a:cubicBezTo>
                  <a:pt x="2362655" y="86783"/>
                  <a:pt x="2373244" y="82202"/>
                  <a:pt x="2388053" y="76805"/>
                </a:cubicBezTo>
                <a:lnTo>
                  <a:pt x="2388053" y="73417"/>
                </a:lnTo>
                <a:cubicBezTo>
                  <a:pt x="2388053" y="64820"/>
                  <a:pt x="2386688" y="58922"/>
                  <a:pt x="2383958" y="55722"/>
                </a:cubicBezTo>
                <a:cubicBezTo>
                  <a:pt x="2381229" y="52521"/>
                  <a:pt x="2377260" y="50921"/>
                  <a:pt x="2372051" y="50921"/>
                </a:cubicBezTo>
                <a:cubicBezTo>
                  <a:pt x="2368098" y="50921"/>
                  <a:pt x="2364961" y="51984"/>
                  <a:pt x="2362639" y="54110"/>
                </a:cubicBezTo>
                <a:cubicBezTo>
                  <a:pt x="2360255" y="56235"/>
                  <a:pt x="2359062" y="58674"/>
                  <a:pt x="2359062" y="61425"/>
                </a:cubicBezTo>
                <a:lnTo>
                  <a:pt x="2359251" y="66863"/>
                </a:lnTo>
                <a:cubicBezTo>
                  <a:pt x="2359251" y="69738"/>
                  <a:pt x="2358513" y="71957"/>
                  <a:pt x="2357039" y="73520"/>
                </a:cubicBezTo>
                <a:cubicBezTo>
                  <a:pt x="2355564" y="75083"/>
                  <a:pt x="2353634" y="75864"/>
                  <a:pt x="2351250" y="75864"/>
                </a:cubicBezTo>
                <a:cubicBezTo>
                  <a:pt x="2348928" y="75864"/>
                  <a:pt x="2347030" y="75051"/>
                  <a:pt x="2345555" y="73426"/>
                </a:cubicBezTo>
                <a:cubicBezTo>
                  <a:pt x="2344081" y="71798"/>
                  <a:pt x="2343344" y="69576"/>
                  <a:pt x="2343344" y="66761"/>
                </a:cubicBezTo>
                <a:cubicBezTo>
                  <a:pt x="2343344" y="61382"/>
                  <a:pt x="2346105" y="56440"/>
                  <a:pt x="2351626" y="51936"/>
                </a:cubicBezTo>
                <a:cubicBezTo>
                  <a:pt x="2357148" y="47432"/>
                  <a:pt x="2364898" y="45180"/>
                  <a:pt x="2374875" y="45180"/>
                </a:cubicBezTo>
                <a:cubicBezTo>
                  <a:pt x="2382531" y="45180"/>
                  <a:pt x="2388806" y="46464"/>
                  <a:pt x="2393700" y="49033"/>
                </a:cubicBezTo>
                <a:cubicBezTo>
                  <a:pt x="2397402" y="50976"/>
                  <a:pt x="2400132" y="54017"/>
                  <a:pt x="2401889" y="58154"/>
                </a:cubicBezTo>
                <a:cubicBezTo>
                  <a:pt x="2403018" y="60848"/>
                  <a:pt x="2403583" y="66363"/>
                  <a:pt x="2403583" y="74699"/>
                </a:cubicBezTo>
                <a:lnTo>
                  <a:pt x="2403583" y="103937"/>
                </a:lnTo>
                <a:cubicBezTo>
                  <a:pt x="2403583" y="112147"/>
                  <a:pt x="2403740" y="117177"/>
                  <a:pt x="2404054" y="119026"/>
                </a:cubicBezTo>
                <a:cubicBezTo>
                  <a:pt x="2404367" y="120875"/>
                  <a:pt x="2404885" y="122113"/>
                  <a:pt x="2405607" y="122741"/>
                </a:cubicBezTo>
                <a:cubicBezTo>
                  <a:pt x="2406328" y="123366"/>
                  <a:pt x="2407160" y="123679"/>
                  <a:pt x="2408101" y="123679"/>
                </a:cubicBezTo>
                <a:cubicBezTo>
                  <a:pt x="2409105" y="123679"/>
                  <a:pt x="2409983" y="123460"/>
                  <a:pt x="2410736" y="123020"/>
                </a:cubicBezTo>
                <a:cubicBezTo>
                  <a:pt x="2412054" y="122205"/>
                  <a:pt x="2414596" y="119914"/>
                  <a:pt x="2418361" y="116149"/>
                </a:cubicBezTo>
                <a:lnTo>
                  <a:pt x="2418361" y="121420"/>
                </a:lnTo>
                <a:cubicBezTo>
                  <a:pt x="2411333" y="130833"/>
                  <a:pt x="2404618" y="135539"/>
                  <a:pt x="2398218" y="135539"/>
                </a:cubicBezTo>
                <a:cubicBezTo>
                  <a:pt x="2395143" y="135539"/>
                  <a:pt x="2392696" y="134472"/>
                  <a:pt x="2390876" y="132339"/>
                </a:cubicBezTo>
                <a:cubicBezTo>
                  <a:pt x="2389057" y="130205"/>
                  <a:pt x="2388115" y="126566"/>
                  <a:pt x="2388053" y="121420"/>
                </a:cubicBezTo>
                <a:moveTo>
                  <a:pt x="2388053" y="115249"/>
                </a:moveTo>
                <a:lnTo>
                  <a:pt x="2388053" y="82547"/>
                </a:lnTo>
                <a:cubicBezTo>
                  <a:pt x="2378577" y="86294"/>
                  <a:pt x="2372459" y="88949"/>
                  <a:pt x="2369698" y="90512"/>
                </a:cubicBezTo>
                <a:cubicBezTo>
                  <a:pt x="2364741" y="93261"/>
                  <a:pt x="2361196" y="96135"/>
                  <a:pt x="2359062" y="99133"/>
                </a:cubicBezTo>
                <a:cubicBezTo>
                  <a:pt x="2356929" y="102132"/>
                  <a:pt x="2355862" y="105411"/>
                  <a:pt x="2355862" y="108972"/>
                </a:cubicBezTo>
                <a:cubicBezTo>
                  <a:pt x="2355862" y="113471"/>
                  <a:pt x="2357211" y="117203"/>
                  <a:pt x="2359909" y="120170"/>
                </a:cubicBezTo>
                <a:cubicBezTo>
                  <a:pt x="2362608" y="123137"/>
                  <a:pt x="2365714" y="124620"/>
                  <a:pt x="2369228" y="124620"/>
                </a:cubicBezTo>
                <a:cubicBezTo>
                  <a:pt x="2373997" y="124620"/>
                  <a:pt x="2380272" y="121497"/>
                  <a:pt x="2388053" y="115249"/>
                </a:cubicBezTo>
                <a:close/>
                <a:moveTo>
                  <a:pt x="2449921" y="63440"/>
                </a:moveTo>
                <a:cubicBezTo>
                  <a:pt x="2460024" y="51266"/>
                  <a:pt x="2469656" y="45180"/>
                  <a:pt x="2478817" y="45180"/>
                </a:cubicBezTo>
                <a:cubicBezTo>
                  <a:pt x="2483524" y="45180"/>
                  <a:pt x="2487571" y="46354"/>
                  <a:pt x="2490960" y="48703"/>
                </a:cubicBezTo>
                <a:cubicBezTo>
                  <a:pt x="2494348" y="51051"/>
                  <a:pt x="2497046" y="54917"/>
                  <a:pt x="2499054" y="60301"/>
                </a:cubicBezTo>
                <a:cubicBezTo>
                  <a:pt x="2500435" y="64056"/>
                  <a:pt x="2501125" y="69817"/>
                  <a:pt x="2501125" y="77582"/>
                </a:cubicBezTo>
                <a:lnTo>
                  <a:pt x="2501125" y="114302"/>
                </a:lnTo>
                <a:cubicBezTo>
                  <a:pt x="2501125" y="119750"/>
                  <a:pt x="2501564" y="123444"/>
                  <a:pt x="2502443" y="125385"/>
                </a:cubicBezTo>
                <a:cubicBezTo>
                  <a:pt x="2503133" y="126950"/>
                  <a:pt x="2504247" y="128171"/>
                  <a:pt x="2505784" y="129047"/>
                </a:cubicBezTo>
                <a:cubicBezTo>
                  <a:pt x="2507321" y="129924"/>
                  <a:pt x="2510161" y="130362"/>
                  <a:pt x="2514302" y="130362"/>
                </a:cubicBezTo>
                <a:lnTo>
                  <a:pt x="2514302" y="133845"/>
                </a:lnTo>
                <a:lnTo>
                  <a:pt x="2471664" y="133845"/>
                </a:lnTo>
                <a:lnTo>
                  <a:pt x="2471664" y="130362"/>
                </a:lnTo>
                <a:lnTo>
                  <a:pt x="2473452" y="130362"/>
                </a:lnTo>
                <a:cubicBezTo>
                  <a:pt x="2477468" y="130362"/>
                  <a:pt x="2480276" y="129753"/>
                  <a:pt x="2481877" y="128535"/>
                </a:cubicBezTo>
                <a:cubicBezTo>
                  <a:pt x="2483477" y="127318"/>
                  <a:pt x="2484590" y="125523"/>
                  <a:pt x="2485218" y="123153"/>
                </a:cubicBezTo>
                <a:cubicBezTo>
                  <a:pt x="2485469" y="122215"/>
                  <a:pt x="2485594" y="119281"/>
                  <a:pt x="2485594" y="114349"/>
                </a:cubicBezTo>
                <a:lnTo>
                  <a:pt x="2485594" y="79232"/>
                </a:lnTo>
                <a:cubicBezTo>
                  <a:pt x="2485594" y="71429"/>
                  <a:pt x="2484575" y="65764"/>
                  <a:pt x="2482535" y="62237"/>
                </a:cubicBezTo>
                <a:cubicBezTo>
                  <a:pt x="2480496" y="58709"/>
                  <a:pt x="2477060" y="56945"/>
                  <a:pt x="2472229" y="56945"/>
                </a:cubicBezTo>
                <a:cubicBezTo>
                  <a:pt x="2464762" y="56945"/>
                  <a:pt x="2457326" y="61003"/>
                  <a:pt x="2449921" y="69120"/>
                </a:cubicBezTo>
                <a:lnTo>
                  <a:pt x="2449921" y="114349"/>
                </a:lnTo>
                <a:cubicBezTo>
                  <a:pt x="2449921" y="120155"/>
                  <a:pt x="2450266" y="123745"/>
                  <a:pt x="2450957" y="125118"/>
                </a:cubicBezTo>
                <a:cubicBezTo>
                  <a:pt x="2451835" y="126927"/>
                  <a:pt x="2453043" y="128254"/>
                  <a:pt x="2454581" y="129097"/>
                </a:cubicBezTo>
                <a:cubicBezTo>
                  <a:pt x="2456118" y="129940"/>
                  <a:pt x="2459240" y="130362"/>
                  <a:pt x="2463946" y="130362"/>
                </a:cubicBezTo>
                <a:lnTo>
                  <a:pt x="2463946" y="133845"/>
                </a:lnTo>
                <a:lnTo>
                  <a:pt x="2421308" y="133845"/>
                </a:lnTo>
                <a:lnTo>
                  <a:pt x="2421308" y="130362"/>
                </a:lnTo>
                <a:lnTo>
                  <a:pt x="2423190" y="130362"/>
                </a:lnTo>
                <a:cubicBezTo>
                  <a:pt x="2427583" y="130362"/>
                  <a:pt x="2430547" y="129251"/>
                  <a:pt x="2432085" y="127029"/>
                </a:cubicBezTo>
                <a:cubicBezTo>
                  <a:pt x="2433622" y="124806"/>
                  <a:pt x="2434391" y="120563"/>
                  <a:pt x="2434391" y="114302"/>
                </a:cubicBezTo>
                <a:lnTo>
                  <a:pt x="2434391" y="82370"/>
                </a:lnTo>
                <a:cubicBezTo>
                  <a:pt x="2434391" y="72040"/>
                  <a:pt x="2434156" y="65749"/>
                  <a:pt x="2433685" y="63496"/>
                </a:cubicBezTo>
                <a:cubicBezTo>
                  <a:pt x="2433214" y="61241"/>
                  <a:pt x="2432493" y="59706"/>
                  <a:pt x="2431520" y="58892"/>
                </a:cubicBezTo>
                <a:cubicBezTo>
                  <a:pt x="2430547" y="58079"/>
                  <a:pt x="2429245" y="57672"/>
                  <a:pt x="2427614" y="57672"/>
                </a:cubicBezTo>
                <a:cubicBezTo>
                  <a:pt x="2425857" y="57672"/>
                  <a:pt x="2423755" y="58141"/>
                  <a:pt x="2421308" y="59081"/>
                </a:cubicBezTo>
                <a:lnTo>
                  <a:pt x="2419896" y="55698"/>
                </a:lnTo>
                <a:lnTo>
                  <a:pt x="2445874" y="45180"/>
                </a:lnTo>
                <a:lnTo>
                  <a:pt x="2449921" y="45180"/>
                </a:lnTo>
                <a:lnTo>
                  <a:pt x="2449921" y="63440"/>
                </a:lnTo>
                <a:close/>
                <a:moveTo>
                  <a:pt x="2582072" y="124150"/>
                </a:moveTo>
                <a:cubicBezTo>
                  <a:pt x="2577868" y="128542"/>
                  <a:pt x="2573757" y="131695"/>
                  <a:pt x="2569741" y="133609"/>
                </a:cubicBezTo>
                <a:cubicBezTo>
                  <a:pt x="2565726" y="135523"/>
                  <a:pt x="2561396" y="136480"/>
                  <a:pt x="2556752" y="136480"/>
                </a:cubicBezTo>
                <a:cubicBezTo>
                  <a:pt x="2547340" y="136480"/>
                  <a:pt x="2539120" y="132551"/>
                  <a:pt x="2532092" y="124694"/>
                </a:cubicBezTo>
                <a:cubicBezTo>
                  <a:pt x="2525064" y="116835"/>
                  <a:pt x="2521550" y="106736"/>
                  <a:pt x="2521550" y="94398"/>
                </a:cubicBezTo>
                <a:cubicBezTo>
                  <a:pt x="2521550" y="82062"/>
                  <a:pt x="2525440" y="70775"/>
                  <a:pt x="2533221" y="60537"/>
                </a:cubicBezTo>
                <a:cubicBezTo>
                  <a:pt x="2541002" y="50299"/>
                  <a:pt x="2551011" y="45180"/>
                  <a:pt x="2563247" y="45180"/>
                </a:cubicBezTo>
                <a:cubicBezTo>
                  <a:pt x="2570840" y="45180"/>
                  <a:pt x="2577115" y="47595"/>
                  <a:pt x="2582072" y="52427"/>
                </a:cubicBezTo>
                <a:lnTo>
                  <a:pt x="2582072" y="36485"/>
                </a:lnTo>
                <a:cubicBezTo>
                  <a:pt x="2582072" y="26592"/>
                  <a:pt x="2581836" y="20511"/>
                  <a:pt x="2581366" y="18242"/>
                </a:cubicBezTo>
                <a:cubicBezTo>
                  <a:pt x="2580895" y="15974"/>
                  <a:pt x="2580158" y="14430"/>
                  <a:pt x="2579154" y="13613"/>
                </a:cubicBezTo>
                <a:cubicBezTo>
                  <a:pt x="2578150" y="12793"/>
                  <a:pt x="2576895" y="12383"/>
                  <a:pt x="2575389" y="12383"/>
                </a:cubicBezTo>
                <a:cubicBezTo>
                  <a:pt x="2573757" y="12383"/>
                  <a:pt x="2571593" y="12887"/>
                  <a:pt x="2568894" y="13895"/>
                </a:cubicBezTo>
                <a:lnTo>
                  <a:pt x="2567671" y="10586"/>
                </a:lnTo>
                <a:lnTo>
                  <a:pt x="2593367" y="0"/>
                </a:lnTo>
                <a:lnTo>
                  <a:pt x="2597602" y="0"/>
                </a:lnTo>
                <a:lnTo>
                  <a:pt x="2597602" y="99678"/>
                </a:lnTo>
                <a:cubicBezTo>
                  <a:pt x="2597602" y="109780"/>
                  <a:pt x="2597838" y="115945"/>
                  <a:pt x="2598308" y="118173"/>
                </a:cubicBezTo>
                <a:cubicBezTo>
                  <a:pt x="2598779" y="120401"/>
                  <a:pt x="2599532" y="121954"/>
                  <a:pt x="2600567" y="122832"/>
                </a:cubicBezTo>
                <a:cubicBezTo>
                  <a:pt x="2601603" y="123711"/>
                  <a:pt x="2602810" y="124150"/>
                  <a:pt x="2604191" y="124150"/>
                </a:cubicBezTo>
                <a:cubicBezTo>
                  <a:pt x="2605885" y="124150"/>
                  <a:pt x="2608144" y="123616"/>
                  <a:pt x="2610968" y="122550"/>
                </a:cubicBezTo>
                <a:lnTo>
                  <a:pt x="2612003" y="125844"/>
                </a:lnTo>
                <a:lnTo>
                  <a:pt x="2586401" y="136480"/>
                </a:lnTo>
                <a:lnTo>
                  <a:pt x="2582072" y="136480"/>
                </a:lnTo>
                <a:lnTo>
                  <a:pt x="2582072" y="124150"/>
                </a:lnTo>
                <a:moveTo>
                  <a:pt x="2582072" y="117582"/>
                </a:moveTo>
                <a:lnTo>
                  <a:pt x="2582072" y="73267"/>
                </a:lnTo>
                <a:cubicBezTo>
                  <a:pt x="2581695" y="69010"/>
                  <a:pt x="2580566" y="65129"/>
                  <a:pt x="2578683" y="61625"/>
                </a:cubicBezTo>
                <a:cubicBezTo>
                  <a:pt x="2576801" y="58119"/>
                  <a:pt x="2574306" y="55474"/>
                  <a:pt x="2571200" y="53692"/>
                </a:cubicBezTo>
                <a:cubicBezTo>
                  <a:pt x="2568094" y="51908"/>
                  <a:pt x="2565067" y="51015"/>
                  <a:pt x="2562117" y="51015"/>
                </a:cubicBezTo>
                <a:cubicBezTo>
                  <a:pt x="2556595" y="51015"/>
                  <a:pt x="2551670" y="53488"/>
                  <a:pt x="2547340" y="58433"/>
                </a:cubicBezTo>
                <a:cubicBezTo>
                  <a:pt x="2541630" y="64942"/>
                  <a:pt x="2538775" y="74455"/>
                  <a:pt x="2538775" y="86974"/>
                </a:cubicBezTo>
                <a:cubicBezTo>
                  <a:pt x="2538775" y="99618"/>
                  <a:pt x="2541536" y="109305"/>
                  <a:pt x="2547058" y="116035"/>
                </a:cubicBezTo>
                <a:cubicBezTo>
                  <a:pt x="2552579" y="122762"/>
                  <a:pt x="2558729" y="126126"/>
                  <a:pt x="2565506" y="126126"/>
                </a:cubicBezTo>
                <a:cubicBezTo>
                  <a:pt x="2571216" y="126126"/>
                  <a:pt x="2576738" y="123278"/>
                  <a:pt x="2582072" y="117582"/>
                </a:cubicBezTo>
                <a:close/>
                <a:moveTo>
                  <a:pt x="2639487" y="0"/>
                </a:moveTo>
                <a:cubicBezTo>
                  <a:pt x="2642123" y="0"/>
                  <a:pt x="2644366" y="930"/>
                  <a:pt x="2646217" y="2791"/>
                </a:cubicBezTo>
                <a:cubicBezTo>
                  <a:pt x="2648068" y="4650"/>
                  <a:pt x="2648994" y="6904"/>
                  <a:pt x="2648994" y="9554"/>
                </a:cubicBezTo>
                <a:cubicBezTo>
                  <a:pt x="2648994" y="12203"/>
                  <a:pt x="2648068" y="14474"/>
                  <a:pt x="2646217" y="16366"/>
                </a:cubicBezTo>
                <a:cubicBezTo>
                  <a:pt x="2644366" y="18256"/>
                  <a:pt x="2642123" y="19201"/>
                  <a:pt x="2639487" y="19201"/>
                </a:cubicBezTo>
                <a:cubicBezTo>
                  <a:pt x="2636852" y="19201"/>
                  <a:pt x="2634593" y="18256"/>
                  <a:pt x="2632710" y="16366"/>
                </a:cubicBezTo>
                <a:cubicBezTo>
                  <a:pt x="2630828" y="14474"/>
                  <a:pt x="2629887" y="12203"/>
                  <a:pt x="2629887" y="9554"/>
                </a:cubicBezTo>
                <a:cubicBezTo>
                  <a:pt x="2629887" y="6904"/>
                  <a:pt x="2630812" y="4650"/>
                  <a:pt x="2632663" y="2791"/>
                </a:cubicBezTo>
                <a:cubicBezTo>
                  <a:pt x="2634514" y="930"/>
                  <a:pt x="2636789" y="0"/>
                  <a:pt x="2639487" y="0"/>
                </a:cubicBezTo>
                <a:moveTo>
                  <a:pt x="2647300" y="45180"/>
                </a:moveTo>
                <a:lnTo>
                  <a:pt x="2647300" y="114302"/>
                </a:lnTo>
                <a:cubicBezTo>
                  <a:pt x="2647300" y="119687"/>
                  <a:pt x="2647692" y="123271"/>
                  <a:pt x="2648476" y="125056"/>
                </a:cubicBezTo>
                <a:cubicBezTo>
                  <a:pt x="2649260" y="126840"/>
                  <a:pt x="2650421" y="128171"/>
                  <a:pt x="2651959" y="129047"/>
                </a:cubicBezTo>
                <a:cubicBezTo>
                  <a:pt x="2653496" y="129924"/>
                  <a:pt x="2656304" y="130362"/>
                  <a:pt x="2660383" y="130362"/>
                </a:cubicBezTo>
                <a:lnTo>
                  <a:pt x="2660383" y="133845"/>
                </a:lnTo>
                <a:lnTo>
                  <a:pt x="2618498" y="133845"/>
                </a:lnTo>
                <a:lnTo>
                  <a:pt x="2618498" y="130362"/>
                </a:lnTo>
                <a:cubicBezTo>
                  <a:pt x="2622702" y="130362"/>
                  <a:pt x="2625525" y="129955"/>
                  <a:pt x="2626969" y="129141"/>
                </a:cubicBezTo>
                <a:cubicBezTo>
                  <a:pt x="2628412" y="128328"/>
                  <a:pt x="2629557" y="126981"/>
                  <a:pt x="2630404" y="125103"/>
                </a:cubicBezTo>
                <a:cubicBezTo>
                  <a:pt x="2631251" y="123224"/>
                  <a:pt x="2631675" y="119624"/>
                  <a:pt x="2631675" y="114302"/>
                </a:cubicBezTo>
                <a:lnTo>
                  <a:pt x="2631675" y="81150"/>
                </a:lnTo>
                <a:cubicBezTo>
                  <a:pt x="2631675" y="71820"/>
                  <a:pt x="2631393" y="65778"/>
                  <a:pt x="2630828" y="63025"/>
                </a:cubicBezTo>
                <a:cubicBezTo>
                  <a:pt x="2630389" y="61021"/>
                  <a:pt x="2629698" y="59628"/>
                  <a:pt x="2628757" y="58845"/>
                </a:cubicBezTo>
                <a:cubicBezTo>
                  <a:pt x="2627816" y="58063"/>
                  <a:pt x="2626529" y="57672"/>
                  <a:pt x="2624898" y="57672"/>
                </a:cubicBezTo>
                <a:cubicBezTo>
                  <a:pt x="2623141" y="57672"/>
                  <a:pt x="2621008" y="58141"/>
                  <a:pt x="2618498" y="59081"/>
                </a:cubicBezTo>
                <a:lnTo>
                  <a:pt x="2617180" y="55698"/>
                </a:lnTo>
                <a:lnTo>
                  <a:pt x="2643158" y="45180"/>
                </a:lnTo>
                <a:lnTo>
                  <a:pt x="2647300" y="45180"/>
                </a:lnTo>
                <a:close/>
                <a:moveTo>
                  <a:pt x="2696277" y="63440"/>
                </a:moveTo>
                <a:cubicBezTo>
                  <a:pt x="2706380" y="51266"/>
                  <a:pt x="2716012" y="45180"/>
                  <a:pt x="2725173" y="45180"/>
                </a:cubicBezTo>
                <a:cubicBezTo>
                  <a:pt x="2729879" y="45180"/>
                  <a:pt x="2733927" y="46354"/>
                  <a:pt x="2737315" y="48703"/>
                </a:cubicBezTo>
                <a:cubicBezTo>
                  <a:pt x="2740704" y="51051"/>
                  <a:pt x="2743402" y="54917"/>
                  <a:pt x="2745410" y="60301"/>
                </a:cubicBezTo>
                <a:cubicBezTo>
                  <a:pt x="2746790" y="64056"/>
                  <a:pt x="2747481" y="69817"/>
                  <a:pt x="2747481" y="77582"/>
                </a:cubicBezTo>
                <a:lnTo>
                  <a:pt x="2747481" y="114302"/>
                </a:lnTo>
                <a:cubicBezTo>
                  <a:pt x="2747481" y="119750"/>
                  <a:pt x="2747920" y="123444"/>
                  <a:pt x="2748798" y="125385"/>
                </a:cubicBezTo>
                <a:cubicBezTo>
                  <a:pt x="2749489" y="126950"/>
                  <a:pt x="2750602" y="128171"/>
                  <a:pt x="2752140" y="129047"/>
                </a:cubicBezTo>
                <a:cubicBezTo>
                  <a:pt x="2753677" y="129924"/>
                  <a:pt x="2756516" y="130362"/>
                  <a:pt x="2760658" y="130362"/>
                </a:cubicBezTo>
                <a:lnTo>
                  <a:pt x="2760658" y="133845"/>
                </a:lnTo>
                <a:lnTo>
                  <a:pt x="2718020" y="133845"/>
                </a:lnTo>
                <a:lnTo>
                  <a:pt x="2718020" y="130362"/>
                </a:lnTo>
                <a:lnTo>
                  <a:pt x="2719808" y="130362"/>
                </a:lnTo>
                <a:cubicBezTo>
                  <a:pt x="2723824" y="130362"/>
                  <a:pt x="2726632" y="129753"/>
                  <a:pt x="2728232" y="128535"/>
                </a:cubicBezTo>
                <a:cubicBezTo>
                  <a:pt x="2729832" y="127318"/>
                  <a:pt x="2730946" y="125523"/>
                  <a:pt x="2731574" y="123153"/>
                </a:cubicBezTo>
                <a:cubicBezTo>
                  <a:pt x="2731825" y="122215"/>
                  <a:pt x="2731950" y="119281"/>
                  <a:pt x="2731950" y="114349"/>
                </a:cubicBezTo>
                <a:lnTo>
                  <a:pt x="2731950" y="79232"/>
                </a:lnTo>
                <a:cubicBezTo>
                  <a:pt x="2731950" y="71429"/>
                  <a:pt x="2730930" y="65764"/>
                  <a:pt x="2728891" y="62237"/>
                </a:cubicBezTo>
                <a:cubicBezTo>
                  <a:pt x="2726852" y="58709"/>
                  <a:pt x="2723416" y="56945"/>
                  <a:pt x="2718584" y="56945"/>
                </a:cubicBezTo>
                <a:cubicBezTo>
                  <a:pt x="2711117" y="56945"/>
                  <a:pt x="2703681" y="61003"/>
                  <a:pt x="2696277" y="69120"/>
                </a:cubicBezTo>
                <a:lnTo>
                  <a:pt x="2696277" y="114349"/>
                </a:lnTo>
                <a:cubicBezTo>
                  <a:pt x="2696277" y="120155"/>
                  <a:pt x="2696622" y="123745"/>
                  <a:pt x="2697312" y="125118"/>
                </a:cubicBezTo>
                <a:cubicBezTo>
                  <a:pt x="2698191" y="126927"/>
                  <a:pt x="2699399" y="128254"/>
                  <a:pt x="2700936" y="129097"/>
                </a:cubicBezTo>
                <a:cubicBezTo>
                  <a:pt x="2702474" y="129940"/>
                  <a:pt x="2705595" y="130362"/>
                  <a:pt x="2710302" y="130362"/>
                </a:cubicBezTo>
                <a:lnTo>
                  <a:pt x="2710302" y="133845"/>
                </a:lnTo>
                <a:lnTo>
                  <a:pt x="2667663" y="133845"/>
                </a:lnTo>
                <a:lnTo>
                  <a:pt x="2667663" y="130362"/>
                </a:lnTo>
                <a:lnTo>
                  <a:pt x="2669546" y="130362"/>
                </a:lnTo>
                <a:cubicBezTo>
                  <a:pt x="2673938" y="130362"/>
                  <a:pt x="2676903" y="129251"/>
                  <a:pt x="2678440" y="127029"/>
                </a:cubicBezTo>
                <a:cubicBezTo>
                  <a:pt x="2679978" y="124806"/>
                  <a:pt x="2680747" y="120563"/>
                  <a:pt x="2680747" y="114302"/>
                </a:cubicBezTo>
                <a:lnTo>
                  <a:pt x="2680747" y="82370"/>
                </a:lnTo>
                <a:cubicBezTo>
                  <a:pt x="2680747" y="72040"/>
                  <a:pt x="2680511" y="65749"/>
                  <a:pt x="2680041" y="63496"/>
                </a:cubicBezTo>
                <a:cubicBezTo>
                  <a:pt x="2679570" y="61241"/>
                  <a:pt x="2678848" y="59706"/>
                  <a:pt x="2677876" y="58892"/>
                </a:cubicBezTo>
                <a:cubicBezTo>
                  <a:pt x="2676903" y="58079"/>
                  <a:pt x="2675601" y="57672"/>
                  <a:pt x="2673970" y="57672"/>
                </a:cubicBezTo>
                <a:cubicBezTo>
                  <a:pt x="2672213" y="57672"/>
                  <a:pt x="2670110" y="58141"/>
                  <a:pt x="2667663" y="59081"/>
                </a:cubicBezTo>
                <a:lnTo>
                  <a:pt x="2666251" y="55698"/>
                </a:lnTo>
                <a:lnTo>
                  <a:pt x="2692230" y="45180"/>
                </a:lnTo>
                <a:lnTo>
                  <a:pt x="2696277" y="45180"/>
                </a:lnTo>
                <a:lnTo>
                  <a:pt x="2696277" y="63440"/>
                </a:lnTo>
                <a:close/>
                <a:moveTo>
                  <a:pt x="2790589" y="102428"/>
                </a:moveTo>
                <a:cubicBezTo>
                  <a:pt x="2785319" y="99859"/>
                  <a:pt x="2781271" y="96271"/>
                  <a:pt x="2778447" y="91665"/>
                </a:cubicBezTo>
                <a:cubicBezTo>
                  <a:pt x="2775624" y="87059"/>
                  <a:pt x="2774212" y="81966"/>
                  <a:pt x="2774212" y="76388"/>
                </a:cubicBezTo>
                <a:cubicBezTo>
                  <a:pt x="2774212" y="67866"/>
                  <a:pt x="2777428" y="60534"/>
                  <a:pt x="2783860" y="54392"/>
                </a:cubicBezTo>
                <a:cubicBezTo>
                  <a:pt x="2790291" y="48250"/>
                  <a:pt x="2798527" y="45180"/>
                  <a:pt x="2808567" y="45180"/>
                </a:cubicBezTo>
                <a:cubicBezTo>
                  <a:pt x="2816787" y="45180"/>
                  <a:pt x="2823909" y="47188"/>
                  <a:pt x="2829933" y="51204"/>
                </a:cubicBezTo>
                <a:lnTo>
                  <a:pt x="2848193" y="51204"/>
                </a:lnTo>
                <a:cubicBezTo>
                  <a:pt x="2850892" y="51204"/>
                  <a:pt x="2852460" y="51281"/>
                  <a:pt x="2852900" y="51436"/>
                </a:cubicBezTo>
                <a:cubicBezTo>
                  <a:pt x="2853339" y="51591"/>
                  <a:pt x="2853653" y="51855"/>
                  <a:pt x="2853841" y="52227"/>
                </a:cubicBezTo>
                <a:cubicBezTo>
                  <a:pt x="2854217" y="52786"/>
                  <a:pt x="2854406" y="53779"/>
                  <a:pt x="2854406" y="55207"/>
                </a:cubicBezTo>
                <a:cubicBezTo>
                  <a:pt x="2854406" y="56819"/>
                  <a:pt x="2854249" y="57935"/>
                  <a:pt x="2853935" y="58557"/>
                </a:cubicBezTo>
                <a:cubicBezTo>
                  <a:pt x="2853747" y="58867"/>
                  <a:pt x="2853417" y="59115"/>
                  <a:pt x="2852947" y="59301"/>
                </a:cubicBezTo>
                <a:cubicBezTo>
                  <a:pt x="2852476" y="59487"/>
                  <a:pt x="2850892" y="59581"/>
                  <a:pt x="2848193" y="59581"/>
                </a:cubicBezTo>
                <a:lnTo>
                  <a:pt x="2836993" y="59581"/>
                </a:lnTo>
                <a:cubicBezTo>
                  <a:pt x="2840507" y="64108"/>
                  <a:pt x="2842264" y="69893"/>
                  <a:pt x="2842264" y="76935"/>
                </a:cubicBezTo>
                <a:cubicBezTo>
                  <a:pt x="2842264" y="84982"/>
                  <a:pt x="2839189" y="91867"/>
                  <a:pt x="2833039" y="97589"/>
                </a:cubicBezTo>
                <a:cubicBezTo>
                  <a:pt x="2826890" y="103311"/>
                  <a:pt x="2818638" y="106172"/>
                  <a:pt x="2808285" y="106172"/>
                </a:cubicBezTo>
                <a:cubicBezTo>
                  <a:pt x="2804018" y="106172"/>
                  <a:pt x="2799657" y="105532"/>
                  <a:pt x="2795202" y="104251"/>
                </a:cubicBezTo>
                <a:cubicBezTo>
                  <a:pt x="2792441" y="106634"/>
                  <a:pt x="2790574" y="108719"/>
                  <a:pt x="2789601" y="110508"/>
                </a:cubicBezTo>
                <a:cubicBezTo>
                  <a:pt x="2788629" y="112294"/>
                  <a:pt x="2788142" y="113814"/>
                  <a:pt x="2788142" y="115067"/>
                </a:cubicBezTo>
                <a:cubicBezTo>
                  <a:pt x="2788142" y="116134"/>
                  <a:pt x="2788660" y="117169"/>
                  <a:pt x="2789695" y="118173"/>
                </a:cubicBezTo>
                <a:cubicBezTo>
                  <a:pt x="2790731" y="119175"/>
                  <a:pt x="2792754" y="119896"/>
                  <a:pt x="2795766" y="120335"/>
                </a:cubicBezTo>
                <a:cubicBezTo>
                  <a:pt x="2797523" y="120586"/>
                  <a:pt x="2801916" y="120805"/>
                  <a:pt x="2808944" y="120994"/>
                </a:cubicBezTo>
                <a:cubicBezTo>
                  <a:pt x="2821870" y="121306"/>
                  <a:pt x="2830247" y="121744"/>
                  <a:pt x="2834075" y="122309"/>
                </a:cubicBezTo>
                <a:cubicBezTo>
                  <a:pt x="2839911" y="123124"/>
                  <a:pt x="2844570" y="125288"/>
                  <a:pt x="2848052" y="128800"/>
                </a:cubicBezTo>
                <a:cubicBezTo>
                  <a:pt x="2851535" y="132310"/>
                  <a:pt x="2853276" y="136636"/>
                  <a:pt x="2853276" y="141778"/>
                </a:cubicBezTo>
                <a:cubicBezTo>
                  <a:pt x="2853276" y="148862"/>
                  <a:pt x="2849950" y="155509"/>
                  <a:pt x="2843299" y="161717"/>
                </a:cubicBezTo>
                <a:cubicBezTo>
                  <a:pt x="2833510" y="170871"/>
                  <a:pt x="2820741" y="175448"/>
                  <a:pt x="2804990" y="175448"/>
                </a:cubicBezTo>
                <a:cubicBezTo>
                  <a:pt x="2792880" y="175448"/>
                  <a:pt x="2782652" y="172722"/>
                  <a:pt x="2774306" y="167270"/>
                </a:cubicBezTo>
                <a:cubicBezTo>
                  <a:pt x="2769600" y="164137"/>
                  <a:pt x="2767247" y="160878"/>
                  <a:pt x="2767247" y="157493"/>
                </a:cubicBezTo>
                <a:cubicBezTo>
                  <a:pt x="2767247" y="155991"/>
                  <a:pt x="2767592" y="154488"/>
                  <a:pt x="2768282" y="152984"/>
                </a:cubicBezTo>
                <a:cubicBezTo>
                  <a:pt x="2769349" y="150664"/>
                  <a:pt x="2771545" y="147437"/>
                  <a:pt x="2774871" y="143301"/>
                </a:cubicBezTo>
                <a:cubicBezTo>
                  <a:pt x="2775310" y="142738"/>
                  <a:pt x="2778510" y="139355"/>
                  <a:pt x="2784471" y="133150"/>
                </a:cubicBezTo>
                <a:cubicBezTo>
                  <a:pt x="2781208" y="131203"/>
                  <a:pt x="2778902" y="129460"/>
                  <a:pt x="2777553" y="127921"/>
                </a:cubicBezTo>
                <a:cubicBezTo>
                  <a:pt x="2776204" y="126381"/>
                  <a:pt x="2775530" y="124638"/>
                  <a:pt x="2775530" y="122691"/>
                </a:cubicBezTo>
                <a:cubicBezTo>
                  <a:pt x="2775530" y="120491"/>
                  <a:pt x="2776424" y="117914"/>
                  <a:pt x="2778212" y="114961"/>
                </a:cubicBezTo>
                <a:cubicBezTo>
                  <a:pt x="2780000" y="112008"/>
                  <a:pt x="2784126" y="107830"/>
                  <a:pt x="2790589" y="102428"/>
                </a:cubicBezTo>
                <a:moveTo>
                  <a:pt x="2806967" y="49886"/>
                </a:moveTo>
                <a:cubicBezTo>
                  <a:pt x="2802324" y="49886"/>
                  <a:pt x="2798433" y="51727"/>
                  <a:pt x="2795296" y="55410"/>
                </a:cubicBezTo>
                <a:cubicBezTo>
                  <a:pt x="2792158" y="59090"/>
                  <a:pt x="2790589" y="64738"/>
                  <a:pt x="2790589" y="72352"/>
                </a:cubicBezTo>
                <a:cubicBezTo>
                  <a:pt x="2790589" y="82214"/>
                  <a:pt x="2792723" y="89858"/>
                  <a:pt x="2796990" y="95286"/>
                </a:cubicBezTo>
                <a:cubicBezTo>
                  <a:pt x="2800253" y="99406"/>
                  <a:pt x="2804394" y="101466"/>
                  <a:pt x="2809414" y="101466"/>
                </a:cubicBezTo>
                <a:cubicBezTo>
                  <a:pt x="2814183" y="101466"/>
                  <a:pt x="2818105" y="99687"/>
                  <a:pt x="2821180" y="96130"/>
                </a:cubicBezTo>
                <a:cubicBezTo>
                  <a:pt x="2824255" y="92573"/>
                  <a:pt x="2825792" y="86987"/>
                  <a:pt x="2825792" y="79373"/>
                </a:cubicBezTo>
                <a:cubicBezTo>
                  <a:pt x="2825792" y="69451"/>
                  <a:pt x="2823627" y="61681"/>
                  <a:pt x="2819297" y="56063"/>
                </a:cubicBezTo>
                <a:cubicBezTo>
                  <a:pt x="2816097" y="51945"/>
                  <a:pt x="2811987" y="49886"/>
                  <a:pt x="2806967" y="49886"/>
                </a:cubicBezTo>
                <a:moveTo>
                  <a:pt x="2789648" y="133900"/>
                </a:moveTo>
                <a:cubicBezTo>
                  <a:pt x="2786699" y="137095"/>
                  <a:pt x="2784471" y="140070"/>
                  <a:pt x="2782965" y="142825"/>
                </a:cubicBezTo>
                <a:cubicBezTo>
                  <a:pt x="2781459" y="145582"/>
                  <a:pt x="2780706" y="148119"/>
                  <a:pt x="2780706" y="150437"/>
                </a:cubicBezTo>
                <a:cubicBezTo>
                  <a:pt x="2780706" y="153443"/>
                  <a:pt x="2782526" y="156074"/>
                  <a:pt x="2786166" y="158329"/>
                </a:cubicBezTo>
                <a:cubicBezTo>
                  <a:pt x="2792441" y="162211"/>
                  <a:pt x="2801508" y="164153"/>
                  <a:pt x="2813368" y="164153"/>
                </a:cubicBezTo>
                <a:cubicBezTo>
                  <a:pt x="2824662" y="164153"/>
                  <a:pt x="2832992" y="162163"/>
                  <a:pt x="2838357" y="158185"/>
                </a:cubicBezTo>
                <a:cubicBezTo>
                  <a:pt x="2843723" y="154208"/>
                  <a:pt x="2846405" y="149965"/>
                  <a:pt x="2846405" y="145457"/>
                </a:cubicBezTo>
                <a:cubicBezTo>
                  <a:pt x="2846405" y="142200"/>
                  <a:pt x="2844805" y="139882"/>
                  <a:pt x="2841605" y="138504"/>
                </a:cubicBezTo>
                <a:cubicBezTo>
                  <a:pt x="2838342" y="137125"/>
                  <a:pt x="2831879" y="136311"/>
                  <a:pt x="2822215" y="136062"/>
                </a:cubicBezTo>
                <a:cubicBezTo>
                  <a:pt x="2808097" y="135686"/>
                  <a:pt x="2797241" y="134965"/>
                  <a:pt x="2789648" y="1339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andtextprocessing.">
            <a:extLst xmlns:a="http://schemas.openxmlformats.org/drawingml/2006/main">
              <a:ext uri="{FF2B5EF4-FFF2-40B4-BE49-F238E27FC236}">
                <a16:creationId xmlns:a16="http://schemas.microsoft.com/office/drawing/2014/main" id="{48214882-9AC7-49CE-A796-17DD33C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819" y="1244797"/>
            <a:ext cx="1516021" cy="175448"/>
          </a:xfrm>
          <a:custGeom xmlns:a="http://schemas.openxmlformats.org/drawingml/2006/main">
            <a:pathLst>
              <a:path w="1516021" h="175448">
                <a:moveTo>
                  <a:pt x="48003" y="121420"/>
                </a:moveTo>
                <a:cubicBezTo>
                  <a:pt x="39156" y="128260"/>
                  <a:pt x="33602" y="132213"/>
                  <a:pt x="31343" y="133280"/>
                </a:cubicBezTo>
                <a:cubicBezTo>
                  <a:pt x="27955" y="134911"/>
                  <a:pt x="24347" y="135727"/>
                  <a:pt x="20519" y="135727"/>
                </a:cubicBezTo>
                <a:cubicBezTo>
                  <a:pt x="14558" y="135727"/>
                  <a:pt x="9648" y="133688"/>
                  <a:pt x="5789" y="129609"/>
                </a:cubicBezTo>
                <a:cubicBezTo>
                  <a:pt x="1930" y="125530"/>
                  <a:pt x="0" y="120165"/>
                  <a:pt x="0" y="113514"/>
                </a:cubicBezTo>
                <a:cubicBezTo>
                  <a:pt x="0" y="109310"/>
                  <a:pt x="941" y="105670"/>
                  <a:pt x="2824" y="102595"/>
                </a:cubicBezTo>
                <a:cubicBezTo>
                  <a:pt x="5396" y="98328"/>
                  <a:pt x="9867" y="94312"/>
                  <a:pt x="16236" y="90547"/>
                </a:cubicBezTo>
                <a:cubicBezTo>
                  <a:pt x="22605" y="86783"/>
                  <a:pt x="33194" y="82202"/>
                  <a:pt x="48003" y="76805"/>
                </a:cubicBezTo>
                <a:lnTo>
                  <a:pt x="48003" y="73417"/>
                </a:lnTo>
                <a:cubicBezTo>
                  <a:pt x="48003" y="64820"/>
                  <a:pt x="46639" y="58922"/>
                  <a:pt x="43909" y="55722"/>
                </a:cubicBezTo>
                <a:cubicBezTo>
                  <a:pt x="41179" y="52521"/>
                  <a:pt x="37210" y="50921"/>
                  <a:pt x="32002" y="50921"/>
                </a:cubicBezTo>
                <a:cubicBezTo>
                  <a:pt x="28049" y="50921"/>
                  <a:pt x="24912" y="51984"/>
                  <a:pt x="22590" y="54110"/>
                </a:cubicBezTo>
                <a:cubicBezTo>
                  <a:pt x="20205" y="56235"/>
                  <a:pt x="19013" y="58674"/>
                  <a:pt x="19013" y="61425"/>
                </a:cubicBezTo>
                <a:lnTo>
                  <a:pt x="19201" y="66863"/>
                </a:lnTo>
                <a:cubicBezTo>
                  <a:pt x="19201" y="69738"/>
                  <a:pt x="18464" y="71957"/>
                  <a:pt x="16989" y="73520"/>
                </a:cubicBezTo>
                <a:cubicBezTo>
                  <a:pt x="15515" y="75083"/>
                  <a:pt x="13585" y="75864"/>
                  <a:pt x="11201" y="75864"/>
                </a:cubicBezTo>
                <a:cubicBezTo>
                  <a:pt x="8879" y="75864"/>
                  <a:pt x="6981" y="75051"/>
                  <a:pt x="5506" y="73426"/>
                </a:cubicBezTo>
                <a:cubicBezTo>
                  <a:pt x="4032" y="71798"/>
                  <a:pt x="3294" y="69576"/>
                  <a:pt x="3294" y="66761"/>
                </a:cubicBezTo>
                <a:cubicBezTo>
                  <a:pt x="3294" y="61382"/>
                  <a:pt x="6055" y="56440"/>
                  <a:pt x="11577" y="51936"/>
                </a:cubicBezTo>
                <a:cubicBezTo>
                  <a:pt x="17099" y="47432"/>
                  <a:pt x="24849" y="45180"/>
                  <a:pt x="34826" y="45180"/>
                </a:cubicBezTo>
                <a:cubicBezTo>
                  <a:pt x="42481" y="45180"/>
                  <a:pt x="48756" y="46464"/>
                  <a:pt x="53651" y="49033"/>
                </a:cubicBezTo>
                <a:cubicBezTo>
                  <a:pt x="57353" y="50976"/>
                  <a:pt x="60083" y="54017"/>
                  <a:pt x="61840" y="58154"/>
                </a:cubicBezTo>
                <a:cubicBezTo>
                  <a:pt x="62969" y="60848"/>
                  <a:pt x="63534" y="66363"/>
                  <a:pt x="63534" y="74699"/>
                </a:cubicBezTo>
                <a:lnTo>
                  <a:pt x="63534" y="103937"/>
                </a:lnTo>
                <a:cubicBezTo>
                  <a:pt x="63534" y="112147"/>
                  <a:pt x="63691" y="117177"/>
                  <a:pt x="64004" y="119026"/>
                </a:cubicBezTo>
                <a:cubicBezTo>
                  <a:pt x="64318" y="120875"/>
                  <a:pt x="64836" y="122113"/>
                  <a:pt x="65558" y="122741"/>
                </a:cubicBezTo>
                <a:cubicBezTo>
                  <a:pt x="66279" y="123366"/>
                  <a:pt x="67111" y="123679"/>
                  <a:pt x="68052" y="123679"/>
                </a:cubicBezTo>
                <a:cubicBezTo>
                  <a:pt x="69056" y="123679"/>
                  <a:pt x="69934" y="123460"/>
                  <a:pt x="70687" y="123020"/>
                </a:cubicBezTo>
                <a:cubicBezTo>
                  <a:pt x="72005" y="122205"/>
                  <a:pt x="74546" y="119914"/>
                  <a:pt x="78311" y="116149"/>
                </a:cubicBezTo>
                <a:lnTo>
                  <a:pt x="78311" y="121420"/>
                </a:lnTo>
                <a:cubicBezTo>
                  <a:pt x="71283" y="130833"/>
                  <a:pt x="64569" y="135539"/>
                  <a:pt x="58169" y="135539"/>
                </a:cubicBezTo>
                <a:cubicBezTo>
                  <a:pt x="55094" y="135539"/>
                  <a:pt x="52647" y="134472"/>
                  <a:pt x="50827" y="132339"/>
                </a:cubicBezTo>
                <a:cubicBezTo>
                  <a:pt x="49007" y="130205"/>
                  <a:pt x="48066" y="126566"/>
                  <a:pt x="48003" y="121420"/>
                </a:cubicBezTo>
                <a:moveTo>
                  <a:pt x="48003" y="115249"/>
                </a:moveTo>
                <a:lnTo>
                  <a:pt x="48003" y="82547"/>
                </a:lnTo>
                <a:cubicBezTo>
                  <a:pt x="38528" y="86294"/>
                  <a:pt x="32410" y="88949"/>
                  <a:pt x="29649" y="90512"/>
                </a:cubicBezTo>
                <a:cubicBezTo>
                  <a:pt x="24692" y="93261"/>
                  <a:pt x="21147" y="96135"/>
                  <a:pt x="19013" y="99133"/>
                </a:cubicBezTo>
                <a:cubicBezTo>
                  <a:pt x="16880" y="102132"/>
                  <a:pt x="15813" y="105411"/>
                  <a:pt x="15813" y="108972"/>
                </a:cubicBezTo>
                <a:cubicBezTo>
                  <a:pt x="15813" y="113471"/>
                  <a:pt x="17162" y="117203"/>
                  <a:pt x="19860" y="120170"/>
                </a:cubicBezTo>
                <a:cubicBezTo>
                  <a:pt x="22558" y="123137"/>
                  <a:pt x="25665" y="124620"/>
                  <a:pt x="29179" y="124620"/>
                </a:cubicBezTo>
                <a:cubicBezTo>
                  <a:pt x="33947" y="124620"/>
                  <a:pt x="40222" y="121497"/>
                  <a:pt x="48003" y="115249"/>
                </a:cubicBezTo>
                <a:close/>
                <a:moveTo>
                  <a:pt x="109873" y="63440"/>
                </a:moveTo>
                <a:cubicBezTo>
                  <a:pt x="119976" y="51266"/>
                  <a:pt x="129608" y="45180"/>
                  <a:pt x="138769" y="45180"/>
                </a:cubicBezTo>
                <a:cubicBezTo>
                  <a:pt x="143475" y="45180"/>
                  <a:pt x="147523" y="46354"/>
                  <a:pt x="150911" y="48703"/>
                </a:cubicBezTo>
                <a:cubicBezTo>
                  <a:pt x="154300" y="51051"/>
                  <a:pt x="156998" y="54917"/>
                  <a:pt x="159006" y="60301"/>
                </a:cubicBezTo>
                <a:cubicBezTo>
                  <a:pt x="160386" y="64056"/>
                  <a:pt x="161077" y="69817"/>
                  <a:pt x="161077" y="77582"/>
                </a:cubicBezTo>
                <a:lnTo>
                  <a:pt x="161077" y="114302"/>
                </a:lnTo>
                <a:cubicBezTo>
                  <a:pt x="161077" y="119750"/>
                  <a:pt x="161516" y="123444"/>
                  <a:pt x="162394" y="125385"/>
                </a:cubicBezTo>
                <a:cubicBezTo>
                  <a:pt x="163085" y="126950"/>
                  <a:pt x="164198" y="128171"/>
                  <a:pt x="165736" y="129047"/>
                </a:cubicBezTo>
                <a:cubicBezTo>
                  <a:pt x="167273" y="129924"/>
                  <a:pt x="170113" y="130362"/>
                  <a:pt x="174254" y="130362"/>
                </a:cubicBezTo>
                <a:lnTo>
                  <a:pt x="174254" y="133845"/>
                </a:lnTo>
                <a:lnTo>
                  <a:pt x="131616" y="133845"/>
                </a:lnTo>
                <a:lnTo>
                  <a:pt x="131616" y="130362"/>
                </a:lnTo>
                <a:lnTo>
                  <a:pt x="133404" y="130362"/>
                </a:lnTo>
                <a:cubicBezTo>
                  <a:pt x="137420" y="130362"/>
                  <a:pt x="140228" y="129753"/>
                  <a:pt x="141828" y="128535"/>
                </a:cubicBezTo>
                <a:cubicBezTo>
                  <a:pt x="143428" y="127318"/>
                  <a:pt x="144542" y="125523"/>
                  <a:pt x="145170" y="123153"/>
                </a:cubicBezTo>
                <a:cubicBezTo>
                  <a:pt x="145421" y="122215"/>
                  <a:pt x="145546" y="119281"/>
                  <a:pt x="145546" y="114349"/>
                </a:cubicBezTo>
                <a:lnTo>
                  <a:pt x="145546" y="79232"/>
                </a:lnTo>
                <a:cubicBezTo>
                  <a:pt x="145546" y="71429"/>
                  <a:pt x="144526" y="65764"/>
                  <a:pt x="142487" y="62237"/>
                </a:cubicBezTo>
                <a:cubicBezTo>
                  <a:pt x="140448" y="58709"/>
                  <a:pt x="137012" y="56945"/>
                  <a:pt x="132180" y="56945"/>
                </a:cubicBezTo>
                <a:cubicBezTo>
                  <a:pt x="124713" y="56945"/>
                  <a:pt x="117277" y="61003"/>
                  <a:pt x="109873" y="69120"/>
                </a:cubicBezTo>
                <a:lnTo>
                  <a:pt x="109873" y="114349"/>
                </a:lnTo>
                <a:cubicBezTo>
                  <a:pt x="109873" y="120155"/>
                  <a:pt x="110218" y="123745"/>
                  <a:pt x="110908" y="125118"/>
                </a:cubicBezTo>
                <a:cubicBezTo>
                  <a:pt x="111787" y="126927"/>
                  <a:pt x="112995" y="128254"/>
                  <a:pt x="114532" y="129097"/>
                </a:cubicBezTo>
                <a:cubicBezTo>
                  <a:pt x="116070" y="129940"/>
                  <a:pt x="119191" y="130362"/>
                  <a:pt x="123898" y="130362"/>
                </a:cubicBezTo>
                <a:lnTo>
                  <a:pt x="123898" y="133845"/>
                </a:lnTo>
                <a:lnTo>
                  <a:pt x="81259" y="133845"/>
                </a:lnTo>
                <a:lnTo>
                  <a:pt x="81259" y="130362"/>
                </a:lnTo>
                <a:lnTo>
                  <a:pt x="83142" y="130362"/>
                </a:lnTo>
                <a:cubicBezTo>
                  <a:pt x="87534" y="130362"/>
                  <a:pt x="90499" y="129251"/>
                  <a:pt x="92036" y="127029"/>
                </a:cubicBezTo>
                <a:cubicBezTo>
                  <a:pt x="93574" y="124806"/>
                  <a:pt x="94343" y="120563"/>
                  <a:pt x="94343" y="114302"/>
                </a:cubicBezTo>
                <a:lnTo>
                  <a:pt x="94343" y="82370"/>
                </a:lnTo>
                <a:cubicBezTo>
                  <a:pt x="94343" y="72040"/>
                  <a:pt x="94107" y="65749"/>
                  <a:pt x="93637" y="63496"/>
                </a:cubicBezTo>
                <a:cubicBezTo>
                  <a:pt x="93166" y="61241"/>
                  <a:pt x="92444" y="59706"/>
                  <a:pt x="91472" y="58892"/>
                </a:cubicBezTo>
                <a:cubicBezTo>
                  <a:pt x="90499" y="58079"/>
                  <a:pt x="89197" y="57672"/>
                  <a:pt x="87566" y="57672"/>
                </a:cubicBezTo>
                <a:cubicBezTo>
                  <a:pt x="85809" y="57672"/>
                  <a:pt x="83706" y="58141"/>
                  <a:pt x="81259" y="59081"/>
                </a:cubicBezTo>
                <a:lnTo>
                  <a:pt x="79847" y="55698"/>
                </a:lnTo>
                <a:lnTo>
                  <a:pt x="105826" y="45180"/>
                </a:lnTo>
                <a:lnTo>
                  <a:pt x="109873" y="45180"/>
                </a:lnTo>
                <a:lnTo>
                  <a:pt x="109873" y="63440"/>
                </a:lnTo>
                <a:close/>
                <a:moveTo>
                  <a:pt x="242023" y="124150"/>
                </a:moveTo>
                <a:cubicBezTo>
                  <a:pt x="237818" y="128542"/>
                  <a:pt x="233708" y="131695"/>
                  <a:pt x="229692" y="133609"/>
                </a:cubicBezTo>
                <a:cubicBezTo>
                  <a:pt x="225676" y="135523"/>
                  <a:pt x="221347" y="136480"/>
                  <a:pt x="216703" y="136480"/>
                </a:cubicBezTo>
                <a:cubicBezTo>
                  <a:pt x="207291" y="136480"/>
                  <a:pt x="199071" y="132551"/>
                  <a:pt x="192043" y="124694"/>
                </a:cubicBezTo>
                <a:cubicBezTo>
                  <a:pt x="185015" y="116835"/>
                  <a:pt x="181501" y="106736"/>
                  <a:pt x="181501" y="94398"/>
                </a:cubicBezTo>
                <a:cubicBezTo>
                  <a:pt x="181501" y="82062"/>
                  <a:pt x="185391" y="70775"/>
                  <a:pt x="193172" y="60537"/>
                </a:cubicBezTo>
                <a:cubicBezTo>
                  <a:pt x="200953" y="50299"/>
                  <a:pt x="210962" y="45180"/>
                  <a:pt x="223198" y="45180"/>
                </a:cubicBezTo>
                <a:cubicBezTo>
                  <a:pt x="230790" y="45180"/>
                  <a:pt x="237065" y="47595"/>
                  <a:pt x="242023" y="52427"/>
                </a:cubicBezTo>
                <a:lnTo>
                  <a:pt x="242023" y="36485"/>
                </a:lnTo>
                <a:cubicBezTo>
                  <a:pt x="242023" y="26592"/>
                  <a:pt x="241787" y="20511"/>
                  <a:pt x="241317" y="18242"/>
                </a:cubicBezTo>
                <a:cubicBezTo>
                  <a:pt x="240846" y="15974"/>
                  <a:pt x="240109" y="14430"/>
                  <a:pt x="239105" y="13613"/>
                </a:cubicBezTo>
                <a:cubicBezTo>
                  <a:pt x="238101" y="12793"/>
                  <a:pt x="236846" y="12383"/>
                  <a:pt x="235340" y="12383"/>
                </a:cubicBezTo>
                <a:cubicBezTo>
                  <a:pt x="233708" y="12383"/>
                  <a:pt x="231543" y="12887"/>
                  <a:pt x="228845" y="13895"/>
                </a:cubicBezTo>
                <a:lnTo>
                  <a:pt x="227622" y="10586"/>
                </a:lnTo>
                <a:lnTo>
                  <a:pt x="253317" y="0"/>
                </a:lnTo>
                <a:lnTo>
                  <a:pt x="257553" y="0"/>
                </a:lnTo>
                <a:lnTo>
                  <a:pt x="257553" y="99678"/>
                </a:lnTo>
                <a:cubicBezTo>
                  <a:pt x="257553" y="109780"/>
                  <a:pt x="257788" y="115945"/>
                  <a:pt x="258259" y="118173"/>
                </a:cubicBezTo>
                <a:cubicBezTo>
                  <a:pt x="258730" y="120401"/>
                  <a:pt x="259483" y="121954"/>
                  <a:pt x="260518" y="122832"/>
                </a:cubicBezTo>
                <a:cubicBezTo>
                  <a:pt x="261553" y="123711"/>
                  <a:pt x="262761" y="124150"/>
                  <a:pt x="264142" y="124150"/>
                </a:cubicBezTo>
                <a:cubicBezTo>
                  <a:pt x="265836" y="124150"/>
                  <a:pt x="268095" y="123616"/>
                  <a:pt x="270919" y="122550"/>
                </a:cubicBezTo>
                <a:lnTo>
                  <a:pt x="271954" y="125844"/>
                </a:lnTo>
                <a:lnTo>
                  <a:pt x="246352" y="136480"/>
                </a:lnTo>
                <a:lnTo>
                  <a:pt x="242023" y="136480"/>
                </a:lnTo>
                <a:lnTo>
                  <a:pt x="242023" y="124150"/>
                </a:lnTo>
                <a:moveTo>
                  <a:pt x="242023" y="117582"/>
                </a:moveTo>
                <a:lnTo>
                  <a:pt x="242023" y="73267"/>
                </a:lnTo>
                <a:cubicBezTo>
                  <a:pt x="241646" y="69010"/>
                  <a:pt x="240517" y="65129"/>
                  <a:pt x="238634" y="61625"/>
                </a:cubicBezTo>
                <a:cubicBezTo>
                  <a:pt x="236752" y="58119"/>
                  <a:pt x="234257" y="55474"/>
                  <a:pt x="231151" y="53692"/>
                </a:cubicBezTo>
                <a:cubicBezTo>
                  <a:pt x="228045" y="51908"/>
                  <a:pt x="225017" y="51015"/>
                  <a:pt x="222068" y="51015"/>
                </a:cubicBezTo>
                <a:cubicBezTo>
                  <a:pt x="216546" y="51015"/>
                  <a:pt x="211620" y="53488"/>
                  <a:pt x="207291" y="58433"/>
                </a:cubicBezTo>
                <a:cubicBezTo>
                  <a:pt x="201581" y="64942"/>
                  <a:pt x="198725" y="74455"/>
                  <a:pt x="198725" y="86974"/>
                </a:cubicBezTo>
                <a:cubicBezTo>
                  <a:pt x="198725" y="99618"/>
                  <a:pt x="201486" y="109305"/>
                  <a:pt x="207008" y="116035"/>
                </a:cubicBezTo>
                <a:cubicBezTo>
                  <a:pt x="212530" y="122762"/>
                  <a:pt x="218680" y="126126"/>
                  <a:pt x="225457" y="126126"/>
                </a:cubicBezTo>
                <a:cubicBezTo>
                  <a:pt x="231167" y="126126"/>
                  <a:pt x="236689" y="123278"/>
                  <a:pt x="242023" y="117582"/>
                </a:cubicBezTo>
                <a:close/>
                <a:moveTo>
                  <a:pt x="350737" y="19201"/>
                </a:moveTo>
                <a:lnTo>
                  <a:pt x="350737" y="47627"/>
                </a:lnTo>
                <a:lnTo>
                  <a:pt x="370879" y="47627"/>
                </a:lnTo>
                <a:lnTo>
                  <a:pt x="370879" y="54216"/>
                </a:lnTo>
                <a:lnTo>
                  <a:pt x="350737" y="54216"/>
                </a:lnTo>
                <a:lnTo>
                  <a:pt x="350737" y="110049"/>
                </a:lnTo>
                <a:cubicBezTo>
                  <a:pt x="350737" y="115628"/>
                  <a:pt x="351537" y="119389"/>
                  <a:pt x="353137" y="121332"/>
                </a:cubicBezTo>
                <a:cubicBezTo>
                  <a:pt x="354737" y="123273"/>
                  <a:pt x="356792" y="124244"/>
                  <a:pt x="359302" y="124244"/>
                </a:cubicBezTo>
                <a:cubicBezTo>
                  <a:pt x="361373" y="124244"/>
                  <a:pt x="363381" y="123601"/>
                  <a:pt x="365326" y="122314"/>
                </a:cubicBezTo>
                <a:cubicBezTo>
                  <a:pt x="367271" y="121028"/>
                  <a:pt x="368777" y="119130"/>
                  <a:pt x="369844" y="116620"/>
                </a:cubicBezTo>
                <a:lnTo>
                  <a:pt x="373515" y="116620"/>
                </a:lnTo>
                <a:cubicBezTo>
                  <a:pt x="371319" y="122787"/>
                  <a:pt x="368212" y="127451"/>
                  <a:pt x="364196" y="130612"/>
                </a:cubicBezTo>
                <a:cubicBezTo>
                  <a:pt x="360181" y="133771"/>
                  <a:pt x="356039" y="135351"/>
                  <a:pt x="351772" y="135351"/>
                </a:cubicBezTo>
                <a:cubicBezTo>
                  <a:pt x="348886" y="135351"/>
                  <a:pt x="346062" y="134550"/>
                  <a:pt x="343301" y="132947"/>
                </a:cubicBezTo>
                <a:cubicBezTo>
                  <a:pt x="340540" y="131345"/>
                  <a:pt x="338501" y="129053"/>
                  <a:pt x="337183" y="126071"/>
                </a:cubicBezTo>
                <a:cubicBezTo>
                  <a:pt x="335865" y="123086"/>
                  <a:pt x="335206" y="118484"/>
                  <a:pt x="335206" y="112264"/>
                </a:cubicBezTo>
                <a:lnTo>
                  <a:pt x="335206" y="54216"/>
                </a:lnTo>
                <a:lnTo>
                  <a:pt x="321558" y="54216"/>
                </a:lnTo>
                <a:lnTo>
                  <a:pt x="321558" y="51109"/>
                </a:lnTo>
                <a:cubicBezTo>
                  <a:pt x="325009" y="49725"/>
                  <a:pt x="328539" y="47381"/>
                  <a:pt x="332147" y="44077"/>
                </a:cubicBezTo>
                <a:cubicBezTo>
                  <a:pt x="335755" y="40772"/>
                  <a:pt x="338971" y="36855"/>
                  <a:pt x="341795" y="32323"/>
                </a:cubicBezTo>
                <a:cubicBezTo>
                  <a:pt x="343238" y="29932"/>
                  <a:pt x="345246" y="25559"/>
                  <a:pt x="347819" y="19201"/>
                </a:cubicBezTo>
                <a:lnTo>
                  <a:pt x="350737" y="19201"/>
                </a:lnTo>
                <a:close/>
                <a:moveTo>
                  <a:pt x="393783" y="80194"/>
                </a:moveTo>
                <a:cubicBezTo>
                  <a:pt x="393720" y="92965"/>
                  <a:pt x="396827" y="102983"/>
                  <a:pt x="403102" y="110246"/>
                </a:cubicBezTo>
                <a:cubicBezTo>
                  <a:pt x="409376" y="117507"/>
                  <a:pt x="416750" y="121138"/>
                  <a:pt x="425221" y="121138"/>
                </a:cubicBezTo>
                <a:cubicBezTo>
                  <a:pt x="430868" y="121138"/>
                  <a:pt x="435778" y="119585"/>
                  <a:pt x="439951" y="116479"/>
                </a:cubicBezTo>
                <a:cubicBezTo>
                  <a:pt x="444124" y="113373"/>
                  <a:pt x="447622" y="108055"/>
                  <a:pt x="450446" y="100525"/>
                </a:cubicBezTo>
                <a:lnTo>
                  <a:pt x="453364" y="102407"/>
                </a:lnTo>
                <a:cubicBezTo>
                  <a:pt x="452046" y="111004"/>
                  <a:pt x="448218" y="118832"/>
                  <a:pt x="441881" y="125891"/>
                </a:cubicBezTo>
                <a:cubicBezTo>
                  <a:pt x="435543" y="132950"/>
                  <a:pt x="427605" y="136480"/>
                  <a:pt x="418067" y="136480"/>
                </a:cubicBezTo>
                <a:cubicBezTo>
                  <a:pt x="407714" y="136480"/>
                  <a:pt x="398850" y="132457"/>
                  <a:pt x="391477" y="124412"/>
                </a:cubicBezTo>
                <a:cubicBezTo>
                  <a:pt x="384104" y="116364"/>
                  <a:pt x="380418" y="105546"/>
                  <a:pt x="380418" y="91956"/>
                </a:cubicBezTo>
                <a:cubicBezTo>
                  <a:pt x="380418" y="77242"/>
                  <a:pt x="384198" y="65767"/>
                  <a:pt x="391760" y="57533"/>
                </a:cubicBezTo>
                <a:cubicBezTo>
                  <a:pt x="399321" y="49298"/>
                  <a:pt x="408812" y="45180"/>
                  <a:pt x="420232" y="45180"/>
                </a:cubicBezTo>
                <a:cubicBezTo>
                  <a:pt x="429896" y="45180"/>
                  <a:pt x="437833" y="48356"/>
                  <a:pt x="444046" y="54710"/>
                </a:cubicBezTo>
                <a:cubicBezTo>
                  <a:pt x="450258" y="61061"/>
                  <a:pt x="453364" y="69556"/>
                  <a:pt x="453364" y="80194"/>
                </a:cubicBezTo>
                <a:lnTo>
                  <a:pt x="393783" y="80194"/>
                </a:lnTo>
                <a:moveTo>
                  <a:pt x="393783" y="74735"/>
                </a:moveTo>
                <a:lnTo>
                  <a:pt x="433692" y="74735"/>
                </a:lnTo>
                <a:cubicBezTo>
                  <a:pt x="433378" y="69213"/>
                  <a:pt x="432719" y="65322"/>
                  <a:pt x="431715" y="63063"/>
                </a:cubicBezTo>
                <a:cubicBezTo>
                  <a:pt x="430147" y="59549"/>
                  <a:pt x="427809" y="56788"/>
                  <a:pt x="424703" y="54780"/>
                </a:cubicBezTo>
                <a:cubicBezTo>
                  <a:pt x="421597" y="52772"/>
                  <a:pt x="418350" y="51768"/>
                  <a:pt x="414961" y="51768"/>
                </a:cubicBezTo>
                <a:cubicBezTo>
                  <a:pt x="409753" y="51768"/>
                  <a:pt x="405094" y="53792"/>
                  <a:pt x="400984" y="57839"/>
                </a:cubicBezTo>
                <a:cubicBezTo>
                  <a:pt x="396874" y="61887"/>
                  <a:pt x="394473" y="67518"/>
                  <a:pt x="393783" y="74735"/>
                </a:cubicBezTo>
                <a:close/>
                <a:moveTo>
                  <a:pt x="461394" y="47627"/>
                </a:moveTo>
                <a:lnTo>
                  <a:pt x="501961" y="47627"/>
                </a:lnTo>
                <a:lnTo>
                  <a:pt x="501961" y="51109"/>
                </a:lnTo>
                <a:cubicBezTo>
                  <a:pt x="499388" y="51109"/>
                  <a:pt x="497584" y="51549"/>
                  <a:pt x="496549" y="52427"/>
                </a:cubicBezTo>
                <a:cubicBezTo>
                  <a:pt x="495514" y="53306"/>
                  <a:pt x="494996" y="54467"/>
                  <a:pt x="494996" y="55910"/>
                </a:cubicBezTo>
                <a:cubicBezTo>
                  <a:pt x="494996" y="57416"/>
                  <a:pt x="496094" y="59737"/>
                  <a:pt x="498290" y="62875"/>
                </a:cubicBezTo>
                <a:cubicBezTo>
                  <a:pt x="498981" y="63879"/>
                  <a:pt x="500016" y="65448"/>
                  <a:pt x="501396" y="67581"/>
                </a:cubicBezTo>
                <a:lnTo>
                  <a:pt x="507514" y="77370"/>
                </a:lnTo>
                <a:lnTo>
                  <a:pt x="514574" y="67581"/>
                </a:lnTo>
                <a:cubicBezTo>
                  <a:pt x="519092" y="61369"/>
                  <a:pt x="521351" y="57447"/>
                  <a:pt x="521351" y="55816"/>
                </a:cubicBezTo>
                <a:cubicBezTo>
                  <a:pt x="521351" y="54498"/>
                  <a:pt x="520817" y="53384"/>
                  <a:pt x="519751" y="52474"/>
                </a:cubicBezTo>
                <a:cubicBezTo>
                  <a:pt x="518684" y="51564"/>
                  <a:pt x="516958" y="51109"/>
                  <a:pt x="514574" y="51109"/>
                </a:cubicBezTo>
                <a:lnTo>
                  <a:pt x="514574" y="47627"/>
                </a:lnTo>
                <a:lnTo>
                  <a:pt x="543752" y="47627"/>
                </a:lnTo>
                <a:lnTo>
                  <a:pt x="543752" y="51109"/>
                </a:lnTo>
                <a:cubicBezTo>
                  <a:pt x="540678" y="51298"/>
                  <a:pt x="538011" y="52145"/>
                  <a:pt x="535752" y="53651"/>
                </a:cubicBezTo>
                <a:cubicBezTo>
                  <a:pt x="532677" y="55784"/>
                  <a:pt x="528473" y="60428"/>
                  <a:pt x="523139" y="67581"/>
                </a:cubicBezTo>
                <a:lnTo>
                  <a:pt x="511374" y="83300"/>
                </a:lnTo>
                <a:lnTo>
                  <a:pt x="532834" y="114111"/>
                </a:lnTo>
                <a:cubicBezTo>
                  <a:pt x="538105" y="121688"/>
                  <a:pt x="541870" y="126244"/>
                  <a:pt x="544129" y="127779"/>
                </a:cubicBezTo>
                <a:cubicBezTo>
                  <a:pt x="546388" y="129313"/>
                  <a:pt x="549306" y="130174"/>
                  <a:pt x="552882" y="130362"/>
                </a:cubicBezTo>
                <a:lnTo>
                  <a:pt x="552882" y="133845"/>
                </a:lnTo>
                <a:lnTo>
                  <a:pt x="512221" y="133845"/>
                </a:lnTo>
                <a:lnTo>
                  <a:pt x="512221" y="130362"/>
                </a:lnTo>
                <a:cubicBezTo>
                  <a:pt x="515044" y="130362"/>
                  <a:pt x="517241" y="129736"/>
                  <a:pt x="518809" y="128485"/>
                </a:cubicBezTo>
                <a:cubicBezTo>
                  <a:pt x="520002" y="127609"/>
                  <a:pt x="520598" y="126451"/>
                  <a:pt x="520598" y="125012"/>
                </a:cubicBezTo>
                <a:cubicBezTo>
                  <a:pt x="520598" y="123572"/>
                  <a:pt x="518590" y="119943"/>
                  <a:pt x="514574" y="114123"/>
                </a:cubicBezTo>
                <a:lnTo>
                  <a:pt x="501961" y="95724"/>
                </a:lnTo>
                <a:lnTo>
                  <a:pt x="488125" y="114123"/>
                </a:lnTo>
                <a:cubicBezTo>
                  <a:pt x="483858" y="119817"/>
                  <a:pt x="481724" y="123197"/>
                  <a:pt x="481724" y="124262"/>
                </a:cubicBezTo>
                <a:cubicBezTo>
                  <a:pt x="481724" y="125764"/>
                  <a:pt x="482430" y="127125"/>
                  <a:pt x="483842" y="128344"/>
                </a:cubicBezTo>
                <a:cubicBezTo>
                  <a:pt x="485254" y="129564"/>
                  <a:pt x="487372" y="130237"/>
                  <a:pt x="490196" y="130362"/>
                </a:cubicBezTo>
                <a:lnTo>
                  <a:pt x="490196" y="133845"/>
                </a:lnTo>
                <a:lnTo>
                  <a:pt x="462053" y="133845"/>
                </a:lnTo>
                <a:lnTo>
                  <a:pt x="462053" y="130362"/>
                </a:lnTo>
                <a:cubicBezTo>
                  <a:pt x="464311" y="130048"/>
                  <a:pt x="466288" y="129266"/>
                  <a:pt x="467982" y="128015"/>
                </a:cubicBezTo>
                <a:cubicBezTo>
                  <a:pt x="470367" y="126199"/>
                  <a:pt x="474383" y="121566"/>
                  <a:pt x="480030" y="114117"/>
                </a:cubicBezTo>
                <a:lnTo>
                  <a:pt x="498102" y="90171"/>
                </a:lnTo>
                <a:lnTo>
                  <a:pt x="481724" y="66452"/>
                </a:lnTo>
                <a:cubicBezTo>
                  <a:pt x="477081" y="59675"/>
                  <a:pt x="473489" y="55423"/>
                  <a:pt x="470947" y="53698"/>
                </a:cubicBezTo>
                <a:cubicBezTo>
                  <a:pt x="468406" y="51972"/>
                  <a:pt x="465221" y="51109"/>
                  <a:pt x="461394" y="51109"/>
                </a:cubicBezTo>
                <a:lnTo>
                  <a:pt x="461394" y="47627"/>
                </a:lnTo>
                <a:close/>
                <a:moveTo>
                  <a:pt x="586296" y="19201"/>
                </a:moveTo>
                <a:lnTo>
                  <a:pt x="586296" y="47627"/>
                </a:lnTo>
                <a:lnTo>
                  <a:pt x="606439" y="47627"/>
                </a:lnTo>
                <a:lnTo>
                  <a:pt x="606439" y="54216"/>
                </a:lnTo>
                <a:lnTo>
                  <a:pt x="586296" y="54216"/>
                </a:lnTo>
                <a:lnTo>
                  <a:pt x="586296" y="110049"/>
                </a:lnTo>
                <a:cubicBezTo>
                  <a:pt x="586296" y="115628"/>
                  <a:pt x="587097" y="119389"/>
                  <a:pt x="588697" y="121332"/>
                </a:cubicBezTo>
                <a:cubicBezTo>
                  <a:pt x="590297" y="123273"/>
                  <a:pt x="592352" y="124244"/>
                  <a:pt x="594862" y="124244"/>
                </a:cubicBezTo>
                <a:cubicBezTo>
                  <a:pt x="596932" y="124244"/>
                  <a:pt x="598940" y="123601"/>
                  <a:pt x="600886" y="122314"/>
                </a:cubicBezTo>
                <a:cubicBezTo>
                  <a:pt x="602831" y="121028"/>
                  <a:pt x="604337" y="119130"/>
                  <a:pt x="605404" y="116620"/>
                </a:cubicBezTo>
                <a:lnTo>
                  <a:pt x="609075" y="116620"/>
                </a:lnTo>
                <a:cubicBezTo>
                  <a:pt x="606878" y="122787"/>
                  <a:pt x="603772" y="127451"/>
                  <a:pt x="599756" y="130612"/>
                </a:cubicBezTo>
                <a:cubicBezTo>
                  <a:pt x="595740" y="133771"/>
                  <a:pt x="591599" y="135351"/>
                  <a:pt x="587332" y="135351"/>
                </a:cubicBezTo>
                <a:cubicBezTo>
                  <a:pt x="584445" y="135351"/>
                  <a:pt x="581622" y="134550"/>
                  <a:pt x="578861" y="132947"/>
                </a:cubicBezTo>
                <a:cubicBezTo>
                  <a:pt x="576100" y="131345"/>
                  <a:pt x="574060" y="129053"/>
                  <a:pt x="572743" y="126071"/>
                </a:cubicBezTo>
                <a:cubicBezTo>
                  <a:pt x="571425" y="123086"/>
                  <a:pt x="570766" y="118484"/>
                  <a:pt x="570766" y="112264"/>
                </a:cubicBezTo>
                <a:lnTo>
                  <a:pt x="570766" y="54216"/>
                </a:lnTo>
                <a:lnTo>
                  <a:pt x="557118" y="54216"/>
                </a:lnTo>
                <a:lnTo>
                  <a:pt x="557118" y="51109"/>
                </a:lnTo>
                <a:cubicBezTo>
                  <a:pt x="560569" y="49725"/>
                  <a:pt x="564099" y="47381"/>
                  <a:pt x="567707" y="44077"/>
                </a:cubicBezTo>
                <a:cubicBezTo>
                  <a:pt x="571315" y="40772"/>
                  <a:pt x="574531" y="36855"/>
                  <a:pt x="577355" y="32323"/>
                </a:cubicBezTo>
                <a:cubicBezTo>
                  <a:pt x="578798" y="29932"/>
                  <a:pt x="580806" y="25559"/>
                  <a:pt x="583379" y="19201"/>
                </a:cubicBezTo>
                <a:lnTo>
                  <a:pt x="586296" y="19201"/>
                </a:lnTo>
                <a:close/>
                <a:moveTo>
                  <a:pt x="656828" y="56107"/>
                </a:moveTo>
                <a:lnTo>
                  <a:pt x="683371" y="45368"/>
                </a:lnTo>
                <a:lnTo>
                  <a:pt x="686948" y="45368"/>
                </a:lnTo>
                <a:lnTo>
                  <a:pt x="686948" y="65510"/>
                </a:lnTo>
                <a:cubicBezTo>
                  <a:pt x="691403" y="57918"/>
                  <a:pt x="695874" y="52631"/>
                  <a:pt x="700361" y="49651"/>
                </a:cubicBezTo>
                <a:cubicBezTo>
                  <a:pt x="704847" y="46670"/>
                  <a:pt x="709569" y="45180"/>
                  <a:pt x="714526" y="45180"/>
                </a:cubicBezTo>
                <a:cubicBezTo>
                  <a:pt x="723186" y="45180"/>
                  <a:pt x="730402" y="48564"/>
                  <a:pt x="736175" y="55333"/>
                </a:cubicBezTo>
                <a:cubicBezTo>
                  <a:pt x="743266" y="63608"/>
                  <a:pt x="746811" y="74390"/>
                  <a:pt x="746811" y="87680"/>
                </a:cubicBezTo>
                <a:cubicBezTo>
                  <a:pt x="746811" y="102536"/>
                  <a:pt x="742544" y="114822"/>
                  <a:pt x="734010" y="124538"/>
                </a:cubicBezTo>
                <a:cubicBezTo>
                  <a:pt x="726982" y="132499"/>
                  <a:pt x="718134" y="136480"/>
                  <a:pt x="707467" y="136480"/>
                </a:cubicBezTo>
                <a:cubicBezTo>
                  <a:pt x="702824" y="136480"/>
                  <a:pt x="698808" y="135821"/>
                  <a:pt x="695419" y="134503"/>
                </a:cubicBezTo>
                <a:cubicBezTo>
                  <a:pt x="692909" y="133562"/>
                  <a:pt x="690085" y="131680"/>
                  <a:pt x="686948" y="128856"/>
                </a:cubicBezTo>
                <a:lnTo>
                  <a:pt x="686948" y="155117"/>
                </a:lnTo>
                <a:cubicBezTo>
                  <a:pt x="686948" y="161015"/>
                  <a:pt x="687309" y="164764"/>
                  <a:pt x="688030" y="166365"/>
                </a:cubicBezTo>
                <a:cubicBezTo>
                  <a:pt x="688752" y="167965"/>
                  <a:pt x="690007" y="169235"/>
                  <a:pt x="691795" y="170177"/>
                </a:cubicBezTo>
                <a:cubicBezTo>
                  <a:pt x="693584" y="171118"/>
                  <a:pt x="696831" y="171588"/>
                  <a:pt x="701537" y="171588"/>
                </a:cubicBezTo>
                <a:lnTo>
                  <a:pt x="701537" y="175071"/>
                </a:lnTo>
                <a:lnTo>
                  <a:pt x="656358" y="175071"/>
                </a:lnTo>
                <a:lnTo>
                  <a:pt x="656358" y="171588"/>
                </a:lnTo>
                <a:lnTo>
                  <a:pt x="658711" y="171588"/>
                </a:lnTo>
                <a:cubicBezTo>
                  <a:pt x="662162" y="171651"/>
                  <a:pt x="665111" y="170991"/>
                  <a:pt x="667558" y="169609"/>
                </a:cubicBezTo>
                <a:cubicBezTo>
                  <a:pt x="668751" y="168919"/>
                  <a:pt x="669676" y="167804"/>
                  <a:pt x="670335" y="166265"/>
                </a:cubicBezTo>
                <a:cubicBezTo>
                  <a:pt x="670994" y="164727"/>
                  <a:pt x="671323" y="160819"/>
                  <a:pt x="671323" y="154540"/>
                </a:cubicBezTo>
                <a:lnTo>
                  <a:pt x="671323" y="72967"/>
                </a:lnTo>
                <a:cubicBezTo>
                  <a:pt x="671323" y="67378"/>
                  <a:pt x="671072" y="63831"/>
                  <a:pt x="670570" y="62325"/>
                </a:cubicBezTo>
                <a:cubicBezTo>
                  <a:pt x="670068" y="60817"/>
                  <a:pt x="669268" y="59687"/>
                  <a:pt x="668170" y="58934"/>
                </a:cubicBezTo>
                <a:cubicBezTo>
                  <a:pt x="667072" y="58179"/>
                  <a:pt x="665582" y="57801"/>
                  <a:pt x="663699" y="57801"/>
                </a:cubicBezTo>
                <a:cubicBezTo>
                  <a:pt x="662193" y="57801"/>
                  <a:pt x="660279" y="58240"/>
                  <a:pt x="657958" y="59119"/>
                </a:cubicBezTo>
                <a:lnTo>
                  <a:pt x="656828" y="56107"/>
                </a:lnTo>
                <a:moveTo>
                  <a:pt x="686948" y="71234"/>
                </a:moveTo>
                <a:lnTo>
                  <a:pt x="686948" y="103384"/>
                </a:lnTo>
                <a:cubicBezTo>
                  <a:pt x="686948" y="110341"/>
                  <a:pt x="687230" y="114916"/>
                  <a:pt x="687795" y="117108"/>
                </a:cubicBezTo>
                <a:cubicBezTo>
                  <a:pt x="688674" y="120744"/>
                  <a:pt x="690823" y="123940"/>
                  <a:pt x="694243" y="126697"/>
                </a:cubicBezTo>
                <a:cubicBezTo>
                  <a:pt x="697662" y="129454"/>
                  <a:pt x="701976" y="130833"/>
                  <a:pt x="707185" y="130833"/>
                </a:cubicBezTo>
                <a:cubicBezTo>
                  <a:pt x="713460" y="130833"/>
                  <a:pt x="718542" y="128388"/>
                  <a:pt x="722433" y="123500"/>
                </a:cubicBezTo>
                <a:cubicBezTo>
                  <a:pt x="727516" y="117109"/>
                  <a:pt x="730057" y="108116"/>
                  <a:pt x="730057" y="96521"/>
                </a:cubicBezTo>
                <a:cubicBezTo>
                  <a:pt x="730057" y="83362"/>
                  <a:pt x="727170" y="73241"/>
                  <a:pt x="721397" y="66160"/>
                </a:cubicBezTo>
                <a:cubicBezTo>
                  <a:pt x="717381" y="61272"/>
                  <a:pt x="712613" y="58828"/>
                  <a:pt x="707091" y="58828"/>
                </a:cubicBezTo>
                <a:cubicBezTo>
                  <a:pt x="704079" y="58828"/>
                  <a:pt x="701098" y="59580"/>
                  <a:pt x="698149" y="61084"/>
                </a:cubicBezTo>
                <a:cubicBezTo>
                  <a:pt x="695890" y="62211"/>
                  <a:pt x="692156" y="65595"/>
                  <a:pt x="686948" y="71234"/>
                </a:cubicBezTo>
                <a:close/>
                <a:moveTo>
                  <a:pt x="784649" y="45180"/>
                </a:moveTo>
                <a:lnTo>
                  <a:pt x="784649" y="64569"/>
                </a:lnTo>
                <a:cubicBezTo>
                  <a:pt x="791865" y="51643"/>
                  <a:pt x="799269" y="45180"/>
                  <a:pt x="806862" y="45180"/>
                </a:cubicBezTo>
                <a:cubicBezTo>
                  <a:pt x="810313" y="45180"/>
                  <a:pt x="813168" y="46231"/>
                  <a:pt x="815427" y="48333"/>
                </a:cubicBezTo>
                <a:cubicBezTo>
                  <a:pt x="817686" y="50435"/>
                  <a:pt x="818816" y="52866"/>
                  <a:pt x="818816" y="55627"/>
                </a:cubicBezTo>
                <a:cubicBezTo>
                  <a:pt x="818816" y="58075"/>
                  <a:pt x="818000" y="60145"/>
                  <a:pt x="816368" y="61840"/>
                </a:cubicBezTo>
                <a:cubicBezTo>
                  <a:pt x="814737" y="63534"/>
                  <a:pt x="812792" y="64381"/>
                  <a:pt x="810533" y="64381"/>
                </a:cubicBezTo>
                <a:cubicBezTo>
                  <a:pt x="808337" y="64381"/>
                  <a:pt x="805874" y="63299"/>
                  <a:pt x="803144" y="61134"/>
                </a:cubicBezTo>
                <a:cubicBezTo>
                  <a:pt x="800414" y="58969"/>
                  <a:pt x="798391" y="57886"/>
                  <a:pt x="797073" y="57886"/>
                </a:cubicBezTo>
                <a:cubicBezTo>
                  <a:pt x="795944" y="57886"/>
                  <a:pt x="794720" y="58512"/>
                  <a:pt x="793402" y="59763"/>
                </a:cubicBezTo>
                <a:cubicBezTo>
                  <a:pt x="790578" y="62330"/>
                  <a:pt x="787661" y="66555"/>
                  <a:pt x="784649" y="72437"/>
                </a:cubicBezTo>
                <a:lnTo>
                  <a:pt x="784649" y="113652"/>
                </a:lnTo>
                <a:cubicBezTo>
                  <a:pt x="784649" y="118407"/>
                  <a:pt x="785245" y="122006"/>
                  <a:pt x="786437" y="124447"/>
                </a:cubicBezTo>
                <a:cubicBezTo>
                  <a:pt x="787253" y="126137"/>
                  <a:pt x="788696" y="127546"/>
                  <a:pt x="790767" y="128674"/>
                </a:cubicBezTo>
                <a:cubicBezTo>
                  <a:pt x="792837" y="129799"/>
                  <a:pt x="795818" y="130362"/>
                  <a:pt x="799708" y="130362"/>
                </a:cubicBezTo>
                <a:lnTo>
                  <a:pt x="799708" y="133845"/>
                </a:lnTo>
                <a:lnTo>
                  <a:pt x="755564" y="133845"/>
                </a:lnTo>
                <a:lnTo>
                  <a:pt x="755564" y="130362"/>
                </a:lnTo>
                <a:cubicBezTo>
                  <a:pt x="759957" y="130362"/>
                  <a:pt x="763220" y="129674"/>
                  <a:pt x="765353" y="128297"/>
                </a:cubicBezTo>
                <a:cubicBezTo>
                  <a:pt x="766922" y="127295"/>
                  <a:pt x="768020" y="125698"/>
                  <a:pt x="768648" y="123506"/>
                </a:cubicBezTo>
                <a:cubicBezTo>
                  <a:pt x="768961" y="122441"/>
                  <a:pt x="769118" y="119404"/>
                  <a:pt x="769118" y="114396"/>
                </a:cubicBezTo>
                <a:lnTo>
                  <a:pt x="769118" y="81056"/>
                </a:lnTo>
                <a:cubicBezTo>
                  <a:pt x="769118" y="71037"/>
                  <a:pt x="768914" y="65074"/>
                  <a:pt x="768506" y="63166"/>
                </a:cubicBezTo>
                <a:cubicBezTo>
                  <a:pt x="768098" y="61256"/>
                  <a:pt x="767345" y="59863"/>
                  <a:pt x="766247" y="58986"/>
                </a:cubicBezTo>
                <a:cubicBezTo>
                  <a:pt x="765149" y="58110"/>
                  <a:pt x="763784" y="57672"/>
                  <a:pt x="762153" y="57672"/>
                </a:cubicBezTo>
                <a:cubicBezTo>
                  <a:pt x="760208" y="57672"/>
                  <a:pt x="758011" y="58141"/>
                  <a:pt x="755564" y="59081"/>
                </a:cubicBezTo>
                <a:lnTo>
                  <a:pt x="754623" y="55698"/>
                </a:lnTo>
                <a:lnTo>
                  <a:pt x="780695" y="45180"/>
                </a:lnTo>
                <a:lnTo>
                  <a:pt x="784649" y="45180"/>
                </a:lnTo>
                <a:close/>
                <a:moveTo>
                  <a:pt x="865783" y="45180"/>
                </a:moveTo>
                <a:cubicBezTo>
                  <a:pt x="878835" y="45180"/>
                  <a:pt x="889314" y="50132"/>
                  <a:pt x="897220" y="60037"/>
                </a:cubicBezTo>
                <a:cubicBezTo>
                  <a:pt x="903934" y="68498"/>
                  <a:pt x="907291" y="78214"/>
                  <a:pt x="907291" y="89186"/>
                </a:cubicBezTo>
                <a:cubicBezTo>
                  <a:pt x="907291" y="96896"/>
                  <a:pt x="905440" y="104700"/>
                  <a:pt x="901738" y="112599"/>
                </a:cubicBezTo>
                <a:cubicBezTo>
                  <a:pt x="898036" y="120496"/>
                  <a:pt x="892938" y="126450"/>
                  <a:pt x="886443" y="130462"/>
                </a:cubicBezTo>
                <a:cubicBezTo>
                  <a:pt x="879948" y="134474"/>
                  <a:pt x="872717" y="136480"/>
                  <a:pt x="864747" y="136480"/>
                </a:cubicBezTo>
                <a:cubicBezTo>
                  <a:pt x="851758" y="136480"/>
                  <a:pt x="841436" y="131308"/>
                  <a:pt x="833780" y="120964"/>
                </a:cubicBezTo>
                <a:cubicBezTo>
                  <a:pt x="827317" y="112252"/>
                  <a:pt x="824086" y="102474"/>
                  <a:pt x="824086" y="91630"/>
                </a:cubicBezTo>
                <a:cubicBezTo>
                  <a:pt x="824086" y="83731"/>
                  <a:pt x="826047" y="75880"/>
                  <a:pt x="829968" y="68075"/>
                </a:cubicBezTo>
                <a:cubicBezTo>
                  <a:pt x="833890" y="60271"/>
                  <a:pt x="839051" y="54504"/>
                  <a:pt x="845452" y="50774"/>
                </a:cubicBezTo>
                <a:cubicBezTo>
                  <a:pt x="851852" y="47044"/>
                  <a:pt x="858629" y="45180"/>
                  <a:pt x="865783" y="45180"/>
                </a:cubicBezTo>
                <a:moveTo>
                  <a:pt x="862865" y="51392"/>
                </a:moveTo>
                <a:cubicBezTo>
                  <a:pt x="859539" y="51392"/>
                  <a:pt x="856198" y="52379"/>
                  <a:pt x="852841" y="54354"/>
                </a:cubicBezTo>
                <a:cubicBezTo>
                  <a:pt x="849484" y="56328"/>
                  <a:pt x="846770" y="59791"/>
                  <a:pt x="844699" y="64743"/>
                </a:cubicBezTo>
                <a:cubicBezTo>
                  <a:pt x="842628" y="69694"/>
                  <a:pt x="841593" y="76055"/>
                  <a:pt x="841593" y="83826"/>
                </a:cubicBezTo>
                <a:cubicBezTo>
                  <a:pt x="841593" y="96361"/>
                  <a:pt x="844087" y="107172"/>
                  <a:pt x="849076" y="116261"/>
                </a:cubicBezTo>
                <a:cubicBezTo>
                  <a:pt x="854064" y="125348"/>
                  <a:pt x="860637" y="129891"/>
                  <a:pt x="868795" y="129891"/>
                </a:cubicBezTo>
                <a:cubicBezTo>
                  <a:pt x="874881" y="129891"/>
                  <a:pt x="879901" y="127384"/>
                  <a:pt x="883855" y="122370"/>
                </a:cubicBezTo>
                <a:cubicBezTo>
                  <a:pt x="887808" y="117356"/>
                  <a:pt x="889784" y="108739"/>
                  <a:pt x="889784" y="96518"/>
                </a:cubicBezTo>
                <a:cubicBezTo>
                  <a:pt x="889784" y="81225"/>
                  <a:pt x="886490" y="69191"/>
                  <a:pt x="879901" y="60416"/>
                </a:cubicBezTo>
                <a:cubicBezTo>
                  <a:pt x="875446" y="54400"/>
                  <a:pt x="869767" y="51392"/>
                  <a:pt x="862865" y="51392"/>
                </a:cubicBezTo>
                <a:close/>
                <a:moveTo>
                  <a:pt x="993227" y="101089"/>
                </a:moveTo>
                <a:cubicBezTo>
                  <a:pt x="990905" y="112447"/>
                  <a:pt x="986356" y="121185"/>
                  <a:pt x="979579" y="127303"/>
                </a:cubicBezTo>
                <a:cubicBezTo>
                  <a:pt x="972802" y="133421"/>
                  <a:pt x="965303" y="136480"/>
                  <a:pt x="957083" y="136480"/>
                </a:cubicBezTo>
                <a:cubicBezTo>
                  <a:pt x="947294" y="136480"/>
                  <a:pt x="938760" y="132375"/>
                  <a:pt x="931481" y="124165"/>
                </a:cubicBezTo>
                <a:cubicBezTo>
                  <a:pt x="924202" y="115952"/>
                  <a:pt x="920563" y="104856"/>
                  <a:pt x="920563" y="90877"/>
                </a:cubicBezTo>
                <a:cubicBezTo>
                  <a:pt x="920563" y="77337"/>
                  <a:pt x="924595" y="66336"/>
                  <a:pt x="932658" y="57875"/>
                </a:cubicBezTo>
                <a:cubicBezTo>
                  <a:pt x="940721" y="49411"/>
                  <a:pt x="950400" y="45180"/>
                  <a:pt x="961695" y="45180"/>
                </a:cubicBezTo>
                <a:cubicBezTo>
                  <a:pt x="970166" y="45180"/>
                  <a:pt x="977132" y="47416"/>
                  <a:pt x="982591" y="51889"/>
                </a:cubicBezTo>
                <a:cubicBezTo>
                  <a:pt x="988050" y="56360"/>
                  <a:pt x="990780" y="61003"/>
                  <a:pt x="990780" y="65819"/>
                </a:cubicBezTo>
                <a:cubicBezTo>
                  <a:pt x="990780" y="68196"/>
                  <a:pt x="990011" y="70120"/>
                  <a:pt x="988474" y="71590"/>
                </a:cubicBezTo>
                <a:cubicBezTo>
                  <a:pt x="986936" y="73059"/>
                  <a:pt x="984787" y="73793"/>
                  <a:pt x="982026" y="73793"/>
                </a:cubicBezTo>
                <a:cubicBezTo>
                  <a:pt x="978324" y="73793"/>
                  <a:pt x="975532" y="72601"/>
                  <a:pt x="973649" y="70217"/>
                </a:cubicBezTo>
                <a:cubicBezTo>
                  <a:pt x="972582" y="68899"/>
                  <a:pt x="971876" y="66389"/>
                  <a:pt x="971531" y="62687"/>
                </a:cubicBezTo>
                <a:cubicBezTo>
                  <a:pt x="971186" y="58985"/>
                  <a:pt x="969915" y="56161"/>
                  <a:pt x="967719" y="54216"/>
                </a:cubicBezTo>
                <a:cubicBezTo>
                  <a:pt x="965523" y="52333"/>
                  <a:pt x="962480" y="51392"/>
                  <a:pt x="958589" y="51392"/>
                </a:cubicBezTo>
                <a:cubicBezTo>
                  <a:pt x="952314" y="51392"/>
                  <a:pt x="947263" y="53714"/>
                  <a:pt x="943435" y="58357"/>
                </a:cubicBezTo>
                <a:cubicBezTo>
                  <a:pt x="938352" y="64506"/>
                  <a:pt x="935811" y="72633"/>
                  <a:pt x="935811" y="82735"/>
                </a:cubicBezTo>
                <a:cubicBezTo>
                  <a:pt x="935811" y="93026"/>
                  <a:pt x="938337" y="102109"/>
                  <a:pt x="943388" y="109984"/>
                </a:cubicBezTo>
                <a:cubicBezTo>
                  <a:pt x="948439" y="117859"/>
                  <a:pt x="955263" y="121797"/>
                  <a:pt x="963860" y="121797"/>
                </a:cubicBezTo>
                <a:cubicBezTo>
                  <a:pt x="970010" y="121797"/>
                  <a:pt x="975532" y="119695"/>
                  <a:pt x="980426" y="115490"/>
                </a:cubicBezTo>
                <a:cubicBezTo>
                  <a:pt x="983877" y="112604"/>
                  <a:pt x="987234" y="107364"/>
                  <a:pt x="990497" y="99772"/>
                </a:cubicBezTo>
                <a:lnTo>
                  <a:pt x="993227" y="101089"/>
                </a:lnTo>
                <a:close/>
                <a:moveTo>
                  <a:pt x="1020082" y="80194"/>
                </a:moveTo>
                <a:cubicBezTo>
                  <a:pt x="1020019" y="92965"/>
                  <a:pt x="1023125" y="102983"/>
                  <a:pt x="1029400" y="110246"/>
                </a:cubicBezTo>
                <a:cubicBezTo>
                  <a:pt x="1035675" y="117507"/>
                  <a:pt x="1043048" y="121138"/>
                  <a:pt x="1051519" y="121138"/>
                </a:cubicBezTo>
                <a:cubicBezTo>
                  <a:pt x="1057166" y="121138"/>
                  <a:pt x="1062077" y="119585"/>
                  <a:pt x="1066249" y="116479"/>
                </a:cubicBezTo>
                <a:cubicBezTo>
                  <a:pt x="1070422" y="113373"/>
                  <a:pt x="1073921" y="108055"/>
                  <a:pt x="1076744" y="100525"/>
                </a:cubicBezTo>
                <a:lnTo>
                  <a:pt x="1079662" y="102407"/>
                </a:lnTo>
                <a:cubicBezTo>
                  <a:pt x="1078344" y="111004"/>
                  <a:pt x="1074517" y="118832"/>
                  <a:pt x="1068179" y="125891"/>
                </a:cubicBezTo>
                <a:cubicBezTo>
                  <a:pt x="1061841" y="132950"/>
                  <a:pt x="1053903" y="136480"/>
                  <a:pt x="1044366" y="136480"/>
                </a:cubicBezTo>
                <a:cubicBezTo>
                  <a:pt x="1034012" y="136480"/>
                  <a:pt x="1025149" y="132457"/>
                  <a:pt x="1017775" y="124412"/>
                </a:cubicBezTo>
                <a:cubicBezTo>
                  <a:pt x="1010402" y="116364"/>
                  <a:pt x="1006716" y="105546"/>
                  <a:pt x="1006716" y="91956"/>
                </a:cubicBezTo>
                <a:cubicBezTo>
                  <a:pt x="1006716" y="77242"/>
                  <a:pt x="1010497" y="65767"/>
                  <a:pt x="1018058" y="57533"/>
                </a:cubicBezTo>
                <a:cubicBezTo>
                  <a:pt x="1025619" y="49298"/>
                  <a:pt x="1035110" y="45180"/>
                  <a:pt x="1046530" y="45180"/>
                </a:cubicBezTo>
                <a:cubicBezTo>
                  <a:pt x="1056194" y="45180"/>
                  <a:pt x="1064132" y="48356"/>
                  <a:pt x="1070344" y="54710"/>
                </a:cubicBezTo>
                <a:cubicBezTo>
                  <a:pt x="1076556" y="61061"/>
                  <a:pt x="1079662" y="69556"/>
                  <a:pt x="1079662" y="80194"/>
                </a:cubicBezTo>
                <a:lnTo>
                  <a:pt x="1020082" y="80194"/>
                </a:lnTo>
                <a:moveTo>
                  <a:pt x="1020082" y="74735"/>
                </a:moveTo>
                <a:lnTo>
                  <a:pt x="1059990" y="74735"/>
                </a:lnTo>
                <a:cubicBezTo>
                  <a:pt x="1059676" y="69213"/>
                  <a:pt x="1059018" y="65322"/>
                  <a:pt x="1058014" y="63063"/>
                </a:cubicBezTo>
                <a:cubicBezTo>
                  <a:pt x="1056445" y="59549"/>
                  <a:pt x="1054107" y="56788"/>
                  <a:pt x="1051001" y="54780"/>
                </a:cubicBezTo>
                <a:cubicBezTo>
                  <a:pt x="1047895" y="52772"/>
                  <a:pt x="1044648" y="51768"/>
                  <a:pt x="1041259" y="51768"/>
                </a:cubicBezTo>
                <a:cubicBezTo>
                  <a:pt x="1036051" y="51768"/>
                  <a:pt x="1031392" y="53792"/>
                  <a:pt x="1027282" y="57839"/>
                </a:cubicBezTo>
                <a:cubicBezTo>
                  <a:pt x="1023172" y="61887"/>
                  <a:pt x="1020772" y="67518"/>
                  <a:pt x="1020082" y="74735"/>
                </a:cubicBezTo>
                <a:close/>
                <a:moveTo>
                  <a:pt x="1146895" y="45180"/>
                </a:moveTo>
                <a:lnTo>
                  <a:pt x="1146895" y="74358"/>
                </a:lnTo>
                <a:lnTo>
                  <a:pt x="1143789" y="74358"/>
                </a:lnTo>
                <a:cubicBezTo>
                  <a:pt x="1141405" y="65206"/>
                  <a:pt x="1138346" y="58982"/>
                  <a:pt x="1134612" y="55683"/>
                </a:cubicBezTo>
                <a:cubicBezTo>
                  <a:pt x="1130878" y="52383"/>
                  <a:pt x="1126125" y="50733"/>
                  <a:pt x="1120352" y="50733"/>
                </a:cubicBezTo>
                <a:cubicBezTo>
                  <a:pt x="1115960" y="50733"/>
                  <a:pt x="1112414" y="51893"/>
                  <a:pt x="1109716" y="54213"/>
                </a:cubicBezTo>
                <a:cubicBezTo>
                  <a:pt x="1107018" y="56530"/>
                  <a:pt x="1105669" y="59100"/>
                  <a:pt x="1105669" y="61922"/>
                </a:cubicBezTo>
                <a:cubicBezTo>
                  <a:pt x="1105669" y="65432"/>
                  <a:pt x="1106673" y="68440"/>
                  <a:pt x="1108681" y="70946"/>
                </a:cubicBezTo>
                <a:cubicBezTo>
                  <a:pt x="1110626" y="73517"/>
                  <a:pt x="1114579" y="76244"/>
                  <a:pt x="1120540" y="79126"/>
                </a:cubicBezTo>
                <a:lnTo>
                  <a:pt x="1134283" y="85803"/>
                </a:lnTo>
                <a:cubicBezTo>
                  <a:pt x="1147021" y="92007"/>
                  <a:pt x="1153390" y="100187"/>
                  <a:pt x="1153390" y="110343"/>
                </a:cubicBezTo>
                <a:cubicBezTo>
                  <a:pt x="1153390" y="118177"/>
                  <a:pt x="1150425" y="124492"/>
                  <a:pt x="1144495" y="129288"/>
                </a:cubicBezTo>
                <a:cubicBezTo>
                  <a:pt x="1138565" y="134083"/>
                  <a:pt x="1131929" y="136480"/>
                  <a:pt x="1124588" y="136480"/>
                </a:cubicBezTo>
                <a:cubicBezTo>
                  <a:pt x="1119317" y="136480"/>
                  <a:pt x="1113293" y="135539"/>
                  <a:pt x="1106516" y="133656"/>
                </a:cubicBezTo>
                <a:cubicBezTo>
                  <a:pt x="1104445" y="133029"/>
                  <a:pt x="1102751" y="132715"/>
                  <a:pt x="1101433" y="132715"/>
                </a:cubicBezTo>
                <a:cubicBezTo>
                  <a:pt x="1099990" y="132715"/>
                  <a:pt x="1098860" y="133531"/>
                  <a:pt x="1098045" y="135162"/>
                </a:cubicBezTo>
                <a:lnTo>
                  <a:pt x="1094939" y="135162"/>
                </a:lnTo>
                <a:lnTo>
                  <a:pt x="1094939" y="104290"/>
                </a:lnTo>
                <a:lnTo>
                  <a:pt x="1098045" y="104290"/>
                </a:lnTo>
                <a:cubicBezTo>
                  <a:pt x="1099802" y="113106"/>
                  <a:pt x="1103159" y="119750"/>
                  <a:pt x="1108116" y="124220"/>
                </a:cubicBezTo>
                <a:cubicBezTo>
                  <a:pt x="1113073" y="128691"/>
                  <a:pt x="1118627" y="130927"/>
                  <a:pt x="1124776" y="130927"/>
                </a:cubicBezTo>
                <a:cubicBezTo>
                  <a:pt x="1129106" y="130927"/>
                  <a:pt x="1132635" y="129658"/>
                  <a:pt x="1135365" y="127121"/>
                </a:cubicBezTo>
                <a:cubicBezTo>
                  <a:pt x="1138095" y="124581"/>
                  <a:pt x="1139459" y="121525"/>
                  <a:pt x="1139459" y="117952"/>
                </a:cubicBezTo>
                <a:cubicBezTo>
                  <a:pt x="1139459" y="113627"/>
                  <a:pt x="1137938" y="109991"/>
                  <a:pt x="1134894" y="107046"/>
                </a:cubicBezTo>
                <a:cubicBezTo>
                  <a:pt x="1131851" y="104100"/>
                  <a:pt x="1125780" y="100372"/>
                  <a:pt x="1116681" y="95860"/>
                </a:cubicBezTo>
                <a:cubicBezTo>
                  <a:pt x="1107583" y="91346"/>
                  <a:pt x="1101621" y="87271"/>
                  <a:pt x="1098798" y="83635"/>
                </a:cubicBezTo>
                <a:cubicBezTo>
                  <a:pt x="1095974" y="80062"/>
                  <a:pt x="1094562" y="75549"/>
                  <a:pt x="1094562" y="70096"/>
                </a:cubicBezTo>
                <a:cubicBezTo>
                  <a:pt x="1094562" y="63013"/>
                  <a:pt x="1096994" y="57090"/>
                  <a:pt x="1101857" y="52327"/>
                </a:cubicBezTo>
                <a:cubicBezTo>
                  <a:pt x="1106720" y="47562"/>
                  <a:pt x="1113010" y="45180"/>
                  <a:pt x="1120729" y="45180"/>
                </a:cubicBezTo>
                <a:cubicBezTo>
                  <a:pt x="1124117" y="45180"/>
                  <a:pt x="1128227" y="45901"/>
                  <a:pt x="1133059" y="47344"/>
                </a:cubicBezTo>
                <a:cubicBezTo>
                  <a:pt x="1136259" y="48286"/>
                  <a:pt x="1138393" y="48756"/>
                  <a:pt x="1139459" y="48756"/>
                </a:cubicBezTo>
                <a:cubicBezTo>
                  <a:pt x="1140463" y="48756"/>
                  <a:pt x="1141248" y="48537"/>
                  <a:pt x="1141812" y="48097"/>
                </a:cubicBezTo>
                <a:cubicBezTo>
                  <a:pt x="1142377" y="47658"/>
                  <a:pt x="1143036" y="46686"/>
                  <a:pt x="1143789" y="45180"/>
                </a:cubicBezTo>
                <a:lnTo>
                  <a:pt x="1146895" y="45180"/>
                </a:lnTo>
                <a:close/>
                <a:moveTo>
                  <a:pt x="1221881" y="45180"/>
                </a:moveTo>
                <a:lnTo>
                  <a:pt x="1221881" y="74358"/>
                </a:lnTo>
                <a:lnTo>
                  <a:pt x="1218775" y="74358"/>
                </a:lnTo>
                <a:cubicBezTo>
                  <a:pt x="1216390" y="65206"/>
                  <a:pt x="1213331" y="58982"/>
                  <a:pt x="1209598" y="55683"/>
                </a:cubicBezTo>
                <a:cubicBezTo>
                  <a:pt x="1205864" y="52383"/>
                  <a:pt x="1201111" y="50733"/>
                  <a:pt x="1195338" y="50733"/>
                </a:cubicBezTo>
                <a:cubicBezTo>
                  <a:pt x="1190945" y="50733"/>
                  <a:pt x="1187400" y="51893"/>
                  <a:pt x="1184702" y="54213"/>
                </a:cubicBezTo>
                <a:cubicBezTo>
                  <a:pt x="1182004" y="56530"/>
                  <a:pt x="1180654" y="59100"/>
                  <a:pt x="1180654" y="61922"/>
                </a:cubicBezTo>
                <a:cubicBezTo>
                  <a:pt x="1180654" y="65432"/>
                  <a:pt x="1181658" y="68440"/>
                  <a:pt x="1183666" y="70946"/>
                </a:cubicBezTo>
                <a:cubicBezTo>
                  <a:pt x="1185612" y="73517"/>
                  <a:pt x="1189565" y="76244"/>
                  <a:pt x="1195526" y="79126"/>
                </a:cubicBezTo>
                <a:lnTo>
                  <a:pt x="1209268" y="85803"/>
                </a:lnTo>
                <a:cubicBezTo>
                  <a:pt x="1222006" y="92007"/>
                  <a:pt x="1228375" y="100187"/>
                  <a:pt x="1228375" y="110343"/>
                </a:cubicBezTo>
                <a:cubicBezTo>
                  <a:pt x="1228375" y="118177"/>
                  <a:pt x="1225410" y="124492"/>
                  <a:pt x="1219481" y="129288"/>
                </a:cubicBezTo>
                <a:cubicBezTo>
                  <a:pt x="1213551" y="134083"/>
                  <a:pt x="1206915" y="136480"/>
                  <a:pt x="1199573" y="136480"/>
                </a:cubicBezTo>
                <a:cubicBezTo>
                  <a:pt x="1194302" y="136480"/>
                  <a:pt x="1188278" y="135539"/>
                  <a:pt x="1181502" y="133656"/>
                </a:cubicBezTo>
                <a:cubicBezTo>
                  <a:pt x="1179431" y="133029"/>
                  <a:pt x="1177737" y="132715"/>
                  <a:pt x="1176419" y="132715"/>
                </a:cubicBezTo>
                <a:cubicBezTo>
                  <a:pt x="1174976" y="132715"/>
                  <a:pt x="1173846" y="133531"/>
                  <a:pt x="1173030" y="135162"/>
                </a:cubicBezTo>
                <a:lnTo>
                  <a:pt x="1169924" y="135162"/>
                </a:lnTo>
                <a:lnTo>
                  <a:pt x="1169924" y="104290"/>
                </a:lnTo>
                <a:lnTo>
                  <a:pt x="1173030" y="104290"/>
                </a:lnTo>
                <a:cubicBezTo>
                  <a:pt x="1174787" y="113106"/>
                  <a:pt x="1178144" y="119750"/>
                  <a:pt x="1183102" y="124220"/>
                </a:cubicBezTo>
                <a:cubicBezTo>
                  <a:pt x="1188059" y="128691"/>
                  <a:pt x="1193612" y="130927"/>
                  <a:pt x="1199762" y="130927"/>
                </a:cubicBezTo>
                <a:cubicBezTo>
                  <a:pt x="1204091" y="130927"/>
                  <a:pt x="1207621" y="129658"/>
                  <a:pt x="1210351" y="127121"/>
                </a:cubicBezTo>
                <a:cubicBezTo>
                  <a:pt x="1213080" y="124581"/>
                  <a:pt x="1214445" y="121525"/>
                  <a:pt x="1214445" y="117952"/>
                </a:cubicBezTo>
                <a:cubicBezTo>
                  <a:pt x="1214445" y="113627"/>
                  <a:pt x="1212923" y="109991"/>
                  <a:pt x="1209880" y="107046"/>
                </a:cubicBezTo>
                <a:cubicBezTo>
                  <a:pt x="1206837" y="104100"/>
                  <a:pt x="1200766" y="100372"/>
                  <a:pt x="1191667" y="95860"/>
                </a:cubicBezTo>
                <a:cubicBezTo>
                  <a:pt x="1182568" y="91346"/>
                  <a:pt x="1176607" y="87271"/>
                  <a:pt x="1173783" y="83635"/>
                </a:cubicBezTo>
                <a:cubicBezTo>
                  <a:pt x="1170960" y="80062"/>
                  <a:pt x="1169548" y="75549"/>
                  <a:pt x="1169548" y="70096"/>
                </a:cubicBezTo>
                <a:cubicBezTo>
                  <a:pt x="1169548" y="63013"/>
                  <a:pt x="1171979" y="57090"/>
                  <a:pt x="1176842" y="52327"/>
                </a:cubicBezTo>
                <a:cubicBezTo>
                  <a:pt x="1181705" y="47562"/>
                  <a:pt x="1187996" y="45180"/>
                  <a:pt x="1195714" y="45180"/>
                </a:cubicBezTo>
                <a:cubicBezTo>
                  <a:pt x="1199103" y="45180"/>
                  <a:pt x="1203213" y="45901"/>
                  <a:pt x="1208045" y="47344"/>
                </a:cubicBezTo>
                <a:cubicBezTo>
                  <a:pt x="1211245" y="48286"/>
                  <a:pt x="1213378" y="48756"/>
                  <a:pt x="1214445" y="48756"/>
                </a:cubicBezTo>
                <a:cubicBezTo>
                  <a:pt x="1215449" y="48756"/>
                  <a:pt x="1216233" y="48537"/>
                  <a:pt x="1216798" y="48097"/>
                </a:cubicBezTo>
                <a:cubicBezTo>
                  <a:pt x="1217363" y="47658"/>
                  <a:pt x="1218022" y="46686"/>
                  <a:pt x="1218775" y="45180"/>
                </a:cubicBezTo>
                <a:lnTo>
                  <a:pt x="1221881" y="45180"/>
                </a:lnTo>
                <a:close/>
                <a:moveTo>
                  <a:pt x="1263076" y="0"/>
                </a:moveTo>
                <a:cubicBezTo>
                  <a:pt x="1265712" y="0"/>
                  <a:pt x="1267955" y="930"/>
                  <a:pt x="1269806" y="2791"/>
                </a:cubicBezTo>
                <a:cubicBezTo>
                  <a:pt x="1271657" y="4650"/>
                  <a:pt x="1272583" y="6904"/>
                  <a:pt x="1272583" y="9554"/>
                </a:cubicBezTo>
                <a:cubicBezTo>
                  <a:pt x="1272583" y="12203"/>
                  <a:pt x="1271657" y="14474"/>
                  <a:pt x="1269806" y="16366"/>
                </a:cubicBezTo>
                <a:cubicBezTo>
                  <a:pt x="1267955" y="18256"/>
                  <a:pt x="1265712" y="19201"/>
                  <a:pt x="1263076" y="19201"/>
                </a:cubicBezTo>
                <a:cubicBezTo>
                  <a:pt x="1260441" y="19201"/>
                  <a:pt x="1258182" y="18256"/>
                  <a:pt x="1256299" y="16366"/>
                </a:cubicBezTo>
                <a:cubicBezTo>
                  <a:pt x="1254417" y="14474"/>
                  <a:pt x="1253476" y="12203"/>
                  <a:pt x="1253476" y="9554"/>
                </a:cubicBezTo>
                <a:cubicBezTo>
                  <a:pt x="1253476" y="6904"/>
                  <a:pt x="1254401" y="4650"/>
                  <a:pt x="1256252" y="2791"/>
                </a:cubicBezTo>
                <a:cubicBezTo>
                  <a:pt x="1258103" y="930"/>
                  <a:pt x="1260378" y="0"/>
                  <a:pt x="1263076" y="0"/>
                </a:cubicBezTo>
                <a:moveTo>
                  <a:pt x="1270889" y="45180"/>
                </a:moveTo>
                <a:lnTo>
                  <a:pt x="1270889" y="114302"/>
                </a:lnTo>
                <a:cubicBezTo>
                  <a:pt x="1270889" y="119687"/>
                  <a:pt x="1271281" y="123271"/>
                  <a:pt x="1272065" y="125056"/>
                </a:cubicBezTo>
                <a:cubicBezTo>
                  <a:pt x="1272849" y="126840"/>
                  <a:pt x="1274010" y="128171"/>
                  <a:pt x="1275548" y="129047"/>
                </a:cubicBezTo>
                <a:cubicBezTo>
                  <a:pt x="1277085" y="129924"/>
                  <a:pt x="1279893" y="130362"/>
                  <a:pt x="1283972" y="130362"/>
                </a:cubicBezTo>
                <a:lnTo>
                  <a:pt x="1283972" y="133845"/>
                </a:lnTo>
                <a:lnTo>
                  <a:pt x="1242086" y="133845"/>
                </a:lnTo>
                <a:lnTo>
                  <a:pt x="1242086" y="130362"/>
                </a:lnTo>
                <a:cubicBezTo>
                  <a:pt x="1246291" y="130362"/>
                  <a:pt x="1249114" y="129955"/>
                  <a:pt x="1250558" y="129141"/>
                </a:cubicBezTo>
                <a:cubicBezTo>
                  <a:pt x="1252001" y="128328"/>
                  <a:pt x="1253146" y="126981"/>
                  <a:pt x="1253993" y="125103"/>
                </a:cubicBezTo>
                <a:cubicBezTo>
                  <a:pt x="1254840" y="123224"/>
                  <a:pt x="1255264" y="119624"/>
                  <a:pt x="1255264" y="114302"/>
                </a:cubicBezTo>
                <a:lnTo>
                  <a:pt x="1255264" y="81150"/>
                </a:lnTo>
                <a:cubicBezTo>
                  <a:pt x="1255264" y="71820"/>
                  <a:pt x="1254982" y="65778"/>
                  <a:pt x="1254417" y="63025"/>
                </a:cubicBezTo>
                <a:cubicBezTo>
                  <a:pt x="1253978" y="61021"/>
                  <a:pt x="1253287" y="59628"/>
                  <a:pt x="1252346" y="58845"/>
                </a:cubicBezTo>
                <a:cubicBezTo>
                  <a:pt x="1251405" y="58063"/>
                  <a:pt x="1250118" y="57672"/>
                  <a:pt x="1248487" y="57672"/>
                </a:cubicBezTo>
                <a:cubicBezTo>
                  <a:pt x="1246730" y="57672"/>
                  <a:pt x="1244596" y="58141"/>
                  <a:pt x="1242086" y="59081"/>
                </a:cubicBezTo>
                <a:lnTo>
                  <a:pt x="1240769" y="55698"/>
                </a:lnTo>
                <a:lnTo>
                  <a:pt x="1266747" y="45180"/>
                </a:lnTo>
                <a:lnTo>
                  <a:pt x="1270889" y="45180"/>
                </a:lnTo>
                <a:close/>
                <a:moveTo>
                  <a:pt x="1319866" y="63440"/>
                </a:moveTo>
                <a:cubicBezTo>
                  <a:pt x="1329969" y="51266"/>
                  <a:pt x="1339601" y="45180"/>
                  <a:pt x="1348762" y="45180"/>
                </a:cubicBezTo>
                <a:cubicBezTo>
                  <a:pt x="1353468" y="45180"/>
                  <a:pt x="1357516" y="46354"/>
                  <a:pt x="1360904" y="48703"/>
                </a:cubicBezTo>
                <a:cubicBezTo>
                  <a:pt x="1364293" y="51051"/>
                  <a:pt x="1366991" y="54917"/>
                  <a:pt x="1368999" y="60301"/>
                </a:cubicBezTo>
                <a:cubicBezTo>
                  <a:pt x="1370379" y="64056"/>
                  <a:pt x="1371070" y="69817"/>
                  <a:pt x="1371070" y="77582"/>
                </a:cubicBezTo>
                <a:lnTo>
                  <a:pt x="1371070" y="114302"/>
                </a:lnTo>
                <a:cubicBezTo>
                  <a:pt x="1371070" y="119750"/>
                  <a:pt x="1371509" y="123444"/>
                  <a:pt x="1372387" y="125385"/>
                </a:cubicBezTo>
                <a:cubicBezTo>
                  <a:pt x="1373078" y="126950"/>
                  <a:pt x="1374191" y="128171"/>
                  <a:pt x="1375729" y="129047"/>
                </a:cubicBezTo>
                <a:cubicBezTo>
                  <a:pt x="1377266" y="129924"/>
                  <a:pt x="1380105" y="130362"/>
                  <a:pt x="1384247" y="130362"/>
                </a:cubicBezTo>
                <a:lnTo>
                  <a:pt x="1384247" y="133845"/>
                </a:lnTo>
                <a:lnTo>
                  <a:pt x="1341609" y="133845"/>
                </a:lnTo>
                <a:lnTo>
                  <a:pt x="1341609" y="130362"/>
                </a:lnTo>
                <a:lnTo>
                  <a:pt x="1343397" y="130362"/>
                </a:lnTo>
                <a:cubicBezTo>
                  <a:pt x="1347413" y="130362"/>
                  <a:pt x="1350221" y="129753"/>
                  <a:pt x="1351821" y="128535"/>
                </a:cubicBezTo>
                <a:cubicBezTo>
                  <a:pt x="1353421" y="127318"/>
                  <a:pt x="1354535" y="125523"/>
                  <a:pt x="1355163" y="123153"/>
                </a:cubicBezTo>
                <a:cubicBezTo>
                  <a:pt x="1355414" y="122215"/>
                  <a:pt x="1355539" y="119281"/>
                  <a:pt x="1355539" y="114349"/>
                </a:cubicBezTo>
                <a:lnTo>
                  <a:pt x="1355539" y="79232"/>
                </a:lnTo>
                <a:cubicBezTo>
                  <a:pt x="1355539" y="71429"/>
                  <a:pt x="1354519" y="65764"/>
                  <a:pt x="1352480" y="62237"/>
                </a:cubicBezTo>
                <a:cubicBezTo>
                  <a:pt x="1350441" y="58709"/>
                  <a:pt x="1347005" y="56945"/>
                  <a:pt x="1342173" y="56945"/>
                </a:cubicBezTo>
                <a:cubicBezTo>
                  <a:pt x="1334706" y="56945"/>
                  <a:pt x="1327270" y="61003"/>
                  <a:pt x="1319866" y="69120"/>
                </a:cubicBezTo>
                <a:lnTo>
                  <a:pt x="1319866" y="114349"/>
                </a:lnTo>
                <a:cubicBezTo>
                  <a:pt x="1319866" y="120155"/>
                  <a:pt x="1320211" y="123745"/>
                  <a:pt x="1320901" y="125118"/>
                </a:cubicBezTo>
                <a:cubicBezTo>
                  <a:pt x="1321780" y="126927"/>
                  <a:pt x="1322988" y="128254"/>
                  <a:pt x="1324525" y="129097"/>
                </a:cubicBezTo>
                <a:cubicBezTo>
                  <a:pt x="1326062" y="129940"/>
                  <a:pt x="1329184" y="130362"/>
                  <a:pt x="1333890" y="130362"/>
                </a:cubicBezTo>
                <a:lnTo>
                  <a:pt x="1333890" y="133845"/>
                </a:lnTo>
                <a:lnTo>
                  <a:pt x="1291252" y="133845"/>
                </a:lnTo>
                <a:lnTo>
                  <a:pt x="1291252" y="130362"/>
                </a:lnTo>
                <a:lnTo>
                  <a:pt x="1293135" y="130362"/>
                </a:lnTo>
                <a:cubicBezTo>
                  <a:pt x="1297527" y="130362"/>
                  <a:pt x="1300492" y="129251"/>
                  <a:pt x="1302029" y="127029"/>
                </a:cubicBezTo>
                <a:cubicBezTo>
                  <a:pt x="1303567" y="124806"/>
                  <a:pt x="1304335" y="120563"/>
                  <a:pt x="1304335" y="114302"/>
                </a:cubicBezTo>
                <a:lnTo>
                  <a:pt x="1304335" y="82370"/>
                </a:lnTo>
                <a:cubicBezTo>
                  <a:pt x="1304335" y="72040"/>
                  <a:pt x="1304100" y="65749"/>
                  <a:pt x="1303630" y="63496"/>
                </a:cubicBezTo>
                <a:cubicBezTo>
                  <a:pt x="1303159" y="61241"/>
                  <a:pt x="1302437" y="59706"/>
                  <a:pt x="1301465" y="58892"/>
                </a:cubicBezTo>
                <a:cubicBezTo>
                  <a:pt x="1300492" y="58079"/>
                  <a:pt x="1299190" y="57672"/>
                  <a:pt x="1297559" y="57672"/>
                </a:cubicBezTo>
                <a:cubicBezTo>
                  <a:pt x="1295802" y="57672"/>
                  <a:pt x="1293699" y="58141"/>
                  <a:pt x="1291252" y="59081"/>
                </a:cubicBezTo>
                <a:lnTo>
                  <a:pt x="1289840" y="55698"/>
                </a:lnTo>
                <a:lnTo>
                  <a:pt x="1315819" y="45180"/>
                </a:lnTo>
                <a:lnTo>
                  <a:pt x="1319866" y="45180"/>
                </a:lnTo>
                <a:lnTo>
                  <a:pt x="1319866" y="63440"/>
                </a:lnTo>
                <a:close/>
                <a:moveTo>
                  <a:pt x="1414178" y="102428"/>
                </a:moveTo>
                <a:cubicBezTo>
                  <a:pt x="1408907" y="99859"/>
                  <a:pt x="1404860" y="96271"/>
                  <a:pt x="1402036" y="91665"/>
                </a:cubicBezTo>
                <a:cubicBezTo>
                  <a:pt x="1399212" y="87059"/>
                  <a:pt x="1397801" y="81966"/>
                  <a:pt x="1397801" y="76388"/>
                </a:cubicBezTo>
                <a:cubicBezTo>
                  <a:pt x="1397801" y="67866"/>
                  <a:pt x="1401016" y="60534"/>
                  <a:pt x="1407448" y="54392"/>
                </a:cubicBezTo>
                <a:cubicBezTo>
                  <a:pt x="1413880" y="48250"/>
                  <a:pt x="1422116" y="45180"/>
                  <a:pt x="1432156" y="45180"/>
                </a:cubicBezTo>
                <a:cubicBezTo>
                  <a:pt x="1440376" y="45180"/>
                  <a:pt x="1447498" y="47188"/>
                  <a:pt x="1453522" y="51204"/>
                </a:cubicBezTo>
                <a:lnTo>
                  <a:pt x="1471782" y="51204"/>
                </a:lnTo>
                <a:cubicBezTo>
                  <a:pt x="1474480" y="51204"/>
                  <a:pt x="1476049" y="51281"/>
                  <a:pt x="1476488" y="51436"/>
                </a:cubicBezTo>
                <a:cubicBezTo>
                  <a:pt x="1476928" y="51591"/>
                  <a:pt x="1477241" y="51855"/>
                  <a:pt x="1477430" y="52227"/>
                </a:cubicBezTo>
                <a:cubicBezTo>
                  <a:pt x="1477806" y="52786"/>
                  <a:pt x="1477994" y="53779"/>
                  <a:pt x="1477994" y="55207"/>
                </a:cubicBezTo>
                <a:cubicBezTo>
                  <a:pt x="1477994" y="56819"/>
                  <a:pt x="1477837" y="57935"/>
                  <a:pt x="1477524" y="58557"/>
                </a:cubicBezTo>
                <a:cubicBezTo>
                  <a:pt x="1477335" y="58867"/>
                  <a:pt x="1477006" y="59115"/>
                  <a:pt x="1476535" y="59301"/>
                </a:cubicBezTo>
                <a:cubicBezTo>
                  <a:pt x="1476065" y="59487"/>
                  <a:pt x="1474480" y="59581"/>
                  <a:pt x="1471782" y="59581"/>
                </a:cubicBezTo>
                <a:lnTo>
                  <a:pt x="1460581" y="59581"/>
                </a:lnTo>
                <a:cubicBezTo>
                  <a:pt x="1464095" y="64108"/>
                  <a:pt x="1465852" y="69893"/>
                  <a:pt x="1465852" y="76935"/>
                </a:cubicBezTo>
                <a:cubicBezTo>
                  <a:pt x="1465852" y="84982"/>
                  <a:pt x="1462778" y="91867"/>
                  <a:pt x="1456628" y="97589"/>
                </a:cubicBezTo>
                <a:cubicBezTo>
                  <a:pt x="1450479" y="103311"/>
                  <a:pt x="1442227" y="106172"/>
                  <a:pt x="1431873" y="106172"/>
                </a:cubicBezTo>
                <a:cubicBezTo>
                  <a:pt x="1427607" y="106172"/>
                  <a:pt x="1423245" y="105532"/>
                  <a:pt x="1418790" y="104251"/>
                </a:cubicBezTo>
                <a:cubicBezTo>
                  <a:pt x="1416029" y="106634"/>
                  <a:pt x="1414162" y="108719"/>
                  <a:pt x="1413190" y="110508"/>
                </a:cubicBezTo>
                <a:cubicBezTo>
                  <a:pt x="1412217" y="112294"/>
                  <a:pt x="1411731" y="113814"/>
                  <a:pt x="1411731" y="115067"/>
                </a:cubicBezTo>
                <a:cubicBezTo>
                  <a:pt x="1411731" y="116134"/>
                  <a:pt x="1412249" y="117169"/>
                  <a:pt x="1413284" y="118173"/>
                </a:cubicBezTo>
                <a:cubicBezTo>
                  <a:pt x="1414319" y="119175"/>
                  <a:pt x="1416343" y="119896"/>
                  <a:pt x="1419355" y="120335"/>
                </a:cubicBezTo>
                <a:cubicBezTo>
                  <a:pt x="1421112" y="120586"/>
                  <a:pt x="1425504" y="120805"/>
                  <a:pt x="1432532" y="120994"/>
                </a:cubicBezTo>
                <a:cubicBezTo>
                  <a:pt x="1445459" y="121306"/>
                  <a:pt x="1453836" y="121744"/>
                  <a:pt x="1457664" y="122309"/>
                </a:cubicBezTo>
                <a:cubicBezTo>
                  <a:pt x="1463499" y="123124"/>
                  <a:pt x="1468158" y="125288"/>
                  <a:pt x="1471641" y="128800"/>
                </a:cubicBezTo>
                <a:cubicBezTo>
                  <a:pt x="1475124" y="132310"/>
                  <a:pt x="1476865" y="136636"/>
                  <a:pt x="1476865" y="141778"/>
                </a:cubicBezTo>
                <a:cubicBezTo>
                  <a:pt x="1476865" y="148862"/>
                  <a:pt x="1473539" y="155509"/>
                  <a:pt x="1466888" y="161717"/>
                </a:cubicBezTo>
                <a:cubicBezTo>
                  <a:pt x="1457099" y="170871"/>
                  <a:pt x="1444329" y="175448"/>
                  <a:pt x="1428579" y="175448"/>
                </a:cubicBezTo>
                <a:cubicBezTo>
                  <a:pt x="1416468" y="175448"/>
                  <a:pt x="1406240" y="172722"/>
                  <a:pt x="1397895" y="167270"/>
                </a:cubicBezTo>
                <a:cubicBezTo>
                  <a:pt x="1393188" y="164137"/>
                  <a:pt x="1390835" y="160878"/>
                  <a:pt x="1390835" y="157493"/>
                </a:cubicBezTo>
                <a:cubicBezTo>
                  <a:pt x="1390835" y="155991"/>
                  <a:pt x="1391180" y="154488"/>
                  <a:pt x="1391871" y="152984"/>
                </a:cubicBezTo>
                <a:cubicBezTo>
                  <a:pt x="1392937" y="150664"/>
                  <a:pt x="1395134" y="147437"/>
                  <a:pt x="1398459" y="143301"/>
                </a:cubicBezTo>
                <a:cubicBezTo>
                  <a:pt x="1398899" y="142738"/>
                  <a:pt x="1402099" y="139355"/>
                  <a:pt x="1408060" y="133150"/>
                </a:cubicBezTo>
                <a:cubicBezTo>
                  <a:pt x="1404797" y="131203"/>
                  <a:pt x="1402491" y="129460"/>
                  <a:pt x="1401142" y="127921"/>
                </a:cubicBezTo>
                <a:cubicBezTo>
                  <a:pt x="1399793" y="126381"/>
                  <a:pt x="1399118" y="124638"/>
                  <a:pt x="1399118" y="122691"/>
                </a:cubicBezTo>
                <a:cubicBezTo>
                  <a:pt x="1399118" y="120491"/>
                  <a:pt x="1400012" y="117914"/>
                  <a:pt x="1401801" y="114961"/>
                </a:cubicBezTo>
                <a:cubicBezTo>
                  <a:pt x="1403589" y="112008"/>
                  <a:pt x="1407715" y="107830"/>
                  <a:pt x="1414178" y="102428"/>
                </a:cubicBezTo>
                <a:moveTo>
                  <a:pt x="1430556" y="49886"/>
                </a:moveTo>
                <a:cubicBezTo>
                  <a:pt x="1425912" y="49886"/>
                  <a:pt x="1422022" y="51727"/>
                  <a:pt x="1418884" y="55410"/>
                </a:cubicBezTo>
                <a:cubicBezTo>
                  <a:pt x="1415747" y="59090"/>
                  <a:pt x="1414178" y="64738"/>
                  <a:pt x="1414178" y="72352"/>
                </a:cubicBezTo>
                <a:cubicBezTo>
                  <a:pt x="1414178" y="82214"/>
                  <a:pt x="1416312" y="89858"/>
                  <a:pt x="1420579" y="95286"/>
                </a:cubicBezTo>
                <a:cubicBezTo>
                  <a:pt x="1423842" y="99406"/>
                  <a:pt x="1427983" y="101466"/>
                  <a:pt x="1433003" y="101466"/>
                </a:cubicBezTo>
                <a:cubicBezTo>
                  <a:pt x="1437772" y="101466"/>
                  <a:pt x="1441694" y="99687"/>
                  <a:pt x="1444769" y="96130"/>
                </a:cubicBezTo>
                <a:cubicBezTo>
                  <a:pt x="1447843" y="92573"/>
                  <a:pt x="1449381" y="86987"/>
                  <a:pt x="1449381" y="79373"/>
                </a:cubicBezTo>
                <a:cubicBezTo>
                  <a:pt x="1449381" y="69451"/>
                  <a:pt x="1447216" y="61681"/>
                  <a:pt x="1442886" y="56063"/>
                </a:cubicBezTo>
                <a:cubicBezTo>
                  <a:pt x="1439686" y="51945"/>
                  <a:pt x="1435576" y="49886"/>
                  <a:pt x="1430556" y="49886"/>
                </a:cubicBezTo>
                <a:moveTo>
                  <a:pt x="1413237" y="133900"/>
                </a:moveTo>
                <a:cubicBezTo>
                  <a:pt x="1410288" y="137095"/>
                  <a:pt x="1408060" y="140070"/>
                  <a:pt x="1406554" y="142825"/>
                </a:cubicBezTo>
                <a:cubicBezTo>
                  <a:pt x="1405048" y="145582"/>
                  <a:pt x="1404295" y="148119"/>
                  <a:pt x="1404295" y="150437"/>
                </a:cubicBezTo>
                <a:cubicBezTo>
                  <a:pt x="1404295" y="153443"/>
                  <a:pt x="1406115" y="156074"/>
                  <a:pt x="1409754" y="158329"/>
                </a:cubicBezTo>
                <a:cubicBezTo>
                  <a:pt x="1416029" y="162211"/>
                  <a:pt x="1425097" y="164153"/>
                  <a:pt x="1436956" y="164153"/>
                </a:cubicBezTo>
                <a:cubicBezTo>
                  <a:pt x="1448251" y="164153"/>
                  <a:pt x="1456581" y="162163"/>
                  <a:pt x="1461946" y="158185"/>
                </a:cubicBezTo>
                <a:cubicBezTo>
                  <a:pt x="1467311" y="154208"/>
                  <a:pt x="1469994" y="149965"/>
                  <a:pt x="1469994" y="145457"/>
                </a:cubicBezTo>
                <a:cubicBezTo>
                  <a:pt x="1469994" y="142200"/>
                  <a:pt x="1468394" y="139882"/>
                  <a:pt x="1465193" y="138504"/>
                </a:cubicBezTo>
                <a:cubicBezTo>
                  <a:pt x="1461930" y="137125"/>
                  <a:pt x="1455467" y="136311"/>
                  <a:pt x="1445804" y="136062"/>
                </a:cubicBezTo>
                <a:cubicBezTo>
                  <a:pt x="1431685" y="135686"/>
                  <a:pt x="1420830" y="134965"/>
                  <a:pt x="1413237" y="133900"/>
                </a:cubicBezTo>
                <a:close/>
                <a:moveTo>
                  <a:pt x="1505573" y="115585"/>
                </a:moveTo>
                <a:cubicBezTo>
                  <a:pt x="1508522" y="115585"/>
                  <a:pt x="1511001" y="116604"/>
                  <a:pt x="1513009" y="118644"/>
                </a:cubicBezTo>
                <a:cubicBezTo>
                  <a:pt x="1515017" y="120683"/>
                  <a:pt x="1516021" y="123146"/>
                  <a:pt x="1516021" y="126032"/>
                </a:cubicBezTo>
                <a:cubicBezTo>
                  <a:pt x="1516021" y="128919"/>
                  <a:pt x="1515001" y="131382"/>
                  <a:pt x="1512961" y="133421"/>
                </a:cubicBezTo>
                <a:cubicBezTo>
                  <a:pt x="1510922" y="135460"/>
                  <a:pt x="1508459" y="136480"/>
                  <a:pt x="1505573" y="136480"/>
                </a:cubicBezTo>
                <a:cubicBezTo>
                  <a:pt x="1502686" y="136480"/>
                  <a:pt x="1500223" y="135460"/>
                  <a:pt x="1498184" y="133421"/>
                </a:cubicBezTo>
                <a:cubicBezTo>
                  <a:pt x="1496145" y="131382"/>
                  <a:pt x="1495125" y="128919"/>
                  <a:pt x="1495125" y="126032"/>
                </a:cubicBezTo>
                <a:cubicBezTo>
                  <a:pt x="1495125" y="123083"/>
                  <a:pt x="1496145" y="120604"/>
                  <a:pt x="1498184" y="118596"/>
                </a:cubicBezTo>
                <a:cubicBezTo>
                  <a:pt x="1500223" y="116589"/>
                  <a:pt x="1502686" y="115585"/>
                  <a:pt x="1505573" y="115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BB72B-B5D0-43F2-829E-95B94B7D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1588417"/>
            <a:ext cx="3288367" cy="430889"/>
          </a:xfrm>
          <a:custGeom xmlns:a="http://schemas.openxmlformats.org/drawingml/2006/main">
            <a:pathLst>
              <a:path w="3288367" h="430889">
                <a:moveTo>
                  <a:pt x="21545" y="0"/>
                </a:moveTo>
                <a:lnTo>
                  <a:pt x="3266823" y="0"/>
                </a:lnTo>
                <a:cubicBezTo>
                  <a:pt x="3269679" y="0"/>
                  <a:pt x="3272427" y="547"/>
                  <a:pt x="3275066" y="1640"/>
                </a:cubicBezTo>
                <a:cubicBezTo>
                  <a:pt x="3277706" y="2733"/>
                  <a:pt x="3280036" y="4290"/>
                  <a:pt x="3282057" y="6310"/>
                </a:cubicBezTo>
                <a:cubicBezTo>
                  <a:pt x="3284077" y="8330"/>
                  <a:pt x="3285633" y="10660"/>
                  <a:pt x="3286726" y="13300"/>
                </a:cubicBezTo>
                <a:cubicBezTo>
                  <a:pt x="3287819" y="15939"/>
                  <a:pt x="3288367" y="18687"/>
                  <a:pt x="3288367" y="21544"/>
                </a:cubicBezTo>
                <a:lnTo>
                  <a:pt x="3288367" y="409345"/>
                </a:lnTo>
                <a:cubicBezTo>
                  <a:pt x="3288367" y="412201"/>
                  <a:pt x="3287819" y="414950"/>
                  <a:pt x="3286726" y="417589"/>
                </a:cubicBezTo>
                <a:cubicBezTo>
                  <a:pt x="3285633" y="420228"/>
                  <a:pt x="3284077" y="422558"/>
                  <a:pt x="3282056" y="424578"/>
                </a:cubicBezTo>
                <a:cubicBezTo>
                  <a:pt x="3280036" y="426599"/>
                  <a:pt x="3277706" y="428155"/>
                  <a:pt x="3275066" y="429249"/>
                </a:cubicBezTo>
                <a:cubicBezTo>
                  <a:pt x="3272427" y="430342"/>
                  <a:pt x="3269679" y="430889"/>
                  <a:pt x="3266823" y="430889"/>
                </a:cubicBezTo>
                <a:lnTo>
                  <a:pt x="21545" y="430889"/>
                </a:lnTo>
                <a:cubicBezTo>
                  <a:pt x="18687" y="430889"/>
                  <a:pt x="15939" y="430342"/>
                  <a:pt x="13300" y="429249"/>
                </a:cubicBezTo>
                <a:cubicBezTo>
                  <a:pt x="10660" y="428155"/>
                  <a:pt x="8330" y="426599"/>
                  <a:pt x="6310" y="424578"/>
                </a:cubicBezTo>
                <a:cubicBezTo>
                  <a:pt x="4290" y="422558"/>
                  <a:pt x="2733" y="420228"/>
                  <a:pt x="1640" y="417589"/>
                </a:cubicBezTo>
                <a:cubicBezTo>
                  <a:pt x="546" y="414950"/>
                  <a:pt x="0" y="412201"/>
                  <a:pt x="0" y="409345"/>
                </a:cubicBezTo>
                <a:lnTo>
                  <a:pt x="0" y="21544"/>
                </a:lnTo>
                <a:cubicBezTo>
                  <a:pt x="0" y="18687"/>
                  <a:pt x="546" y="15939"/>
                  <a:pt x="1640" y="13300"/>
                </a:cubicBezTo>
                <a:cubicBezTo>
                  <a:pt x="2733" y="10660"/>
                  <a:pt x="4290" y="8330"/>
                  <a:pt x="6310" y="6310"/>
                </a:cubicBezTo>
                <a:cubicBezTo>
                  <a:pt x="8330" y="4290"/>
                  <a:pt x="10660" y="2733"/>
                  <a:pt x="13300" y="1640"/>
                </a:cubicBezTo>
                <a:cubicBezTo>
                  <a:pt x="15939" y="547"/>
                  <a:pt x="18687" y="0"/>
                  <a:pt x="21545" y="0"/>
                </a:cubicBez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3BABF-87E6-4D65-9DD6-51BDE4F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1588417"/>
            <a:ext cx="3288367" cy="430889"/>
          </a:xfrm>
          <a:custGeom xmlns:a="http://schemas.openxmlformats.org/drawingml/2006/main">
            <a:pathLst>
              <a:path w="3288367" h="430889" fill="none">
                <a:moveTo>
                  <a:pt x="21545" y="0"/>
                </a:moveTo>
                <a:lnTo>
                  <a:pt x="3266823" y="0"/>
                </a:lnTo>
                <a:cubicBezTo>
                  <a:pt x="3269679" y="0"/>
                  <a:pt x="3272427" y="547"/>
                  <a:pt x="3275066" y="1640"/>
                </a:cubicBezTo>
                <a:cubicBezTo>
                  <a:pt x="3277706" y="2733"/>
                  <a:pt x="3280036" y="4290"/>
                  <a:pt x="3282057" y="6310"/>
                </a:cubicBezTo>
                <a:cubicBezTo>
                  <a:pt x="3284077" y="8330"/>
                  <a:pt x="3285633" y="10660"/>
                  <a:pt x="3286726" y="13300"/>
                </a:cubicBezTo>
                <a:cubicBezTo>
                  <a:pt x="3287819" y="15939"/>
                  <a:pt x="3288367" y="18687"/>
                  <a:pt x="3288367" y="21544"/>
                </a:cubicBezTo>
                <a:lnTo>
                  <a:pt x="3288367" y="409345"/>
                </a:lnTo>
                <a:cubicBezTo>
                  <a:pt x="3288367" y="412201"/>
                  <a:pt x="3287819" y="414950"/>
                  <a:pt x="3286726" y="417589"/>
                </a:cubicBezTo>
                <a:cubicBezTo>
                  <a:pt x="3285633" y="420228"/>
                  <a:pt x="3284077" y="422558"/>
                  <a:pt x="3282056" y="424578"/>
                </a:cubicBezTo>
                <a:cubicBezTo>
                  <a:pt x="3280036" y="426599"/>
                  <a:pt x="3277706" y="428155"/>
                  <a:pt x="3275066" y="429249"/>
                </a:cubicBezTo>
                <a:cubicBezTo>
                  <a:pt x="3272427" y="430342"/>
                  <a:pt x="3269679" y="430889"/>
                  <a:pt x="3266823" y="430889"/>
                </a:cubicBezTo>
                <a:lnTo>
                  <a:pt x="21545" y="430889"/>
                </a:lnTo>
                <a:cubicBezTo>
                  <a:pt x="18687" y="430889"/>
                  <a:pt x="15939" y="430342"/>
                  <a:pt x="13300" y="429249"/>
                </a:cubicBezTo>
                <a:cubicBezTo>
                  <a:pt x="10660" y="428155"/>
                  <a:pt x="8330" y="426599"/>
                  <a:pt x="6310" y="424578"/>
                </a:cubicBezTo>
                <a:cubicBezTo>
                  <a:pt x="4290" y="422558"/>
                  <a:pt x="2733" y="420228"/>
                  <a:pt x="1640" y="417589"/>
                </a:cubicBezTo>
                <a:cubicBezTo>
                  <a:pt x="546" y="414950"/>
                  <a:pt x="0" y="412201"/>
                  <a:pt x="0" y="409345"/>
                </a:cubicBezTo>
                <a:lnTo>
                  <a:pt x="0" y="21544"/>
                </a:lnTo>
                <a:cubicBezTo>
                  <a:pt x="0" y="18687"/>
                  <a:pt x="546" y="15939"/>
                  <a:pt x="1640" y="13300"/>
                </a:cubicBezTo>
                <a:cubicBezTo>
                  <a:pt x="2733" y="10660"/>
                  <a:pt x="4290" y="8330"/>
                  <a:pt x="6310" y="6310"/>
                </a:cubicBezTo>
                <a:cubicBezTo>
                  <a:pt x="8330" y="4290"/>
                  <a:pt x="10660" y="2733"/>
                  <a:pt x="13300" y="1640"/>
                </a:cubicBezTo>
                <a:cubicBezTo>
                  <a:pt x="15939" y="547"/>
                  <a:pt x="18687" y="0"/>
                  <a:pt x="2154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" cap="flat">
            <a:solidFill>
              <a:srgbClr val="000000"/>
            </a:solidFill>
            <a:miter/>
          </a:ln>
        </p:spPr>
      </p:sp>
      <p:sp>
        <p:nvSpPr>
          <p:cNvPr id="93" name="Text Mostanalyst–LLMinteractionsareshort;">
            <a:extLst xmlns:a="http://schemas.openxmlformats.org/drawingml/2006/main">
              <a:ext uri="{FF2B5EF4-FFF2-40B4-BE49-F238E27FC236}">
                <a16:creationId xmlns:a16="http://schemas.microsoft.com/office/drawing/2014/main" id="{A7A0DBCB-D913-4BD7-BE80-A4B90F3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288" y="1618991"/>
            <a:ext cx="3197077" cy="175448"/>
          </a:xfrm>
          <a:custGeom xmlns:a="http://schemas.openxmlformats.org/drawingml/2006/main">
            <a:pathLst>
              <a:path w="3197077" h="175448">
                <a:moveTo>
                  <a:pt x="75676" y="133845"/>
                </a:moveTo>
                <a:lnTo>
                  <a:pt x="26355" y="26449"/>
                </a:lnTo>
                <a:lnTo>
                  <a:pt x="26355" y="111725"/>
                </a:lnTo>
                <a:cubicBezTo>
                  <a:pt x="26355" y="119569"/>
                  <a:pt x="27202" y="124464"/>
                  <a:pt x="28896" y="126409"/>
                </a:cubicBezTo>
                <a:cubicBezTo>
                  <a:pt x="31218" y="129044"/>
                  <a:pt x="34889" y="130362"/>
                  <a:pt x="39909" y="130362"/>
                </a:cubicBezTo>
                <a:lnTo>
                  <a:pt x="44427" y="130362"/>
                </a:lnTo>
                <a:lnTo>
                  <a:pt x="44427" y="133845"/>
                </a:lnTo>
                <a:lnTo>
                  <a:pt x="0" y="133845"/>
                </a:lnTo>
                <a:lnTo>
                  <a:pt x="0" y="130362"/>
                </a:lnTo>
                <a:lnTo>
                  <a:pt x="4518" y="130362"/>
                </a:lnTo>
                <a:cubicBezTo>
                  <a:pt x="9914" y="130362"/>
                  <a:pt x="13742" y="128731"/>
                  <a:pt x="16001" y="125468"/>
                </a:cubicBezTo>
                <a:cubicBezTo>
                  <a:pt x="17382" y="123460"/>
                  <a:pt x="18072" y="118879"/>
                  <a:pt x="18072" y="111725"/>
                </a:cubicBezTo>
                <a:lnTo>
                  <a:pt x="18072" y="28331"/>
                </a:lnTo>
                <a:cubicBezTo>
                  <a:pt x="18072" y="22684"/>
                  <a:pt x="17444" y="18605"/>
                  <a:pt x="16189" y="16095"/>
                </a:cubicBezTo>
                <a:cubicBezTo>
                  <a:pt x="15311" y="14275"/>
                  <a:pt x="13695" y="12754"/>
                  <a:pt x="11342" y="11530"/>
                </a:cubicBezTo>
                <a:cubicBezTo>
                  <a:pt x="8989" y="10307"/>
                  <a:pt x="5208" y="9695"/>
                  <a:pt x="0" y="9695"/>
                </a:cubicBezTo>
                <a:lnTo>
                  <a:pt x="0" y="6212"/>
                </a:lnTo>
                <a:lnTo>
                  <a:pt x="36144" y="6212"/>
                </a:lnTo>
                <a:lnTo>
                  <a:pt x="82453" y="106078"/>
                </a:lnTo>
                <a:lnTo>
                  <a:pt x="128009" y="6212"/>
                </a:lnTo>
                <a:lnTo>
                  <a:pt x="164153" y="6212"/>
                </a:lnTo>
                <a:lnTo>
                  <a:pt x="164153" y="9695"/>
                </a:lnTo>
                <a:lnTo>
                  <a:pt x="159729" y="9695"/>
                </a:lnTo>
                <a:cubicBezTo>
                  <a:pt x="154270" y="9695"/>
                  <a:pt x="150410" y="11326"/>
                  <a:pt x="148151" y="14589"/>
                </a:cubicBezTo>
                <a:cubicBezTo>
                  <a:pt x="146771" y="16597"/>
                  <a:pt x="146081" y="21178"/>
                  <a:pt x="146081" y="28331"/>
                </a:cubicBezTo>
                <a:lnTo>
                  <a:pt x="146081" y="111725"/>
                </a:lnTo>
                <a:cubicBezTo>
                  <a:pt x="146081" y="119569"/>
                  <a:pt x="146959" y="124464"/>
                  <a:pt x="148716" y="126409"/>
                </a:cubicBezTo>
                <a:cubicBezTo>
                  <a:pt x="151038" y="129044"/>
                  <a:pt x="154709" y="130362"/>
                  <a:pt x="159729" y="130362"/>
                </a:cubicBezTo>
                <a:lnTo>
                  <a:pt x="164153" y="130362"/>
                </a:lnTo>
                <a:lnTo>
                  <a:pt x="164153" y="133845"/>
                </a:lnTo>
                <a:lnTo>
                  <a:pt x="109937" y="133845"/>
                </a:lnTo>
                <a:lnTo>
                  <a:pt x="109937" y="130362"/>
                </a:lnTo>
                <a:lnTo>
                  <a:pt x="114455" y="130362"/>
                </a:lnTo>
                <a:cubicBezTo>
                  <a:pt x="119914" y="130362"/>
                  <a:pt x="123742" y="128731"/>
                  <a:pt x="125938" y="125468"/>
                </a:cubicBezTo>
                <a:cubicBezTo>
                  <a:pt x="127319" y="123460"/>
                  <a:pt x="128009" y="118879"/>
                  <a:pt x="128009" y="111725"/>
                </a:cubicBezTo>
                <a:lnTo>
                  <a:pt x="128009" y="26449"/>
                </a:lnTo>
                <a:lnTo>
                  <a:pt x="78782" y="133845"/>
                </a:lnTo>
                <a:lnTo>
                  <a:pt x="75676" y="133845"/>
                </a:lnTo>
                <a:close/>
                <a:moveTo>
                  <a:pt x="216361" y="45180"/>
                </a:moveTo>
                <a:cubicBezTo>
                  <a:pt x="229413" y="45180"/>
                  <a:pt x="239892" y="50132"/>
                  <a:pt x="247799" y="60037"/>
                </a:cubicBezTo>
                <a:cubicBezTo>
                  <a:pt x="254513" y="68498"/>
                  <a:pt x="257870" y="78214"/>
                  <a:pt x="257870" y="89186"/>
                </a:cubicBezTo>
                <a:cubicBezTo>
                  <a:pt x="257870" y="96896"/>
                  <a:pt x="256019" y="104700"/>
                  <a:pt x="252317" y="112599"/>
                </a:cubicBezTo>
                <a:cubicBezTo>
                  <a:pt x="248614" y="120496"/>
                  <a:pt x="243516" y="126450"/>
                  <a:pt x="237021" y="130462"/>
                </a:cubicBezTo>
                <a:cubicBezTo>
                  <a:pt x="230527" y="134474"/>
                  <a:pt x="223295" y="136480"/>
                  <a:pt x="215326" y="136480"/>
                </a:cubicBezTo>
                <a:cubicBezTo>
                  <a:pt x="202337" y="136480"/>
                  <a:pt x="192014" y="131308"/>
                  <a:pt x="184359" y="120964"/>
                </a:cubicBezTo>
                <a:cubicBezTo>
                  <a:pt x="177896" y="112252"/>
                  <a:pt x="174664" y="102474"/>
                  <a:pt x="174664" y="91630"/>
                </a:cubicBezTo>
                <a:cubicBezTo>
                  <a:pt x="174664" y="83731"/>
                  <a:pt x="176625" y="75880"/>
                  <a:pt x="180547" y="68075"/>
                </a:cubicBezTo>
                <a:cubicBezTo>
                  <a:pt x="184469" y="60271"/>
                  <a:pt x="189630" y="54504"/>
                  <a:pt x="196030" y="50774"/>
                </a:cubicBezTo>
                <a:cubicBezTo>
                  <a:pt x="202431" y="47044"/>
                  <a:pt x="209208" y="45180"/>
                  <a:pt x="216361" y="45180"/>
                </a:cubicBezTo>
                <a:moveTo>
                  <a:pt x="213443" y="51392"/>
                </a:moveTo>
                <a:cubicBezTo>
                  <a:pt x="210117" y="51392"/>
                  <a:pt x="206776" y="52379"/>
                  <a:pt x="203419" y="54354"/>
                </a:cubicBezTo>
                <a:cubicBezTo>
                  <a:pt x="200062" y="56328"/>
                  <a:pt x="197348" y="59791"/>
                  <a:pt x="195277" y="64743"/>
                </a:cubicBezTo>
                <a:cubicBezTo>
                  <a:pt x="193207" y="69694"/>
                  <a:pt x="192171" y="76055"/>
                  <a:pt x="192171" y="83826"/>
                </a:cubicBezTo>
                <a:cubicBezTo>
                  <a:pt x="192171" y="96361"/>
                  <a:pt x="194665" y="107172"/>
                  <a:pt x="199654" y="116261"/>
                </a:cubicBezTo>
                <a:cubicBezTo>
                  <a:pt x="204643" y="125348"/>
                  <a:pt x="211216" y="129891"/>
                  <a:pt x="219373" y="129891"/>
                </a:cubicBezTo>
                <a:cubicBezTo>
                  <a:pt x="225460" y="129891"/>
                  <a:pt x="230480" y="127384"/>
                  <a:pt x="234433" y="122370"/>
                </a:cubicBezTo>
                <a:cubicBezTo>
                  <a:pt x="238386" y="117356"/>
                  <a:pt x="240363" y="108739"/>
                  <a:pt x="240363" y="96518"/>
                </a:cubicBezTo>
                <a:cubicBezTo>
                  <a:pt x="240363" y="81225"/>
                  <a:pt x="237068" y="69191"/>
                  <a:pt x="230480" y="60416"/>
                </a:cubicBezTo>
                <a:cubicBezTo>
                  <a:pt x="226024" y="54400"/>
                  <a:pt x="220346" y="51392"/>
                  <a:pt x="213443" y="51392"/>
                </a:cubicBezTo>
                <a:close/>
                <a:moveTo>
                  <a:pt x="326298" y="45180"/>
                </a:moveTo>
                <a:lnTo>
                  <a:pt x="326298" y="74358"/>
                </a:lnTo>
                <a:lnTo>
                  <a:pt x="323192" y="74358"/>
                </a:lnTo>
                <a:cubicBezTo>
                  <a:pt x="320808" y="65206"/>
                  <a:pt x="317749" y="58982"/>
                  <a:pt x="314015" y="55683"/>
                </a:cubicBezTo>
                <a:cubicBezTo>
                  <a:pt x="310281" y="52383"/>
                  <a:pt x="305528" y="50733"/>
                  <a:pt x="299755" y="50733"/>
                </a:cubicBezTo>
                <a:cubicBezTo>
                  <a:pt x="295363" y="50733"/>
                  <a:pt x="291817" y="51893"/>
                  <a:pt x="289119" y="54213"/>
                </a:cubicBezTo>
                <a:cubicBezTo>
                  <a:pt x="286421" y="56530"/>
                  <a:pt x="285072" y="59100"/>
                  <a:pt x="285072" y="61922"/>
                </a:cubicBezTo>
                <a:cubicBezTo>
                  <a:pt x="285072" y="65432"/>
                  <a:pt x="286076" y="68440"/>
                  <a:pt x="288084" y="70946"/>
                </a:cubicBezTo>
                <a:cubicBezTo>
                  <a:pt x="290029" y="73517"/>
                  <a:pt x="293982" y="76244"/>
                  <a:pt x="299943" y="79126"/>
                </a:cubicBezTo>
                <a:lnTo>
                  <a:pt x="313685" y="85803"/>
                </a:lnTo>
                <a:cubicBezTo>
                  <a:pt x="326424" y="92007"/>
                  <a:pt x="332793" y="100187"/>
                  <a:pt x="332793" y="110343"/>
                </a:cubicBezTo>
                <a:cubicBezTo>
                  <a:pt x="332793" y="118177"/>
                  <a:pt x="329828" y="124492"/>
                  <a:pt x="323898" y="129288"/>
                </a:cubicBezTo>
                <a:cubicBezTo>
                  <a:pt x="317968" y="134083"/>
                  <a:pt x="311332" y="136480"/>
                  <a:pt x="303991" y="136480"/>
                </a:cubicBezTo>
                <a:cubicBezTo>
                  <a:pt x="298720" y="136480"/>
                  <a:pt x="292696" y="135539"/>
                  <a:pt x="285919" y="133656"/>
                </a:cubicBezTo>
                <a:cubicBezTo>
                  <a:pt x="283848" y="133029"/>
                  <a:pt x="282154" y="132715"/>
                  <a:pt x="280836" y="132715"/>
                </a:cubicBezTo>
                <a:cubicBezTo>
                  <a:pt x="279393" y="132715"/>
                  <a:pt x="278263" y="133531"/>
                  <a:pt x="277448" y="135162"/>
                </a:cubicBezTo>
                <a:lnTo>
                  <a:pt x="274342" y="135162"/>
                </a:lnTo>
                <a:lnTo>
                  <a:pt x="274342" y="104290"/>
                </a:lnTo>
                <a:lnTo>
                  <a:pt x="277448" y="104290"/>
                </a:lnTo>
                <a:cubicBezTo>
                  <a:pt x="279205" y="113106"/>
                  <a:pt x="282562" y="119750"/>
                  <a:pt x="287519" y="124220"/>
                </a:cubicBezTo>
                <a:cubicBezTo>
                  <a:pt x="292476" y="128691"/>
                  <a:pt x="298030" y="130927"/>
                  <a:pt x="304179" y="130927"/>
                </a:cubicBezTo>
                <a:cubicBezTo>
                  <a:pt x="308509" y="130927"/>
                  <a:pt x="312038" y="129658"/>
                  <a:pt x="314768" y="127121"/>
                </a:cubicBezTo>
                <a:cubicBezTo>
                  <a:pt x="317498" y="124581"/>
                  <a:pt x="318862" y="121525"/>
                  <a:pt x="318862" y="117952"/>
                </a:cubicBezTo>
                <a:cubicBezTo>
                  <a:pt x="318862" y="113627"/>
                  <a:pt x="317341" y="109991"/>
                  <a:pt x="314297" y="107046"/>
                </a:cubicBezTo>
                <a:cubicBezTo>
                  <a:pt x="311254" y="104100"/>
                  <a:pt x="305183" y="100372"/>
                  <a:pt x="296084" y="95860"/>
                </a:cubicBezTo>
                <a:cubicBezTo>
                  <a:pt x="286986" y="91346"/>
                  <a:pt x="281024" y="87271"/>
                  <a:pt x="278201" y="83635"/>
                </a:cubicBezTo>
                <a:cubicBezTo>
                  <a:pt x="275377" y="80062"/>
                  <a:pt x="273965" y="75549"/>
                  <a:pt x="273965" y="70096"/>
                </a:cubicBezTo>
                <a:cubicBezTo>
                  <a:pt x="273965" y="63013"/>
                  <a:pt x="276397" y="57090"/>
                  <a:pt x="281260" y="52327"/>
                </a:cubicBezTo>
                <a:cubicBezTo>
                  <a:pt x="286123" y="47562"/>
                  <a:pt x="292413" y="45180"/>
                  <a:pt x="300132" y="45180"/>
                </a:cubicBezTo>
                <a:cubicBezTo>
                  <a:pt x="303520" y="45180"/>
                  <a:pt x="307630" y="45901"/>
                  <a:pt x="312462" y="47344"/>
                </a:cubicBezTo>
                <a:cubicBezTo>
                  <a:pt x="315662" y="48286"/>
                  <a:pt x="317796" y="48756"/>
                  <a:pt x="318862" y="48756"/>
                </a:cubicBezTo>
                <a:cubicBezTo>
                  <a:pt x="319866" y="48756"/>
                  <a:pt x="320651" y="48537"/>
                  <a:pt x="321215" y="48097"/>
                </a:cubicBezTo>
                <a:cubicBezTo>
                  <a:pt x="321780" y="47658"/>
                  <a:pt x="322439" y="46686"/>
                  <a:pt x="323192" y="45180"/>
                </a:cubicBezTo>
                <a:lnTo>
                  <a:pt x="326298" y="45180"/>
                </a:lnTo>
                <a:close/>
                <a:moveTo>
                  <a:pt x="370600" y="19201"/>
                </a:moveTo>
                <a:lnTo>
                  <a:pt x="370600" y="47627"/>
                </a:lnTo>
                <a:lnTo>
                  <a:pt x="390742" y="47627"/>
                </a:lnTo>
                <a:lnTo>
                  <a:pt x="390742" y="54216"/>
                </a:lnTo>
                <a:lnTo>
                  <a:pt x="370600" y="54216"/>
                </a:lnTo>
                <a:lnTo>
                  <a:pt x="370600" y="110049"/>
                </a:lnTo>
                <a:cubicBezTo>
                  <a:pt x="370600" y="115628"/>
                  <a:pt x="371400" y="119389"/>
                  <a:pt x="373000" y="121332"/>
                </a:cubicBezTo>
                <a:cubicBezTo>
                  <a:pt x="374600" y="123273"/>
                  <a:pt x="376655" y="124244"/>
                  <a:pt x="379165" y="124244"/>
                </a:cubicBezTo>
                <a:cubicBezTo>
                  <a:pt x="381236" y="124244"/>
                  <a:pt x="383244" y="123601"/>
                  <a:pt x="385189" y="122314"/>
                </a:cubicBezTo>
                <a:cubicBezTo>
                  <a:pt x="387134" y="121028"/>
                  <a:pt x="388640" y="119130"/>
                  <a:pt x="389707" y="116620"/>
                </a:cubicBezTo>
                <a:lnTo>
                  <a:pt x="393378" y="116620"/>
                </a:lnTo>
                <a:cubicBezTo>
                  <a:pt x="391181" y="122787"/>
                  <a:pt x="388075" y="127451"/>
                  <a:pt x="384059" y="130612"/>
                </a:cubicBezTo>
                <a:cubicBezTo>
                  <a:pt x="380043" y="133771"/>
                  <a:pt x="375902" y="135351"/>
                  <a:pt x="371635" y="135351"/>
                </a:cubicBezTo>
                <a:cubicBezTo>
                  <a:pt x="368748" y="135351"/>
                  <a:pt x="365925" y="134550"/>
                  <a:pt x="363164" y="132947"/>
                </a:cubicBezTo>
                <a:cubicBezTo>
                  <a:pt x="360403" y="131345"/>
                  <a:pt x="358363" y="129053"/>
                  <a:pt x="357046" y="126071"/>
                </a:cubicBezTo>
                <a:cubicBezTo>
                  <a:pt x="355728" y="123086"/>
                  <a:pt x="355069" y="118484"/>
                  <a:pt x="355069" y="112264"/>
                </a:cubicBezTo>
                <a:lnTo>
                  <a:pt x="355069" y="54216"/>
                </a:lnTo>
                <a:lnTo>
                  <a:pt x="341421" y="54216"/>
                </a:lnTo>
                <a:lnTo>
                  <a:pt x="341421" y="51109"/>
                </a:lnTo>
                <a:cubicBezTo>
                  <a:pt x="344872" y="49725"/>
                  <a:pt x="348402" y="47381"/>
                  <a:pt x="352010" y="44077"/>
                </a:cubicBezTo>
                <a:cubicBezTo>
                  <a:pt x="355618" y="40772"/>
                  <a:pt x="358834" y="36855"/>
                  <a:pt x="361658" y="32323"/>
                </a:cubicBezTo>
                <a:cubicBezTo>
                  <a:pt x="363101" y="29932"/>
                  <a:pt x="365109" y="25559"/>
                  <a:pt x="367682" y="19201"/>
                </a:cubicBezTo>
                <a:lnTo>
                  <a:pt x="370600" y="19201"/>
                </a:lnTo>
                <a:close/>
                <a:moveTo>
                  <a:pt x="496194" y="121420"/>
                </a:moveTo>
                <a:cubicBezTo>
                  <a:pt x="487346" y="128260"/>
                  <a:pt x="481793" y="132213"/>
                  <a:pt x="479534" y="133280"/>
                </a:cubicBezTo>
                <a:cubicBezTo>
                  <a:pt x="476146" y="134911"/>
                  <a:pt x="472537" y="135727"/>
                  <a:pt x="468710" y="135727"/>
                </a:cubicBezTo>
                <a:cubicBezTo>
                  <a:pt x="462749" y="135727"/>
                  <a:pt x="457838" y="133688"/>
                  <a:pt x="453979" y="129609"/>
                </a:cubicBezTo>
                <a:cubicBezTo>
                  <a:pt x="450120" y="125530"/>
                  <a:pt x="448191" y="120165"/>
                  <a:pt x="448191" y="113514"/>
                </a:cubicBezTo>
                <a:cubicBezTo>
                  <a:pt x="448191" y="109310"/>
                  <a:pt x="449132" y="105670"/>
                  <a:pt x="451014" y="102595"/>
                </a:cubicBezTo>
                <a:cubicBezTo>
                  <a:pt x="453587" y="98328"/>
                  <a:pt x="458058" y="94312"/>
                  <a:pt x="464427" y="90547"/>
                </a:cubicBezTo>
                <a:cubicBezTo>
                  <a:pt x="470796" y="86783"/>
                  <a:pt x="481385" y="82202"/>
                  <a:pt x="496194" y="76805"/>
                </a:cubicBezTo>
                <a:lnTo>
                  <a:pt x="496194" y="73417"/>
                </a:lnTo>
                <a:cubicBezTo>
                  <a:pt x="496194" y="64820"/>
                  <a:pt x="494829" y="58922"/>
                  <a:pt x="492100" y="55722"/>
                </a:cubicBezTo>
                <a:cubicBezTo>
                  <a:pt x="489370" y="52521"/>
                  <a:pt x="485401" y="50921"/>
                  <a:pt x="480193" y="50921"/>
                </a:cubicBezTo>
                <a:cubicBezTo>
                  <a:pt x="476240" y="50921"/>
                  <a:pt x="473102" y="51984"/>
                  <a:pt x="470780" y="54110"/>
                </a:cubicBezTo>
                <a:cubicBezTo>
                  <a:pt x="468396" y="56235"/>
                  <a:pt x="467204" y="58674"/>
                  <a:pt x="467204" y="61425"/>
                </a:cubicBezTo>
                <a:lnTo>
                  <a:pt x="467392" y="66863"/>
                </a:lnTo>
                <a:cubicBezTo>
                  <a:pt x="467392" y="69738"/>
                  <a:pt x="466655" y="71957"/>
                  <a:pt x="465180" y="73520"/>
                </a:cubicBezTo>
                <a:cubicBezTo>
                  <a:pt x="463705" y="75083"/>
                  <a:pt x="461776" y="75864"/>
                  <a:pt x="459391" y="75864"/>
                </a:cubicBezTo>
                <a:cubicBezTo>
                  <a:pt x="457070" y="75864"/>
                  <a:pt x="455172" y="75051"/>
                  <a:pt x="453697" y="73426"/>
                </a:cubicBezTo>
                <a:cubicBezTo>
                  <a:pt x="452222" y="71798"/>
                  <a:pt x="451485" y="69576"/>
                  <a:pt x="451485" y="66761"/>
                </a:cubicBezTo>
                <a:cubicBezTo>
                  <a:pt x="451485" y="61382"/>
                  <a:pt x="454246" y="56440"/>
                  <a:pt x="459768" y="51936"/>
                </a:cubicBezTo>
                <a:cubicBezTo>
                  <a:pt x="465290" y="47432"/>
                  <a:pt x="473039" y="45180"/>
                  <a:pt x="483017" y="45180"/>
                </a:cubicBezTo>
                <a:cubicBezTo>
                  <a:pt x="490672" y="45180"/>
                  <a:pt x="496947" y="46464"/>
                  <a:pt x="501841" y="49033"/>
                </a:cubicBezTo>
                <a:cubicBezTo>
                  <a:pt x="505544" y="50976"/>
                  <a:pt x="508273" y="54017"/>
                  <a:pt x="510030" y="58154"/>
                </a:cubicBezTo>
                <a:cubicBezTo>
                  <a:pt x="511160" y="60848"/>
                  <a:pt x="511725" y="66363"/>
                  <a:pt x="511725" y="74699"/>
                </a:cubicBezTo>
                <a:lnTo>
                  <a:pt x="511725" y="103937"/>
                </a:lnTo>
                <a:cubicBezTo>
                  <a:pt x="511725" y="112147"/>
                  <a:pt x="511881" y="117177"/>
                  <a:pt x="512195" y="119026"/>
                </a:cubicBezTo>
                <a:cubicBezTo>
                  <a:pt x="512509" y="120875"/>
                  <a:pt x="513027" y="122113"/>
                  <a:pt x="513748" y="122741"/>
                </a:cubicBezTo>
                <a:cubicBezTo>
                  <a:pt x="514470" y="123366"/>
                  <a:pt x="515301" y="123679"/>
                  <a:pt x="516242" y="123679"/>
                </a:cubicBezTo>
                <a:cubicBezTo>
                  <a:pt x="517246" y="123679"/>
                  <a:pt x="518125" y="123460"/>
                  <a:pt x="518878" y="123020"/>
                </a:cubicBezTo>
                <a:cubicBezTo>
                  <a:pt x="520196" y="122205"/>
                  <a:pt x="522737" y="119914"/>
                  <a:pt x="526502" y="116149"/>
                </a:cubicBezTo>
                <a:lnTo>
                  <a:pt x="526502" y="121420"/>
                </a:lnTo>
                <a:cubicBezTo>
                  <a:pt x="519474" y="130833"/>
                  <a:pt x="512760" y="135539"/>
                  <a:pt x="506359" y="135539"/>
                </a:cubicBezTo>
                <a:cubicBezTo>
                  <a:pt x="503285" y="135539"/>
                  <a:pt x="500837" y="134472"/>
                  <a:pt x="499018" y="132339"/>
                </a:cubicBezTo>
                <a:cubicBezTo>
                  <a:pt x="497198" y="130205"/>
                  <a:pt x="496257" y="126566"/>
                  <a:pt x="496194" y="121420"/>
                </a:cubicBezTo>
                <a:moveTo>
                  <a:pt x="496194" y="115249"/>
                </a:moveTo>
                <a:lnTo>
                  <a:pt x="496194" y="82547"/>
                </a:lnTo>
                <a:cubicBezTo>
                  <a:pt x="486719" y="86294"/>
                  <a:pt x="480601" y="88949"/>
                  <a:pt x="477840" y="90512"/>
                </a:cubicBezTo>
                <a:cubicBezTo>
                  <a:pt x="472883" y="93261"/>
                  <a:pt x="469337" y="96135"/>
                  <a:pt x="467204" y="99133"/>
                </a:cubicBezTo>
                <a:cubicBezTo>
                  <a:pt x="465070" y="102132"/>
                  <a:pt x="464004" y="105411"/>
                  <a:pt x="464004" y="108972"/>
                </a:cubicBezTo>
                <a:cubicBezTo>
                  <a:pt x="464004" y="113471"/>
                  <a:pt x="465353" y="117203"/>
                  <a:pt x="468051" y="120170"/>
                </a:cubicBezTo>
                <a:cubicBezTo>
                  <a:pt x="470749" y="123137"/>
                  <a:pt x="473855" y="124620"/>
                  <a:pt x="477369" y="124620"/>
                </a:cubicBezTo>
                <a:cubicBezTo>
                  <a:pt x="482138" y="124620"/>
                  <a:pt x="488413" y="121497"/>
                  <a:pt x="496194" y="115249"/>
                </a:cubicBezTo>
                <a:close/>
                <a:moveTo>
                  <a:pt x="558063" y="63440"/>
                </a:moveTo>
                <a:cubicBezTo>
                  <a:pt x="568166" y="51266"/>
                  <a:pt x="577798" y="45180"/>
                  <a:pt x="586959" y="45180"/>
                </a:cubicBezTo>
                <a:cubicBezTo>
                  <a:pt x="591665" y="45180"/>
                  <a:pt x="595713" y="46354"/>
                  <a:pt x="599101" y="48703"/>
                </a:cubicBezTo>
                <a:cubicBezTo>
                  <a:pt x="602489" y="51051"/>
                  <a:pt x="605188" y="54917"/>
                  <a:pt x="607196" y="60301"/>
                </a:cubicBezTo>
                <a:cubicBezTo>
                  <a:pt x="608576" y="64056"/>
                  <a:pt x="609266" y="69817"/>
                  <a:pt x="609266" y="77582"/>
                </a:cubicBezTo>
                <a:lnTo>
                  <a:pt x="609266" y="114302"/>
                </a:lnTo>
                <a:cubicBezTo>
                  <a:pt x="609266" y="119750"/>
                  <a:pt x="609706" y="123444"/>
                  <a:pt x="610584" y="125385"/>
                </a:cubicBezTo>
                <a:cubicBezTo>
                  <a:pt x="611274" y="126950"/>
                  <a:pt x="612388" y="128171"/>
                  <a:pt x="613926" y="129047"/>
                </a:cubicBezTo>
                <a:cubicBezTo>
                  <a:pt x="615463" y="129924"/>
                  <a:pt x="618302" y="130362"/>
                  <a:pt x="622444" y="130362"/>
                </a:cubicBezTo>
                <a:lnTo>
                  <a:pt x="622444" y="133845"/>
                </a:lnTo>
                <a:lnTo>
                  <a:pt x="579806" y="133845"/>
                </a:lnTo>
                <a:lnTo>
                  <a:pt x="579806" y="130362"/>
                </a:lnTo>
                <a:lnTo>
                  <a:pt x="581594" y="130362"/>
                </a:lnTo>
                <a:cubicBezTo>
                  <a:pt x="585610" y="130362"/>
                  <a:pt x="588418" y="129753"/>
                  <a:pt x="590018" y="128535"/>
                </a:cubicBezTo>
                <a:cubicBezTo>
                  <a:pt x="591618" y="127318"/>
                  <a:pt x="592732" y="125523"/>
                  <a:pt x="593359" y="123153"/>
                </a:cubicBezTo>
                <a:cubicBezTo>
                  <a:pt x="593610" y="122215"/>
                  <a:pt x="593736" y="119281"/>
                  <a:pt x="593736" y="114349"/>
                </a:cubicBezTo>
                <a:lnTo>
                  <a:pt x="593736" y="79232"/>
                </a:lnTo>
                <a:cubicBezTo>
                  <a:pt x="593736" y="71429"/>
                  <a:pt x="592716" y="65764"/>
                  <a:pt x="590677" y="62237"/>
                </a:cubicBezTo>
                <a:cubicBezTo>
                  <a:pt x="588638" y="58709"/>
                  <a:pt x="585202" y="56945"/>
                  <a:pt x="580370" y="56945"/>
                </a:cubicBezTo>
                <a:cubicBezTo>
                  <a:pt x="572903" y="56945"/>
                  <a:pt x="565467" y="61003"/>
                  <a:pt x="558063" y="69120"/>
                </a:cubicBezTo>
                <a:lnTo>
                  <a:pt x="558063" y="114349"/>
                </a:lnTo>
                <a:cubicBezTo>
                  <a:pt x="558063" y="120155"/>
                  <a:pt x="558408" y="123745"/>
                  <a:pt x="559098" y="125118"/>
                </a:cubicBezTo>
                <a:cubicBezTo>
                  <a:pt x="559977" y="126927"/>
                  <a:pt x="561185" y="128254"/>
                  <a:pt x="562722" y="129097"/>
                </a:cubicBezTo>
                <a:cubicBezTo>
                  <a:pt x="564259" y="129940"/>
                  <a:pt x="567381" y="130362"/>
                  <a:pt x="572087" y="130362"/>
                </a:cubicBezTo>
                <a:lnTo>
                  <a:pt x="572087" y="133845"/>
                </a:lnTo>
                <a:lnTo>
                  <a:pt x="529449" y="133845"/>
                </a:lnTo>
                <a:lnTo>
                  <a:pt x="529449" y="130362"/>
                </a:lnTo>
                <a:lnTo>
                  <a:pt x="531332" y="130362"/>
                </a:lnTo>
                <a:cubicBezTo>
                  <a:pt x="535724" y="130362"/>
                  <a:pt x="538689" y="129251"/>
                  <a:pt x="540226" y="127029"/>
                </a:cubicBezTo>
                <a:cubicBezTo>
                  <a:pt x="541764" y="124806"/>
                  <a:pt x="542532" y="120563"/>
                  <a:pt x="542532" y="114302"/>
                </a:cubicBezTo>
                <a:lnTo>
                  <a:pt x="542532" y="82370"/>
                </a:lnTo>
                <a:cubicBezTo>
                  <a:pt x="542532" y="72040"/>
                  <a:pt x="542297" y="65749"/>
                  <a:pt x="541826" y="63496"/>
                </a:cubicBezTo>
                <a:cubicBezTo>
                  <a:pt x="541356" y="61241"/>
                  <a:pt x="540634" y="59706"/>
                  <a:pt x="539662" y="58892"/>
                </a:cubicBezTo>
                <a:cubicBezTo>
                  <a:pt x="538689" y="58079"/>
                  <a:pt x="537387" y="57672"/>
                  <a:pt x="535755" y="57672"/>
                </a:cubicBezTo>
                <a:cubicBezTo>
                  <a:pt x="533998" y="57672"/>
                  <a:pt x="531896" y="58141"/>
                  <a:pt x="529449" y="59081"/>
                </a:cubicBezTo>
                <a:lnTo>
                  <a:pt x="528037" y="55698"/>
                </a:lnTo>
                <a:lnTo>
                  <a:pt x="554016" y="45180"/>
                </a:lnTo>
                <a:lnTo>
                  <a:pt x="558063" y="45180"/>
                </a:lnTo>
                <a:lnTo>
                  <a:pt x="558063" y="63440"/>
                </a:lnTo>
                <a:close/>
                <a:moveTo>
                  <a:pt x="678165" y="121420"/>
                </a:moveTo>
                <a:cubicBezTo>
                  <a:pt x="669317" y="128260"/>
                  <a:pt x="663764" y="132213"/>
                  <a:pt x="661505" y="133280"/>
                </a:cubicBezTo>
                <a:cubicBezTo>
                  <a:pt x="658117" y="134911"/>
                  <a:pt x="654509" y="135727"/>
                  <a:pt x="650681" y="135727"/>
                </a:cubicBezTo>
                <a:cubicBezTo>
                  <a:pt x="644720" y="135727"/>
                  <a:pt x="639809" y="133688"/>
                  <a:pt x="635950" y="129609"/>
                </a:cubicBezTo>
                <a:cubicBezTo>
                  <a:pt x="632091" y="125530"/>
                  <a:pt x="630162" y="120165"/>
                  <a:pt x="630162" y="113514"/>
                </a:cubicBezTo>
                <a:cubicBezTo>
                  <a:pt x="630162" y="109310"/>
                  <a:pt x="631103" y="105670"/>
                  <a:pt x="632985" y="102595"/>
                </a:cubicBezTo>
                <a:cubicBezTo>
                  <a:pt x="635558" y="98328"/>
                  <a:pt x="640029" y="94312"/>
                  <a:pt x="646398" y="90547"/>
                </a:cubicBezTo>
                <a:cubicBezTo>
                  <a:pt x="652767" y="86783"/>
                  <a:pt x="663356" y="82202"/>
                  <a:pt x="678165" y="76805"/>
                </a:cubicBezTo>
                <a:lnTo>
                  <a:pt x="678165" y="73417"/>
                </a:lnTo>
                <a:cubicBezTo>
                  <a:pt x="678165" y="64820"/>
                  <a:pt x="676800" y="58922"/>
                  <a:pt x="674071" y="55722"/>
                </a:cubicBezTo>
                <a:cubicBezTo>
                  <a:pt x="671341" y="52521"/>
                  <a:pt x="667372" y="50921"/>
                  <a:pt x="662164" y="50921"/>
                </a:cubicBezTo>
                <a:cubicBezTo>
                  <a:pt x="658211" y="50921"/>
                  <a:pt x="655073" y="51984"/>
                  <a:pt x="652752" y="54110"/>
                </a:cubicBezTo>
                <a:cubicBezTo>
                  <a:pt x="650367" y="56235"/>
                  <a:pt x="649175" y="58674"/>
                  <a:pt x="649175" y="61425"/>
                </a:cubicBezTo>
                <a:lnTo>
                  <a:pt x="649363" y="66863"/>
                </a:lnTo>
                <a:cubicBezTo>
                  <a:pt x="649363" y="69738"/>
                  <a:pt x="648626" y="71957"/>
                  <a:pt x="647151" y="73520"/>
                </a:cubicBezTo>
                <a:cubicBezTo>
                  <a:pt x="645677" y="75083"/>
                  <a:pt x="643747" y="75864"/>
                  <a:pt x="641362" y="75864"/>
                </a:cubicBezTo>
                <a:cubicBezTo>
                  <a:pt x="639041" y="75864"/>
                  <a:pt x="637143" y="75051"/>
                  <a:pt x="635668" y="73426"/>
                </a:cubicBezTo>
                <a:cubicBezTo>
                  <a:pt x="634193" y="71798"/>
                  <a:pt x="633456" y="69576"/>
                  <a:pt x="633456" y="66761"/>
                </a:cubicBezTo>
                <a:cubicBezTo>
                  <a:pt x="633456" y="61382"/>
                  <a:pt x="636217" y="56440"/>
                  <a:pt x="641739" y="51936"/>
                </a:cubicBezTo>
                <a:cubicBezTo>
                  <a:pt x="647261" y="47432"/>
                  <a:pt x="655011" y="45180"/>
                  <a:pt x="664988" y="45180"/>
                </a:cubicBezTo>
                <a:cubicBezTo>
                  <a:pt x="672643" y="45180"/>
                  <a:pt x="678918" y="46464"/>
                  <a:pt x="683813" y="49033"/>
                </a:cubicBezTo>
                <a:cubicBezTo>
                  <a:pt x="687515" y="50976"/>
                  <a:pt x="690244" y="54017"/>
                  <a:pt x="692001" y="58154"/>
                </a:cubicBezTo>
                <a:cubicBezTo>
                  <a:pt x="693131" y="60848"/>
                  <a:pt x="693696" y="66363"/>
                  <a:pt x="693696" y="74699"/>
                </a:cubicBezTo>
                <a:lnTo>
                  <a:pt x="693696" y="103937"/>
                </a:lnTo>
                <a:cubicBezTo>
                  <a:pt x="693696" y="112147"/>
                  <a:pt x="693852" y="117177"/>
                  <a:pt x="694166" y="119026"/>
                </a:cubicBezTo>
                <a:cubicBezTo>
                  <a:pt x="694480" y="120875"/>
                  <a:pt x="694998" y="122113"/>
                  <a:pt x="695719" y="122741"/>
                </a:cubicBezTo>
                <a:cubicBezTo>
                  <a:pt x="696441" y="123366"/>
                  <a:pt x="697272" y="123679"/>
                  <a:pt x="698214" y="123679"/>
                </a:cubicBezTo>
                <a:cubicBezTo>
                  <a:pt x="699218" y="123679"/>
                  <a:pt x="700096" y="123460"/>
                  <a:pt x="700849" y="123020"/>
                </a:cubicBezTo>
                <a:cubicBezTo>
                  <a:pt x="702167" y="122205"/>
                  <a:pt x="704708" y="119914"/>
                  <a:pt x="708473" y="116149"/>
                </a:cubicBezTo>
                <a:lnTo>
                  <a:pt x="708473" y="121420"/>
                </a:lnTo>
                <a:cubicBezTo>
                  <a:pt x="701445" y="130833"/>
                  <a:pt x="694731" y="135539"/>
                  <a:pt x="688330" y="135539"/>
                </a:cubicBezTo>
                <a:cubicBezTo>
                  <a:pt x="685256" y="135539"/>
                  <a:pt x="682809" y="134472"/>
                  <a:pt x="680989" y="132339"/>
                </a:cubicBezTo>
                <a:cubicBezTo>
                  <a:pt x="679169" y="130205"/>
                  <a:pt x="678228" y="126566"/>
                  <a:pt x="678165" y="121420"/>
                </a:cubicBezTo>
                <a:moveTo>
                  <a:pt x="678165" y="115249"/>
                </a:moveTo>
                <a:lnTo>
                  <a:pt x="678165" y="82547"/>
                </a:lnTo>
                <a:cubicBezTo>
                  <a:pt x="668690" y="86294"/>
                  <a:pt x="662572" y="88949"/>
                  <a:pt x="659811" y="90512"/>
                </a:cubicBezTo>
                <a:cubicBezTo>
                  <a:pt x="654854" y="93261"/>
                  <a:pt x="651308" y="96135"/>
                  <a:pt x="649175" y="99133"/>
                </a:cubicBezTo>
                <a:cubicBezTo>
                  <a:pt x="647041" y="102132"/>
                  <a:pt x="645975" y="105411"/>
                  <a:pt x="645975" y="108972"/>
                </a:cubicBezTo>
                <a:cubicBezTo>
                  <a:pt x="645975" y="113471"/>
                  <a:pt x="647324" y="117203"/>
                  <a:pt x="650022" y="120170"/>
                </a:cubicBezTo>
                <a:cubicBezTo>
                  <a:pt x="652720" y="123137"/>
                  <a:pt x="655826" y="124620"/>
                  <a:pt x="659340" y="124620"/>
                </a:cubicBezTo>
                <a:cubicBezTo>
                  <a:pt x="664109" y="124620"/>
                  <a:pt x="670384" y="121497"/>
                  <a:pt x="678165" y="115249"/>
                </a:cubicBezTo>
                <a:close/>
                <a:moveTo>
                  <a:pt x="744553" y="0"/>
                </a:moveTo>
                <a:lnTo>
                  <a:pt x="744553" y="114279"/>
                </a:lnTo>
                <a:cubicBezTo>
                  <a:pt x="744553" y="119671"/>
                  <a:pt x="744945" y="123246"/>
                  <a:pt x="745729" y="125003"/>
                </a:cubicBezTo>
                <a:cubicBezTo>
                  <a:pt x="746514" y="126758"/>
                  <a:pt x="747722" y="128090"/>
                  <a:pt x="749353" y="129000"/>
                </a:cubicBezTo>
                <a:cubicBezTo>
                  <a:pt x="750985" y="129908"/>
                  <a:pt x="754028" y="130362"/>
                  <a:pt x="758483" y="130362"/>
                </a:cubicBezTo>
                <a:lnTo>
                  <a:pt x="758483" y="133845"/>
                </a:lnTo>
                <a:lnTo>
                  <a:pt x="716221" y="133845"/>
                </a:lnTo>
                <a:lnTo>
                  <a:pt x="716221" y="130362"/>
                </a:lnTo>
                <a:cubicBezTo>
                  <a:pt x="720175" y="130362"/>
                  <a:pt x="722873" y="129955"/>
                  <a:pt x="724316" y="129141"/>
                </a:cubicBezTo>
                <a:cubicBezTo>
                  <a:pt x="725759" y="128326"/>
                  <a:pt x="726889" y="126977"/>
                  <a:pt x="727704" y="125097"/>
                </a:cubicBezTo>
                <a:cubicBezTo>
                  <a:pt x="728520" y="123214"/>
                  <a:pt x="728928" y="119608"/>
                  <a:pt x="728928" y="114279"/>
                </a:cubicBezTo>
                <a:lnTo>
                  <a:pt x="728928" y="36023"/>
                </a:lnTo>
                <a:cubicBezTo>
                  <a:pt x="728928" y="26305"/>
                  <a:pt x="728708" y="20333"/>
                  <a:pt x="728269" y="18107"/>
                </a:cubicBezTo>
                <a:cubicBezTo>
                  <a:pt x="727830" y="15880"/>
                  <a:pt x="727124" y="14359"/>
                  <a:pt x="726151" y="13545"/>
                </a:cubicBezTo>
                <a:cubicBezTo>
                  <a:pt x="725179" y="12729"/>
                  <a:pt x="723940" y="12321"/>
                  <a:pt x="722434" y="12321"/>
                </a:cubicBezTo>
                <a:cubicBezTo>
                  <a:pt x="720802" y="12321"/>
                  <a:pt x="718731" y="12823"/>
                  <a:pt x="716221" y="13827"/>
                </a:cubicBezTo>
                <a:lnTo>
                  <a:pt x="714621" y="10533"/>
                </a:lnTo>
                <a:lnTo>
                  <a:pt x="740317" y="0"/>
                </a:lnTo>
                <a:lnTo>
                  <a:pt x="744553" y="0"/>
                </a:lnTo>
                <a:close/>
                <a:moveTo>
                  <a:pt x="763598" y="47627"/>
                </a:moveTo>
                <a:lnTo>
                  <a:pt x="803789" y="47627"/>
                </a:lnTo>
                <a:lnTo>
                  <a:pt x="803789" y="51109"/>
                </a:lnTo>
                <a:lnTo>
                  <a:pt x="801812" y="51109"/>
                </a:lnTo>
                <a:cubicBezTo>
                  <a:pt x="798989" y="51109"/>
                  <a:pt x="796871" y="51721"/>
                  <a:pt x="795459" y="52945"/>
                </a:cubicBezTo>
                <a:cubicBezTo>
                  <a:pt x="794047" y="54168"/>
                  <a:pt x="793341" y="55690"/>
                  <a:pt x="793341" y="57510"/>
                </a:cubicBezTo>
                <a:cubicBezTo>
                  <a:pt x="793341" y="59957"/>
                  <a:pt x="794376" y="63346"/>
                  <a:pt x="796447" y="67675"/>
                </a:cubicBezTo>
                <a:lnTo>
                  <a:pt x="817437" y="111161"/>
                </a:lnTo>
                <a:lnTo>
                  <a:pt x="836732" y="63534"/>
                </a:lnTo>
                <a:cubicBezTo>
                  <a:pt x="837799" y="60961"/>
                  <a:pt x="838332" y="58420"/>
                  <a:pt x="838332" y="55910"/>
                </a:cubicBezTo>
                <a:cubicBezTo>
                  <a:pt x="838332" y="54780"/>
                  <a:pt x="838113" y="53933"/>
                  <a:pt x="837674" y="53368"/>
                </a:cubicBezTo>
                <a:cubicBezTo>
                  <a:pt x="837172" y="52678"/>
                  <a:pt x="836387" y="52129"/>
                  <a:pt x="835320" y="51721"/>
                </a:cubicBezTo>
                <a:cubicBezTo>
                  <a:pt x="834254" y="51313"/>
                  <a:pt x="832371" y="51109"/>
                  <a:pt x="829673" y="51109"/>
                </a:cubicBezTo>
                <a:lnTo>
                  <a:pt x="829673" y="47627"/>
                </a:lnTo>
                <a:lnTo>
                  <a:pt x="857722" y="47627"/>
                </a:lnTo>
                <a:lnTo>
                  <a:pt x="857722" y="51109"/>
                </a:lnTo>
                <a:cubicBezTo>
                  <a:pt x="855400" y="51360"/>
                  <a:pt x="853612" y="51862"/>
                  <a:pt x="852357" y="52615"/>
                </a:cubicBezTo>
                <a:cubicBezTo>
                  <a:pt x="851102" y="53368"/>
                  <a:pt x="849721" y="54780"/>
                  <a:pt x="848215" y="56851"/>
                </a:cubicBezTo>
                <a:cubicBezTo>
                  <a:pt x="847651" y="57730"/>
                  <a:pt x="846584" y="60145"/>
                  <a:pt x="845015" y="64099"/>
                </a:cubicBezTo>
                <a:lnTo>
                  <a:pt x="809907" y="150128"/>
                </a:lnTo>
                <a:cubicBezTo>
                  <a:pt x="806518" y="158474"/>
                  <a:pt x="802079" y="164780"/>
                  <a:pt x="796588" y="169047"/>
                </a:cubicBezTo>
                <a:cubicBezTo>
                  <a:pt x="791098" y="173314"/>
                  <a:pt x="785811" y="175448"/>
                  <a:pt x="780728" y="175448"/>
                </a:cubicBezTo>
                <a:cubicBezTo>
                  <a:pt x="777026" y="175448"/>
                  <a:pt x="773983" y="174394"/>
                  <a:pt x="771598" y="172286"/>
                </a:cubicBezTo>
                <a:cubicBezTo>
                  <a:pt x="769214" y="170178"/>
                  <a:pt x="768022" y="167760"/>
                  <a:pt x="768022" y="165032"/>
                </a:cubicBezTo>
                <a:cubicBezTo>
                  <a:pt x="768022" y="162428"/>
                  <a:pt x="768884" y="160328"/>
                  <a:pt x="770610" y="158732"/>
                </a:cubicBezTo>
                <a:cubicBezTo>
                  <a:pt x="772336" y="157137"/>
                  <a:pt x="774704" y="156340"/>
                  <a:pt x="777716" y="156340"/>
                </a:cubicBezTo>
                <a:cubicBezTo>
                  <a:pt x="779787" y="156340"/>
                  <a:pt x="782611" y="157031"/>
                  <a:pt x="786188" y="158411"/>
                </a:cubicBezTo>
                <a:cubicBezTo>
                  <a:pt x="788698" y="159352"/>
                  <a:pt x="790266" y="159823"/>
                  <a:pt x="790894" y="159823"/>
                </a:cubicBezTo>
                <a:cubicBezTo>
                  <a:pt x="792776" y="159823"/>
                  <a:pt x="794831" y="158843"/>
                  <a:pt x="797059" y="156884"/>
                </a:cubicBezTo>
                <a:cubicBezTo>
                  <a:pt x="799287" y="154927"/>
                  <a:pt x="801530" y="151139"/>
                  <a:pt x="803789" y="145519"/>
                </a:cubicBezTo>
                <a:lnTo>
                  <a:pt x="809907" y="130456"/>
                </a:lnTo>
                <a:lnTo>
                  <a:pt x="778940" y="65416"/>
                </a:lnTo>
                <a:cubicBezTo>
                  <a:pt x="777999" y="63471"/>
                  <a:pt x="776493" y="61055"/>
                  <a:pt x="774422" y="58169"/>
                </a:cubicBezTo>
                <a:cubicBezTo>
                  <a:pt x="772853" y="55973"/>
                  <a:pt x="771567" y="54498"/>
                  <a:pt x="770563" y="53745"/>
                </a:cubicBezTo>
                <a:cubicBezTo>
                  <a:pt x="769120" y="52741"/>
                  <a:pt x="766798" y="51862"/>
                  <a:pt x="763598" y="51109"/>
                </a:cubicBezTo>
                <a:lnTo>
                  <a:pt x="763598" y="47627"/>
                </a:lnTo>
                <a:close/>
                <a:moveTo>
                  <a:pt x="920597" y="45180"/>
                </a:moveTo>
                <a:lnTo>
                  <a:pt x="920597" y="74358"/>
                </a:lnTo>
                <a:lnTo>
                  <a:pt x="917491" y="74358"/>
                </a:lnTo>
                <a:cubicBezTo>
                  <a:pt x="915106" y="65206"/>
                  <a:pt x="912047" y="58982"/>
                  <a:pt x="908313" y="55683"/>
                </a:cubicBezTo>
                <a:cubicBezTo>
                  <a:pt x="904580" y="52383"/>
                  <a:pt x="899827" y="50733"/>
                  <a:pt x="894054" y="50733"/>
                </a:cubicBezTo>
                <a:cubicBezTo>
                  <a:pt x="889661" y="50733"/>
                  <a:pt x="886116" y="51893"/>
                  <a:pt x="883418" y="54213"/>
                </a:cubicBezTo>
                <a:cubicBezTo>
                  <a:pt x="880719" y="56530"/>
                  <a:pt x="879370" y="59100"/>
                  <a:pt x="879370" y="61922"/>
                </a:cubicBezTo>
                <a:cubicBezTo>
                  <a:pt x="879370" y="65432"/>
                  <a:pt x="880374" y="68440"/>
                  <a:pt x="882382" y="70946"/>
                </a:cubicBezTo>
                <a:cubicBezTo>
                  <a:pt x="884328" y="73517"/>
                  <a:pt x="888281" y="76244"/>
                  <a:pt x="894242" y="79126"/>
                </a:cubicBezTo>
                <a:lnTo>
                  <a:pt x="907984" y="85803"/>
                </a:lnTo>
                <a:cubicBezTo>
                  <a:pt x="920722" y="92007"/>
                  <a:pt x="927091" y="100187"/>
                  <a:pt x="927091" y="110343"/>
                </a:cubicBezTo>
                <a:cubicBezTo>
                  <a:pt x="927091" y="118177"/>
                  <a:pt x="924126" y="124492"/>
                  <a:pt x="918197" y="129288"/>
                </a:cubicBezTo>
                <a:cubicBezTo>
                  <a:pt x="912267" y="134083"/>
                  <a:pt x="905631" y="136480"/>
                  <a:pt x="898289" y="136480"/>
                </a:cubicBezTo>
                <a:cubicBezTo>
                  <a:pt x="893018" y="136480"/>
                  <a:pt x="886994" y="135539"/>
                  <a:pt x="880217" y="133656"/>
                </a:cubicBezTo>
                <a:cubicBezTo>
                  <a:pt x="878147" y="133029"/>
                  <a:pt x="876452" y="132715"/>
                  <a:pt x="875135" y="132715"/>
                </a:cubicBezTo>
                <a:cubicBezTo>
                  <a:pt x="873691" y="132715"/>
                  <a:pt x="872562" y="133531"/>
                  <a:pt x="871746" y="135162"/>
                </a:cubicBezTo>
                <a:lnTo>
                  <a:pt x="868640" y="135162"/>
                </a:lnTo>
                <a:lnTo>
                  <a:pt x="868640" y="104290"/>
                </a:lnTo>
                <a:lnTo>
                  <a:pt x="871746" y="104290"/>
                </a:lnTo>
                <a:cubicBezTo>
                  <a:pt x="873503" y="113106"/>
                  <a:pt x="876860" y="119750"/>
                  <a:pt x="881818" y="124220"/>
                </a:cubicBezTo>
                <a:cubicBezTo>
                  <a:pt x="886775" y="128691"/>
                  <a:pt x="892328" y="130927"/>
                  <a:pt x="898478" y="130927"/>
                </a:cubicBezTo>
                <a:cubicBezTo>
                  <a:pt x="902807" y="130927"/>
                  <a:pt x="906337" y="129658"/>
                  <a:pt x="909066" y="127121"/>
                </a:cubicBezTo>
                <a:cubicBezTo>
                  <a:pt x="911796" y="124581"/>
                  <a:pt x="913161" y="121525"/>
                  <a:pt x="913161" y="117952"/>
                </a:cubicBezTo>
                <a:cubicBezTo>
                  <a:pt x="913161" y="113627"/>
                  <a:pt x="911639" y="109991"/>
                  <a:pt x="908596" y="107046"/>
                </a:cubicBezTo>
                <a:cubicBezTo>
                  <a:pt x="905553" y="104100"/>
                  <a:pt x="899482" y="100372"/>
                  <a:pt x="890383" y="95860"/>
                </a:cubicBezTo>
                <a:cubicBezTo>
                  <a:pt x="881284" y="91346"/>
                  <a:pt x="875323" y="87271"/>
                  <a:pt x="872499" y="83635"/>
                </a:cubicBezTo>
                <a:cubicBezTo>
                  <a:pt x="869676" y="80062"/>
                  <a:pt x="868264" y="75549"/>
                  <a:pt x="868264" y="70096"/>
                </a:cubicBezTo>
                <a:cubicBezTo>
                  <a:pt x="868264" y="63013"/>
                  <a:pt x="870695" y="57090"/>
                  <a:pt x="875558" y="52327"/>
                </a:cubicBezTo>
                <a:cubicBezTo>
                  <a:pt x="880421" y="47562"/>
                  <a:pt x="886712" y="45180"/>
                  <a:pt x="894430" y="45180"/>
                </a:cubicBezTo>
                <a:cubicBezTo>
                  <a:pt x="897819" y="45180"/>
                  <a:pt x="901929" y="45901"/>
                  <a:pt x="906760" y="47344"/>
                </a:cubicBezTo>
                <a:cubicBezTo>
                  <a:pt x="909961" y="48286"/>
                  <a:pt x="912094" y="48756"/>
                  <a:pt x="913161" y="48756"/>
                </a:cubicBezTo>
                <a:cubicBezTo>
                  <a:pt x="914165" y="48756"/>
                  <a:pt x="914949" y="48537"/>
                  <a:pt x="915514" y="48097"/>
                </a:cubicBezTo>
                <a:cubicBezTo>
                  <a:pt x="916079" y="47658"/>
                  <a:pt x="916738" y="46686"/>
                  <a:pt x="917491" y="45180"/>
                </a:cubicBezTo>
                <a:lnTo>
                  <a:pt x="920597" y="45180"/>
                </a:lnTo>
                <a:close/>
                <a:moveTo>
                  <a:pt x="964899" y="19201"/>
                </a:moveTo>
                <a:lnTo>
                  <a:pt x="964899" y="47627"/>
                </a:lnTo>
                <a:lnTo>
                  <a:pt x="985042" y="47627"/>
                </a:lnTo>
                <a:lnTo>
                  <a:pt x="985042" y="54216"/>
                </a:lnTo>
                <a:lnTo>
                  <a:pt x="964899" y="54216"/>
                </a:lnTo>
                <a:lnTo>
                  <a:pt x="964899" y="110049"/>
                </a:lnTo>
                <a:cubicBezTo>
                  <a:pt x="964899" y="115628"/>
                  <a:pt x="965699" y="119389"/>
                  <a:pt x="967299" y="121332"/>
                </a:cubicBezTo>
                <a:cubicBezTo>
                  <a:pt x="968899" y="123273"/>
                  <a:pt x="970954" y="124244"/>
                  <a:pt x="973464" y="124244"/>
                </a:cubicBezTo>
                <a:cubicBezTo>
                  <a:pt x="975535" y="124244"/>
                  <a:pt x="977543" y="123601"/>
                  <a:pt x="979488" y="122314"/>
                </a:cubicBezTo>
                <a:cubicBezTo>
                  <a:pt x="981434" y="121028"/>
                  <a:pt x="982939" y="119130"/>
                  <a:pt x="984006" y="116620"/>
                </a:cubicBezTo>
                <a:lnTo>
                  <a:pt x="987677" y="116620"/>
                </a:lnTo>
                <a:cubicBezTo>
                  <a:pt x="985481" y="122787"/>
                  <a:pt x="982375" y="127451"/>
                  <a:pt x="978359" y="130612"/>
                </a:cubicBezTo>
                <a:cubicBezTo>
                  <a:pt x="974343" y="133771"/>
                  <a:pt x="970201" y="135351"/>
                  <a:pt x="965934" y="135351"/>
                </a:cubicBezTo>
                <a:cubicBezTo>
                  <a:pt x="963048" y="135351"/>
                  <a:pt x="960224" y="134550"/>
                  <a:pt x="957463" y="132947"/>
                </a:cubicBezTo>
                <a:cubicBezTo>
                  <a:pt x="954702" y="131345"/>
                  <a:pt x="952663" y="129053"/>
                  <a:pt x="951345" y="126071"/>
                </a:cubicBezTo>
                <a:cubicBezTo>
                  <a:pt x="950027" y="123086"/>
                  <a:pt x="949369" y="118484"/>
                  <a:pt x="949369" y="112264"/>
                </a:cubicBezTo>
                <a:lnTo>
                  <a:pt x="949369" y="54216"/>
                </a:lnTo>
                <a:lnTo>
                  <a:pt x="935721" y="54216"/>
                </a:lnTo>
                <a:lnTo>
                  <a:pt x="935721" y="51109"/>
                </a:lnTo>
                <a:cubicBezTo>
                  <a:pt x="939172" y="49725"/>
                  <a:pt x="942701" y="47381"/>
                  <a:pt x="946309" y="44077"/>
                </a:cubicBezTo>
                <a:cubicBezTo>
                  <a:pt x="949918" y="40772"/>
                  <a:pt x="953133" y="36855"/>
                  <a:pt x="955957" y="32323"/>
                </a:cubicBezTo>
                <a:cubicBezTo>
                  <a:pt x="957400" y="29932"/>
                  <a:pt x="959408" y="25559"/>
                  <a:pt x="961981" y="19201"/>
                </a:cubicBezTo>
                <a:lnTo>
                  <a:pt x="964899" y="19201"/>
                </a:lnTo>
                <a:close/>
                <a:moveTo>
                  <a:pt x="1085411" y="91300"/>
                </a:moveTo>
                <a:lnTo>
                  <a:pt x="985733" y="91300"/>
                </a:lnTo>
                <a:lnTo>
                  <a:pt x="985733" y="84335"/>
                </a:lnTo>
                <a:lnTo>
                  <a:pt x="1085411" y="84335"/>
                </a:lnTo>
                <a:lnTo>
                  <a:pt x="1085411" y="91300"/>
                </a:lnTo>
                <a:close/>
                <a:moveTo>
                  <a:pt x="1194311" y="98454"/>
                </a:moveTo>
                <a:lnTo>
                  <a:pt x="1197418" y="99116"/>
                </a:lnTo>
                <a:lnTo>
                  <a:pt x="1186499" y="133845"/>
                </a:lnTo>
                <a:lnTo>
                  <a:pt x="1087669" y="133845"/>
                </a:lnTo>
                <a:lnTo>
                  <a:pt x="1087669" y="130362"/>
                </a:lnTo>
                <a:lnTo>
                  <a:pt x="1092469" y="130362"/>
                </a:lnTo>
                <a:cubicBezTo>
                  <a:pt x="1097866" y="130362"/>
                  <a:pt x="1101725" y="128605"/>
                  <a:pt x="1104046" y="125091"/>
                </a:cubicBezTo>
                <a:cubicBezTo>
                  <a:pt x="1105364" y="123083"/>
                  <a:pt x="1106023" y="118440"/>
                  <a:pt x="1106023" y="111161"/>
                </a:cubicBezTo>
                <a:lnTo>
                  <a:pt x="1106023" y="28802"/>
                </a:lnTo>
                <a:cubicBezTo>
                  <a:pt x="1106023" y="20833"/>
                  <a:pt x="1105144" y="15844"/>
                  <a:pt x="1103387" y="13836"/>
                </a:cubicBezTo>
                <a:cubicBezTo>
                  <a:pt x="1100940" y="11075"/>
                  <a:pt x="1097301" y="9695"/>
                  <a:pt x="1092469" y="9695"/>
                </a:cubicBezTo>
                <a:lnTo>
                  <a:pt x="1087669" y="9695"/>
                </a:lnTo>
                <a:lnTo>
                  <a:pt x="1087669" y="6212"/>
                </a:lnTo>
                <a:lnTo>
                  <a:pt x="1145461" y="6212"/>
                </a:lnTo>
                <a:lnTo>
                  <a:pt x="1145461" y="9695"/>
                </a:lnTo>
                <a:cubicBezTo>
                  <a:pt x="1138684" y="9632"/>
                  <a:pt x="1133931" y="10261"/>
                  <a:pt x="1131201" y="11580"/>
                </a:cubicBezTo>
                <a:cubicBezTo>
                  <a:pt x="1128472" y="12898"/>
                  <a:pt x="1126605" y="14562"/>
                  <a:pt x="1125601" y="16572"/>
                </a:cubicBezTo>
                <a:cubicBezTo>
                  <a:pt x="1124597" y="18582"/>
                  <a:pt x="1124095" y="23386"/>
                  <a:pt x="1124095" y="30985"/>
                </a:cubicBezTo>
                <a:lnTo>
                  <a:pt x="1124095" y="111243"/>
                </a:lnTo>
                <a:cubicBezTo>
                  <a:pt x="1124095" y="116455"/>
                  <a:pt x="1124597" y="120035"/>
                  <a:pt x="1125601" y="121982"/>
                </a:cubicBezTo>
                <a:cubicBezTo>
                  <a:pt x="1126354" y="123300"/>
                  <a:pt x="1127515" y="124273"/>
                  <a:pt x="1129083" y="124903"/>
                </a:cubicBezTo>
                <a:cubicBezTo>
                  <a:pt x="1130652" y="125530"/>
                  <a:pt x="1135547" y="125844"/>
                  <a:pt x="1143767" y="125844"/>
                </a:cubicBezTo>
                <a:lnTo>
                  <a:pt x="1153085" y="125844"/>
                </a:lnTo>
                <a:cubicBezTo>
                  <a:pt x="1162874" y="125844"/>
                  <a:pt x="1169745" y="125118"/>
                  <a:pt x="1173698" y="123664"/>
                </a:cubicBezTo>
                <a:cubicBezTo>
                  <a:pt x="1177651" y="122211"/>
                  <a:pt x="1181260" y="119637"/>
                  <a:pt x="1184523" y="115940"/>
                </a:cubicBezTo>
                <a:cubicBezTo>
                  <a:pt x="1187785" y="112244"/>
                  <a:pt x="1191048" y="106415"/>
                  <a:pt x="1194311" y="98454"/>
                </a:cubicBezTo>
                <a:close/>
                <a:moveTo>
                  <a:pt x="1312093" y="98454"/>
                </a:moveTo>
                <a:lnTo>
                  <a:pt x="1315199" y="99116"/>
                </a:lnTo>
                <a:lnTo>
                  <a:pt x="1304280" y="133845"/>
                </a:lnTo>
                <a:lnTo>
                  <a:pt x="1205450" y="133845"/>
                </a:lnTo>
                <a:lnTo>
                  <a:pt x="1205450" y="130362"/>
                </a:lnTo>
                <a:lnTo>
                  <a:pt x="1210250" y="130362"/>
                </a:lnTo>
                <a:cubicBezTo>
                  <a:pt x="1215647" y="130362"/>
                  <a:pt x="1219506" y="128605"/>
                  <a:pt x="1221828" y="125091"/>
                </a:cubicBezTo>
                <a:cubicBezTo>
                  <a:pt x="1223145" y="123083"/>
                  <a:pt x="1223804" y="118440"/>
                  <a:pt x="1223804" y="111161"/>
                </a:cubicBezTo>
                <a:lnTo>
                  <a:pt x="1223804" y="28802"/>
                </a:lnTo>
                <a:cubicBezTo>
                  <a:pt x="1223804" y="20833"/>
                  <a:pt x="1222926" y="15844"/>
                  <a:pt x="1221169" y="13836"/>
                </a:cubicBezTo>
                <a:cubicBezTo>
                  <a:pt x="1218722" y="11075"/>
                  <a:pt x="1215082" y="9695"/>
                  <a:pt x="1210250" y="9695"/>
                </a:cubicBezTo>
                <a:lnTo>
                  <a:pt x="1205450" y="9695"/>
                </a:lnTo>
                <a:lnTo>
                  <a:pt x="1205450" y="6212"/>
                </a:lnTo>
                <a:lnTo>
                  <a:pt x="1263242" y="6212"/>
                </a:lnTo>
                <a:lnTo>
                  <a:pt x="1263242" y="9695"/>
                </a:lnTo>
                <a:cubicBezTo>
                  <a:pt x="1256465" y="9632"/>
                  <a:pt x="1251712" y="10261"/>
                  <a:pt x="1248982" y="11580"/>
                </a:cubicBezTo>
                <a:cubicBezTo>
                  <a:pt x="1246253" y="12898"/>
                  <a:pt x="1244386" y="14562"/>
                  <a:pt x="1243382" y="16572"/>
                </a:cubicBezTo>
                <a:cubicBezTo>
                  <a:pt x="1242378" y="18582"/>
                  <a:pt x="1241876" y="23386"/>
                  <a:pt x="1241876" y="30985"/>
                </a:cubicBezTo>
                <a:lnTo>
                  <a:pt x="1241876" y="111243"/>
                </a:lnTo>
                <a:cubicBezTo>
                  <a:pt x="1241876" y="116455"/>
                  <a:pt x="1242378" y="120035"/>
                  <a:pt x="1243382" y="121982"/>
                </a:cubicBezTo>
                <a:cubicBezTo>
                  <a:pt x="1244135" y="123300"/>
                  <a:pt x="1245296" y="124273"/>
                  <a:pt x="1246865" y="124903"/>
                </a:cubicBezTo>
                <a:cubicBezTo>
                  <a:pt x="1248433" y="125530"/>
                  <a:pt x="1253328" y="125844"/>
                  <a:pt x="1261548" y="125844"/>
                </a:cubicBezTo>
                <a:lnTo>
                  <a:pt x="1270866" y="125844"/>
                </a:lnTo>
                <a:cubicBezTo>
                  <a:pt x="1280655" y="125844"/>
                  <a:pt x="1287526" y="125118"/>
                  <a:pt x="1291480" y="123664"/>
                </a:cubicBezTo>
                <a:cubicBezTo>
                  <a:pt x="1295433" y="122211"/>
                  <a:pt x="1299041" y="119637"/>
                  <a:pt x="1302304" y="115940"/>
                </a:cubicBezTo>
                <a:cubicBezTo>
                  <a:pt x="1305567" y="112244"/>
                  <a:pt x="1308830" y="106415"/>
                  <a:pt x="1312093" y="98454"/>
                </a:cubicBezTo>
                <a:close/>
                <a:moveTo>
                  <a:pt x="1398247" y="133845"/>
                </a:moveTo>
                <a:lnTo>
                  <a:pt x="1348926" y="26449"/>
                </a:lnTo>
                <a:lnTo>
                  <a:pt x="1348926" y="111725"/>
                </a:lnTo>
                <a:cubicBezTo>
                  <a:pt x="1348926" y="119569"/>
                  <a:pt x="1349773" y="124464"/>
                  <a:pt x="1351467" y="126409"/>
                </a:cubicBezTo>
                <a:cubicBezTo>
                  <a:pt x="1353789" y="129044"/>
                  <a:pt x="1357460" y="130362"/>
                  <a:pt x="1362480" y="130362"/>
                </a:cubicBezTo>
                <a:lnTo>
                  <a:pt x="1366998" y="130362"/>
                </a:lnTo>
                <a:lnTo>
                  <a:pt x="1366998" y="133845"/>
                </a:lnTo>
                <a:lnTo>
                  <a:pt x="1322571" y="133845"/>
                </a:lnTo>
                <a:lnTo>
                  <a:pt x="1322571" y="130362"/>
                </a:lnTo>
                <a:lnTo>
                  <a:pt x="1327089" y="130362"/>
                </a:lnTo>
                <a:cubicBezTo>
                  <a:pt x="1332486" y="130362"/>
                  <a:pt x="1336313" y="128731"/>
                  <a:pt x="1338572" y="125468"/>
                </a:cubicBezTo>
                <a:cubicBezTo>
                  <a:pt x="1339953" y="123460"/>
                  <a:pt x="1340643" y="118879"/>
                  <a:pt x="1340643" y="111725"/>
                </a:cubicBezTo>
                <a:lnTo>
                  <a:pt x="1340643" y="28331"/>
                </a:lnTo>
                <a:cubicBezTo>
                  <a:pt x="1340643" y="22684"/>
                  <a:pt x="1340016" y="18605"/>
                  <a:pt x="1338761" y="16095"/>
                </a:cubicBezTo>
                <a:cubicBezTo>
                  <a:pt x="1337882" y="14275"/>
                  <a:pt x="1336266" y="12754"/>
                  <a:pt x="1333913" y="11530"/>
                </a:cubicBezTo>
                <a:cubicBezTo>
                  <a:pt x="1331560" y="10307"/>
                  <a:pt x="1327780" y="9695"/>
                  <a:pt x="1322571" y="9695"/>
                </a:cubicBezTo>
                <a:lnTo>
                  <a:pt x="1322571" y="6212"/>
                </a:lnTo>
                <a:lnTo>
                  <a:pt x="1358715" y="6212"/>
                </a:lnTo>
                <a:lnTo>
                  <a:pt x="1405024" y="106078"/>
                </a:lnTo>
                <a:lnTo>
                  <a:pt x="1450580" y="6212"/>
                </a:lnTo>
                <a:lnTo>
                  <a:pt x="1486724" y="6212"/>
                </a:lnTo>
                <a:lnTo>
                  <a:pt x="1486724" y="9695"/>
                </a:lnTo>
                <a:lnTo>
                  <a:pt x="1482300" y="9695"/>
                </a:lnTo>
                <a:cubicBezTo>
                  <a:pt x="1476841" y="9695"/>
                  <a:pt x="1472982" y="11326"/>
                  <a:pt x="1470723" y="14589"/>
                </a:cubicBezTo>
                <a:cubicBezTo>
                  <a:pt x="1469342" y="16597"/>
                  <a:pt x="1468652" y="21178"/>
                  <a:pt x="1468652" y="28331"/>
                </a:cubicBezTo>
                <a:lnTo>
                  <a:pt x="1468652" y="111725"/>
                </a:lnTo>
                <a:cubicBezTo>
                  <a:pt x="1468652" y="119569"/>
                  <a:pt x="1469531" y="124464"/>
                  <a:pt x="1471288" y="126409"/>
                </a:cubicBezTo>
                <a:cubicBezTo>
                  <a:pt x="1473609" y="129044"/>
                  <a:pt x="1477280" y="130362"/>
                  <a:pt x="1482300" y="130362"/>
                </a:cubicBezTo>
                <a:lnTo>
                  <a:pt x="1486724" y="130362"/>
                </a:lnTo>
                <a:lnTo>
                  <a:pt x="1486724" y="133845"/>
                </a:lnTo>
                <a:lnTo>
                  <a:pt x="1432508" y="133845"/>
                </a:lnTo>
                <a:lnTo>
                  <a:pt x="1432508" y="130362"/>
                </a:lnTo>
                <a:lnTo>
                  <a:pt x="1437026" y="130362"/>
                </a:lnTo>
                <a:cubicBezTo>
                  <a:pt x="1442486" y="130362"/>
                  <a:pt x="1446313" y="128731"/>
                  <a:pt x="1448509" y="125468"/>
                </a:cubicBezTo>
                <a:cubicBezTo>
                  <a:pt x="1449890" y="123460"/>
                  <a:pt x="1450580" y="118879"/>
                  <a:pt x="1450580" y="111725"/>
                </a:cubicBezTo>
                <a:lnTo>
                  <a:pt x="1450580" y="26449"/>
                </a:lnTo>
                <a:lnTo>
                  <a:pt x="1401353" y="133845"/>
                </a:lnTo>
                <a:lnTo>
                  <a:pt x="1398247" y="133845"/>
                </a:lnTo>
                <a:close/>
                <a:moveTo>
                  <a:pt x="1566887" y="0"/>
                </a:moveTo>
                <a:cubicBezTo>
                  <a:pt x="1569522" y="0"/>
                  <a:pt x="1571765" y="930"/>
                  <a:pt x="1573616" y="2791"/>
                </a:cubicBezTo>
                <a:cubicBezTo>
                  <a:pt x="1575468" y="4650"/>
                  <a:pt x="1576393" y="6904"/>
                  <a:pt x="1576393" y="9554"/>
                </a:cubicBezTo>
                <a:cubicBezTo>
                  <a:pt x="1576393" y="12203"/>
                  <a:pt x="1575468" y="14474"/>
                  <a:pt x="1573616" y="16366"/>
                </a:cubicBezTo>
                <a:cubicBezTo>
                  <a:pt x="1571765" y="18256"/>
                  <a:pt x="1569522" y="19201"/>
                  <a:pt x="1566887" y="19201"/>
                </a:cubicBezTo>
                <a:cubicBezTo>
                  <a:pt x="1564251" y="19201"/>
                  <a:pt x="1561992" y="18256"/>
                  <a:pt x="1560110" y="16366"/>
                </a:cubicBezTo>
                <a:cubicBezTo>
                  <a:pt x="1558227" y="14474"/>
                  <a:pt x="1557286" y="12203"/>
                  <a:pt x="1557286" y="9554"/>
                </a:cubicBezTo>
                <a:cubicBezTo>
                  <a:pt x="1557286" y="6904"/>
                  <a:pt x="1558211" y="4650"/>
                  <a:pt x="1560063" y="2791"/>
                </a:cubicBezTo>
                <a:cubicBezTo>
                  <a:pt x="1561914" y="930"/>
                  <a:pt x="1564188" y="0"/>
                  <a:pt x="1566887" y="0"/>
                </a:cubicBezTo>
                <a:moveTo>
                  <a:pt x="1574699" y="45180"/>
                </a:moveTo>
                <a:lnTo>
                  <a:pt x="1574699" y="114302"/>
                </a:lnTo>
                <a:cubicBezTo>
                  <a:pt x="1574699" y="119687"/>
                  <a:pt x="1575091" y="123271"/>
                  <a:pt x="1575875" y="125056"/>
                </a:cubicBezTo>
                <a:cubicBezTo>
                  <a:pt x="1576660" y="126840"/>
                  <a:pt x="1577821" y="128171"/>
                  <a:pt x="1579358" y="129047"/>
                </a:cubicBezTo>
                <a:cubicBezTo>
                  <a:pt x="1580895" y="129924"/>
                  <a:pt x="1583703" y="130362"/>
                  <a:pt x="1587782" y="130362"/>
                </a:cubicBezTo>
                <a:lnTo>
                  <a:pt x="1587782" y="133845"/>
                </a:lnTo>
                <a:lnTo>
                  <a:pt x="1545897" y="133845"/>
                </a:lnTo>
                <a:lnTo>
                  <a:pt x="1545897" y="130362"/>
                </a:lnTo>
                <a:cubicBezTo>
                  <a:pt x="1550101" y="130362"/>
                  <a:pt x="1552925" y="129955"/>
                  <a:pt x="1554368" y="129141"/>
                </a:cubicBezTo>
                <a:cubicBezTo>
                  <a:pt x="1555811" y="128328"/>
                  <a:pt x="1556956" y="126981"/>
                  <a:pt x="1557804" y="125103"/>
                </a:cubicBezTo>
                <a:cubicBezTo>
                  <a:pt x="1558651" y="123224"/>
                  <a:pt x="1559074" y="119624"/>
                  <a:pt x="1559074" y="114302"/>
                </a:cubicBezTo>
                <a:lnTo>
                  <a:pt x="1559074" y="81150"/>
                </a:lnTo>
                <a:cubicBezTo>
                  <a:pt x="1559074" y="71820"/>
                  <a:pt x="1558792" y="65778"/>
                  <a:pt x="1558227" y="63025"/>
                </a:cubicBezTo>
                <a:cubicBezTo>
                  <a:pt x="1557788" y="61021"/>
                  <a:pt x="1557098" y="59628"/>
                  <a:pt x="1556156" y="58845"/>
                </a:cubicBezTo>
                <a:cubicBezTo>
                  <a:pt x="1555215" y="58063"/>
                  <a:pt x="1553929" y="57672"/>
                  <a:pt x="1552297" y="57672"/>
                </a:cubicBezTo>
                <a:cubicBezTo>
                  <a:pt x="1550540" y="57672"/>
                  <a:pt x="1548407" y="58141"/>
                  <a:pt x="1545897" y="59081"/>
                </a:cubicBezTo>
                <a:lnTo>
                  <a:pt x="1544579" y="55698"/>
                </a:lnTo>
                <a:lnTo>
                  <a:pt x="1570557" y="45180"/>
                </a:lnTo>
                <a:lnTo>
                  <a:pt x="1574699" y="45180"/>
                </a:lnTo>
                <a:close/>
                <a:moveTo>
                  <a:pt x="1623676" y="63440"/>
                </a:moveTo>
                <a:cubicBezTo>
                  <a:pt x="1633779" y="51266"/>
                  <a:pt x="1643411" y="45180"/>
                  <a:pt x="1652572" y="45180"/>
                </a:cubicBezTo>
                <a:cubicBezTo>
                  <a:pt x="1657278" y="45180"/>
                  <a:pt x="1661326" y="46354"/>
                  <a:pt x="1664714" y="48703"/>
                </a:cubicBezTo>
                <a:cubicBezTo>
                  <a:pt x="1668103" y="51051"/>
                  <a:pt x="1670801" y="54917"/>
                  <a:pt x="1672809" y="60301"/>
                </a:cubicBezTo>
                <a:cubicBezTo>
                  <a:pt x="1674189" y="64056"/>
                  <a:pt x="1674880" y="69817"/>
                  <a:pt x="1674880" y="77582"/>
                </a:cubicBezTo>
                <a:lnTo>
                  <a:pt x="1674880" y="114302"/>
                </a:lnTo>
                <a:cubicBezTo>
                  <a:pt x="1674880" y="119750"/>
                  <a:pt x="1675319" y="123444"/>
                  <a:pt x="1676197" y="125385"/>
                </a:cubicBezTo>
                <a:cubicBezTo>
                  <a:pt x="1676888" y="126950"/>
                  <a:pt x="1678001" y="128171"/>
                  <a:pt x="1679539" y="129047"/>
                </a:cubicBezTo>
                <a:cubicBezTo>
                  <a:pt x="1681076" y="129924"/>
                  <a:pt x="1683916" y="130362"/>
                  <a:pt x="1688057" y="130362"/>
                </a:cubicBezTo>
                <a:lnTo>
                  <a:pt x="1688057" y="133845"/>
                </a:lnTo>
                <a:lnTo>
                  <a:pt x="1645419" y="133845"/>
                </a:lnTo>
                <a:lnTo>
                  <a:pt x="1645419" y="130362"/>
                </a:lnTo>
                <a:lnTo>
                  <a:pt x="1647207" y="130362"/>
                </a:lnTo>
                <a:cubicBezTo>
                  <a:pt x="1651223" y="130362"/>
                  <a:pt x="1654031" y="129753"/>
                  <a:pt x="1655631" y="128535"/>
                </a:cubicBezTo>
                <a:cubicBezTo>
                  <a:pt x="1657231" y="127318"/>
                  <a:pt x="1658345" y="125523"/>
                  <a:pt x="1658973" y="123153"/>
                </a:cubicBezTo>
                <a:cubicBezTo>
                  <a:pt x="1659224" y="122215"/>
                  <a:pt x="1659349" y="119281"/>
                  <a:pt x="1659349" y="114349"/>
                </a:cubicBezTo>
                <a:lnTo>
                  <a:pt x="1659349" y="79232"/>
                </a:lnTo>
                <a:cubicBezTo>
                  <a:pt x="1659349" y="71429"/>
                  <a:pt x="1658329" y="65764"/>
                  <a:pt x="1656290" y="62237"/>
                </a:cubicBezTo>
                <a:cubicBezTo>
                  <a:pt x="1654251" y="58709"/>
                  <a:pt x="1650815" y="56945"/>
                  <a:pt x="1645983" y="56945"/>
                </a:cubicBezTo>
                <a:cubicBezTo>
                  <a:pt x="1638516" y="56945"/>
                  <a:pt x="1631080" y="61003"/>
                  <a:pt x="1623676" y="69120"/>
                </a:cubicBezTo>
                <a:lnTo>
                  <a:pt x="1623676" y="114349"/>
                </a:lnTo>
                <a:cubicBezTo>
                  <a:pt x="1623676" y="120155"/>
                  <a:pt x="1624021" y="123745"/>
                  <a:pt x="1624711" y="125118"/>
                </a:cubicBezTo>
                <a:cubicBezTo>
                  <a:pt x="1625590" y="126927"/>
                  <a:pt x="1626798" y="128254"/>
                  <a:pt x="1628335" y="129097"/>
                </a:cubicBezTo>
                <a:cubicBezTo>
                  <a:pt x="1629873" y="129940"/>
                  <a:pt x="1632994" y="130362"/>
                  <a:pt x="1637701" y="130362"/>
                </a:cubicBezTo>
                <a:lnTo>
                  <a:pt x="1637701" y="133845"/>
                </a:lnTo>
                <a:lnTo>
                  <a:pt x="1595062" y="133845"/>
                </a:lnTo>
                <a:lnTo>
                  <a:pt x="1595062" y="130362"/>
                </a:lnTo>
                <a:lnTo>
                  <a:pt x="1596945" y="130362"/>
                </a:lnTo>
                <a:cubicBezTo>
                  <a:pt x="1601337" y="130362"/>
                  <a:pt x="1604302" y="129251"/>
                  <a:pt x="1605840" y="127029"/>
                </a:cubicBezTo>
                <a:cubicBezTo>
                  <a:pt x="1607377" y="124806"/>
                  <a:pt x="1608146" y="120563"/>
                  <a:pt x="1608146" y="114302"/>
                </a:cubicBezTo>
                <a:lnTo>
                  <a:pt x="1608146" y="82370"/>
                </a:lnTo>
                <a:cubicBezTo>
                  <a:pt x="1608146" y="72040"/>
                  <a:pt x="1607910" y="65749"/>
                  <a:pt x="1607440" y="63496"/>
                </a:cubicBezTo>
                <a:cubicBezTo>
                  <a:pt x="1606969" y="61241"/>
                  <a:pt x="1606247" y="59706"/>
                  <a:pt x="1605275" y="58892"/>
                </a:cubicBezTo>
                <a:cubicBezTo>
                  <a:pt x="1604302" y="58079"/>
                  <a:pt x="1603000" y="57672"/>
                  <a:pt x="1601369" y="57672"/>
                </a:cubicBezTo>
                <a:cubicBezTo>
                  <a:pt x="1599612" y="57672"/>
                  <a:pt x="1597510" y="58141"/>
                  <a:pt x="1595062" y="59081"/>
                </a:cubicBezTo>
                <a:lnTo>
                  <a:pt x="1593650" y="55698"/>
                </a:lnTo>
                <a:lnTo>
                  <a:pt x="1619629" y="45180"/>
                </a:lnTo>
                <a:lnTo>
                  <a:pt x="1623676" y="45180"/>
                </a:lnTo>
                <a:lnTo>
                  <a:pt x="1623676" y="63440"/>
                </a:lnTo>
                <a:close/>
                <a:moveTo>
                  <a:pt x="1719965" y="19201"/>
                </a:moveTo>
                <a:lnTo>
                  <a:pt x="1719965" y="47627"/>
                </a:lnTo>
                <a:lnTo>
                  <a:pt x="1740108" y="47627"/>
                </a:lnTo>
                <a:lnTo>
                  <a:pt x="1740108" y="54216"/>
                </a:lnTo>
                <a:lnTo>
                  <a:pt x="1719965" y="54216"/>
                </a:lnTo>
                <a:lnTo>
                  <a:pt x="1719965" y="110049"/>
                </a:lnTo>
                <a:cubicBezTo>
                  <a:pt x="1719965" y="115628"/>
                  <a:pt x="1720765" y="119389"/>
                  <a:pt x="1722365" y="121332"/>
                </a:cubicBezTo>
                <a:cubicBezTo>
                  <a:pt x="1723965" y="123273"/>
                  <a:pt x="1726020" y="124244"/>
                  <a:pt x="1728530" y="124244"/>
                </a:cubicBezTo>
                <a:cubicBezTo>
                  <a:pt x="1730601" y="124244"/>
                  <a:pt x="1732609" y="123601"/>
                  <a:pt x="1734554" y="122314"/>
                </a:cubicBezTo>
                <a:cubicBezTo>
                  <a:pt x="1736500" y="121028"/>
                  <a:pt x="1738006" y="119130"/>
                  <a:pt x="1739072" y="116620"/>
                </a:cubicBezTo>
                <a:lnTo>
                  <a:pt x="1742743" y="116620"/>
                </a:lnTo>
                <a:cubicBezTo>
                  <a:pt x="1740547" y="122787"/>
                  <a:pt x="1737441" y="127451"/>
                  <a:pt x="1733425" y="130612"/>
                </a:cubicBezTo>
                <a:cubicBezTo>
                  <a:pt x="1729409" y="133771"/>
                  <a:pt x="1725267" y="135351"/>
                  <a:pt x="1721000" y="135351"/>
                </a:cubicBezTo>
                <a:cubicBezTo>
                  <a:pt x="1718114" y="135351"/>
                  <a:pt x="1715290" y="134550"/>
                  <a:pt x="1712529" y="132947"/>
                </a:cubicBezTo>
                <a:cubicBezTo>
                  <a:pt x="1709768" y="131345"/>
                  <a:pt x="1707729" y="129053"/>
                  <a:pt x="1706411" y="126071"/>
                </a:cubicBezTo>
                <a:cubicBezTo>
                  <a:pt x="1705093" y="123086"/>
                  <a:pt x="1704435" y="118484"/>
                  <a:pt x="1704435" y="112264"/>
                </a:cubicBezTo>
                <a:lnTo>
                  <a:pt x="1704435" y="54216"/>
                </a:lnTo>
                <a:lnTo>
                  <a:pt x="1690787" y="54216"/>
                </a:lnTo>
                <a:lnTo>
                  <a:pt x="1690787" y="51109"/>
                </a:lnTo>
                <a:cubicBezTo>
                  <a:pt x="1694238" y="49725"/>
                  <a:pt x="1697767" y="47381"/>
                  <a:pt x="1701376" y="44077"/>
                </a:cubicBezTo>
                <a:cubicBezTo>
                  <a:pt x="1704984" y="40772"/>
                  <a:pt x="1708200" y="36855"/>
                  <a:pt x="1711023" y="32323"/>
                </a:cubicBezTo>
                <a:cubicBezTo>
                  <a:pt x="1712467" y="29932"/>
                  <a:pt x="1714475" y="25559"/>
                  <a:pt x="1717047" y="19201"/>
                </a:cubicBezTo>
                <a:lnTo>
                  <a:pt x="1719965" y="19201"/>
                </a:lnTo>
                <a:close/>
                <a:moveTo>
                  <a:pt x="1763012" y="80194"/>
                </a:moveTo>
                <a:cubicBezTo>
                  <a:pt x="1762949" y="92965"/>
                  <a:pt x="1766055" y="102983"/>
                  <a:pt x="1772330" y="110246"/>
                </a:cubicBezTo>
                <a:cubicBezTo>
                  <a:pt x="1778605" y="117507"/>
                  <a:pt x="1785978" y="121138"/>
                  <a:pt x="1794449" y="121138"/>
                </a:cubicBezTo>
                <a:cubicBezTo>
                  <a:pt x="1800097" y="121138"/>
                  <a:pt x="1805007" y="119585"/>
                  <a:pt x="1809180" y="116479"/>
                </a:cubicBezTo>
                <a:cubicBezTo>
                  <a:pt x="1813353" y="113373"/>
                  <a:pt x="1816851" y="108055"/>
                  <a:pt x="1819675" y="100525"/>
                </a:cubicBezTo>
                <a:lnTo>
                  <a:pt x="1822593" y="102407"/>
                </a:lnTo>
                <a:cubicBezTo>
                  <a:pt x="1821275" y="111004"/>
                  <a:pt x="1817447" y="118832"/>
                  <a:pt x="1811109" y="125891"/>
                </a:cubicBezTo>
                <a:cubicBezTo>
                  <a:pt x="1804772" y="132950"/>
                  <a:pt x="1796834" y="136480"/>
                  <a:pt x="1787296" y="136480"/>
                </a:cubicBezTo>
                <a:cubicBezTo>
                  <a:pt x="1776942" y="136480"/>
                  <a:pt x="1768079" y="132457"/>
                  <a:pt x="1760706" y="124412"/>
                </a:cubicBezTo>
                <a:cubicBezTo>
                  <a:pt x="1753333" y="116364"/>
                  <a:pt x="1749646" y="105546"/>
                  <a:pt x="1749646" y="91956"/>
                </a:cubicBezTo>
                <a:cubicBezTo>
                  <a:pt x="1749646" y="77242"/>
                  <a:pt x="1753427" y="65767"/>
                  <a:pt x="1760988" y="57533"/>
                </a:cubicBezTo>
                <a:cubicBezTo>
                  <a:pt x="1768550" y="49298"/>
                  <a:pt x="1778040" y="45180"/>
                  <a:pt x="1789461" y="45180"/>
                </a:cubicBezTo>
                <a:cubicBezTo>
                  <a:pt x="1799124" y="45180"/>
                  <a:pt x="1807062" y="48356"/>
                  <a:pt x="1813274" y="54710"/>
                </a:cubicBezTo>
                <a:cubicBezTo>
                  <a:pt x="1819486" y="61061"/>
                  <a:pt x="1822593" y="69556"/>
                  <a:pt x="1822593" y="80194"/>
                </a:cubicBezTo>
                <a:lnTo>
                  <a:pt x="1763012" y="80194"/>
                </a:lnTo>
                <a:moveTo>
                  <a:pt x="1763012" y="74735"/>
                </a:moveTo>
                <a:lnTo>
                  <a:pt x="1802921" y="74735"/>
                </a:lnTo>
                <a:cubicBezTo>
                  <a:pt x="1802607" y="69213"/>
                  <a:pt x="1801948" y="65322"/>
                  <a:pt x="1800944" y="63063"/>
                </a:cubicBezTo>
                <a:cubicBezTo>
                  <a:pt x="1799375" y="59549"/>
                  <a:pt x="1797038" y="56788"/>
                  <a:pt x="1793932" y="54780"/>
                </a:cubicBezTo>
                <a:cubicBezTo>
                  <a:pt x="1790826" y="52772"/>
                  <a:pt x="1787578" y="51768"/>
                  <a:pt x="1784190" y="51768"/>
                </a:cubicBezTo>
                <a:cubicBezTo>
                  <a:pt x="1778982" y="51768"/>
                  <a:pt x="1774322" y="53792"/>
                  <a:pt x="1770212" y="57839"/>
                </a:cubicBezTo>
                <a:cubicBezTo>
                  <a:pt x="1766102" y="61887"/>
                  <a:pt x="1763702" y="67518"/>
                  <a:pt x="1763012" y="74735"/>
                </a:cubicBezTo>
                <a:close/>
                <a:moveTo>
                  <a:pt x="1859330" y="45180"/>
                </a:moveTo>
                <a:lnTo>
                  <a:pt x="1859330" y="64569"/>
                </a:lnTo>
                <a:cubicBezTo>
                  <a:pt x="1866546" y="51643"/>
                  <a:pt x="1873951" y="45180"/>
                  <a:pt x="1881543" y="45180"/>
                </a:cubicBezTo>
                <a:cubicBezTo>
                  <a:pt x="1884994" y="45180"/>
                  <a:pt x="1887850" y="46231"/>
                  <a:pt x="1890109" y="48333"/>
                </a:cubicBezTo>
                <a:cubicBezTo>
                  <a:pt x="1892367" y="50435"/>
                  <a:pt x="1893497" y="52866"/>
                  <a:pt x="1893497" y="55627"/>
                </a:cubicBezTo>
                <a:cubicBezTo>
                  <a:pt x="1893497" y="58075"/>
                  <a:pt x="1892681" y="60145"/>
                  <a:pt x="1891050" y="61840"/>
                </a:cubicBezTo>
                <a:cubicBezTo>
                  <a:pt x="1889418" y="63534"/>
                  <a:pt x="1887473" y="64381"/>
                  <a:pt x="1885214" y="64381"/>
                </a:cubicBezTo>
                <a:cubicBezTo>
                  <a:pt x="1883018" y="64381"/>
                  <a:pt x="1880555" y="63299"/>
                  <a:pt x="1877825" y="61134"/>
                </a:cubicBezTo>
                <a:cubicBezTo>
                  <a:pt x="1875096" y="58969"/>
                  <a:pt x="1873072" y="57886"/>
                  <a:pt x="1871754" y="57886"/>
                </a:cubicBezTo>
                <a:cubicBezTo>
                  <a:pt x="1870625" y="57886"/>
                  <a:pt x="1869401" y="58512"/>
                  <a:pt x="1868083" y="59763"/>
                </a:cubicBezTo>
                <a:cubicBezTo>
                  <a:pt x="1865260" y="62330"/>
                  <a:pt x="1862342" y="66555"/>
                  <a:pt x="1859330" y="72437"/>
                </a:cubicBezTo>
                <a:lnTo>
                  <a:pt x="1859330" y="113652"/>
                </a:lnTo>
                <a:cubicBezTo>
                  <a:pt x="1859330" y="118407"/>
                  <a:pt x="1859926" y="122006"/>
                  <a:pt x="1861118" y="124447"/>
                </a:cubicBezTo>
                <a:cubicBezTo>
                  <a:pt x="1861934" y="126137"/>
                  <a:pt x="1863377" y="127546"/>
                  <a:pt x="1865448" y="128674"/>
                </a:cubicBezTo>
                <a:cubicBezTo>
                  <a:pt x="1867519" y="129799"/>
                  <a:pt x="1870499" y="130362"/>
                  <a:pt x="1874390" y="130362"/>
                </a:cubicBezTo>
                <a:lnTo>
                  <a:pt x="1874390" y="133845"/>
                </a:lnTo>
                <a:lnTo>
                  <a:pt x="1830246" y="133845"/>
                </a:lnTo>
                <a:lnTo>
                  <a:pt x="1830246" y="130362"/>
                </a:lnTo>
                <a:cubicBezTo>
                  <a:pt x="1834638" y="130362"/>
                  <a:pt x="1837901" y="129674"/>
                  <a:pt x="1840034" y="128297"/>
                </a:cubicBezTo>
                <a:cubicBezTo>
                  <a:pt x="1841603" y="127295"/>
                  <a:pt x="1842701" y="125698"/>
                  <a:pt x="1843329" y="123506"/>
                </a:cubicBezTo>
                <a:cubicBezTo>
                  <a:pt x="1843643" y="122441"/>
                  <a:pt x="1843799" y="119404"/>
                  <a:pt x="1843799" y="114396"/>
                </a:cubicBezTo>
                <a:lnTo>
                  <a:pt x="1843799" y="81056"/>
                </a:lnTo>
                <a:cubicBezTo>
                  <a:pt x="1843799" y="71037"/>
                  <a:pt x="1843595" y="65074"/>
                  <a:pt x="1843188" y="63166"/>
                </a:cubicBezTo>
                <a:cubicBezTo>
                  <a:pt x="1842780" y="61256"/>
                  <a:pt x="1842027" y="59863"/>
                  <a:pt x="1840929" y="58986"/>
                </a:cubicBezTo>
                <a:cubicBezTo>
                  <a:pt x="1839830" y="58110"/>
                  <a:pt x="1838466" y="57672"/>
                  <a:pt x="1836834" y="57672"/>
                </a:cubicBezTo>
                <a:cubicBezTo>
                  <a:pt x="1834889" y="57672"/>
                  <a:pt x="1832693" y="58141"/>
                  <a:pt x="1830246" y="59081"/>
                </a:cubicBezTo>
                <a:lnTo>
                  <a:pt x="1829304" y="55698"/>
                </a:lnTo>
                <a:lnTo>
                  <a:pt x="1855377" y="45180"/>
                </a:lnTo>
                <a:lnTo>
                  <a:pt x="1859330" y="45180"/>
                </a:lnTo>
                <a:close/>
                <a:moveTo>
                  <a:pt x="1947147" y="121420"/>
                </a:moveTo>
                <a:cubicBezTo>
                  <a:pt x="1938299" y="128260"/>
                  <a:pt x="1932746" y="132213"/>
                  <a:pt x="1930487" y="133280"/>
                </a:cubicBezTo>
                <a:cubicBezTo>
                  <a:pt x="1927098" y="134911"/>
                  <a:pt x="1923490" y="135727"/>
                  <a:pt x="1919663" y="135727"/>
                </a:cubicBezTo>
                <a:cubicBezTo>
                  <a:pt x="1913701" y="135727"/>
                  <a:pt x="1908791" y="133688"/>
                  <a:pt x="1904932" y="129609"/>
                </a:cubicBezTo>
                <a:cubicBezTo>
                  <a:pt x="1901073" y="125530"/>
                  <a:pt x="1899143" y="120165"/>
                  <a:pt x="1899143" y="113514"/>
                </a:cubicBezTo>
                <a:cubicBezTo>
                  <a:pt x="1899143" y="109310"/>
                  <a:pt x="1900085" y="105670"/>
                  <a:pt x="1901967" y="102595"/>
                </a:cubicBezTo>
                <a:cubicBezTo>
                  <a:pt x="1904540" y="98328"/>
                  <a:pt x="1909011" y="94312"/>
                  <a:pt x="1915380" y="90547"/>
                </a:cubicBezTo>
                <a:cubicBezTo>
                  <a:pt x="1921749" y="86783"/>
                  <a:pt x="1932338" y="82202"/>
                  <a:pt x="1947147" y="76805"/>
                </a:cubicBezTo>
                <a:lnTo>
                  <a:pt x="1947147" y="73417"/>
                </a:lnTo>
                <a:cubicBezTo>
                  <a:pt x="1947147" y="64820"/>
                  <a:pt x="1945782" y="58922"/>
                  <a:pt x="1943052" y="55722"/>
                </a:cubicBezTo>
                <a:cubicBezTo>
                  <a:pt x="1940323" y="52521"/>
                  <a:pt x="1936354" y="50921"/>
                  <a:pt x="1931146" y="50921"/>
                </a:cubicBezTo>
                <a:cubicBezTo>
                  <a:pt x="1927192" y="50921"/>
                  <a:pt x="1924055" y="51984"/>
                  <a:pt x="1921733" y="54110"/>
                </a:cubicBezTo>
                <a:cubicBezTo>
                  <a:pt x="1919349" y="56235"/>
                  <a:pt x="1918157" y="58674"/>
                  <a:pt x="1918157" y="61425"/>
                </a:cubicBezTo>
                <a:lnTo>
                  <a:pt x="1918345" y="66863"/>
                </a:lnTo>
                <a:cubicBezTo>
                  <a:pt x="1918345" y="69738"/>
                  <a:pt x="1917607" y="71957"/>
                  <a:pt x="1916133" y="73520"/>
                </a:cubicBezTo>
                <a:cubicBezTo>
                  <a:pt x="1914658" y="75083"/>
                  <a:pt x="1912729" y="75864"/>
                  <a:pt x="1910344" y="75864"/>
                </a:cubicBezTo>
                <a:cubicBezTo>
                  <a:pt x="1908023" y="75864"/>
                  <a:pt x="1906124" y="75051"/>
                  <a:pt x="1904650" y="73426"/>
                </a:cubicBezTo>
                <a:cubicBezTo>
                  <a:pt x="1903175" y="71798"/>
                  <a:pt x="1902438" y="69576"/>
                  <a:pt x="1902438" y="66761"/>
                </a:cubicBezTo>
                <a:cubicBezTo>
                  <a:pt x="1902438" y="61382"/>
                  <a:pt x="1905199" y="56440"/>
                  <a:pt x="1910721" y="51936"/>
                </a:cubicBezTo>
                <a:cubicBezTo>
                  <a:pt x="1916243" y="47432"/>
                  <a:pt x="1923992" y="45180"/>
                  <a:pt x="1933969" y="45180"/>
                </a:cubicBezTo>
                <a:cubicBezTo>
                  <a:pt x="1941625" y="45180"/>
                  <a:pt x="1947900" y="46464"/>
                  <a:pt x="1952794" y="49033"/>
                </a:cubicBezTo>
                <a:cubicBezTo>
                  <a:pt x="1956496" y="50976"/>
                  <a:pt x="1959226" y="54017"/>
                  <a:pt x="1960983" y="58154"/>
                </a:cubicBezTo>
                <a:cubicBezTo>
                  <a:pt x="1962113" y="60848"/>
                  <a:pt x="1962677" y="66363"/>
                  <a:pt x="1962677" y="74699"/>
                </a:cubicBezTo>
                <a:lnTo>
                  <a:pt x="1962677" y="103937"/>
                </a:lnTo>
                <a:cubicBezTo>
                  <a:pt x="1962677" y="112147"/>
                  <a:pt x="1962834" y="117177"/>
                  <a:pt x="1963148" y="119026"/>
                </a:cubicBezTo>
                <a:cubicBezTo>
                  <a:pt x="1963462" y="120875"/>
                  <a:pt x="1963979" y="122113"/>
                  <a:pt x="1964701" y="122741"/>
                </a:cubicBezTo>
                <a:cubicBezTo>
                  <a:pt x="1965423" y="123366"/>
                  <a:pt x="1966254" y="123679"/>
                  <a:pt x="1967195" y="123679"/>
                </a:cubicBezTo>
                <a:cubicBezTo>
                  <a:pt x="1968199" y="123679"/>
                  <a:pt x="1969078" y="123460"/>
                  <a:pt x="1969831" y="123020"/>
                </a:cubicBezTo>
                <a:cubicBezTo>
                  <a:pt x="1971148" y="122205"/>
                  <a:pt x="1973690" y="119914"/>
                  <a:pt x="1977455" y="116149"/>
                </a:cubicBezTo>
                <a:lnTo>
                  <a:pt x="1977455" y="121420"/>
                </a:lnTo>
                <a:cubicBezTo>
                  <a:pt x="1970427" y="130833"/>
                  <a:pt x="1963713" y="135539"/>
                  <a:pt x="1957312" y="135539"/>
                </a:cubicBezTo>
                <a:cubicBezTo>
                  <a:pt x="1954237" y="135539"/>
                  <a:pt x="1951790" y="134472"/>
                  <a:pt x="1949971" y="132339"/>
                </a:cubicBezTo>
                <a:cubicBezTo>
                  <a:pt x="1948151" y="130205"/>
                  <a:pt x="1947210" y="126566"/>
                  <a:pt x="1947147" y="121420"/>
                </a:cubicBezTo>
                <a:moveTo>
                  <a:pt x="1947147" y="115249"/>
                </a:moveTo>
                <a:lnTo>
                  <a:pt x="1947147" y="82547"/>
                </a:lnTo>
                <a:cubicBezTo>
                  <a:pt x="1937672" y="86294"/>
                  <a:pt x="1931554" y="88949"/>
                  <a:pt x="1928793" y="90512"/>
                </a:cubicBezTo>
                <a:cubicBezTo>
                  <a:pt x="1923835" y="93261"/>
                  <a:pt x="1920290" y="96135"/>
                  <a:pt x="1918157" y="99133"/>
                </a:cubicBezTo>
                <a:cubicBezTo>
                  <a:pt x="1916023" y="102132"/>
                  <a:pt x="1914956" y="105411"/>
                  <a:pt x="1914956" y="108972"/>
                </a:cubicBezTo>
                <a:cubicBezTo>
                  <a:pt x="1914956" y="113471"/>
                  <a:pt x="1916305" y="117203"/>
                  <a:pt x="1919004" y="120170"/>
                </a:cubicBezTo>
                <a:cubicBezTo>
                  <a:pt x="1921702" y="123137"/>
                  <a:pt x="1924808" y="124620"/>
                  <a:pt x="1928322" y="124620"/>
                </a:cubicBezTo>
                <a:cubicBezTo>
                  <a:pt x="1933091" y="124620"/>
                  <a:pt x="1939366" y="121497"/>
                  <a:pt x="1947147" y="115249"/>
                </a:cubicBezTo>
                <a:close/>
                <a:moveTo>
                  <a:pt x="2057113" y="101089"/>
                </a:moveTo>
                <a:cubicBezTo>
                  <a:pt x="2054791" y="112447"/>
                  <a:pt x="2050242" y="121185"/>
                  <a:pt x="2043465" y="127303"/>
                </a:cubicBezTo>
                <a:cubicBezTo>
                  <a:pt x="2036688" y="133421"/>
                  <a:pt x="2029190" y="136480"/>
                  <a:pt x="2020969" y="136480"/>
                </a:cubicBezTo>
                <a:cubicBezTo>
                  <a:pt x="2011180" y="136480"/>
                  <a:pt x="2002647" y="132375"/>
                  <a:pt x="1995368" y="124165"/>
                </a:cubicBezTo>
                <a:cubicBezTo>
                  <a:pt x="1988089" y="115952"/>
                  <a:pt x="1984449" y="104856"/>
                  <a:pt x="1984449" y="90877"/>
                </a:cubicBezTo>
                <a:cubicBezTo>
                  <a:pt x="1984449" y="77337"/>
                  <a:pt x="1988481" y="66336"/>
                  <a:pt x="1996544" y="57875"/>
                </a:cubicBezTo>
                <a:cubicBezTo>
                  <a:pt x="2004607" y="49411"/>
                  <a:pt x="2014287" y="45180"/>
                  <a:pt x="2025581" y="45180"/>
                </a:cubicBezTo>
                <a:cubicBezTo>
                  <a:pt x="2034053" y="45180"/>
                  <a:pt x="2041018" y="47416"/>
                  <a:pt x="2046477" y="51889"/>
                </a:cubicBezTo>
                <a:cubicBezTo>
                  <a:pt x="2051936" y="56360"/>
                  <a:pt x="2054666" y="61003"/>
                  <a:pt x="2054666" y="65819"/>
                </a:cubicBezTo>
                <a:cubicBezTo>
                  <a:pt x="2054666" y="68196"/>
                  <a:pt x="2053897" y="70120"/>
                  <a:pt x="2052360" y="71590"/>
                </a:cubicBezTo>
                <a:cubicBezTo>
                  <a:pt x="2050822" y="73059"/>
                  <a:pt x="2048673" y="73793"/>
                  <a:pt x="2045912" y="73793"/>
                </a:cubicBezTo>
                <a:cubicBezTo>
                  <a:pt x="2042210" y="73793"/>
                  <a:pt x="2039418" y="72601"/>
                  <a:pt x="2037535" y="70217"/>
                </a:cubicBezTo>
                <a:cubicBezTo>
                  <a:pt x="2036469" y="68899"/>
                  <a:pt x="2035763" y="66389"/>
                  <a:pt x="2035417" y="62687"/>
                </a:cubicBezTo>
                <a:cubicBezTo>
                  <a:pt x="2035072" y="58985"/>
                  <a:pt x="2033802" y="56161"/>
                  <a:pt x="2031605" y="54216"/>
                </a:cubicBezTo>
                <a:cubicBezTo>
                  <a:pt x="2029409" y="52333"/>
                  <a:pt x="2026366" y="51392"/>
                  <a:pt x="2022475" y="51392"/>
                </a:cubicBezTo>
                <a:cubicBezTo>
                  <a:pt x="2016200" y="51392"/>
                  <a:pt x="2011149" y="53714"/>
                  <a:pt x="2007321" y="58357"/>
                </a:cubicBezTo>
                <a:cubicBezTo>
                  <a:pt x="2002239" y="64506"/>
                  <a:pt x="1999697" y="72633"/>
                  <a:pt x="1999697" y="82735"/>
                </a:cubicBezTo>
                <a:cubicBezTo>
                  <a:pt x="1999697" y="93026"/>
                  <a:pt x="2002223" y="102109"/>
                  <a:pt x="2007274" y="109984"/>
                </a:cubicBezTo>
                <a:cubicBezTo>
                  <a:pt x="2012326" y="117859"/>
                  <a:pt x="2019150" y="121797"/>
                  <a:pt x="2027746" y="121797"/>
                </a:cubicBezTo>
                <a:cubicBezTo>
                  <a:pt x="2033896" y="121797"/>
                  <a:pt x="2039418" y="119695"/>
                  <a:pt x="2044312" y="115490"/>
                </a:cubicBezTo>
                <a:cubicBezTo>
                  <a:pt x="2047763" y="112604"/>
                  <a:pt x="2051121" y="107364"/>
                  <a:pt x="2054383" y="99772"/>
                </a:cubicBezTo>
                <a:lnTo>
                  <a:pt x="2057113" y="101089"/>
                </a:lnTo>
                <a:close/>
                <a:moveTo>
                  <a:pt x="2094509" y="19201"/>
                </a:moveTo>
                <a:lnTo>
                  <a:pt x="2094509" y="47627"/>
                </a:lnTo>
                <a:lnTo>
                  <a:pt x="2114651" y="47627"/>
                </a:lnTo>
                <a:lnTo>
                  <a:pt x="2114651" y="54216"/>
                </a:lnTo>
                <a:lnTo>
                  <a:pt x="2094509" y="54216"/>
                </a:lnTo>
                <a:lnTo>
                  <a:pt x="2094509" y="110049"/>
                </a:lnTo>
                <a:cubicBezTo>
                  <a:pt x="2094509" y="115628"/>
                  <a:pt x="2095309" y="119389"/>
                  <a:pt x="2096909" y="121332"/>
                </a:cubicBezTo>
                <a:cubicBezTo>
                  <a:pt x="2098509" y="123273"/>
                  <a:pt x="2100564" y="124244"/>
                  <a:pt x="2103074" y="124244"/>
                </a:cubicBezTo>
                <a:cubicBezTo>
                  <a:pt x="2105145" y="124244"/>
                  <a:pt x="2107153" y="123601"/>
                  <a:pt x="2109098" y="122314"/>
                </a:cubicBezTo>
                <a:cubicBezTo>
                  <a:pt x="2111043" y="121028"/>
                  <a:pt x="2112549" y="119130"/>
                  <a:pt x="2113616" y="116620"/>
                </a:cubicBezTo>
                <a:lnTo>
                  <a:pt x="2117287" y="116620"/>
                </a:lnTo>
                <a:cubicBezTo>
                  <a:pt x="2115091" y="122787"/>
                  <a:pt x="2111985" y="127451"/>
                  <a:pt x="2107969" y="130612"/>
                </a:cubicBezTo>
                <a:cubicBezTo>
                  <a:pt x="2103953" y="133771"/>
                  <a:pt x="2099811" y="135351"/>
                  <a:pt x="2095544" y="135351"/>
                </a:cubicBezTo>
                <a:cubicBezTo>
                  <a:pt x="2092658" y="135351"/>
                  <a:pt x="2089834" y="134550"/>
                  <a:pt x="2087073" y="132947"/>
                </a:cubicBezTo>
                <a:cubicBezTo>
                  <a:pt x="2084312" y="131345"/>
                  <a:pt x="2082273" y="129053"/>
                  <a:pt x="2080955" y="126071"/>
                </a:cubicBezTo>
                <a:cubicBezTo>
                  <a:pt x="2079637" y="123086"/>
                  <a:pt x="2078978" y="118484"/>
                  <a:pt x="2078978" y="112264"/>
                </a:cubicBezTo>
                <a:lnTo>
                  <a:pt x="2078978" y="54216"/>
                </a:lnTo>
                <a:lnTo>
                  <a:pt x="2065330" y="54216"/>
                </a:lnTo>
                <a:lnTo>
                  <a:pt x="2065330" y="51109"/>
                </a:lnTo>
                <a:cubicBezTo>
                  <a:pt x="2068781" y="49725"/>
                  <a:pt x="2072311" y="47381"/>
                  <a:pt x="2075919" y="44077"/>
                </a:cubicBezTo>
                <a:cubicBezTo>
                  <a:pt x="2079527" y="40772"/>
                  <a:pt x="2082743" y="36855"/>
                  <a:pt x="2085567" y="32323"/>
                </a:cubicBezTo>
                <a:cubicBezTo>
                  <a:pt x="2087010" y="29932"/>
                  <a:pt x="2089018" y="25559"/>
                  <a:pt x="2091591" y="19201"/>
                </a:cubicBezTo>
                <a:lnTo>
                  <a:pt x="2094509" y="19201"/>
                </a:lnTo>
                <a:close/>
                <a:moveTo>
                  <a:pt x="2144992" y="0"/>
                </a:moveTo>
                <a:cubicBezTo>
                  <a:pt x="2147628" y="0"/>
                  <a:pt x="2149871" y="930"/>
                  <a:pt x="2151722" y="2791"/>
                </a:cubicBezTo>
                <a:cubicBezTo>
                  <a:pt x="2153573" y="4650"/>
                  <a:pt x="2154499" y="6904"/>
                  <a:pt x="2154499" y="9554"/>
                </a:cubicBezTo>
                <a:cubicBezTo>
                  <a:pt x="2154499" y="12203"/>
                  <a:pt x="2153573" y="14474"/>
                  <a:pt x="2151722" y="16366"/>
                </a:cubicBezTo>
                <a:cubicBezTo>
                  <a:pt x="2149871" y="18256"/>
                  <a:pt x="2147628" y="19201"/>
                  <a:pt x="2144992" y="19201"/>
                </a:cubicBezTo>
                <a:cubicBezTo>
                  <a:pt x="2142357" y="19201"/>
                  <a:pt x="2140098" y="18256"/>
                  <a:pt x="2138215" y="16366"/>
                </a:cubicBezTo>
                <a:cubicBezTo>
                  <a:pt x="2136333" y="14474"/>
                  <a:pt x="2135392" y="12203"/>
                  <a:pt x="2135392" y="9554"/>
                </a:cubicBezTo>
                <a:cubicBezTo>
                  <a:pt x="2135392" y="6904"/>
                  <a:pt x="2136317" y="4650"/>
                  <a:pt x="2138168" y="2791"/>
                </a:cubicBezTo>
                <a:cubicBezTo>
                  <a:pt x="2140019" y="930"/>
                  <a:pt x="2142294" y="0"/>
                  <a:pt x="2144992" y="0"/>
                </a:cubicBezTo>
                <a:moveTo>
                  <a:pt x="2152805" y="45180"/>
                </a:moveTo>
                <a:lnTo>
                  <a:pt x="2152805" y="114302"/>
                </a:lnTo>
                <a:cubicBezTo>
                  <a:pt x="2152805" y="119687"/>
                  <a:pt x="2153197" y="123271"/>
                  <a:pt x="2153981" y="125056"/>
                </a:cubicBezTo>
                <a:cubicBezTo>
                  <a:pt x="2154765" y="126840"/>
                  <a:pt x="2155926" y="128171"/>
                  <a:pt x="2157464" y="129047"/>
                </a:cubicBezTo>
                <a:cubicBezTo>
                  <a:pt x="2159001" y="129924"/>
                  <a:pt x="2161809" y="130362"/>
                  <a:pt x="2165888" y="130362"/>
                </a:cubicBezTo>
                <a:lnTo>
                  <a:pt x="2165888" y="133845"/>
                </a:lnTo>
                <a:lnTo>
                  <a:pt x="2124003" y="133845"/>
                </a:lnTo>
                <a:lnTo>
                  <a:pt x="2124003" y="130362"/>
                </a:lnTo>
                <a:cubicBezTo>
                  <a:pt x="2128207" y="130362"/>
                  <a:pt x="2131030" y="129955"/>
                  <a:pt x="2132474" y="129141"/>
                </a:cubicBezTo>
                <a:cubicBezTo>
                  <a:pt x="2133917" y="128328"/>
                  <a:pt x="2135062" y="126981"/>
                  <a:pt x="2135909" y="125103"/>
                </a:cubicBezTo>
                <a:cubicBezTo>
                  <a:pt x="2136756" y="123224"/>
                  <a:pt x="2137180" y="119624"/>
                  <a:pt x="2137180" y="114302"/>
                </a:cubicBezTo>
                <a:lnTo>
                  <a:pt x="2137180" y="81150"/>
                </a:lnTo>
                <a:cubicBezTo>
                  <a:pt x="2137180" y="71820"/>
                  <a:pt x="2136898" y="65778"/>
                  <a:pt x="2136333" y="63025"/>
                </a:cubicBezTo>
                <a:cubicBezTo>
                  <a:pt x="2135894" y="61021"/>
                  <a:pt x="2135203" y="59628"/>
                  <a:pt x="2134262" y="58845"/>
                </a:cubicBezTo>
                <a:cubicBezTo>
                  <a:pt x="2133321" y="58063"/>
                  <a:pt x="2132034" y="57672"/>
                  <a:pt x="2130403" y="57672"/>
                </a:cubicBezTo>
                <a:cubicBezTo>
                  <a:pt x="2128646" y="57672"/>
                  <a:pt x="2126513" y="58141"/>
                  <a:pt x="2124003" y="59081"/>
                </a:cubicBezTo>
                <a:lnTo>
                  <a:pt x="2122685" y="55698"/>
                </a:lnTo>
                <a:lnTo>
                  <a:pt x="2148663" y="45180"/>
                </a:lnTo>
                <a:lnTo>
                  <a:pt x="2152805" y="45180"/>
                </a:lnTo>
                <a:close/>
                <a:moveTo>
                  <a:pt x="2218818" y="45180"/>
                </a:moveTo>
                <a:cubicBezTo>
                  <a:pt x="2231870" y="45180"/>
                  <a:pt x="2242349" y="50132"/>
                  <a:pt x="2250256" y="60037"/>
                </a:cubicBezTo>
                <a:cubicBezTo>
                  <a:pt x="2256970" y="68498"/>
                  <a:pt x="2260327" y="78214"/>
                  <a:pt x="2260327" y="89186"/>
                </a:cubicBezTo>
                <a:cubicBezTo>
                  <a:pt x="2260327" y="96896"/>
                  <a:pt x="2258476" y="104700"/>
                  <a:pt x="2254774" y="112599"/>
                </a:cubicBezTo>
                <a:cubicBezTo>
                  <a:pt x="2251071" y="120496"/>
                  <a:pt x="2245973" y="126450"/>
                  <a:pt x="2239478" y="130462"/>
                </a:cubicBezTo>
                <a:cubicBezTo>
                  <a:pt x="2232984" y="134474"/>
                  <a:pt x="2225752" y="136480"/>
                  <a:pt x="2217783" y="136480"/>
                </a:cubicBezTo>
                <a:cubicBezTo>
                  <a:pt x="2204794" y="136480"/>
                  <a:pt x="2194471" y="131308"/>
                  <a:pt x="2186816" y="120964"/>
                </a:cubicBezTo>
                <a:cubicBezTo>
                  <a:pt x="2180353" y="112252"/>
                  <a:pt x="2177121" y="102474"/>
                  <a:pt x="2177121" y="91630"/>
                </a:cubicBezTo>
                <a:cubicBezTo>
                  <a:pt x="2177121" y="83731"/>
                  <a:pt x="2179082" y="75880"/>
                  <a:pt x="2183004" y="68075"/>
                </a:cubicBezTo>
                <a:cubicBezTo>
                  <a:pt x="2186926" y="60271"/>
                  <a:pt x="2192087" y="54504"/>
                  <a:pt x="2198487" y="50774"/>
                </a:cubicBezTo>
                <a:cubicBezTo>
                  <a:pt x="2204888" y="47044"/>
                  <a:pt x="2211665" y="45180"/>
                  <a:pt x="2218818" y="45180"/>
                </a:cubicBezTo>
                <a:moveTo>
                  <a:pt x="2215900" y="51392"/>
                </a:moveTo>
                <a:cubicBezTo>
                  <a:pt x="2212575" y="51392"/>
                  <a:pt x="2209233" y="52379"/>
                  <a:pt x="2205876" y="54354"/>
                </a:cubicBezTo>
                <a:cubicBezTo>
                  <a:pt x="2202519" y="56328"/>
                  <a:pt x="2199805" y="59791"/>
                  <a:pt x="2197734" y="64743"/>
                </a:cubicBezTo>
                <a:cubicBezTo>
                  <a:pt x="2195664" y="69694"/>
                  <a:pt x="2194628" y="76055"/>
                  <a:pt x="2194628" y="83826"/>
                </a:cubicBezTo>
                <a:cubicBezTo>
                  <a:pt x="2194628" y="96361"/>
                  <a:pt x="2197123" y="107172"/>
                  <a:pt x="2202111" y="116261"/>
                </a:cubicBezTo>
                <a:cubicBezTo>
                  <a:pt x="2207100" y="125348"/>
                  <a:pt x="2213673" y="129891"/>
                  <a:pt x="2221830" y="129891"/>
                </a:cubicBezTo>
                <a:cubicBezTo>
                  <a:pt x="2227917" y="129891"/>
                  <a:pt x="2232937" y="127384"/>
                  <a:pt x="2236890" y="122370"/>
                </a:cubicBezTo>
                <a:cubicBezTo>
                  <a:pt x="2240843" y="117356"/>
                  <a:pt x="2242820" y="108739"/>
                  <a:pt x="2242820" y="96518"/>
                </a:cubicBezTo>
                <a:cubicBezTo>
                  <a:pt x="2242820" y="81225"/>
                  <a:pt x="2239526" y="69191"/>
                  <a:pt x="2232937" y="60416"/>
                </a:cubicBezTo>
                <a:cubicBezTo>
                  <a:pt x="2228482" y="54400"/>
                  <a:pt x="2222803" y="51392"/>
                  <a:pt x="2215900" y="51392"/>
                </a:cubicBezTo>
                <a:close/>
                <a:moveTo>
                  <a:pt x="2298165" y="63440"/>
                </a:moveTo>
                <a:cubicBezTo>
                  <a:pt x="2308268" y="51266"/>
                  <a:pt x="2317900" y="45180"/>
                  <a:pt x="2327061" y="45180"/>
                </a:cubicBezTo>
                <a:cubicBezTo>
                  <a:pt x="2331767" y="45180"/>
                  <a:pt x="2335815" y="46354"/>
                  <a:pt x="2339203" y="48703"/>
                </a:cubicBezTo>
                <a:cubicBezTo>
                  <a:pt x="2342592" y="51051"/>
                  <a:pt x="2345290" y="54917"/>
                  <a:pt x="2347298" y="60301"/>
                </a:cubicBezTo>
                <a:cubicBezTo>
                  <a:pt x="2348678" y="64056"/>
                  <a:pt x="2349368" y="69817"/>
                  <a:pt x="2349368" y="77582"/>
                </a:cubicBezTo>
                <a:lnTo>
                  <a:pt x="2349368" y="114302"/>
                </a:lnTo>
                <a:cubicBezTo>
                  <a:pt x="2349368" y="119750"/>
                  <a:pt x="2349808" y="123444"/>
                  <a:pt x="2350686" y="125385"/>
                </a:cubicBezTo>
                <a:cubicBezTo>
                  <a:pt x="2351376" y="126950"/>
                  <a:pt x="2352490" y="128171"/>
                  <a:pt x="2354028" y="129047"/>
                </a:cubicBezTo>
                <a:cubicBezTo>
                  <a:pt x="2355565" y="129924"/>
                  <a:pt x="2358404" y="130362"/>
                  <a:pt x="2362546" y="130362"/>
                </a:cubicBezTo>
                <a:lnTo>
                  <a:pt x="2362546" y="133845"/>
                </a:lnTo>
                <a:lnTo>
                  <a:pt x="2319908" y="133845"/>
                </a:lnTo>
                <a:lnTo>
                  <a:pt x="2319908" y="130362"/>
                </a:lnTo>
                <a:lnTo>
                  <a:pt x="2321696" y="130362"/>
                </a:lnTo>
                <a:cubicBezTo>
                  <a:pt x="2325712" y="130362"/>
                  <a:pt x="2328520" y="129753"/>
                  <a:pt x="2330120" y="128535"/>
                </a:cubicBezTo>
                <a:cubicBezTo>
                  <a:pt x="2331720" y="127318"/>
                  <a:pt x="2332834" y="125523"/>
                  <a:pt x="2333461" y="123153"/>
                </a:cubicBezTo>
                <a:cubicBezTo>
                  <a:pt x="2333712" y="122215"/>
                  <a:pt x="2333838" y="119281"/>
                  <a:pt x="2333838" y="114349"/>
                </a:cubicBezTo>
                <a:lnTo>
                  <a:pt x="2333838" y="79232"/>
                </a:lnTo>
                <a:cubicBezTo>
                  <a:pt x="2333838" y="71429"/>
                  <a:pt x="2332818" y="65764"/>
                  <a:pt x="2330779" y="62237"/>
                </a:cubicBezTo>
                <a:cubicBezTo>
                  <a:pt x="2328740" y="58709"/>
                  <a:pt x="2325304" y="56945"/>
                  <a:pt x="2320472" y="56945"/>
                </a:cubicBezTo>
                <a:cubicBezTo>
                  <a:pt x="2313005" y="56945"/>
                  <a:pt x="2305569" y="61003"/>
                  <a:pt x="2298165" y="69120"/>
                </a:cubicBezTo>
                <a:lnTo>
                  <a:pt x="2298165" y="114349"/>
                </a:lnTo>
                <a:cubicBezTo>
                  <a:pt x="2298165" y="120155"/>
                  <a:pt x="2298510" y="123745"/>
                  <a:pt x="2299200" y="125118"/>
                </a:cubicBezTo>
                <a:cubicBezTo>
                  <a:pt x="2300079" y="126927"/>
                  <a:pt x="2301287" y="128254"/>
                  <a:pt x="2302824" y="129097"/>
                </a:cubicBezTo>
                <a:cubicBezTo>
                  <a:pt x="2304361" y="129940"/>
                  <a:pt x="2307483" y="130362"/>
                  <a:pt x="2312189" y="130362"/>
                </a:cubicBezTo>
                <a:lnTo>
                  <a:pt x="2312189" y="133845"/>
                </a:lnTo>
                <a:lnTo>
                  <a:pt x="2269551" y="133845"/>
                </a:lnTo>
                <a:lnTo>
                  <a:pt x="2269551" y="130362"/>
                </a:lnTo>
                <a:lnTo>
                  <a:pt x="2271434" y="130362"/>
                </a:lnTo>
                <a:cubicBezTo>
                  <a:pt x="2275826" y="130362"/>
                  <a:pt x="2278791" y="129251"/>
                  <a:pt x="2280328" y="127029"/>
                </a:cubicBezTo>
                <a:cubicBezTo>
                  <a:pt x="2281866" y="124806"/>
                  <a:pt x="2282634" y="120563"/>
                  <a:pt x="2282634" y="114302"/>
                </a:cubicBezTo>
                <a:lnTo>
                  <a:pt x="2282634" y="82370"/>
                </a:lnTo>
                <a:cubicBezTo>
                  <a:pt x="2282634" y="72040"/>
                  <a:pt x="2282399" y="65749"/>
                  <a:pt x="2281928" y="63496"/>
                </a:cubicBezTo>
                <a:cubicBezTo>
                  <a:pt x="2281458" y="61241"/>
                  <a:pt x="2280736" y="59706"/>
                  <a:pt x="2279764" y="58892"/>
                </a:cubicBezTo>
                <a:cubicBezTo>
                  <a:pt x="2278791" y="58079"/>
                  <a:pt x="2277489" y="57672"/>
                  <a:pt x="2275857" y="57672"/>
                </a:cubicBezTo>
                <a:cubicBezTo>
                  <a:pt x="2274100" y="57672"/>
                  <a:pt x="2271998" y="58141"/>
                  <a:pt x="2269551" y="59081"/>
                </a:cubicBezTo>
                <a:lnTo>
                  <a:pt x="2268139" y="55698"/>
                </a:lnTo>
                <a:lnTo>
                  <a:pt x="2294118" y="45180"/>
                </a:lnTo>
                <a:lnTo>
                  <a:pt x="2298165" y="45180"/>
                </a:lnTo>
                <a:lnTo>
                  <a:pt x="2298165" y="63440"/>
                </a:lnTo>
                <a:close/>
                <a:moveTo>
                  <a:pt x="2425138" y="45180"/>
                </a:moveTo>
                <a:lnTo>
                  <a:pt x="2425138" y="74358"/>
                </a:lnTo>
                <a:lnTo>
                  <a:pt x="2422032" y="74358"/>
                </a:lnTo>
                <a:cubicBezTo>
                  <a:pt x="2419648" y="65206"/>
                  <a:pt x="2416589" y="58982"/>
                  <a:pt x="2412855" y="55683"/>
                </a:cubicBezTo>
                <a:cubicBezTo>
                  <a:pt x="2409122" y="52383"/>
                  <a:pt x="2404368" y="50733"/>
                  <a:pt x="2398595" y="50733"/>
                </a:cubicBezTo>
                <a:cubicBezTo>
                  <a:pt x="2394203" y="50733"/>
                  <a:pt x="2390658" y="51893"/>
                  <a:pt x="2387959" y="54213"/>
                </a:cubicBezTo>
                <a:cubicBezTo>
                  <a:pt x="2385261" y="56530"/>
                  <a:pt x="2383912" y="59100"/>
                  <a:pt x="2383912" y="61922"/>
                </a:cubicBezTo>
                <a:cubicBezTo>
                  <a:pt x="2383912" y="65432"/>
                  <a:pt x="2384916" y="68440"/>
                  <a:pt x="2386924" y="70946"/>
                </a:cubicBezTo>
                <a:cubicBezTo>
                  <a:pt x="2388869" y="73517"/>
                  <a:pt x="2392822" y="76244"/>
                  <a:pt x="2398784" y="79126"/>
                </a:cubicBezTo>
                <a:lnTo>
                  <a:pt x="2412526" y="85803"/>
                </a:lnTo>
                <a:cubicBezTo>
                  <a:pt x="2425264" y="92007"/>
                  <a:pt x="2431633" y="100187"/>
                  <a:pt x="2431633" y="110343"/>
                </a:cubicBezTo>
                <a:cubicBezTo>
                  <a:pt x="2431633" y="118177"/>
                  <a:pt x="2428668" y="124492"/>
                  <a:pt x="2422738" y="129288"/>
                </a:cubicBezTo>
                <a:cubicBezTo>
                  <a:pt x="2416808" y="134083"/>
                  <a:pt x="2410173" y="136480"/>
                  <a:pt x="2402831" y="136480"/>
                </a:cubicBezTo>
                <a:cubicBezTo>
                  <a:pt x="2397560" y="136480"/>
                  <a:pt x="2391536" y="135539"/>
                  <a:pt x="2384759" y="133656"/>
                </a:cubicBezTo>
                <a:cubicBezTo>
                  <a:pt x="2382688" y="133029"/>
                  <a:pt x="2380994" y="132715"/>
                  <a:pt x="2379676" y="132715"/>
                </a:cubicBezTo>
                <a:cubicBezTo>
                  <a:pt x="2378233" y="132715"/>
                  <a:pt x="2377104" y="133531"/>
                  <a:pt x="2376288" y="135162"/>
                </a:cubicBezTo>
                <a:lnTo>
                  <a:pt x="2373182" y="135162"/>
                </a:lnTo>
                <a:lnTo>
                  <a:pt x="2373182" y="104290"/>
                </a:lnTo>
                <a:lnTo>
                  <a:pt x="2376288" y="104290"/>
                </a:lnTo>
                <a:cubicBezTo>
                  <a:pt x="2378045" y="113106"/>
                  <a:pt x="2381402" y="119750"/>
                  <a:pt x="2386359" y="124220"/>
                </a:cubicBezTo>
                <a:cubicBezTo>
                  <a:pt x="2391317" y="128691"/>
                  <a:pt x="2396870" y="130927"/>
                  <a:pt x="2403019" y="130927"/>
                </a:cubicBezTo>
                <a:cubicBezTo>
                  <a:pt x="2407349" y="130927"/>
                  <a:pt x="2410879" y="129658"/>
                  <a:pt x="2413608" y="127121"/>
                </a:cubicBezTo>
                <a:cubicBezTo>
                  <a:pt x="2416338" y="124581"/>
                  <a:pt x="2417703" y="121525"/>
                  <a:pt x="2417703" y="117952"/>
                </a:cubicBezTo>
                <a:cubicBezTo>
                  <a:pt x="2417703" y="113627"/>
                  <a:pt x="2416181" y="109991"/>
                  <a:pt x="2413138" y="107046"/>
                </a:cubicBezTo>
                <a:cubicBezTo>
                  <a:pt x="2410094" y="104100"/>
                  <a:pt x="2404023" y="100372"/>
                  <a:pt x="2394925" y="95860"/>
                </a:cubicBezTo>
                <a:cubicBezTo>
                  <a:pt x="2385826" y="91346"/>
                  <a:pt x="2379865" y="87271"/>
                  <a:pt x="2377041" y="83635"/>
                </a:cubicBezTo>
                <a:cubicBezTo>
                  <a:pt x="2374217" y="80062"/>
                  <a:pt x="2372805" y="75549"/>
                  <a:pt x="2372805" y="70096"/>
                </a:cubicBezTo>
                <a:cubicBezTo>
                  <a:pt x="2372805" y="63013"/>
                  <a:pt x="2375237" y="57090"/>
                  <a:pt x="2380100" y="52327"/>
                </a:cubicBezTo>
                <a:cubicBezTo>
                  <a:pt x="2384963" y="47562"/>
                  <a:pt x="2391254" y="45180"/>
                  <a:pt x="2398972" y="45180"/>
                </a:cubicBezTo>
                <a:cubicBezTo>
                  <a:pt x="2402360" y="45180"/>
                  <a:pt x="2406470" y="45901"/>
                  <a:pt x="2411302" y="47344"/>
                </a:cubicBezTo>
                <a:cubicBezTo>
                  <a:pt x="2414502" y="48286"/>
                  <a:pt x="2416636" y="48756"/>
                  <a:pt x="2417703" y="48756"/>
                </a:cubicBezTo>
                <a:cubicBezTo>
                  <a:pt x="2418707" y="48756"/>
                  <a:pt x="2419491" y="48537"/>
                  <a:pt x="2420056" y="48097"/>
                </a:cubicBezTo>
                <a:cubicBezTo>
                  <a:pt x="2420621" y="47658"/>
                  <a:pt x="2421279" y="46686"/>
                  <a:pt x="2422032" y="45180"/>
                </a:cubicBezTo>
                <a:lnTo>
                  <a:pt x="2425138" y="45180"/>
                </a:lnTo>
                <a:close/>
                <a:moveTo>
                  <a:pt x="2541445" y="121420"/>
                </a:moveTo>
                <a:cubicBezTo>
                  <a:pt x="2532597" y="128260"/>
                  <a:pt x="2527044" y="132213"/>
                  <a:pt x="2524785" y="133280"/>
                </a:cubicBezTo>
                <a:cubicBezTo>
                  <a:pt x="2521396" y="134911"/>
                  <a:pt x="2517788" y="135727"/>
                  <a:pt x="2513961" y="135727"/>
                </a:cubicBezTo>
                <a:cubicBezTo>
                  <a:pt x="2507999" y="135727"/>
                  <a:pt x="2503089" y="133688"/>
                  <a:pt x="2499230" y="129609"/>
                </a:cubicBezTo>
                <a:cubicBezTo>
                  <a:pt x="2495371" y="125530"/>
                  <a:pt x="2493441" y="120165"/>
                  <a:pt x="2493441" y="113514"/>
                </a:cubicBezTo>
                <a:cubicBezTo>
                  <a:pt x="2493441" y="109310"/>
                  <a:pt x="2494383" y="105670"/>
                  <a:pt x="2496265" y="102595"/>
                </a:cubicBezTo>
                <a:cubicBezTo>
                  <a:pt x="2498838" y="98328"/>
                  <a:pt x="2503309" y="94312"/>
                  <a:pt x="2509678" y="90547"/>
                </a:cubicBezTo>
                <a:cubicBezTo>
                  <a:pt x="2516047" y="86783"/>
                  <a:pt x="2526636" y="82202"/>
                  <a:pt x="2541445" y="76805"/>
                </a:cubicBezTo>
                <a:lnTo>
                  <a:pt x="2541445" y="73417"/>
                </a:lnTo>
                <a:cubicBezTo>
                  <a:pt x="2541445" y="64820"/>
                  <a:pt x="2540080" y="58922"/>
                  <a:pt x="2537350" y="55722"/>
                </a:cubicBezTo>
                <a:cubicBezTo>
                  <a:pt x="2534621" y="52521"/>
                  <a:pt x="2530652" y="50921"/>
                  <a:pt x="2525444" y="50921"/>
                </a:cubicBezTo>
                <a:cubicBezTo>
                  <a:pt x="2521490" y="50921"/>
                  <a:pt x="2518353" y="51984"/>
                  <a:pt x="2516031" y="54110"/>
                </a:cubicBezTo>
                <a:cubicBezTo>
                  <a:pt x="2513647" y="56235"/>
                  <a:pt x="2512455" y="58674"/>
                  <a:pt x="2512455" y="61425"/>
                </a:cubicBezTo>
                <a:lnTo>
                  <a:pt x="2512643" y="66863"/>
                </a:lnTo>
                <a:cubicBezTo>
                  <a:pt x="2512643" y="69738"/>
                  <a:pt x="2511905" y="71957"/>
                  <a:pt x="2510431" y="73520"/>
                </a:cubicBezTo>
                <a:cubicBezTo>
                  <a:pt x="2508956" y="75083"/>
                  <a:pt x="2507027" y="75864"/>
                  <a:pt x="2504642" y="75864"/>
                </a:cubicBezTo>
                <a:cubicBezTo>
                  <a:pt x="2502321" y="75864"/>
                  <a:pt x="2500422" y="75051"/>
                  <a:pt x="2498948" y="73426"/>
                </a:cubicBezTo>
                <a:cubicBezTo>
                  <a:pt x="2497473" y="71798"/>
                  <a:pt x="2496736" y="69576"/>
                  <a:pt x="2496736" y="66761"/>
                </a:cubicBezTo>
                <a:cubicBezTo>
                  <a:pt x="2496736" y="61382"/>
                  <a:pt x="2499497" y="56440"/>
                  <a:pt x="2505019" y="51936"/>
                </a:cubicBezTo>
                <a:cubicBezTo>
                  <a:pt x="2510541" y="47432"/>
                  <a:pt x="2518290" y="45180"/>
                  <a:pt x="2528267" y="45180"/>
                </a:cubicBezTo>
                <a:cubicBezTo>
                  <a:pt x="2535923" y="45180"/>
                  <a:pt x="2542198" y="46464"/>
                  <a:pt x="2547092" y="49033"/>
                </a:cubicBezTo>
                <a:cubicBezTo>
                  <a:pt x="2550794" y="50976"/>
                  <a:pt x="2553524" y="54017"/>
                  <a:pt x="2555281" y="58154"/>
                </a:cubicBezTo>
                <a:cubicBezTo>
                  <a:pt x="2556411" y="60848"/>
                  <a:pt x="2556975" y="66363"/>
                  <a:pt x="2556975" y="74699"/>
                </a:cubicBezTo>
                <a:lnTo>
                  <a:pt x="2556975" y="103937"/>
                </a:lnTo>
                <a:cubicBezTo>
                  <a:pt x="2556975" y="112147"/>
                  <a:pt x="2557132" y="117177"/>
                  <a:pt x="2557446" y="119026"/>
                </a:cubicBezTo>
                <a:cubicBezTo>
                  <a:pt x="2557760" y="120875"/>
                  <a:pt x="2558277" y="122113"/>
                  <a:pt x="2558999" y="122741"/>
                </a:cubicBezTo>
                <a:cubicBezTo>
                  <a:pt x="2559721" y="123366"/>
                  <a:pt x="2560552" y="123679"/>
                  <a:pt x="2561493" y="123679"/>
                </a:cubicBezTo>
                <a:cubicBezTo>
                  <a:pt x="2562497" y="123679"/>
                  <a:pt x="2563376" y="123460"/>
                  <a:pt x="2564129" y="123020"/>
                </a:cubicBezTo>
                <a:cubicBezTo>
                  <a:pt x="2565446" y="122205"/>
                  <a:pt x="2567988" y="119914"/>
                  <a:pt x="2571753" y="116149"/>
                </a:cubicBezTo>
                <a:lnTo>
                  <a:pt x="2571753" y="121420"/>
                </a:lnTo>
                <a:cubicBezTo>
                  <a:pt x="2564725" y="130833"/>
                  <a:pt x="2558011" y="135539"/>
                  <a:pt x="2551610" y="135539"/>
                </a:cubicBezTo>
                <a:cubicBezTo>
                  <a:pt x="2548535" y="135539"/>
                  <a:pt x="2546088" y="134472"/>
                  <a:pt x="2544269" y="132339"/>
                </a:cubicBezTo>
                <a:cubicBezTo>
                  <a:pt x="2542449" y="130205"/>
                  <a:pt x="2541508" y="126566"/>
                  <a:pt x="2541445" y="121420"/>
                </a:cubicBezTo>
                <a:moveTo>
                  <a:pt x="2541445" y="115249"/>
                </a:moveTo>
                <a:lnTo>
                  <a:pt x="2541445" y="82547"/>
                </a:lnTo>
                <a:cubicBezTo>
                  <a:pt x="2531970" y="86294"/>
                  <a:pt x="2525852" y="88949"/>
                  <a:pt x="2523091" y="90512"/>
                </a:cubicBezTo>
                <a:cubicBezTo>
                  <a:pt x="2518133" y="93261"/>
                  <a:pt x="2514588" y="96135"/>
                  <a:pt x="2512455" y="99133"/>
                </a:cubicBezTo>
                <a:cubicBezTo>
                  <a:pt x="2510321" y="102132"/>
                  <a:pt x="2509254" y="105411"/>
                  <a:pt x="2509254" y="108972"/>
                </a:cubicBezTo>
                <a:cubicBezTo>
                  <a:pt x="2509254" y="113471"/>
                  <a:pt x="2510603" y="117203"/>
                  <a:pt x="2513302" y="120170"/>
                </a:cubicBezTo>
                <a:cubicBezTo>
                  <a:pt x="2516000" y="123137"/>
                  <a:pt x="2519106" y="124620"/>
                  <a:pt x="2522620" y="124620"/>
                </a:cubicBezTo>
                <a:cubicBezTo>
                  <a:pt x="2527389" y="124620"/>
                  <a:pt x="2533664" y="121497"/>
                  <a:pt x="2541445" y="115249"/>
                </a:cubicBezTo>
                <a:close/>
                <a:moveTo>
                  <a:pt x="2603407" y="45180"/>
                </a:moveTo>
                <a:lnTo>
                  <a:pt x="2603407" y="64569"/>
                </a:lnTo>
                <a:cubicBezTo>
                  <a:pt x="2610624" y="51643"/>
                  <a:pt x="2618028" y="45180"/>
                  <a:pt x="2625621" y="45180"/>
                </a:cubicBezTo>
                <a:cubicBezTo>
                  <a:pt x="2629072" y="45180"/>
                  <a:pt x="2631927" y="46231"/>
                  <a:pt x="2634186" y="48333"/>
                </a:cubicBezTo>
                <a:cubicBezTo>
                  <a:pt x="2636445" y="50435"/>
                  <a:pt x="2637575" y="52866"/>
                  <a:pt x="2637575" y="55627"/>
                </a:cubicBezTo>
                <a:cubicBezTo>
                  <a:pt x="2637575" y="58075"/>
                  <a:pt x="2636759" y="60145"/>
                  <a:pt x="2635127" y="61840"/>
                </a:cubicBezTo>
                <a:cubicBezTo>
                  <a:pt x="2633496" y="63534"/>
                  <a:pt x="2631551" y="64381"/>
                  <a:pt x="2629292" y="64381"/>
                </a:cubicBezTo>
                <a:cubicBezTo>
                  <a:pt x="2627095" y="64381"/>
                  <a:pt x="2624632" y="63299"/>
                  <a:pt x="2621903" y="61134"/>
                </a:cubicBezTo>
                <a:cubicBezTo>
                  <a:pt x="2619173" y="58969"/>
                  <a:pt x="2617150" y="57886"/>
                  <a:pt x="2615832" y="57886"/>
                </a:cubicBezTo>
                <a:cubicBezTo>
                  <a:pt x="2614702" y="57886"/>
                  <a:pt x="2613479" y="58512"/>
                  <a:pt x="2612161" y="59763"/>
                </a:cubicBezTo>
                <a:cubicBezTo>
                  <a:pt x="2609337" y="62330"/>
                  <a:pt x="2606419" y="66555"/>
                  <a:pt x="2603407" y="72437"/>
                </a:cubicBezTo>
                <a:lnTo>
                  <a:pt x="2603407" y="113652"/>
                </a:lnTo>
                <a:cubicBezTo>
                  <a:pt x="2603407" y="118407"/>
                  <a:pt x="2604004" y="122006"/>
                  <a:pt x="2605196" y="124447"/>
                </a:cubicBezTo>
                <a:cubicBezTo>
                  <a:pt x="2606012" y="126137"/>
                  <a:pt x="2607455" y="127546"/>
                  <a:pt x="2609526" y="128674"/>
                </a:cubicBezTo>
                <a:cubicBezTo>
                  <a:pt x="2611596" y="129799"/>
                  <a:pt x="2614577" y="130362"/>
                  <a:pt x="2618467" y="130362"/>
                </a:cubicBezTo>
                <a:lnTo>
                  <a:pt x="2618467" y="133845"/>
                </a:lnTo>
                <a:lnTo>
                  <a:pt x="2574323" y="133845"/>
                </a:lnTo>
                <a:lnTo>
                  <a:pt x="2574323" y="130362"/>
                </a:lnTo>
                <a:cubicBezTo>
                  <a:pt x="2578716" y="130362"/>
                  <a:pt x="2581979" y="129674"/>
                  <a:pt x="2584112" y="128297"/>
                </a:cubicBezTo>
                <a:cubicBezTo>
                  <a:pt x="2585681" y="127295"/>
                  <a:pt x="2586779" y="125698"/>
                  <a:pt x="2587406" y="123506"/>
                </a:cubicBezTo>
                <a:cubicBezTo>
                  <a:pt x="2587720" y="122441"/>
                  <a:pt x="2587877" y="119404"/>
                  <a:pt x="2587877" y="114396"/>
                </a:cubicBezTo>
                <a:lnTo>
                  <a:pt x="2587877" y="81056"/>
                </a:lnTo>
                <a:cubicBezTo>
                  <a:pt x="2587877" y="71037"/>
                  <a:pt x="2587673" y="65074"/>
                  <a:pt x="2587265" y="63166"/>
                </a:cubicBezTo>
                <a:cubicBezTo>
                  <a:pt x="2586857" y="61256"/>
                  <a:pt x="2586104" y="59863"/>
                  <a:pt x="2585006" y="58986"/>
                </a:cubicBezTo>
                <a:cubicBezTo>
                  <a:pt x="2583908" y="58110"/>
                  <a:pt x="2582543" y="57672"/>
                  <a:pt x="2580912" y="57672"/>
                </a:cubicBezTo>
                <a:cubicBezTo>
                  <a:pt x="2578967" y="57672"/>
                  <a:pt x="2576770" y="58141"/>
                  <a:pt x="2574323" y="59081"/>
                </a:cubicBezTo>
                <a:lnTo>
                  <a:pt x="2573382" y="55698"/>
                </a:lnTo>
                <a:lnTo>
                  <a:pt x="2599454" y="45180"/>
                </a:lnTo>
                <a:lnTo>
                  <a:pt x="2603407" y="45180"/>
                </a:lnTo>
                <a:close/>
                <a:moveTo>
                  <a:pt x="2656869" y="80194"/>
                </a:moveTo>
                <a:cubicBezTo>
                  <a:pt x="2656806" y="92965"/>
                  <a:pt x="2659912" y="102983"/>
                  <a:pt x="2666187" y="110246"/>
                </a:cubicBezTo>
                <a:cubicBezTo>
                  <a:pt x="2672462" y="117507"/>
                  <a:pt x="2679835" y="121138"/>
                  <a:pt x="2688307" y="121138"/>
                </a:cubicBezTo>
                <a:cubicBezTo>
                  <a:pt x="2693954" y="121138"/>
                  <a:pt x="2698864" y="119585"/>
                  <a:pt x="2703037" y="116479"/>
                </a:cubicBezTo>
                <a:cubicBezTo>
                  <a:pt x="2707210" y="113373"/>
                  <a:pt x="2710708" y="108055"/>
                  <a:pt x="2713532" y="100525"/>
                </a:cubicBezTo>
                <a:lnTo>
                  <a:pt x="2716450" y="102407"/>
                </a:lnTo>
                <a:cubicBezTo>
                  <a:pt x="2715132" y="111004"/>
                  <a:pt x="2711304" y="118832"/>
                  <a:pt x="2704967" y="125891"/>
                </a:cubicBezTo>
                <a:cubicBezTo>
                  <a:pt x="2698629" y="132950"/>
                  <a:pt x="2690691" y="136480"/>
                  <a:pt x="2681153" y="136480"/>
                </a:cubicBezTo>
                <a:cubicBezTo>
                  <a:pt x="2670799" y="136480"/>
                  <a:pt x="2661936" y="132457"/>
                  <a:pt x="2654563" y="124412"/>
                </a:cubicBezTo>
                <a:cubicBezTo>
                  <a:pt x="2647190" y="116364"/>
                  <a:pt x="2643503" y="105546"/>
                  <a:pt x="2643503" y="91956"/>
                </a:cubicBezTo>
                <a:cubicBezTo>
                  <a:pt x="2643503" y="77242"/>
                  <a:pt x="2647284" y="65767"/>
                  <a:pt x="2654845" y="57533"/>
                </a:cubicBezTo>
                <a:cubicBezTo>
                  <a:pt x="2662407" y="49298"/>
                  <a:pt x="2671898" y="45180"/>
                  <a:pt x="2683318" y="45180"/>
                </a:cubicBezTo>
                <a:cubicBezTo>
                  <a:pt x="2692981" y="45180"/>
                  <a:pt x="2700919" y="48356"/>
                  <a:pt x="2707131" y="54710"/>
                </a:cubicBezTo>
                <a:cubicBezTo>
                  <a:pt x="2713344" y="61061"/>
                  <a:pt x="2716450" y="69556"/>
                  <a:pt x="2716450" y="80194"/>
                </a:cubicBezTo>
                <a:lnTo>
                  <a:pt x="2656869" y="80194"/>
                </a:lnTo>
                <a:moveTo>
                  <a:pt x="2656869" y="74735"/>
                </a:moveTo>
                <a:lnTo>
                  <a:pt x="2696778" y="74735"/>
                </a:lnTo>
                <a:cubicBezTo>
                  <a:pt x="2696464" y="69213"/>
                  <a:pt x="2695805" y="65322"/>
                  <a:pt x="2694801" y="63063"/>
                </a:cubicBezTo>
                <a:cubicBezTo>
                  <a:pt x="2693232" y="59549"/>
                  <a:pt x="2690895" y="56788"/>
                  <a:pt x="2687789" y="54780"/>
                </a:cubicBezTo>
                <a:cubicBezTo>
                  <a:pt x="2684683" y="52772"/>
                  <a:pt x="2681435" y="51768"/>
                  <a:pt x="2678047" y="51768"/>
                </a:cubicBezTo>
                <a:cubicBezTo>
                  <a:pt x="2672839" y="51768"/>
                  <a:pt x="2668180" y="53792"/>
                  <a:pt x="2664070" y="57839"/>
                </a:cubicBezTo>
                <a:cubicBezTo>
                  <a:pt x="2659959" y="61887"/>
                  <a:pt x="2657559" y="67518"/>
                  <a:pt x="2656869" y="74735"/>
                </a:cubicBezTo>
                <a:close/>
                <a:moveTo>
                  <a:pt x="2831875" y="45180"/>
                </a:moveTo>
                <a:lnTo>
                  <a:pt x="2831875" y="74358"/>
                </a:lnTo>
                <a:lnTo>
                  <a:pt x="2828769" y="74358"/>
                </a:lnTo>
                <a:cubicBezTo>
                  <a:pt x="2826385" y="65206"/>
                  <a:pt x="2823326" y="58982"/>
                  <a:pt x="2819592" y="55683"/>
                </a:cubicBezTo>
                <a:cubicBezTo>
                  <a:pt x="2815859" y="52383"/>
                  <a:pt x="2811105" y="50733"/>
                  <a:pt x="2805332" y="50733"/>
                </a:cubicBezTo>
                <a:cubicBezTo>
                  <a:pt x="2800940" y="50733"/>
                  <a:pt x="2797394" y="51893"/>
                  <a:pt x="2794696" y="54213"/>
                </a:cubicBezTo>
                <a:cubicBezTo>
                  <a:pt x="2791998" y="56530"/>
                  <a:pt x="2790649" y="59100"/>
                  <a:pt x="2790649" y="61922"/>
                </a:cubicBezTo>
                <a:cubicBezTo>
                  <a:pt x="2790649" y="65432"/>
                  <a:pt x="2791653" y="68440"/>
                  <a:pt x="2793661" y="70946"/>
                </a:cubicBezTo>
                <a:cubicBezTo>
                  <a:pt x="2795606" y="73517"/>
                  <a:pt x="2799559" y="76244"/>
                  <a:pt x="2805521" y="79126"/>
                </a:cubicBezTo>
                <a:lnTo>
                  <a:pt x="2819263" y="85803"/>
                </a:lnTo>
                <a:cubicBezTo>
                  <a:pt x="2832001" y="92007"/>
                  <a:pt x="2838370" y="100187"/>
                  <a:pt x="2838370" y="110343"/>
                </a:cubicBezTo>
                <a:cubicBezTo>
                  <a:pt x="2838370" y="118177"/>
                  <a:pt x="2835405" y="124492"/>
                  <a:pt x="2829475" y="129288"/>
                </a:cubicBezTo>
                <a:cubicBezTo>
                  <a:pt x="2823545" y="134083"/>
                  <a:pt x="2816910" y="136480"/>
                  <a:pt x="2809568" y="136480"/>
                </a:cubicBezTo>
                <a:cubicBezTo>
                  <a:pt x="2804297" y="136480"/>
                  <a:pt x="2798273" y="135539"/>
                  <a:pt x="2791496" y="133656"/>
                </a:cubicBezTo>
                <a:cubicBezTo>
                  <a:pt x="2789425" y="133029"/>
                  <a:pt x="2787731" y="132715"/>
                  <a:pt x="2786413" y="132715"/>
                </a:cubicBezTo>
                <a:cubicBezTo>
                  <a:pt x="2784970" y="132715"/>
                  <a:pt x="2783841" y="133531"/>
                  <a:pt x="2783025" y="135162"/>
                </a:cubicBezTo>
                <a:lnTo>
                  <a:pt x="2779919" y="135162"/>
                </a:lnTo>
                <a:lnTo>
                  <a:pt x="2779919" y="104290"/>
                </a:lnTo>
                <a:lnTo>
                  <a:pt x="2783025" y="104290"/>
                </a:lnTo>
                <a:cubicBezTo>
                  <a:pt x="2784782" y="113106"/>
                  <a:pt x="2788139" y="119750"/>
                  <a:pt x="2793096" y="124220"/>
                </a:cubicBezTo>
                <a:cubicBezTo>
                  <a:pt x="2798053" y="128691"/>
                  <a:pt x="2803607" y="130927"/>
                  <a:pt x="2809756" y="130927"/>
                </a:cubicBezTo>
                <a:cubicBezTo>
                  <a:pt x="2814086" y="130927"/>
                  <a:pt x="2817615" y="129658"/>
                  <a:pt x="2820345" y="127121"/>
                </a:cubicBezTo>
                <a:cubicBezTo>
                  <a:pt x="2823075" y="124581"/>
                  <a:pt x="2824439" y="121525"/>
                  <a:pt x="2824439" y="117952"/>
                </a:cubicBezTo>
                <a:cubicBezTo>
                  <a:pt x="2824439" y="113627"/>
                  <a:pt x="2822918" y="109991"/>
                  <a:pt x="2819874" y="107046"/>
                </a:cubicBezTo>
                <a:cubicBezTo>
                  <a:pt x="2816831" y="104100"/>
                  <a:pt x="2810760" y="100372"/>
                  <a:pt x="2801661" y="95860"/>
                </a:cubicBezTo>
                <a:cubicBezTo>
                  <a:pt x="2792563" y="91346"/>
                  <a:pt x="2786602" y="87271"/>
                  <a:pt x="2783778" y="83635"/>
                </a:cubicBezTo>
                <a:cubicBezTo>
                  <a:pt x="2780954" y="80062"/>
                  <a:pt x="2779542" y="75549"/>
                  <a:pt x="2779542" y="70096"/>
                </a:cubicBezTo>
                <a:cubicBezTo>
                  <a:pt x="2779542" y="63013"/>
                  <a:pt x="2781974" y="57090"/>
                  <a:pt x="2786837" y="52327"/>
                </a:cubicBezTo>
                <a:cubicBezTo>
                  <a:pt x="2791700" y="47562"/>
                  <a:pt x="2797991" y="45180"/>
                  <a:pt x="2805709" y="45180"/>
                </a:cubicBezTo>
                <a:cubicBezTo>
                  <a:pt x="2809097" y="45180"/>
                  <a:pt x="2813207" y="45901"/>
                  <a:pt x="2818039" y="47344"/>
                </a:cubicBezTo>
                <a:cubicBezTo>
                  <a:pt x="2821239" y="48286"/>
                  <a:pt x="2823373" y="48756"/>
                  <a:pt x="2824439" y="48756"/>
                </a:cubicBezTo>
                <a:cubicBezTo>
                  <a:pt x="2825443" y="48756"/>
                  <a:pt x="2826228" y="48537"/>
                  <a:pt x="2826793" y="48097"/>
                </a:cubicBezTo>
                <a:cubicBezTo>
                  <a:pt x="2827357" y="47658"/>
                  <a:pt x="2828016" y="46686"/>
                  <a:pt x="2828769" y="45180"/>
                </a:cubicBezTo>
                <a:lnTo>
                  <a:pt x="2831875" y="45180"/>
                </a:lnTo>
                <a:close/>
                <a:moveTo>
                  <a:pt x="2876459" y="0"/>
                </a:moveTo>
                <a:lnTo>
                  <a:pt x="2876459" y="63157"/>
                </a:lnTo>
                <a:cubicBezTo>
                  <a:pt x="2883424" y="55502"/>
                  <a:pt x="2888946" y="50592"/>
                  <a:pt x="2893025" y="48427"/>
                </a:cubicBezTo>
                <a:cubicBezTo>
                  <a:pt x="2897103" y="46262"/>
                  <a:pt x="2901182" y="45180"/>
                  <a:pt x="2905261" y="45180"/>
                </a:cubicBezTo>
                <a:cubicBezTo>
                  <a:pt x="2910155" y="45180"/>
                  <a:pt x="2914360" y="46526"/>
                  <a:pt x="2917873" y="49218"/>
                </a:cubicBezTo>
                <a:cubicBezTo>
                  <a:pt x="2921387" y="51910"/>
                  <a:pt x="2923992" y="56136"/>
                  <a:pt x="2925686" y="61895"/>
                </a:cubicBezTo>
                <a:cubicBezTo>
                  <a:pt x="2926878" y="65904"/>
                  <a:pt x="2927474" y="73230"/>
                  <a:pt x="2927474" y="83873"/>
                </a:cubicBezTo>
                <a:lnTo>
                  <a:pt x="2927474" y="114302"/>
                </a:lnTo>
                <a:cubicBezTo>
                  <a:pt x="2927474" y="119750"/>
                  <a:pt x="2927913" y="123475"/>
                  <a:pt x="2928792" y="125479"/>
                </a:cubicBezTo>
                <a:cubicBezTo>
                  <a:pt x="2929419" y="126981"/>
                  <a:pt x="2930486" y="128171"/>
                  <a:pt x="2931992" y="129047"/>
                </a:cubicBezTo>
                <a:cubicBezTo>
                  <a:pt x="2933498" y="129924"/>
                  <a:pt x="2936259" y="130362"/>
                  <a:pt x="2940275" y="130362"/>
                </a:cubicBezTo>
                <a:lnTo>
                  <a:pt x="2940275" y="133845"/>
                </a:lnTo>
                <a:lnTo>
                  <a:pt x="2897919" y="133845"/>
                </a:lnTo>
                <a:lnTo>
                  <a:pt x="2897919" y="130362"/>
                </a:lnTo>
                <a:lnTo>
                  <a:pt x="2899896" y="130362"/>
                </a:lnTo>
                <a:cubicBezTo>
                  <a:pt x="2903912" y="130362"/>
                  <a:pt x="2906704" y="129750"/>
                  <a:pt x="2908273" y="128527"/>
                </a:cubicBezTo>
                <a:cubicBezTo>
                  <a:pt x="2909842" y="127303"/>
                  <a:pt x="2910940" y="125499"/>
                  <a:pt x="2911567" y="123114"/>
                </a:cubicBezTo>
                <a:cubicBezTo>
                  <a:pt x="2911755" y="122110"/>
                  <a:pt x="2911850" y="119161"/>
                  <a:pt x="2911850" y="114267"/>
                </a:cubicBezTo>
                <a:lnTo>
                  <a:pt x="2911850" y="83771"/>
                </a:lnTo>
                <a:cubicBezTo>
                  <a:pt x="2911850" y="74358"/>
                  <a:pt x="2911363" y="68177"/>
                  <a:pt x="2910391" y="65228"/>
                </a:cubicBezTo>
                <a:cubicBezTo>
                  <a:pt x="2909418" y="62279"/>
                  <a:pt x="2907865" y="60067"/>
                  <a:pt x="2905731" y="58592"/>
                </a:cubicBezTo>
                <a:cubicBezTo>
                  <a:pt x="2903598" y="57118"/>
                  <a:pt x="2901025" y="56380"/>
                  <a:pt x="2898013" y="56380"/>
                </a:cubicBezTo>
                <a:cubicBezTo>
                  <a:pt x="2894939" y="56380"/>
                  <a:pt x="2891738" y="57196"/>
                  <a:pt x="2888413" y="58828"/>
                </a:cubicBezTo>
                <a:cubicBezTo>
                  <a:pt x="2885087" y="60459"/>
                  <a:pt x="2881102" y="63753"/>
                  <a:pt x="2876459" y="68711"/>
                </a:cubicBezTo>
                <a:lnTo>
                  <a:pt x="2876459" y="114267"/>
                </a:lnTo>
                <a:cubicBezTo>
                  <a:pt x="2876459" y="120165"/>
                  <a:pt x="2876788" y="123836"/>
                  <a:pt x="2877447" y="125279"/>
                </a:cubicBezTo>
                <a:cubicBezTo>
                  <a:pt x="2878106" y="126723"/>
                  <a:pt x="2879330" y="127930"/>
                  <a:pt x="2881118" y="128903"/>
                </a:cubicBezTo>
                <a:cubicBezTo>
                  <a:pt x="2882906" y="129876"/>
                  <a:pt x="2885997" y="130362"/>
                  <a:pt x="2890389" y="130362"/>
                </a:cubicBezTo>
                <a:lnTo>
                  <a:pt x="2890389" y="133845"/>
                </a:lnTo>
                <a:lnTo>
                  <a:pt x="2847657" y="133845"/>
                </a:lnTo>
                <a:lnTo>
                  <a:pt x="2847657" y="130362"/>
                </a:lnTo>
                <a:cubicBezTo>
                  <a:pt x="2851485" y="130362"/>
                  <a:pt x="2854497" y="129766"/>
                  <a:pt x="2856693" y="128574"/>
                </a:cubicBezTo>
                <a:cubicBezTo>
                  <a:pt x="2857948" y="127948"/>
                  <a:pt x="2858952" y="126758"/>
                  <a:pt x="2859705" y="125003"/>
                </a:cubicBezTo>
                <a:cubicBezTo>
                  <a:pt x="2860458" y="123246"/>
                  <a:pt x="2860834" y="119671"/>
                  <a:pt x="2860834" y="114279"/>
                </a:cubicBezTo>
                <a:lnTo>
                  <a:pt x="2860834" y="36305"/>
                </a:lnTo>
                <a:cubicBezTo>
                  <a:pt x="2860834" y="26462"/>
                  <a:pt x="2860599" y="20411"/>
                  <a:pt x="2860128" y="18154"/>
                </a:cubicBezTo>
                <a:cubicBezTo>
                  <a:pt x="2859658" y="15895"/>
                  <a:pt x="2858936" y="14359"/>
                  <a:pt x="2857963" y="13545"/>
                </a:cubicBezTo>
                <a:cubicBezTo>
                  <a:pt x="2856991" y="12729"/>
                  <a:pt x="2855689" y="12321"/>
                  <a:pt x="2854057" y="12321"/>
                </a:cubicBezTo>
                <a:cubicBezTo>
                  <a:pt x="2852740" y="12321"/>
                  <a:pt x="2850606" y="12823"/>
                  <a:pt x="2847657" y="13827"/>
                </a:cubicBezTo>
                <a:lnTo>
                  <a:pt x="2846339" y="10533"/>
                </a:lnTo>
                <a:lnTo>
                  <a:pt x="2872129" y="0"/>
                </a:lnTo>
                <a:lnTo>
                  <a:pt x="2876459" y="0"/>
                </a:lnTo>
                <a:close/>
                <a:moveTo>
                  <a:pt x="2989690" y="45180"/>
                </a:moveTo>
                <a:cubicBezTo>
                  <a:pt x="3002742" y="45180"/>
                  <a:pt x="3013221" y="50132"/>
                  <a:pt x="3021128" y="60037"/>
                </a:cubicBezTo>
                <a:cubicBezTo>
                  <a:pt x="3027842" y="68498"/>
                  <a:pt x="3031199" y="78214"/>
                  <a:pt x="3031199" y="89186"/>
                </a:cubicBezTo>
                <a:cubicBezTo>
                  <a:pt x="3031199" y="96896"/>
                  <a:pt x="3029348" y="104700"/>
                  <a:pt x="3025646" y="112599"/>
                </a:cubicBezTo>
                <a:cubicBezTo>
                  <a:pt x="3021943" y="120496"/>
                  <a:pt x="3016845" y="126450"/>
                  <a:pt x="3010351" y="130462"/>
                </a:cubicBezTo>
                <a:cubicBezTo>
                  <a:pt x="3003856" y="134474"/>
                  <a:pt x="2996624" y="136480"/>
                  <a:pt x="2988655" y="136480"/>
                </a:cubicBezTo>
                <a:cubicBezTo>
                  <a:pt x="2975666" y="136480"/>
                  <a:pt x="2965343" y="131308"/>
                  <a:pt x="2957688" y="120964"/>
                </a:cubicBezTo>
                <a:cubicBezTo>
                  <a:pt x="2951225" y="112252"/>
                  <a:pt x="2947993" y="102474"/>
                  <a:pt x="2947993" y="91630"/>
                </a:cubicBezTo>
                <a:cubicBezTo>
                  <a:pt x="2947993" y="83731"/>
                  <a:pt x="2949954" y="75880"/>
                  <a:pt x="2953876" y="68075"/>
                </a:cubicBezTo>
                <a:cubicBezTo>
                  <a:pt x="2957798" y="60271"/>
                  <a:pt x="2962959" y="54504"/>
                  <a:pt x="2969359" y="50774"/>
                </a:cubicBezTo>
                <a:cubicBezTo>
                  <a:pt x="2975760" y="47044"/>
                  <a:pt x="2982537" y="45180"/>
                  <a:pt x="2989690" y="45180"/>
                </a:cubicBezTo>
                <a:moveTo>
                  <a:pt x="2986772" y="51392"/>
                </a:moveTo>
                <a:cubicBezTo>
                  <a:pt x="2983447" y="51392"/>
                  <a:pt x="2980105" y="52379"/>
                  <a:pt x="2976748" y="54354"/>
                </a:cubicBezTo>
                <a:cubicBezTo>
                  <a:pt x="2973391" y="56328"/>
                  <a:pt x="2970677" y="59791"/>
                  <a:pt x="2968606" y="64743"/>
                </a:cubicBezTo>
                <a:cubicBezTo>
                  <a:pt x="2966536" y="69694"/>
                  <a:pt x="2965500" y="76055"/>
                  <a:pt x="2965500" y="83826"/>
                </a:cubicBezTo>
                <a:cubicBezTo>
                  <a:pt x="2965500" y="96361"/>
                  <a:pt x="2967995" y="107172"/>
                  <a:pt x="2972983" y="116261"/>
                </a:cubicBezTo>
                <a:cubicBezTo>
                  <a:pt x="2977972" y="125348"/>
                  <a:pt x="2984545" y="129891"/>
                  <a:pt x="2992702" y="129891"/>
                </a:cubicBezTo>
                <a:cubicBezTo>
                  <a:pt x="2998789" y="129891"/>
                  <a:pt x="3003809" y="127384"/>
                  <a:pt x="3007762" y="122370"/>
                </a:cubicBezTo>
                <a:cubicBezTo>
                  <a:pt x="3011715" y="117356"/>
                  <a:pt x="3013692" y="108739"/>
                  <a:pt x="3013692" y="96518"/>
                </a:cubicBezTo>
                <a:cubicBezTo>
                  <a:pt x="3013692" y="81225"/>
                  <a:pt x="3010398" y="69191"/>
                  <a:pt x="3003809" y="60416"/>
                </a:cubicBezTo>
                <a:cubicBezTo>
                  <a:pt x="2999354" y="54400"/>
                  <a:pt x="2993675" y="51392"/>
                  <a:pt x="2986772" y="51392"/>
                </a:cubicBezTo>
                <a:close/>
                <a:moveTo>
                  <a:pt x="3069131" y="45180"/>
                </a:moveTo>
                <a:lnTo>
                  <a:pt x="3069131" y="64569"/>
                </a:lnTo>
                <a:cubicBezTo>
                  <a:pt x="3076347" y="51643"/>
                  <a:pt x="3083751" y="45180"/>
                  <a:pt x="3091344" y="45180"/>
                </a:cubicBezTo>
                <a:cubicBezTo>
                  <a:pt x="3094795" y="45180"/>
                  <a:pt x="3097650" y="46231"/>
                  <a:pt x="3099909" y="48333"/>
                </a:cubicBezTo>
                <a:cubicBezTo>
                  <a:pt x="3102168" y="50435"/>
                  <a:pt x="3103298" y="52866"/>
                  <a:pt x="3103298" y="55627"/>
                </a:cubicBezTo>
                <a:cubicBezTo>
                  <a:pt x="3103298" y="58075"/>
                  <a:pt x="3102482" y="60145"/>
                  <a:pt x="3100851" y="61840"/>
                </a:cubicBezTo>
                <a:cubicBezTo>
                  <a:pt x="3099219" y="63534"/>
                  <a:pt x="3097274" y="64381"/>
                  <a:pt x="3095015" y="64381"/>
                </a:cubicBezTo>
                <a:cubicBezTo>
                  <a:pt x="3092819" y="64381"/>
                  <a:pt x="3090356" y="63299"/>
                  <a:pt x="3087626" y="61134"/>
                </a:cubicBezTo>
                <a:cubicBezTo>
                  <a:pt x="3084897" y="58969"/>
                  <a:pt x="3082873" y="57886"/>
                  <a:pt x="3081555" y="57886"/>
                </a:cubicBezTo>
                <a:cubicBezTo>
                  <a:pt x="3080426" y="57886"/>
                  <a:pt x="3079202" y="58512"/>
                  <a:pt x="3077884" y="59763"/>
                </a:cubicBezTo>
                <a:cubicBezTo>
                  <a:pt x="3075061" y="62330"/>
                  <a:pt x="3072143" y="66555"/>
                  <a:pt x="3069131" y="72437"/>
                </a:cubicBezTo>
                <a:lnTo>
                  <a:pt x="3069131" y="113652"/>
                </a:lnTo>
                <a:cubicBezTo>
                  <a:pt x="3069131" y="118407"/>
                  <a:pt x="3069727" y="122006"/>
                  <a:pt x="3070919" y="124447"/>
                </a:cubicBezTo>
                <a:cubicBezTo>
                  <a:pt x="3071735" y="126137"/>
                  <a:pt x="3073178" y="127546"/>
                  <a:pt x="3075249" y="128674"/>
                </a:cubicBezTo>
                <a:cubicBezTo>
                  <a:pt x="3077320" y="129799"/>
                  <a:pt x="3080300" y="130362"/>
                  <a:pt x="3084191" y="130362"/>
                </a:cubicBezTo>
                <a:lnTo>
                  <a:pt x="3084191" y="133845"/>
                </a:lnTo>
                <a:lnTo>
                  <a:pt x="3040046" y="133845"/>
                </a:lnTo>
                <a:lnTo>
                  <a:pt x="3040046" y="130362"/>
                </a:lnTo>
                <a:cubicBezTo>
                  <a:pt x="3044439" y="130362"/>
                  <a:pt x="3047702" y="129674"/>
                  <a:pt x="3049835" y="128297"/>
                </a:cubicBezTo>
                <a:cubicBezTo>
                  <a:pt x="3051404" y="127295"/>
                  <a:pt x="3052502" y="125698"/>
                  <a:pt x="3053130" y="123506"/>
                </a:cubicBezTo>
                <a:cubicBezTo>
                  <a:pt x="3053443" y="122441"/>
                  <a:pt x="3053600" y="119404"/>
                  <a:pt x="3053600" y="114396"/>
                </a:cubicBezTo>
                <a:lnTo>
                  <a:pt x="3053600" y="81056"/>
                </a:lnTo>
                <a:cubicBezTo>
                  <a:pt x="3053600" y="71037"/>
                  <a:pt x="3053396" y="65074"/>
                  <a:pt x="3052989" y="63166"/>
                </a:cubicBezTo>
                <a:cubicBezTo>
                  <a:pt x="3052581" y="61256"/>
                  <a:pt x="3051828" y="59863"/>
                  <a:pt x="3050730" y="58986"/>
                </a:cubicBezTo>
                <a:cubicBezTo>
                  <a:pt x="3049631" y="58110"/>
                  <a:pt x="3048267" y="57672"/>
                  <a:pt x="3046635" y="57672"/>
                </a:cubicBezTo>
                <a:cubicBezTo>
                  <a:pt x="3044690" y="57672"/>
                  <a:pt x="3042494" y="58141"/>
                  <a:pt x="3040046" y="59081"/>
                </a:cubicBezTo>
                <a:lnTo>
                  <a:pt x="3039105" y="55698"/>
                </a:lnTo>
                <a:lnTo>
                  <a:pt x="3065178" y="45180"/>
                </a:lnTo>
                <a:lnTo>
                  <a:pt x="3069131" y="45180"/>
                </a:lnTo>
                <a:close/>
                <a:moveTo>
                  <a:pt x="3133133" y="19201"/>
                </a:moveTo>
                <a:lnTo>
                  <a:pt x="3133133" y="47627"/>
                </a:lnTo>
                <a:lnTo>
                  <a:pt x="3153276" y="47627"/>
                </a:lnTo>
                <a:lnTo>
                  <a:pt x="3153276" y="54216"/>
                </a:lnTo>
                <a:lnTo>
                  <a:pt x="3133133" y="54216"/>
                </a:lnTo>
                <a:lnTo>
                  <a:pt x="3133133" y="110049"/>
                </a:lnTo>
                <a:cubicBezTo>
                  <a:pt x="3133133" y="115628"/>
                  <a:pt x="3133933" y="119389"/>
                  <a:pt x="3135534" y="121332"/>
                </a:cubicBezTo>
                <a:cubicBezTo>
                  <a:pt x="3137134" y="123273"/>
                  <a:pt x="3139189" y="124244"/>
                  <a:pt x="3141699" y="124244"/>
                </a:cubicBezTo>
                <a:cubicBezTo>
                  <a:pt x="3143769" y="124244"/>
                  <a:pt x="3145777" y="123601"/>
                  <a:pt x="3147723" y="122314"/>
                </a:cubicBezTo>
                <a:cubicBezTo>
                  <a:pt x="3149668" y="121028"/>
                  <a:pt x="3151174" y="119130"/>
                  <a:pt x="3152241" y="116620"/>
                </a:cubicBezTo>
                <a:lnTo>
                  <a:pt x="3155911" y="116620"/>
                </a:lnTo>
                <a:cubicBezTo>
                  <a:pt x="3153715" y="122787"/>
                  <a:pt x="3150609" y="127451"/>
                  <a:pt x="3146593" y="130612"/>
                </a:cubicBezTo>
                <a:cubicBezTo>
                  <a:pt x="3142577" y="133771"/>
                  <a:pt x="3138436" y="135351"/>
                  <a:pt x="3134169" y="135351"/>
                </a:cubicBezTo>
                <a:cubicBezTo>
                  <a:pt x="3131282" y="135351"/>
                  <a:pt x="3128459" y="134550"/>
                  <a:pt x="3125698" y="132947"/>
                </a:cubicBezTo>
                <a:cubicBezTo>
                  <a:pt x="3122937" y="131345"/>
                  <a:pt x="3120897" y="129053"/>
                  <a:pt x="3119580" y="126071"/>
                </a:cubicBezTo>
                <a:cubicBezTo>
                  <a:pt x="3118262" y="123086"/>
                  <a:pt x="3117603" y="118484"/>
                  <a:pt x="3117603" y="112264"/>
                </a:cubicBezTo>
                <a:lnTo>
                  <a:pt x="3117603" y="54216"/>
                </a:lnTo>
                <a:lnTo>
                  <a:pt x="3103955" y="54216"/>
                </a:lnTo>
                <a:lnTo>
                  <a:pt x="3103955" y="51109"/>
                </a:lnTo>
                <a:cubicBezTo>
                  <a:pt x="3107406" y="49725"/>
                  <a:pt x="3110936" y="47381"/>
                  <a:pt x="3114544" y="44077"/>
                </a:cubicBezTo>
                <a:cubicBezTo>
                  <a:pt x="3118152" y="40772"/>
                  <a:pt x="3121368" y="36855"/>
                  <a:pt x="3124192" y="32323"/>
                </a:cubicBezTo>
                <a:cubicBezTo>
                  <a:pt x="3125635" y="29932"/>
                  <a:pt x="3127643" y="25559"/>
                  <a:pt x="3130216" y="19201"/>
                </a:cubicBezTo>
                <a:lnTo>
                  <a:pt x="3133133" y="19201"/>
                </a:lnTo>
                <a:close/>
                <a:moveTo>
                  <a:pt x="3182205" y="44803"/>
                </a:moveTo>
                <a:cubicBezTo>
                  <a:pt x="3185092" y="44803"/>
                  <a:pt x="3187554" y="45807"/>
                  <a:pt x="3189594" y="47815"/>
                </a:cubicBezTo>
                <a:cubicBezTo>
                  <a:pt x="3191633" y="49823"/>
                  <a:pt x="3192653" y="52270"/>
                  <a:pt x="3192653" y="55157"/>
                </a:cubicBezTo>
                <a:cubicBezTo>
                  <a:pt x="3192653" y="58043"/>
                  <a:pt x="3191633" y="60506"/>
                  <a:pt x="3189594" y="62546"/>
                </a:cubicBezTo>
                <a:cubicBezTo>
                  <a:pt x="3187554" y="64585"/>
                  <a:pt x="3185092" y="65605"/>
                  <a:pt x="3182205" y="65605"/>
                </a:cubicBezTo>
                <a:cubicBezTo>
                  <a:pt x="3179319" y="65605"/>
                  <a:pt x="3176856" y="64585"/>
                  <a:pt x="3174816" y="62546"/>
                </a:cubicBezTo>
                <a:cubicBezTo>
                  <a:pt x="3172777" y="60506"/>
                  <a:pt x="3171757" y="58043"/>
                  <a:pt x="3171757" y="55157"/>
                </a:cubicBezTo>
                <a:cubicBezTo>
                  <a:pt x="3171757" y="52270"/>
                  <a:pt x="3172777" y="49823"/>
                  <a:pt x="3174816" y="47815"/>
                </a:cubicBezTo>
                <a:cubicBezTo>
                  <a:pt x="3176856" y="45807"/>
                  <a:pt x="3179319" y="44803"/>
                  <a:pt x="3182205" y="44803"/>
                </a:cubicBezTo>
                <a:moveTo>
                  <a:pt x="3169028" y="166035"/>
                </a:moveTo>
                <a:lnTo>
                  <a:pt x="3169028" y="161894"/>
                </a:lnTo>
                <a:cubicBezTo>
                  <a:pt x="3175491" y="159752"/>
                  <a:pt x="3180495" y="156430"/>
                  <a:pt x="3184040" y="151925"/>
                </a:cubicBezTo>
                <a:cubicBezTo>
                  <a:pt x="3187586" y="147423"/>
                  <a:pt x="3189358" y="142652"/>
                  <a:pt x="3189358" y="137613"/>
                </a:cubicBezTo>
                <a:cubicBezTo>
                  <a:pt x="3189358" y="136418"/>
                  <a:pt x="3189076" y="135413"/>
                  <a:pt x="3188511" y="134598"/>
                </a:cubicBezTo>
                <a:cubicBezTo>
                  <a:pt x="3188072" y="134033"/>
                  <a:pt x="3187633" y="133750"/>
                  <a:pt x="3187194" y="133750"/>
                </a:cubicBezTo>
                <a:cubicBezTo>
                  <a:pt x="3186503" y="133750"/>
                  <a:pt x="3184997" y="134378"/>
                  <a:pt x="3182676" y="135633"/>
                </a:cubicBezTo>
                <a:cubicBezTo>
                  <a:pt x="3181546" y="136198"/>
                  <a:pt x="3180354" y="136480"/>
                  <a:pt x="3179099" y="136480"/>
                </a:cubicBezTo>
                <a:cubicBezTo>
                  <a:pt x="3176024" y="136480"/>
                  <a:pt x="3173577" y="135570"/>
                  <a:pt x="3171757" y="133750"/>
                </a:cubicBezTo>
                <a:cubicBezTo>
                  <a:pt x="3169938" y="131931"/>
                  <a:pt x="3169028" y="129421"/>
                  <a:pt x="3169028" y="126221"/>
                </a:cubicBezTo>
                <a:cubicBezTo>
                  <a:pt x="3169028" y="123146"/>
                  <a:pt x="3170204" y="120510"/>
                  <a:pt x="3172557" y="118314"/>
                </a:cubicBezTo>
                <a:cubicBezTo>
                  <a:pt x="3174910" y="116118"/>
                  <a:pt x="3177781" y="115020"/>
                  <a:pt x="3181170" y="115020"/>
                </a:cubicBezTo>
                <a:cubicBezTo>
                  <a:pt x="3185311" y="115020"/>
                  <a:pt x="3188998" y="116828"/>
                  <a:pt x="3192229" y="120444"/>
                </a:cubicBezTo>
                <a:cubicBezTo>
                  <a:pt x="3195461" y="124058"/>
                  <a:pt x="3197077" y="128850"/>
                  <a:pt x="3197077" y="134821"/>
                </a:cubicBezTo>
                <a:cubicBezTo>
                  <a:pt x="3197077" y="141298"/>
                  <a:pt x="3194833" y="147318"/>
                  <a:pt x="3190347" y="152881"/>
                </a:cubicBezTo>
                <a:cubicBezTo>
                  <a:pt x="3185860" y="158444"/>
                  <a:pt x="3178754" y="162829"/>
                  <a:pt x="3169028" y="166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typicallyconsistingof1–3messages.">
            <a:extLst xmlns:a="http://schemas.openxmlformats.org/drawingml/2006/main">
              <a:ext uri="{FF2B5EF4-FFF2-40B4-BE49-F238E27FC236}">
                <a16:creationId xmlns:a16="http://schemas.microsoft.com/office/drawing/2014/main" id="{392DC2F8-8B93-415E-A225-B4528B33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464" y="1789079"/>
            <a:ext cx="2859772" cy="175448"/>
          </a:xfrm>
          <a:custGeom xmlns:a="http://schemas.openxmlformats.org/drawingml/2006/main">
            <a:pathLst>
              <a:path w="2859772" h="175448">
                <a:moveTo>
                  <a:pt x="29178" y="19201"/>
                </a:moveTo>
                <a:lnTo>
                  <a:pt x="29178" y="47627"/>
                </a:lnTo>
                <a:lnTo>
                  <a:pt x="49321" y="47627"/>
                </a:lnTo>
                <a:lnTo>
                  <a:pt x="49321" y="54216"/>
                </a:lnTo>
                <a:lnTo>
                  <a:pt x="29178" y="54216"/>
                </a:lnTo>
                <a:lnTo>
                  <a:pt x="29178" y="110049"/>
                </a:lnTo>
                <a:cubicBezTo>
                  <a:pt x="29178" y="115628"/>
                  <a:pt x="29979" y="119389"/>
                  <a:pt x="31579" y="121332"/>
                </a:cubicBezTo>
                <a:cubicBezTo>
                  <a:pt x="33179" y="123273"/>
                  <a:pt x="35234" y="124244"/>
                  <a:pt x="37744" y="124244"/>
                </a:cubicBezTo>
                <a:cubicBezTo>
                  <a:pt x="39815" y="124244"/>
                  <a:pt x="41823" y="123601"/>
                  <a:pt x="43768" y="122314"/>
                </a:cubicBezTo>
                <a:cubicBezTo>
                  <a:pt x="45713" y="121028"/>
                  <a:pt x="47219" y="119130"/>
                  <a:pt x="48286" y="116620"/>
                </a:cubicBezTo>
                <a:lnTo>
                  <a:pt x="51957" y="116620"/>
                </a:lnTo>
                <a:cubicBezTo>
                  <a:pt x="49760" y="122787"/>
                  <a:pt x="46654" y="127451"/>
                  <a:pt x="42638" y="130612"/>
                </a:cubicBezTo>
                <a:cubicBezTo>
                  <a:pt x="38622" y="133771"/>
                  <a:pt x="34481" y="135351"/>
                  <a:pt x="30214" y="135351"/>
                </a:cubicBezTo>
                <a:cubicBezTo>
                  <a:pt x="27327" y="135351"/>
                  <a:pt x="24504" y="134550"/>
                  <a:pt x="21743" y="132947"/>
                </a:cubicBezTo>
                <a:cubicBezTo>
                  <a:pt x="18982" y="131345"/>
                  <a:pt x="16942" y="129053"/>
                  <a:pt x="15625" y="126071"/>
                </a:cubicBezTo>
                <a:cubicBezTo>
                  <a:pt x="14307" y="123086"/>
                  <a:pt x="13648" y="118484"/>
                  <a:pt x="13648" y="112264"/>
                </a:cubicBezTo>
                <a:lnTo>
                  <a:pt x="13648" y="54216"/>
                </a:lnTo>
                <a:lnTo>
                  <a:pt x="0" y="54216"/>
                </a:lnTo>
                <a:lnTo>
                  <a:pt x="0" y="51109"/>
                </a:lnTo>
                <a:cubicBezTo>
                  <a:pt x="3451" y="49725"/>
                  <a:pt x="6981" y="47381"/>
                  <a:pt x="10589" y="44077"/>
                </a:cubicBezTo>
                <a:cubicBezTo>
                  <a:pt x="14197" y="40772"/>
                  <a:pt x="17413" y="36855"/>
                  <a:pt x="20237" y="32323"/>
                </a:cubicBezTo>
                <a:cubicBezTo>
                  <a:pt x="21680" y="29932"/>
                  <a:pt x="23688" y="25559"/>
                  <a:pt x="26261" y="19201"/>
                </a:cubicBezTo>
                <a:lnTo>
                  <a:pt x="29178" y="19201"/>
                </a:lnTo>
                <a:close/>
                <a:moveTo>
                  <a:pt x="52836" y="47627"/>
                </a:moveTo>
                <a:lnTo>
                  <a:pt x="93027" y="47627"/>
                </a:lnTo>
                <a:lnTo>
                  <a:pt x="93027" y="51109"/>
                </a:lnTo>
                <a:lnTo>
                  <a:pt x="91051" y="51109"/>
                </a:lnTo>
                <a:cubicBezTo>
                  <a:pt x="88227" y="51109"/>
                  <a:pt x="86109" y="51721"/>
                  <a:pt x="84697" y="52945"/>
                </a:cubicBezTo>
                <a:cubicBezTo>
                  <a:pt x="83285" y="54168"/>
                  <a:pt x="82580" y="55690"/>
                  <a:pt x="82580" y="57510"/>
                </a:cubicBezTo>
                <a:cubicBezTo>
                  <a:pt x="82580" y="59957"/>
                  <a:pt x="83615" y="63346"/>
                  <a:pt x="85686" y="67675"/>
                </a:cubicBezTo>
                <a:lnTo>
                  <a:pt x="106675" y="111161"/>
                </a:lnTo>
                <a:lnTo>
                  <a:pt x="125971" y="63534"/>
                </a:lnTo>
                <a:cubicBezTo>
                  <a:pt x="127038" y="60961"/>
                  <a:pt x="127571" y="58420"/>
                  <a:pt x="127571" y="55910"/>
                </a:cubicBezTo>
                <a:cubicBezTo>
                  <a:pt x="127571" y="54780"/>
                  <a:pt x="127351" y="53933"/>
                  <a:pt x="126912" y="53368"/>
                </a:cubicBezTo>
                <a:cubicBezTo>
                  <a:pt x="126410" y="52678"/>
                  <a:pt x="125626" y="52129"/>
                  <a:pt x="124559" y="51721"/>
                </a:cubicBezTo>
                <a:cubicBezTo>
                  <a:pt x="123492" y="51313"/>
                  <a:pt x="121610" y="51109"/>
                  <a:pt x="118911" y="51109"/>
                </a:cubicBezTo>
                <a:lnTo>
                  <a:pt x="118911" y="47627"/>
                </a:lnTo>
                <a:lnTo>
                  <a:pt x="146960" y="47627"/>
                </a:lnTo>
                <a:lnTo>
                  <a:pt x="146960" y="51109"/>
                </a:lnTo>
                <a:cubicBezTo>
                  <a:pt x="144639" y="51360"/>
                  <a:pt x="142850" y="51862"/>
                  <a:pt x="141595" y="52615"/>
                </a:cubicBezTo>
                <a:cubicBezTo>
                  <a:pt x="140340" y="53368"/>
                  <a:pt x="138960" y="54780"/>
                  <a:pt x="137454" y="56851"/>
                </a:cubicBezTo>
                <a:cubicBezTo>
                  <a:pt x="136889" y="57730"/>
                  <a:pt x="135822" y="60145"/>
                  <a:pt x="134254" y="64099"/>
                </a:cubicBezTo>
                <a:lnTo>
                  <a:pt x="99145" y="150128"/>
                </a:lnTo>
                <a:cubicBezTo>
                  <a:pt x="95757" y="158474"/>
                  <a:pt x="91317" y="164780"/>
                  <a:pt x="85827" y="169047"/>
                </a:cubicBezTo>
                <a:cubicBezTo>
                  <a:pt x="80336" y="173314"/>
                  <a:pt x="75050" y="175448"/>
                  <a:pt x="69967" y="175448"/>
                </a:cubicBezTo>
                <a:cubicBezTo>
                  <a:pt x="66265" y="175448"/>
                  <a:pt x="63221" y="174394"/>
                  <a:pt x="60837" y="172286"/>
                </a:cubicBezTo>
                <a:cubicBezTo>
                  <a:pt x="58452" y="170178"/>
                  <a:pt x="57260" y="167760"/>
                  <a:pt x="57260" y="165032"/>
                </a:cubicBezTo>
                <a:cubicBezTo>
                  <a:pt x="57260" y="162428"/>
                  <a:pt x="58123" y="160328"/>
                  <a:pt x="59849" y="158732"/>
                </a:cubicBezTo>
                <a:cubicBezTo>
                  <a:pt x="61574" y="157137"/>
                  <a:pt x="63943" y="156340"/>
                  <a:pt x="66955" y="156340"/>
                </a:cubicBezTo>
                <a:cubicBezTo>
                  <a:pt x="69026" y="156340"/>
                  <a:pt x="71849" y="157031"/>
                  <a:pt x="75426" y="158411"/>
                </a:cubicBezTo>
                <a:cubicBezTo>
                  <a:pt x="77936" y="159352"/>
                  <a:pt x="79505" y="159823"/>
                  <a:pt x="80132" y="159823"/>
                </a:cubicBezTo>
                <a:cubicBezTo>
                  <a:pt x="82015" y="159823"/>
                  <a:pt x="84070" y="158843"/>
                  <a:pt x="86297" y="156884"/>
                </a:cubicBezTo>
                <a:cubicBezTo>
                  <a:pt x="88525" y="154927"/>
                  <a:pt x="90768" y="151139"/>
                  <a:pt x="93027" y="145519"/>
                </a:cubicBezTo>
                <a:lnTo>
                  <a:pt x="99145" y="130456"/>
                </a:lnTo>
                <a:lnTo>
                  <a:pt x="68179" y="65416"/>
                </a:lnTo>
                <a:cubicBezTo>
                  <a:pt x="67237" y="63471"/>
                  <a:pt x="65731" y="61055"/>
                  <a:pt x="63661" y="58169"/>
                </a:cubicBezTo>
                <a:cubicBezTo>
                  <a:pt x="62092" y="55973"/>
                  <a:pt x="60805" y="54498"/>
                  <a:pt x="59801" y="53745"/>
                </a:cubicBezTo>
                <a:cubicBezTo>
                  <a:pt x="58358" y="52741"/>
                  <a:pt x="56036" y="51862"/>
                  <a:pt x="52836" y="51109"/>
                </a:cubicBezTo>
                <a:lnTo>
                  <a:pt x="52836" y="47627"/>
                </a:lnTo>
                <a:close/>
                <a:moveTo>
                  <a:pt x="147902" y="56107"/>
                </a:moveTo>
                <a:lnTo>
                  <a:pt x="174445" y="45368"/>
                </a:lnTo>
                <a:lnTo>
                  <a:pt x="178021" y="45368"/>
                </a:lnTo>
                <a:lnTo>
                  <a:pt x="178021" y="65510"/>
                </a:lnTo>
                <a:cubicBezTo>
                  <a:pt x="182477" y="57918"/>
                  <a:pt x="186948" y="52631"/>
                  <a:pt x="191434" y="49651"/>
                </a:cubicBezTo>
                <a:cubicBezTo>
                  <a:pt x="195921" y="46670"/>
                  <a:pt x="200643" y="45180"/>
                  <a:pt x="205600" y="45180"/>
                </a:cubicBezTo>
                <a:cubicBezTo>
                  <a:pt x="214259" y="45180"/>
                  <a:pt x="221475" y="48564"/>
                  <a:pt x="227248" y="55333"/>
                </a:cubicBezTo>
                <a:cubicBezTo>
                  <a:pt x="234339" y="63608"/>
                  <a:pt x="237884" y="74390"/>
                  <a:pt x="237884" y="87680"/>
                </a:cubicBezTo>
                <a:cubicBezTo>
                  <a:pt x="237884" y="102536"/>
                  <a:pt x="233617" y="114822"/>
                  <a:pt x="225084" y="124538"/>
                </a:cubicBezTo>
                <a:cubicBezTo>
                  <a:pt x="218056" y="132499"/>
                  <a:pt x="209208" y="136480"/>
                  <a:pt x="198541" y="136480"/>
                </a:cubicBezTo>
                <a:cubicBezTo>
                  <a:pt x="193897" y="136480"/>
                  <a:pt x="189881" y="135821"/>
                  <a:pt x="186493" y="134503"/>
                </a:cubicBezTo>
                <a:cubicBezTo>
                  <a:pt x="183983" y="133562"/>
                  <a:pt x="181159" y="131680"/>
                  <a:pt x="178021" y="128856"/>
                </a:cubicBezTo>
                <a:lnTo>
                  <a:pt x="178021" y="155117"/>
                </a:lnTo>
                <a:cubicBezTo>
                  <a:pt x="178021" y="161015"/>
                  <a:pt x="178382" y="164764"/>
                  <a:pt x="179104" y="166365"/>
                </a:cubicBezTo>
                <a:cubicBezTo>
                  <a:pt x="179826" y="167965"/>
                  <a:pt x="181081" y="169235"/>
                  <a:pt x="182869" y="170177"/>
                </a:cubicBezTo>
                <a:cubicBezTo>
                  <a:pt x="184657" y="171118"/>
                  <a:pt x="187905" y="171588"/>
                  <a:pt x="192611" y="171588"/>
                </a:cubicBezTo>
                <a:lnTo>
                  <a:pt x="192611" y="175071"/>
                </a:lnTo>
                <a:lnTo>
                  <a:pt x="147431" y="175071"/>
                </a:lnTo>
                <a:lnTo>
                  <a:pt x="147431" y="171588"/>
                </a:lnTo>
                <a:lnTo>
                  <a:pt x="149784" y="171588"/>
                </a:lnTo>
                <a:cubicBezTo>
                  <a:pt x="153235" y="171651"/>
                  <a:pt x="156185" y="170991"/>
                  <a:pt x="158632" y="169609"/>
                </a:cubicBezTo>
                <a:cubicBezTo>
                  <a:pt x="159824" y="168919"/>
                  <a:pt x="160750" y="167804"/>
                  <a:pt x="161409" y="166265"/>
                </a:cubicBezTo>
                <a:cubicBezTo>
                  <a:pt x="162067" y="164727"/>
                  <a:pt x="162397" y="160819"/>
                  <a:pt x="162397" y="154540"/>
                </a:cubicBezTo>
                <a:lnTo>
                  <a:pt x="162397" y="72967"/>
                </a:lnTo>
                <a:cubicBezTo>
                  <a:pt x="162397" y="67378"/>
                  <a:pt x="162146" y="63831"/>
                  <a:pt x="161644" y="62325"/>
                </a:cubicBezTo>
                <a:cubicBezTo>
                  <a:pt x="161142" y="60817"/>
                  <a:pt x="160342" y="59687"/>
                  <a:pt x="159244" y="58934"/>
                </a:cubicBezTo>
                <a:cubicBezTo>
                  <a:pt x="158146" y="58179"/>
                  <a:pt x="156655" y="57801"/>
                  <a:pt x="154773" y="57801"/>
                </a:cubicBezTo>
                <a:cubicBezTo>
                  <a:pt x="153267" y="57801"/>
                  <a:pt x="151353" y="58240"/>
                  <a:pt x="149031" y="59119"/>
                </a:cubicBezTo>
                <a:lnTo>
                  <a:pt x="147902" y="56107"/>
                </a:lnTo>
                <a:moveTo>
                  <a:pt x="178021" y="71234"/>
                </a:moveTo>
                <a:lnTo>
                  <a:pt x="178021" y="103384"/>
                </a:lnTo>
                <a:cubicBezTo>
                  <a:pt x="178021" y="110341"/>
                  <a:pt x="178304" y="114916"/>
                  <a:pt x="178869" y="117108"/>
                </a:cubicBezTo>
                <a:cubicBezTo>
                  <a:pt x="179747" y="120744"/>
                  <a:pt x="181896" y="123940"/>
                  <a:pt x="185316" y="126697"/>
                </a:cubicBezTo>
                <a:cubicBezTo>
                  <a:pt x="188736" y="129454"/>
                  <a:pt x="193050" y="130833"/>
                  <a:pt x="198258" y="130833"/>
                </a:cubicBezTo>
                <a:cubicBezTo>
                  <a:pt x="204533" y="130833"/>
                  <a:pt x="209616" y="128388"/>
                  <a:pt x="213506" y="123500"/>
                </a:cubicBezTo>
                <a:cubicBezTo>
                  <a:pt x="218589" y="117109"/>
                  <a:pt x="221130" y="108116"/>
                  <a:pt x="221130" y="96521"/>
                </a:cubicBezTo>
                <a:cubicBezTo>
                  <a:pt x="221130" y="83362"/>
                  <a:pt x="218244" y="73241"/>
                  <a:pt x="212471" y="66160"/>
                </a:cubicBezTo>
                <a:cubicBezTo>
                  <a:pt x="208455" y="61272"/>
                  <a:pt x="203686" y="58828"/>
                  <a:pt x="198164" y="58828"/>
                </a:cubicBezTo>
                <a:cubicBezTo>
                  <a:pt x="195152" y="58828"/>
                  <a:pt x="192171" y="59580"/>
                  <a:pt x="189222" y="61084"/>
                </a:cubicBezTo>
                <a:cubicBezTo>
                  <a:pt x="186963" y="62211"/>
                  <a:pt x="183230" y="65595"/>
                  <a:pt x="178021" y="71234"/>
                </a:cubicBezTo>
                <a:close/>
                <a:moveTo>
                  <a:pt x="272428" y="0"/>
                </a:moveTo>
                <a:cubicBezTo>
                  <a:pt x="275064" y="0"/>
                  <a:pt x="277307" y="930"/>
                  <a:pt x="279158" y="2791"/>
                </a:cubicBezTo>
                <a:cubicBezTo>
                  <a:pt x="281009" y="4650"/>
                  <a:pt x="281935" y="6904"/>
                  <a:pt x="281935" y="9554"/>
                </a:cubicBezTo>
                <a:cubicBezTo>
                  <a:pt x="281935" y="12203"/>
                  <a:pt x="281009" y="14474"/>
                  <a:pt x="279158" y="16366"/>
                </a:cubicBezTo>
                <a:cubicBezTo>
                  <a:pt x="277307" y="18256"/>
                  <a:pt x="275064" y="19201"/>
                  <a:pt x="272428" y="19201"/>
                </a:cubicBezTo>
                <a:cubicBezTo>
                  <a:pt x="269793" y="19201"/>
                  <a:pt x="267534" y="18256"/>
                  <a:pt x="265651" y="16366"/>
                </a:cubicBezTo>
                <a:cubicBezTo>
                  <a:pt x="263769" y="14474"/>
                  <a:pt x="262827" y="12203"/>
                  <a:pt x="262827" y="9554"/>
                </a:cubicBezTo>
                <a:cubicBezTo>
                  <a:pt x="262827" y="6904"/>
                  <a:pt x="263753" y="4650"/>
                  <a:pt x="265604" y="2791"/>
                </a:cubicBezTo>
                <a:cubicBezTo>
                  <a:pt x="267455" y="930"/>
                  <a:pt x="269730" y="0"/>
                  <a:pt x="272428" y="0"/>
                </a:cubicBezTo>
                <a:moveTo>
                  <a:pt x="280240" y="45180"/>
                </a:moveTo>
                <a:lnTo>
                  <a:pt x="280240" y="114302"/>
                </a:lnTo>
                <a:cubicBezTo>
                  <a:pt x="280240" y="119687"/>
                  <a:pt x="280633" y="123271"/>
                  <a:pt x="281417" y="125056"/>
                </a:cubicBezTo>
                <a:cubicBezTo>
                  <a:pt x="282201" y="126840"/>
                  <a:pt x="283362" y="128171"/>
                  <a:pt x="284900" y="129047"/>
                </a:cubicBezTo>
                <a:cubicBezTo>
                  <a:pt x="286437" y="129924"/>
                  <a:pt x="289245" y="130362"/>
                  <a:pt x="293324" y="130362"/>
                </a:cubicBezTo>
                <a:lnTo>
                  <a:pt x="293324" y="133845"/>
                </a:lnTo>
                <a:lnTo>
                  <a:pt x="251438" y="133845"/>
                </a:lnTo>
                <a:lnTo>
                  <a:pt x="251438" y="130362"/>
                </a:lnTo>
                <a:cubicBezTo>
                  <a:pt x="255643" y="130362"/>
                  <a:pt x="258466" y="129955"/>
                  <a:pt x="259910" y="129141"/>
                </a:cubicBezTo>
                <a:cubicBezTo>
                  <a:pt x="261353" y="128328"/>
                  <a:pt x="262498" y="126981"/>
                  <a:pt x="263345" y="125103"/>
                </a:cubicBezTo>
                <a:cubicBezTo>
                  <a:pt x="264192" y="123224"/>
                  <a:pt x="264616" y="119624"/>
                  <a:pt x="264616" y="114302"/>
                </a:cubicBezTo>
                <a:lnTo>
                  <a:pt x="264616" y="81150"/>
                </a:lnTo>
                <a:cubicBezTo>
                  <a:pt x="264616" y="71820"/>
                  <a:pt x="264333" y="65778"/>
                  <a:pt x="263769" y="63025"/>
                </a:cubicBezTo>
                <a:cubicBezTo>
                  <a:pt x="263329" y="61021"/>
                  <a:pt x="262639" y="59628"/>
                  <a:pt x="261698" y="58845"/>
                </a:cubicBezTo>
                <a:cubicBezTo>
                  <a:pt x="260757" y="58063"/>
                  <a:pt x="259470" y="57672"/>
                  <a:pt x="257839" y="57672"/>
                </a:cubicBezTo>
                <a:cubicBezTo>
                  <a:pt x="256082" y="57672"/>
                  <a:pt x="253948" y="58141"/>
                  <a:pt x="251438" y="59081"/>
                </a:cubicBezTo>
                <a:lnTo>
                  <a:pt x="250121" y="55698"/>
                </a:lnTo>
                <a:lnTo>
                  <a:pt x="276099" y="45180"/>
                </a:lnTo>
                <a:lnTo>
                  <a:pt x="280240" y="45180"/>
                </a:lnTo>
                <a:close/>
                <a:moveTo>
                  <a:pt x="377314" y="101089"/>
                </a:moveTo>
                <a:cubicBezTo>
                  <a:pt x="374992" y="112447"/>
                  <a:pt x="370443" y="121185"/>
                  <a:pt x="363666" y="127303"/>
                </a:cubicBezTo>
                <a:cubicBezTo>
                  <a:pt x="356889" y="133421"/>
                  <a:pt x="349391" y="136480"/>
                  <a:pt x="341170" y="136480"/>
                </a:cubicBezTo>
                <a:cubicBezTo>
                  <a:pt x="331382" y="136480"/>
                  <a:pt x="322848" y="132375"/>
                  <a:pt x="315569" y="124165"/>
                </a:cubicBezTo>
                <a:cubicBezTo>
                  <a:pt x="308290" y="115952"/>
                  <a:pt x="304650" y="104856"/>
                  <a:pt x="304650" y="90877"/>
                </a:cubicBezTo>
                <a:cubicBezTo>
                  <a:pt x="304650" y="77337"/>
                  <a:pt x="308682" y="66336"/>
                  <a:pt x="316745" y="57875"/>
                </a:cubicBezTo>
                <a:cubicBezTo>
                  <a:pt x="324809" y="49411"/>
                  <a:pt x="334488" y="45180"/>
                  <a:pt x="345783" y="45180"/>
                </a:cubicBezTo>
                <a:cubicBezTo>
                  <a:pt x="354254" y="45180"/>
                  <a:pt x="361219" y="47416"/>
                  <a:pt x="366678" y="51889"/>
                </a:cubicBezTo>
                <a:cubicBezTo>
                  <a:pt x="372137" y="56360"/>
                  <a:pt x="374867" y="61003"/>
                  <a:pt x="374867" y="65819"/>
                </a:cubicBezTo>
                <a:cubicBezTo>
                  <a:pt x="374867" y="68196"/>
                  <a:pt x="374098" y="70120"/>
                  <a:pt x="372561" y="71590"/>
                </a:cubicBezTo>
                <a:cubicBezTo>
                  <a:pt x="371024" y="73059"/>
                  <a:pt x="368874" y="73793"/>
                  <a:pt x="366113" y="73793"/>
                </a:cubicBezTo>
                <a:cubicBezTo>
                  <a:pt x="362411" y="73793"/>
                  <a:pt x="359619" y="72601"/>
                  <a:pt x="357736" y="70217"/>
                </a:cubicBezTo>
                <a:cubicBezTo>
                  <a:pt x="356670" y="68899"/>
                  <a:pt x="355964" y="66389"/>
                  <a:pt x="355619" y="62687"/>
                </a:cubicBezTo>
                <a:cubicBezTo>
                  <a:pt x="355273" y="58985"/>
                  <a:pt x="354003" y="56161"/>
                  <a:pt x="351806" y="54216"/>
                </a:cubicBezTo>
                <a:cubicBezTo>
                  <a:pt x="349610" y="52333"/>
                  <a:pt x="346567" y="51392"/>
                  <a:pt x="342676" y="51392"/>
                </a:cubicBezTo>
                <a:cubicBezTo>
                  <a:pt x="336401" y="51392"/>
                  <a:pt x="331350" y="53714"/>
                  <a:pt x="327522" y="58357"/>
                </a:cubicBezTo>
                <a:cubicBezTo>
                  <a:pt x="322440" y="64506"/>
                  <a:pt x="319898" y="72633"/>
                  <a:pt x="319898" y="82735"/>
                </a:cubicBezTo>
                <a:cubicBezTo>
                  <a:pt x="319898" y="93026"/>
                  <a:pt x="322424" y="102109"/>
                  <a:pt x="327475" y="109984"/>
                </a:cubicBezTo>
                <a:cubicBezTo>
                  <a:pt x="332527" y="117859"/>
                  <a:pt x="339351" y="121797"/>
                  <a:pt x="347947" y="121797"/>
                </a:cubicBezTo>
                <a:cubicBezTo>
                  <a:pt x="354097" y="121797"/>
                  <a:pt x="359619" y="119695"/>
                  <a:pt x="364513" y="115490"/>
                </a:cubicBezTo>
                <a:cubicBezTo>
                  <a:pt x="367964" y="112604"/>
                  <a:pt x="371322" y="107364"/>
                  <a:pt x="374585" y="99772"/>
                </a:cubicBezTo>
                <a:lnTo>
                  <a:pt x="377314" y="101089"/>
                </a:lnTo>
                <a:close/>
                <a:moveTo>
                  <a:pt x="438525" y="121420"/>
                </a:moveTo>
                <a:cubicBezTo>
                  <a:pt x="429677" y="128260"/>
                  <a:pt x="424124" y="132213"/>
                  <a:pt x="421865" y="133280"/>
                </a:cubicBezTo>
                <a:cubicBezTo>
                  <a:pt x="418477" y="134911"/>
                  <a:pt x="414868" y="135727"/>
                  <a:pt x="411041" y="135727"/>
                </a:cubicBezTo>
                <a:cubicBezTo>
                  <a:pt x="405080" y="135727"/>
                  <a:pt x="400169" y="133688"/>
                  <a:pt x="396310" y="129609"/>
                </a:cubicBezTo>
                <a:cubicBezTo>
                  <a:pt x="392451" y="125530"/>
                  <a:pt x="390522" y="120165"/>
                  <a:pt x="390522" y="113514"/>
                </a:cubicBezTo>
                <a:cubicBezTo>
                  <a:pt x="390522" y="109310"/>
                  <a:pt x="391463" y="105670"/>
                  <a:pt x="393345" y="102595"/>
                </a:cubicBezTo>
                <a:cubicBezTo>
                  <a:pt x="395918" y="98328"/>
                  <a:pt x="400389" y="94312"/>
                  <a:pt x="406758" y="90547"/>
                </a:cubicBezTo>
                <a:cubicBezTo>
                  <a:pt x="413127" y="86783"/>
                  <a:pt x="423716" y="82202"/>
                  <a:pt x="438525" y="76805"/>
                </a:cubicBezTo>
                <a:lnTo>
                  <a:pt x="438525" y="73417"/>
                </a:lnTo>
                <a:cubicBezTo>
                  <a:pt x="438525" y="64820"/>
                  <a:pt x="437160" y="58922"/>
                  <a:pt x="434431" y="55722"/>
                </a:cubicBezTo>
                <a:cubicBezTo>
                  <a:pt x="431701" y="52521"/>
                  <a:pt x="427732" y="50921"/>
                  <a:pt x="422524" y="50921"/>
                </a:cubicBezTo>
                <a:cubicBezTo>
                  <a:pt x="418571" y="50921"/>
                  <a:pt x="415433" y="51984"/>
                  <a:pt x="413111" y="54110"/>
                </a:cubicBezTo>
                <a:cubicBezTo>
                  <a:pt x="410727" y="56235"/>
                  <a:pt x="409535" y="58674"/>
                  <a:pt x="409535" y="61425"/>
                </a:cubicBezTo>
                <a:lnTo>
                  <a:pt x="409723" y="66863"/>
                </a:lnTo>
                <a:cubicBezTo>
                  <a:pt x="409723" y="69738"/>
                  <a:pt x="408986" y="71957"/>
                  <a:pt x="407511" y="73520"/>
                </a:cubicBezTo>
                <a:cubicBezTo>
                  <a:pt x="406036" y="75083"/>
                  <a:pt x="404107" y="75864"/>
                  <a:pt x="401722" y="75864"/>
                </a:cubicBezTo>
                <a:cubicBezTo>
                  <a:pt x="399401" y="75864"/>
                  <a:pt x="397503" y="75051"/>
                  <a:pt x="396028" y="73426"/>
                </a:cubicBezTo>
                <a:cubicBezTo>
                  <a:pt x="394553" y="71798"/>
                  <a:pt x="393816" y="69576"/>
                  <a:pt x="393816" y="66761"/>
                </a:cubicBezTo>
                <a:cubicBezTo>
                  <a:pt x="393816" y="61382"/>
                  <a:pt x="396577" y="56440"/>
                  <a:pt x="402099" y="51936"/>
                </a:cubicBezTo>
                <a:cubicBezTo>
                  <a:pt x="407621" y="47432"/>
                  <a:pt x="415370" y="45180"/>
                  <a:pt x="425348" y="45180"/>
                </a:cubicBezTo>
                <a:cubicBezTo>
                  <a:pt x="433003" y="45180"/>
                  <a:pt x="439278" y="46464"/>
                  <a:pt x="444172" y="49033"/>
                </a:cubicBezTo>
                <a:cubicBezTo>
                  <a:pt x="447875" y="50976"/>
                  <a:pt x="450604" y="54017"/>
                  <a:pt x="452361" y="58154"/>
                </a:cubicBezTo>
                <a:cubicBezTo>
                  <a:pt x="453491" y="60848"/>
                  <a:pt x="454055" y="66363"/>
                  <a:pt x="454055" y="74699"/>
                </a:cubicBezTo>
                <a:lnTo>
                  <a:pt x="454055" y="103937"/>
                </a:lnTo>
                <a:cubicBezTo>
                  <a:pt x="454055" y="112147"/>
                  <a:pt x="454212" y="117177"/>
                  <a:pt x="454526" y="119026"/>
                </a:cubicBezTo>
                <a:cubicBezTo>
                  <a:pt x="454840" y="120875"/>
                  <a:pt x="455358" y="122113"/>
                  <a:pt x="456079" y="122741"/>
                </a:cubicBezTo>
                <a:cubicBezTo>
                  <a:pt x="456801" y="123366"/>
                  <a:pt x="457632" y="123679"/>
                  <a:pt x="458573" y="123679"/>
                </a:cubicBezTo>
                <a:cubicBezTo>
                  <a:pt x="459577" y="123679"/>
                  <a:pt x="460456" y="123460"/>
                  <a:pt x="461209" y="123020"/>
                </a:cubicBezTo>
                <a:cubicBezTo>
                  <a:pt x="462527" y="122205"/>
                  <a:pt x="465068" y="119914"/>
                  <a:pt x="468833" y="116149"/>
                </a:cubicBezTo>
                <a:lnTo>
                  <a:pt x="468833" y="121420"/>
                </a:lnTo>
                <a:cubicBezTo>
                  <a:pt x="461805" y="130833"/>
                  <a:pt x="455091" y="135539"/>
                  <a:pt x="448690" y="135539"/>
                </a:cubicBezTo>
                <a:cubicBezTo>
                  <a:pt x="445616" y="135539"/>
                  <a:pt x="443168" y="134472"/>
                  <a:pt x="441349" y="132339"/>
                </a:cubicBezTo>
                <a:cubicBezTo>
                  <a:pt x="439529" y="130205"/>
                  <a:pt x="438588" y="126566"/>
                  <a:pt x="438525" y="121420"/>
                </a:cubicBezTo>
                <a:moveTo>
                  <a:pt x="438525" y="115249"/>
                </a:moveTo>
                <a:lnTo>
                  <a:pt x="438525" y="82547"/>
                </a:lnTo>
                <a:cubicBezTo>
                  <a:pt x="429050" y="86294"/>
                  <a:pt x="422932" y="88949"/>
                  <a:pt x="420171" y="90512"/>
                </a:cubicBezTo>
                <a:cubicBezTo>
                  <a:pt x="415214" y="93261"/>
                  <a:pt x="411668" y="96135"/>
                  <a:pt x="409535" y="99133"/>
                </a:cubicBezTo>
                <a:cubicBezTo>
                  <a:pt x="407401" y="102132"/>
                  <a:pt x="406334" y="105411"/>
                  <a:pt x="406334" y="108972"/>
                </a:cubicBezTo>
                <a:cubicBezTo>
                  <a:pt x="406334" y="113471"/>
                  <a:pt x="407684" y="117203"/>
                  <a:pt x="410382" y="120170"/>
                </a:cubicBezTo>
                <a:cubicBezTo>
                  <a:pt x="413080" y="123137"/>
                  <a:pt x="416186" y="124620"/>
                  <a:pt x="419700" y="124620"/>
                </a:cubicBezTo>
                <a:cubicBezTo>
                  <a:pt x="424469" y="124620"/>
                  <a:pt x="430744" y="121497"/>
                  <a:pt x="438525" y="115249"/>
                </a:cubicBezTo>
                <a:close/>
                <a:moveTo>
                  <a:pt x="504912" y="0"/>
                </a:moveTo>
                <a:lnTo>
                  <a:pt x="504912" y="114279"/>
                </a:lnTo>
                <a:cubicBezTo>
                  <a:pt x="504912" y="119671"/>
                  <a:pt x="505304" y="123246"/>
                  <a:pt x="506088" y="125003"/>
                </a:cubicBezTo>
                <a:cubicBezTo>
                  <a:pt x="506873" y="126758"/>
                  <a:pt x="508081" y="128090"/>
                  <a:pt x="509712" y="129000"/>
                </a:cubicBezTo>
                <a:cubicBezTo>
                  <a:pt x="511344" y="129908"/>
                  <a:pt x="514387" y="130362"/>
                  <a:pt x="518842" y="130362"/>
                </a:cubicBezTo>
                <a:lnTo>
                  <a:pt x="518842" y="133845"/>
                </a:lnTo>
                <a:lnTo>
                  <a:pt x="476580" y="133845"/>
                </a:lnTo>
                <a:lnTo>
                  <a:pt x="476580" y="130362"/>
                </a:lnTo>
                <a:cubicBezTo>
                  <a:pt x="480534" y="130362"/>
                  <a:pt x="483232" y="129955"/>
                  <a:pt x="484675" y="129141"/>
                </a:cubicBezTo>
                <a:cubicBezTo>
                  <a:pt x="486118" y="128326"/>
                  <a:pt x="487248" y="126977"/>
                  <a:pt x="488064" y="125097"/>
                </a:cubicBezTo>
                <a:cubicBezTo>
                  <a:pt x="488879" y="123214"/>
                  <a:pt x="489287" y="119608"/>
                  <a:pt x="489287" y="114279"/>
                </a:cubicBezTo>
                <a:lnTo>
                  <a:pt x="489287" y="36023"/>
                </a:lnTo>
                <a:cubicBezTo>
                  <a:pt x="489287" y="26305"/>
                  <a:pt x="489068" y="20333"/>
                  <a:pt x="488628" y="18107"/>
                </a:cubicBezTo>
                <a:cubicBezTo>
                  <a:pt x="488189" y="15880"/>
                  <a:pt x="487483" y="14359"/>
                  <a:pt x="486510" y="13545"/>
                </a:cubicBezTo>
                <a:cubicBezTo>
                  <a:pt x="485538" y="12729"/>
                  <a:pt x="484299" y="12321"/>
                  <a:pt x="482793" y="12321"/>
                </a:cubicBezTo>
                <a:cubicBezTo>
                  <a:pt x="481161" y="12321"/>
                  <a:pt x="479090" y="12823"/>
                  <a:pt x="476580" y="13827"/>
                </a:cubicBezTo>
                <a:lnTo>
                  <a:pt x="474980" y="10533"/>
                </a:lnTo>
                <a:lnTo>
                  <a:pt x="500676" y="0"/>
                </a:lnTo>
                <a:lnTo>
                  <a:pt x="504912" y="0"/>
                </a:lnTo>
                <a:close/>
                <a:moveTo>
                  <a:pt x="558501" y="0"/>
                </a:moveTo>
                <a:lnTo>
                  <a:pt x="558501" y="114279"/>
                </a:lnTo>
                <a:cubicBezTo>
                  <a:pt x="558501" y="119671"/>
                  <a:pt x="558893" y="123246"/>
                  <a:pt x="559678" y="125003"/>
                </a:cubicBezTo>
                <a:cubicBezTo>
                  <a:pt x="560462" y="126758"/>
                  <a:pt x="561670" y="128090"/>
                  <a:pt x="563301" y="129000"/>
                </a:cubicBezTo>
                <a:cubicBezTo>
                  <a:pt x="564933" y="129908"/>
                  <a:pt x="567976" y="130362"/>
                  <a:pt x="572431" y="130362"/>
                </a:cubicBezTo>
                <a:lnTo>
                  <a:pt x="572431" y="133845"/>
                </a:lnTo>
                <a:lnTo>
                  <a:pt x="530170" y="133845"/>
                </a:lnTo>
                <a:lnTo>
                  <a:pt x="530170" y="130362"/>
                </a:lnTo>
                <a:cubicBezTo>
                  <a:pt x="534123" y="130362"/>
                  <a:pt x="536821" y="129955"/>
                  <a:pt x="538264" y="129141"/>
                </a:cubicBezTo>
                <a:cubicBezTo>
                  <a:pt x="539708" y="128326"/>
                  <a:pt x="540837" y="126977"/>
                  <a:pt x="541653" y="125097"/>
                </a:cubicBezTo>
                <a:cubicBezTo>
                  <a:pt x="542469" y="123214"/>
                  <a:pt x="542876" y="119608"/>
                  <a:pt x="542876" y="114279"/>
                </a:cubicBezTo>
                <a:lnTo>
                  <a:pt x="542876" y="36023"/>
                </a:lnTo>
                <a:cubicBezTo>
                  <a:pt x="542876" y="26305"/>
                  <a:pt x="542657" y="20333"/>
                  <a:pt x="542218" y="18107"/>
                </a:cubicBezTo>
                <a:cubicBezTo>
                  <a:pt x="541778" y="15880"/>
                  <a:pt x="541072" y="14359"/>
                  <a:pt x="540100" y="13545"/>
                </a:cubicBezTo>
                <a:cubicBezTo>
                  <a:pt x="539127" y="12729"/>
                  <a:pt x="537888" y="12321"/>
                  <a:pt x="536382" y="12321"/>
                </a:cubicBezTo>
                <a:cubicBezTo>
                  <a:pt x="534750" y="12321"/>
                  <a:pt x="532680" y="12823"/>
                  <a:pt x="530170" y="13827"/>
                </a:cubicBezTo>
                <a:lnTo>
                  <a:pt x="528570" y="10533"/>
                </a:lnTo>
                <a:lnTo>
                  <a:pt x="554265" y="0"/>
                </a:lnTo>
                <a:lnTo>
                  <a:pt x="558501" y="0"/>
                </a:lnTo>
                <a:close/>
                <a:moveTo>
                  <a:pt x="577546" y="47627"/>
                </a:moveTo>
                <a:lnTo>
                  <a:pt x="617737" y="47627"/>
                </a:lnTo>
                <a:lnTo>
                  <a:pt x="617737" y="51109"/>
                </a:lnTo>
                <a:lnTo>
                  <a:pt x="615761" y="51109"/>
                </a:lnTo>
                <a:cubicBezTo>
                  <a:pt x="612937" y="51109"/>
                  <a:pt x="610819" y="51721"/>
                  <a:pt x="609407" y="52945"/>
                </a:cubicBezTo>
                <a:cubicBezTo>
                  <a:pt x="607995" y="54168"/>
                  <a:pt x="607289" y="55690"/>
                  <a:pt x="607289" y="57510"/>
                </a:cubicBezTo>
                <a:cubicBezTo>
                  <a:pt x="607289" y="59957"/>
                  <a:pt x="608325" y="63346"/>
                  <a:pt x="610395" y="67675"/>
                </a:cubicBezTo>
                <a:lnTo>
                  <a:pt x="631385" y="111161"/>
                </a:lnTo>
                <a:lnTo>
                  <a:pt x="650681" y="63534"/>
                </a:lnTo>
                <a:cubicBezTo>
                  <a:pt x="651747" y="60961"/>
                  <a:pt x="652281" y="58420"/>
                  <a:pt x="652281" y="55910"/>
                </a:cubicBezTo>
                <a:cubicBezTo>
                  <a:pt x="652281" y="54780"/>
                  <a:pt x="652061" y="53933"/>
                  <a:pt x="651622" y="53368"/>
                </a:cubicBezTo>
                <a:cubicBezTo>
                  <a:pt x="651120" y="52678"/>
                  <a:pt x="650336" y="52129"/>
                  <a:pt x="649269" y="51721"/>
                </a:cubicBezTo>
                <a:cubicBezTo>
                  <a:pt x="648202" y="51313"/>
                  <a:pt x="646320" y="51109"/>
                  <a:pt x="643621" y="51109"/>
                </a:cubicBezTo>
                <a:lnTo>
                  <a:pt x="643621" y="47627"/>
                </a:lnTo>
                <a:lnTo>
                  <a:pt x="671670" y="47627"/>
                </a:lnTo>
                <a:lnTo>
                  <a:pt x="671670" y="51109"/>
                </a:lnTo>
                <a:cubicBezTo>
                  <a:pt x="669349" y="51360"/>
                  <a:pt x="667560" y="51862"/>
                  <a:pt x="666305" y="52615"/>
                </a:cubicBezTo>
                <a:cubicBezTo>
                  <a:pt x="665050" y="53368"/>
                  <a:pt x="663670" y="54780"/>
                  <a:pt x="662164" y="56851"/>
                </a:cubicBezTo>
                <a:cubicBezTo>
                  <a:pt x="661599" y="57730"/>
                  <a:pt x="660532" y="60145"/>
                  <a:pt x="658964" y="64099"/>
                </a:cubicBezTo>
                <a:lnTo>
                  <a:pt x="623855" y="150128"/>
                </a:lnTo>
                <a:cubicBezTo>
                  <a:pt x="620467" y="158474"/>
                  <a:pt x="616027" y="164780"/>
                  <a:pt x="610537" y="169047"/>
                </a:cubicBezTo>
                <a:cubicBezTo>
                  <a:pt x="605046" y="173314"/>
                  <a:pt x="599759" y="175448"/>
                  <a:pt x="594677" y="175448"/>
                </a:cubicBezTo>
                <a:cubicBezTo>
                  <a:pt x="590975" y="175448"/>
                  <a:pt x="587931" y="174394"/>
                  <a:pt x="585547" y="172286"/>
                </a:cubicBezTo>
                <a:cubicBezTo>
                  <a:pt x="583162" y="170178"/>
                  <a:pt x="581970" y="167760"/>
                  <a:pt x="581970" y="165032"/>
                </a:cubicBezTo>
                <a:cubicBezTo>
                  <a:pt x="581970" y="162428"/>
                  <a:pt x="582833" y="160328"/>
                  <a:pt x="584558" y="158732"/>
                </a:cubicBezTo>
                <a:cubicBezTo>
                  <a:pt x="586284" y="157137"/>
                  <a:pt x="588653" y="156340"/>
                  <a:pt x="591665" y="156340"/>
                </a:cubicBezTo>
                <a:cubicBezTo>
                  <a:pt x="593736" y="156340"/>
                  <a:pt x="596559" y="157031"/>
                  <a:pt x="600136" y="158411"/>
                </a:cubicBezTo>
                <a:cubicBezTo>
                  <a:pt x="602646" y="159352"/>
                  <a:pt x="604215" y="159823"/>
                  <a:pt x="604842" y="159823"/>
                </a:cubicBezTo>
                <a:cubicBezTo>
                  <a:pt x="606725" y="159823"/>
                  <a:pt x="608780" y="158843"/>
                  <a:pt x="611007" y="156884"/>
                </a:cubicBezTo>
                <a:cubicBezTo>
                  <a:pt x="613235" y="154927"/>
                  <a:pt x="615478" y="151139"/>
                  <a:pt x="617737" y="145519"/>
                </a:cubicBezTo>
                <a:lnTo>
                  <a:pt x="623855" y="130456"/>
                </a:lnTo>
                <a:lnTo>
                  <a:pt x="592888" y="65416"/>
                </a:lnTo>
                <a:cubicBezTo>
                  <a:pt x="591947" y="63471"/>
                  <a:pt x="590441" y="61055"/>
                  <a:pt x="588370" y="58169"/>
                </a:cubicBezTo>
                <a:cubicBezTo>
                  <a:pt x="586802" y="55973"/>
                  <a:pt x="585515" y="54498"/>
                  <a:pt x="584511" y="53745"/>
                </a:cubicBezTo>
                <a:cubicBezTo>
                  <a:pt x="583068" y="52741"/>
                  <a:pt x="580746" y="51862"/>
                  <a:pt x="577546" y="51109"/>
                </a:cubicBezTo>
                <a:lnTo>
                  <a:pt x="577546" y="47627"/>
                </a:lnTo>
                <a:close/>
                <a:moveTo>
                  <a:pt x="800244" y="101089"/>
                </a:moveTo>
                <a:cubicBezTo>
                  <a:pt x="797922" y="112447"/>
                  <a:pt x="793373" y="121185"/>
                  <a:pt x="786596" y="127303"/>
                </a:cubicBezTo>
                <a:cubicBezTo>
                  <a:pt x="779819" y="133421"/>
                  <a:pt x="772320" y="136480"/>
                  <a:pt x="764100" y="136480"/>
                </a:cubicBezTo>
                <a:cubicBezTo>
                  <a:pt x="754311" y="136480"/>
                  <a:pt x="745777" y="132375"/>
                  <a:pt x="738498" y="124165"/>
                </a:cubicBezTo>
                <a:cubicBezTo>
                  <a:pt x="731219" y="115952"/>
                  <a:pt x="727580" y="104856"/>
                  <a:pt x="727580" y="90877"/>
                </a:cubicBezTo>
                <a:cubicBezTo>
                  <a:pt x="727580" y="77337"/>
                  <a:pt x="731612" y="66336"/>
                  <a:pt x="739675" y="57875"/>
                </a:cubicBezTo>
                <a:cubicBezTo>
                  <a:pt x="747738" y="49411"/>
                  <a:pt x="757417" y="45180"/>
                  <a:pt x="768712" y="45180"/>
                </a:cubicBezTo>
                <a:cubicBezTo>
                  <a:pt x="777183" y="45180"/>
                  <a:pt x="784149" y="47416"/>
                  <a:pt x="789608" y="51889"/>
                </a:cubicBezTo>
                <a:cubicBezTo>
                  <a:pt x="795067" y="56360"/>
                  <a:pt x="797797" y="61003"/>
                  <a:pt x="797797" y="65819"/>
                </a:cubicBezTo>
                <a:cubicBezTo>
                  <a:pt x="797797" y="68196"/>
                  <a:pt x="797028" y="70120"/>
                  <a:pt x="795491" y="71590"/>
                </a:cubicBezTo>
                <a:cubicBezTo>
                  <a:pt x="793953" y="73059"/>
                  <a:pt x="791804" y="73793"/>
                  <a:pt x="789043" y="73793"/>
                </a:cubicBezTo>
                <a:cubicBezTo>
                  <a:pt x="785341" y="73793"/>
                  <a:pt x="782549" y="72601"/>
                  <a:pt x="780666" y="70217"/>
                </a:cubicBezTo>
                <a:cubicBezTo>
                  <a:pt x="779599" y="68899"/>
                  <a:pt x="778893" y="66389"/>
                  <a:pt x="778548" y="62687"/>
                </a:cubicBezTo>
                <a:cubicBezTo>
                  <a:pt x="778203" y="58985"/>
                  <a:pt x="776932" y="56161"/>
                  <a:pt x="774736" y="54216"/>
                </a:cubicBezTo>
                <a:cubicBezTo>
                  <a:pt x="772540" y="52333"/>
                  <a:pt x="769497" y="51392"/>
                  <a:pt x="765606" y="51392"/>
                </a:cubicBezTo>
                <a:cubicBezTo>
                  <a:pt x="759331" y="51392"/>
                  <a:pt x="754280" y="53714"/>
                  <a:pt x="750452" y="58357"/>
                </a:cubicBezTo>
                <a:cubicBezTo>
                  <a:pt x="745369" y="64506"/>
                  <a:pt x="742828" y="72633"/>
                  <a:pt x="742828" y="82735"/>
                </a:cubicBezTo>
                <a:cubicBezTo>
                  <a:pt x="742828" y="93026"/>
                  <a:pt x="745354" y="102109"/>
                  <a:pt x="750405" y="109984"/>
                </a:cubicBezTo>
                <a:cubicBezTo>
                  <a:pt x="755456" y="117859"/>
                  <a:pt x="762280" y="121797"/>
                  <a:pt x="770877" y="121797"/>
                </a:cubicBezTo>
                <a:cubicBezTo>
                  <a:pt x="777027" y="121797"/>
                  <a:pt x="782549" y="119695"/>
                  <a:pt x="787443" y="115490"/>
                </a:cubicBezTo>
                <a:cubicBezTo>
                  <a:pt x="790894" y="112604"/>
                  <a:pt x="794251" y="107364"/>
                  <a:pt x="797514" y="99772"/>
                </a:cubicBezTo>
                <a:lnTo>
                  <a:pt x="800244" y="101089"/>
                </a:lnTo>
                <a:close/>
                <a:moveTo>
                  <a:pt x="854772" y="45180"/>
                </a:moveTo>
                <a:cubicBezTo>
                  <a:pt x="867824" y="45180"/>
                  <a:pt x="878303" y="50132"/>
                  <a:pt x="886209" y="60037"/>
                </a:cubicBezTo>
                <a:cubicBezTo>
                  <a:pt x="892924" y="68498"/>
                  <a:pt x="896281" y="78214"/>
                  <a:pt x="896281" y="89186"/>
                </a:cubicBezTo>
                <a:cubicBezTo>
                  <a:pt x="896281" y="96896"/>
                  <a:pt x="894430" y="104700"/>
                  <a:pt x="890727" y="112599"/>
                </a:cubicBezTo>
                <a:cubicBezTo>
                  <a:pt x="887025" y="120496"/>
                  <a:pt x="881927" y="126450"/>
                  <a:pt x="875432" y="130462"/>
                </a:cubicBezTo>
                <a:cubicBezTo>
                  <a:pt x="868938" y="134474"/>
                  <a:pt x="861706" y="136480"/>
                  <a:pt x="853736" y="136480"/>
                </a:cubicBezTo>
                <a:cubicBezTo>
                  <a:pt x="840747" y="136480"/>
                  <a:pt x="830425" y="131308"/>
                  <a:pt x="822770" y="120964"/>
                </a:cubicBezTo>
                <a:cubicBezTo>
                  <a:pt x="816306" y="112252"/>
                  <a:pt x="813075" y="102474"/>
                  <a:pt x="813075" y="91630"/>
                </a:cubicBezTo>
                <a:cubicBezTo>
                  <a:pt x="813075" y="83731"/>
                  <a:pt x="815036" y="75880"/>
                  <a:pt x="818958" y="68075"/>
                </a:cubicBezTo>
                <a:cubicBezTo>
                  <a:pt x="822879" y="60271"/>
                  <a:pt x="828041" y="54504"/>
                  <a:pt x="834441" y="50774"/>
                </a:cubicBezTo>
                <a:cubicBezTo>
                  <a:pt x="840841" y="47044"/>
                  <a:pt x="847618" y="45180"/>
                  <a:pt x="854772" y="45180"/>
                </a:cubicBezTo>
                <a:moveTo>
                  <a:pt x="851854" y="51392"/>
                </a:moveTo>
                <a:cubicBezTo>
                  <a:pt x="848528" y="51392"/>
                  <a:pt x="845187" y="52379"/>
                  <a:pt x="841830" y="54354"/>
                </a:cubicBezTo>
                <a:cubicBezTo>
                  <a:pt x="838473" y="56328"/>
                  <a:pt x="835759" y="59791"/>
                  <a:pt x="833688" y="64743"/>
                </a:cubicBezTo>
                <a:cubicBezTo>
                  <a:pt x="831617" y="69694"/>
                  <a:pt x="830582" y="76055"/>
                  <a:pt x="830582" y="83826"/>
                </a:cubicBezTo>
                <a:cubicBezTo>
                  <a:pt x="830582" y="96361"/>
                  <a:pt x="833076" y="107172"/>
                  <a:pt x="838065" y="116261"/>
                </a:cubicBezTo>
                <a:cubicBezTo>
                  <a:pt x="843053" y="125348"/>
                  <a:pt x="849626" y="129891"/>
                  <a:pt x="857784" y="129891"/>
                </a:cubicBezTo>
                <a:cubicBezTo>
                  <a:pt x="863871" y="129891"/>
                  <a:pt x="868890" y="127384"/>
                  <a:pt x="872844" y="122370"/>
                </a:cubicBezTo>
                <a:cubicBezTo>
                  <a:pt x="876797" y="117356"/>
                  <a:pt x="878774" y="108739"/>
                  <a:pt x="878774" y="96518"/>
                </a:cubicBezTo>
                <a:cubicBezTo>
                  <a:pt x="878774" y="81225"/>
                  <a:pt x="875479" y="69191"/>
                  <a:pt x="868890" y="60416"/>
                </a:cubicBezTo>
                <a:cubicBezTo>
                  <a:pt x="864435" y="54400"/>
                  <a:pt x="858756" y="51392"/>
                  <a:pt x="851854" y="51392"/>
                </a:cubicBezTo>
                <a:close/>
                <a:moveTo>
                  <a:pt x="934119" y="63440"/>
                </a:moveTo>
                <a:cubicBezTo>
                  <a:pt x="944221" y="51266"/>
                  <a:pt x="953853" y="45180"/>
                  <a:pt x="963015" y="45180"/>
                </a:cubicBezTo>
                <a:cubicBezTo>
                  <a:pt x="967721" y="45180"/>
                  <a:pt x="971768" y="46354"/>
                  <a:pt x="975157" y="48703"/>
                </a:cubicBezTo>
                <a:cubicBezTo>
                  <a:pt x="978545" y="51051"/>
                  <a:pt x="981243" y="54917"/>
                  <a:pt x="983251" y="60301"/>
                </a:cubicBezTo>
                <a:cubicBezTo>
                  <a:pt x="984632" y="64056"/>
                  <a:pt x="985322" y="69817"/>
                  <a:pt x="985322" y="77582"/>
                </a:cubicBezTo>
                <a:lnTo>
                  <a:pt x="985322" y="114302"/>
                </a:lnTo>
                <a:cubicBezTo>
                  <a:pt x="985322" y="119750"/>
                  <a:pt x="985761" y="123444"/>
                  <a:pt x="986640" y="125385"/>
                </a:cubicBezTo>
                <a:cubicBezTo>
                  <a:pt x="987330" y="126950"/>
                  <a:pt x="988444" y="128171"/>
                  <a:pt x="989981" y="129047"/>
                </a:cubicBezTo>
                <a:cubicBezTo>
                  <a:pt x="991519" y="129924"/>
                  <a:pt x="994358" y="130362"/>
                  <a:pt x="998500" y="130362"/>
                </a:cubicBezTo>
                <a:lnTo>
                  <a:pt x="998500" y="133845"/>
                </a:lnTo>
                <a:lnTo>
                  <a:pt x="955861" y="133845"/>
                </a:lnTo>
                <a:lnTo>
                  <a:pt x="955861" y="130362"/>
                </a:lnTo>
                <a:lnTo>
                  <a:pt x="957650" y="130362"/>
                </a:lnTo>
                <a:cubicBezTo>
                  <a:pt x="961666" y="130362"/>
                  <a:pt x="964474" y="129753"/>
                  <a:pt x="966074" y="128535"/>
                </a:cubicBezTo>
                <a:cubicBezTo>
                  <a:pt x="967674" y="127318"/>
                  <a:pt x="968788" y="125523"/>
                  <a:pt x="969415" y="123153"/>
                </a:cubicBezTo>
                <a:cubicBezTo>
                  <a:pt x="969666" y="122215"/>
                  <a:pt x="969792" y="119281"/>
                  <a:pt x="969792" y="114349"/>
                </a:cubicBezTo>
                <a:lnTo>
                  <a:pt x="969792" y="79232"/>
                </a:lnTo>
                <a:cubicBezTo>
                  <a:pt x="969792" y="71429"/>
                  <a:pt x="968772" y="65764"/>
                  <a:pt x="966733" y="62237"/>
                </a:cubicBezTo>
                <a:cubicBezTo>
                  <a:pt x="964693" y="58709"/>
                  <a:pt x="961258" y="56945"/>
                  <a:pt x="956426" y="56945"/>
                </a:cubicBezTo>
                <a:cubicBezTo>
                  <a:pt x="948959" y="56945"/>
                  <a:pt x="941523" y="61003"/>
                  <a:pt x="934119" y="69120"/>
                </a:cubicBezTo>
                <a:lnTo>
                  <a:pt x="934119" y="114349"/>
                </a:lnTo>
                <a:cubicBezTo>
                  <a:pt x="934119" y="120155"/>
                  <a:pt x="934464" y="123745"/>
                  <a:pt x="935154" y="125118"/>
                </a:cubicBezTo>
                <a:cubicBezTo>
                  <a:pt x="936032" y="126927"/>
                  <a:pt x="937240" y="128254"/>
                  <a:pt x="938778" y="129097"/>
                </a:cubicBezTo>
                <a:cubicBezTo>
                  <a:pt x="940315" y="129940"/>
                  <a:pt x="943437" y="130362"/>
                  <a:pt x="948143" y="130362"/>
                </a:cubicBezTo>
                <a:lnTo>
                  <a:pt x="948143" y="133845"/>
                </a:lnTo>
                <a:lnTo>
                  <a:pt x="905505" y="133845"/>
                </a:lnTo>
                <a:lnTo>
                  <a:pt x="905505" y="130362"/>
                </a:lnTo>
                <a:lnTo>
                  <a:pt x="907387" y="130362"/>
                </a:lnTo>
                <a:cubicBezTo>
                  <a:pt x="911780" y="130362"/>
                  <a:pt x="914745" y="129251"/>
                  <a:pt x="916282" y="127029"/>
                </a:cubicBezTo>
                <a:cubicBezTo>
                  <a:pt x="917819" y="124806"/>
                  <a:pt x="918588" y="120563"/>
                  <a:pt x="918588" y="114302"/>
                </a:cubicBezTo>
                <a:lnTo>
                  <a:pt x="918588" y="82370"/>
                </a:lnTo>
                <a:cubicBezTo>
                  <a:pt x="918588" y="72040"/>
                  <a:pt x="918353" y="65749"/>
                  <a:pt x="917882" y="63496"/>
                </a:cubicBezTo>
                <a:cubicBezTo>
                  <a:pt x="917412" y="61241"/>
                  <a:pt x="916690" y="59706"/>
                  <a:pt x="915717" y="58892"/>
                </a:cubicBezTo>
                <a:cubicBezTo>
                  <a:pt x="914745" y="58079"/>
                  <a:pt x="913443" y="57672"/>
                  <a:pt x="911811" y="57672"/>
                </a:cubicBezTo>
                <a:cubicBezTo>
                  <a:pt x="910054" y="57672"/>
                  <a:pt x="907952" y="58141"/>
                  <a:pt x="905505" y="59081"/>
                </a:cubicBezTo>
                <a:lnTo>
                  <a:pt x="904093" y="55698"/>
                </a:lnTo>
                <a:lnTo>
                  <a:pt x="930071" y="45180"/>
                </a:lnTo>
                <a:lnTo>
                  <a:pt x="934119" y="45180"/>
                </a:lnTo>
                <a:lnTo>
                  <a:pt x="934119" y="63440"/>
                </a:lnTo>
                <a:close/>
                <a:moveTo>
                  <a:pt x="1061092" y="45180"/>
                </a:moveTo>
                <a:lnTo>
                  <a:pt x="1061092" y="74358"/>
                </a:lnTo>
                <a:lnTo>
                  <a:pt x="1057986" y="74358"/>
                </a:lnTo>
                <a:cubicBezTo>
                  <a:pt x="1055601" y="65206"/>
                  <a:pt x="1052542" y="58982"/>
                  <a:pt x="1048809" y="55683"/>
                </a:cubicBezTo>
                <a:cubicBezTo>
                  <a:pt x="1045075" y="52383"/>
                  <a:pt x="1040322" y="50733"/>
                  <a:pt x="1034549" y="50733"/>
                </a:cubicBezTo>
                <a:cubicBezTo>
                  <a:pt x="1030156" y="50733"/>
                  <a:pt x="1026611" y="51893"/>
                  <a:pt x="1023913" y="54213"/>
                </a:cubicBezTo>
                <a:cubicBezTo>
                  <a:pt x="1021215" y="56530"/>
                  <a:pt x="1019865" y="59100"/>
                  <a:pt x="1019865" y="61922"/>
                </a:cubicBezTo>
                <a:cubicBezTo>
                  <a:pt x="1019865" y="65432"/>
                  <a:pt x="1020869" y="68440"/>
                  <a:pt x="1022877" y="70946"/>
                </a:cubicBezTo>
                <a:cubicBezTo>
                  <a:pt x="1024823" y="73517"/>
                  <a:pt x="1028776" y="76244"/>
                  <a:pt x="1034737" y="79126"/>
                </a:cubicBezTo>
                <a:lnTo>
                  <a:pt x="1048479" y="85803"/>
                </a:lnTo>
                <a:cubicBezTo>
                  <a:pt x="1061217" y="92007"/>
                  <a:pt x="1067586" y="100187"/>
                  <a:pt x="1067586" y="110343"/>
                </a:cubicBezTo>
                <a:cubicBezTo>
                  <a:pt x="1067586" y="118177"/>
                  <a:pt x="1064621" y="124492"/>
                  <a:pt x="1058692" y="129288"/>
                </a:cubicBezTo>
                <a:cubicBezTo>
                  <a:pt x="1052762" y="134083"/>
                  <a:pt x="1046126" y="136480"/>
                  <a:pt x="1038784" y="136480"/>
                </a:cubicBezTo>
                <a:cubicBezTo>
                  <a:pt x="1033513" y="136480"/>
                  <a:pt x="1027490" y="135539"/>
                  <a:pt x="1020713" y="133656"/>
                </a:cubicBezTo>
                <a:cubicBezTo>
                  <a:pt x="1018642" y="133029"/>
                  <a:pt x="1016948" y="132715"/>
                  <a:pt x="1015630" y="132715"/>
                </a:cubicBezTo>
                <a:cubicBezTo>
                  <a:pt x="1014187" y="132715"/>
                  <a:pt x="1013057" y="133531"/>
                  <a:pt x="1012241" y="135162"/>
                </a:cubicBezTo>
                <a:lnTo>
                  <a:pt x="1009135" y="135162"/>
                </a:lnTo>
                <a:lnTo>
                  <a:pt x="1009135" y="104290"/>
                </a:lnTo>
                <a:lnTo>
                  <a:pt x="1012241" y="104290"/>
                </a:lnTo>
                <a:cubicBezTo>
                  <a:pt x="1013998" y="113106"/>
                  <a:pt x="1017355" y="119750"/>
                  <a:pt x="1022313" y="124220"/>
                </a:cubicBezTo>
                <a:cubicBezTo>
                  <a:pt x="1027270" y="128691"/>
                  <a:pt x="1032823" y="130927"/>
                  <a:pt x="1038973" y="130927"/>
                </a:cubicBezTo>
                <a:cubicBezTo>
                  <a:pt x="1043302" y="130927"/>
                  <a:pt x="1046832" y="129658"/>
                  <a:pt x="1049562" y="127121"/>
                </a:cubicBezTo>
                <a:cubicBezTo>
                  <a:pt x="1052291" y="124581"/>
                  <a:pt x="1053656" y="121525"/>
                  <a:pt x="1053656" y="117952"/>
                </a:cubicBezTo>
                <a:cubicBezTo>
                  <a:pt x="1053656" y="113627"/>
                  <a:pt x="1052134" y="109991"/>
                  <a:pt x="1049091" y="107046"/>
                </a:cubicBezTo>
                <a:cubicBezTo>
                  <a:pt x="1046048" y="104100"/>
                  <a:pt x="1039977" y="100372"/>
                  <a:pt x="1030878" y="95860"/>
                </a:cubicBezTo>
                <a:cubicBezTo>
                  <a:pt x="1021779" y="91346"/>
                  <a:pt x="1015818" y="87271"/>
                  <a:pt x="1012994" y="83635"/>
                </a:cubicBezTo>
                <a:cubicBezTo>
                  <a:pt x="1010171" y="80062"/>
                  <a:pt x="1008759" y="75549"/>
                  <a:pt x="1008759" y="70096"/>
                </a:cubicBezTo>
                <a:cubicBezTo>
                  <a:pt x="1008759" y="63013"/>
                  <a:pt x="1011190" y="57090"/>
                  <a:pt x="1016053" y="52327"/>
                </a:cubicBezTo>
                <a:cubicBezTo>
                  <a:pt x="1020916" y="47562"/>
                  <a:pt x="1027207" y="45180"/>
                  <a:pt x="1034925" y="45180"/>
                </a:cubicBezTo>
                <a:cubicBezTo>
                  <a:pt x="1038314" y="45180"/>
                  <a:pt x="1042424" y="45901"/>
                  <a:pt x="1047256" y="47344"/>
                </a:cubicBezTo>
                <a:cubicBezTo>
                  <a:pt x="1050456" y="48286"/>
                  <a:pt x="1052589" y="48756"/>
                  <a:pt x="1053656" y="48756"/>
                </a:cubicBezTo>
                <a:cubicBezTo>
                  <a:pt x="1054660" y="48756"/>
                  <a:pt x="1055444" y="48537"/>
                  <a:pt x="1056009" y="48097"/>
                </a:cubicBezTo>
                <a:cubicBezTo>
                  <a:pt x="1056574" y="47658"/>
                  <a:pt x="1057233" y="46686"/>
                  <a:pt x="1057986" y="45180"/>
                </a:cubicBezTo>
                <a:lnTo>
                  <a:pt x="1061092" y="45180"/>
                </a:lnTo>
                <a:close/>
                <a:moveTo>
                  <a:pt x="1102287" y="0"/>
                </a:moveTo>
                <a:cubicBezTo>
                  <a:pt x="1104923" y="0"/>
                  <a:pt x="1107166" y="930"/>
                  <a:pt x="1109017" y="2791"/>
                </a:cubicBezTo>
                <a:cubicBezTo>
                  <a:pt x="1110868" y="4650"/>
                  <a:pt x="1111794" y="6904"/>
                  <a:pt x="1111794" y="9554"/>
                </a:cubicBezTo>
                <a:cubicBezTo>
                  <a:pt x="1111794" y="12203"/>
                  <a:pt x="1110868" y="14474"/>
                  <a:pt x="1109017" y="16366"/>
                </a:cubicBezTo>
                <a:cubicBezTo>
                  <a:pt x="1107166" y="18256"/>
                  <a:pt x="1104923" y="19201"/>
                  <a:pt x="1102287" y="19201"/>
                </a:cubicBezTo>
                <a:cubicBezTo>
                  <a:pt x="1099652" y="19201"/>
                  <a:pt x="1097393" y="18256"/>
                  <a:pt x="1095510" y="16366"/>
                </a:cubicBezTo>
                <a:cubicBezTo>
                  <a:pt x="1093628" y="14474"/>
                  <a:pt x="1092687" y="12203"/>
                  <a:pt x="1092687" y="9554"/>
                </a:cubicBezTo>
                <a:cubicBezTo>
                  <a:pt x="1092687" y="6904"/>
                  <a:pt x="1093612" y="4650"/>
                  <a:pt x="1095463" y="2791"/>
                </a:cubicBezTo>
                <a:cubicBezTo>
                  <a:pt x="1097314" y="930"/>
                  <a:pt x="1099589" y="0"/>
                  <a:pt x="1102287" y="0"/>
                </a:cubicBezTo>
                <a:moveTo>
                  <a:pt x="1110100" y="45180"/>
                </a:moveTo>
                <a:lnTo>
                  <a:pt x="1110100" y="114302"/>
                </a:lnTo>
                <a:cubicBezTo>
                  <a:pt x="1110100" y="119687"/>
                  <a:pt x="1110492" y="123271"/>
                  <a:pt x="1111276" y="125056"/>
                </a:cubicBezTo>
                <a:cubicBezTo>
                  <a:pt x="1112060" y="126840"/>
                  <a:pt x="1113221" y="128171"/>
                  <a:pt x="1114759" y="129047"/>
                </a:cubicBezTo>
                <a:cubicBezTo>
                  <a:pt x="1116296" y="129924"/>
                  <a:pt x="1119104" y="130362"/>
                  <a:pt x="1123183" y="130362"/>
                </a:cubicBezTo>
                <a:lnTo>
                  <a:pt x="1123183" y="133845"/>
                </a:lnTo>
                <a:lnTo>
                  <a:pt x="1081298" y="133845"/>
                </a:lnTo>
                <a:lnTo>
                  <a:pt x="1081298" y="130362"/>
                </a:lnTo>
                <a:cubicBezTo>
                  <a:pt x="1085502" y="130362"/>
                  <a:pt x="1088325" y="129955"/>
                  <a:pt x="1089769" y="129141"/>
                </a:cubicBezTo>
                <a:cubicBezTo>
                  <a:pt x="1091212" y="128328"/>
                  <a:pt x="1092357" y="126981"/>
                  <a:pt x="1093204" y="125103"/>
                </a:cubicBezTo>
                <a:cubicBezTo>
                  <a:pt x="1094051" y="123224"/>
                  <a:pt x="1094475" y="119624"/>
                  <a:pt x="1094475" y="114302"/>
                </a:cubicBezTo>
                <a:lnTo>
                  <a:pt x="1094475" y="81150"/>
                </a:lnTo>
                <a:cubicBezTo>
                  <a:pt x="1094475" y="71820"/>
                  <a:pt x="1094193" y="65778"/>
                  <a:pt x="1093628" y="63025"/>
                </a:cubicBezTo>
                <a:cubicBezTo>
                  <a:pt x="1093189" y="61021"/>
                  <a:pt x="1092498" y="59628"/>
                  <a:pt x="1091557" y="58845"/>
                </a:cubicBezTo>
                <a:cubicBezTo>
                  <a:pt x="1090616" y="58063"/>
                  <a:pt x="1089329" y="57672"/>
                  <a:pt x="1087698" y="57672"/>
                </a:cubicBezTo>
                <a:cubicBezTo>
                  <a:pt x="1085941" y="57672"/>
                  <a:pt x="1083807" y="58141"/>
                  <a:pt x="1081298" y="59081"/>
                </a:cubicBezTo>
                <a:lnTo>
                  <a:pt x="1079980" y="55698"/>
                </a:lnTo>
                <a:lnTo>
                  <a:pt x="1105958" y="45180"/>
                </a:lnTo>
                <a:lnTo>
                  <a:pt x="1110100" y="45180"/>
                </a:lnTo>
                <a:close/>
                <a:moveTo>
                  <a:pt x="1189667" y="45180"/>
                </a:moveTo>
                <a:lnTo>
                  <a:pt x="1189667" y="74358"/>
                </a:lnTo>
                <a:lnTo>
                  <a:pt x="1186561" y="74358"/>
                </a:lnTo>
                <a:cubicBezTo>
                  <a:pt x="1184177" y="65206"/>
                  <a:pt x="1181118" y="58982"/>
                  <a:pt x="1177384" y="55683"/>
                </a:cubicBezTo>
                <a:cubicBezTo>
                  <a:pt x="1173651" y="52383"/>
                  <a:pt x="1168897" y="50733"/>
                  <a:pt x="1163124" y="50733"/>
                </a:cubicBezTo>
                <a:cubicBezTo>
                  <a:pt x="1158732" y="50733"/>
                  <a:pt x="1155187" y="51893"/>
                  <a:pt x="1152488" y="54213"/>
                </a:cubicBezTo>
                <a:cubicBezTo>
                  <a:pt x="1149790" y="56530"/>
                  <a:pt x="1148441" y="59100"/>
                  <a:pt x="1148441" y="61922"/>
                </a:cubicBezTo>
                <a:cubicBezTo>
                  <a:pt x="1148441" y="65432"/>
                  <a:pt x="1149445" y="68440"/>
                  <a:pt x="1151453" y="70946"/>
                </a:cubicBezTo>
                <a:cubicBezTo>
                  <a:pt x="1153398" y="73517"/>
                  <a:pt x="1157351" y="76244"/>
                  <a:pt x="1163313" y="79126"/>
                </a:cubicBezTo>
                <a:lnTo>
                  <a:pt x="1177055" y="85803"/>
                </a:lnTo>
                <a:cubicBezTo>
                  <a:pt x="1189793" y="92007"/>
                  <a:pt x="1196162" y="100187"/>
                  <a:pt x="1196162" y="110343"/>
                </a:cubicBezTo>
                <a:cubicBezTo>
                  <a:pt x="1196162" y="118177"/>
                  <a:pt x="1193197" y="124492"/>
                  <a:pt x="1187267" y="129288"/>
                </a:cubicBezTo>
                <a:cubicBezTo>
                  <a:pt x="1181337" y="134083"/>
                  <a:pt x="1174702" y="136480"/>
                  <a:pt x="1167360" y="136480"/>
                </a:cubicBezTo>
                <a:cubicBezTo>
                  <a:pt x="1162089" y="136480"/>
                  <a:pt x="1156065" y="135539"/>
                  <a:pt x="1149288" y="133656"/>
                </a:cubicBezTo>
                <a:cubicBezTo>
                  <a:pt x="1147217" y="133029"/>
                  <a:pt x="1145523" y="132715"/>
                  <a:pt x="1144205" y="132715"/>
                </a:cubicBezTo>
                <a:cubicBezTo>
                  <a:pt x="1142762" y="132715"/>
                  <a:pt x="1141633" y="133531"/>
                  <a:pt x="1140817" y="135162"/>
                </a:cubicBezTo>
                <a:lnTo>
                  <a:pt x="1137711" y="135162"/>
                </a:lnTo>
                <a:lnTo>
                  <a:pt x="1137711" y="104290"/>
                </a:lnTo>
                <a:lnTo>
                  <a:pt x="1140817" y="104290"/>
                </a:lnTo>
                <a:cubicBezTo>
                  <a:pt x="1142574" y="113106"/>
                  <a:pt x="1145931" y="119750"/>
                  <a:pt x="1150888" y="124220"/>
                </a:cubicBezTo>
                <a:cubicBezTo>
                  <a:pt x="1155845" y="128691"/>
                  <a:pt x="1161399" y="130927"/>
                  <a:pt x="1167548" y="130927"/>
                </a:cubicBezTo>
                <a:cubicBezTo>
                  <a:pt x="1171878" y="130927"/>
                  <a:pt x="1175408" y="129658"/>
                  <a:pt x="1178137" y="127121"/>
                </a:cubicBezTo>
                <a:cubicBezTo>
                  <a:pt x="1180867" y="124581"/>
                  <a:pt x="1182232" y="121525"/>
                  <a:pt x="1182232" y="117952"/>
                </a:cubicBezTo>
                <a:cubicBezTo>
                  <a:pt x="1182232" y="113627"/>
                  <a:pt x="1180710" y="109991"/>
                  <a:pt x="1177667" y="107046"/>
                </a:cubicBezTo>
                <a:cubicBezTo>
                  <a:pt x="1174623" y="104100"/>
                  <a:pt x="1168552" y="100372"/>
                  <a:pt x="1159453" y="95860"/>
                </a:cubicBezTo>
                <a:cubicBezTo>
                  <a:pt x="1150355" y="91346"/>
                  <a:pt x="1144394" y="87271"/>
                  <a:pt x="1141570" y="83635"/>
                </a:cubicBezTo>
                <a:cubicBezTo>
                  <a:pt x="1138746" y="80062"/>
                  <a:pt x="1137334" y="75549"/>
                  <a:pt x="1137334" y="70096"/>
                </a:cubicBezTo>
                <a:cubicBezTo>
                  <a:pt x="1137334" y="63013"/>
                  <a:pt x="1139766" y="57090"/>
                  <a:pt x="1144629" y="52327"/>
                </a:cubicBezTo>
                <a:cubicBezTo>
                  <a:pt x="1149492" y="47562"/>
                  <a:pt x="1155783" y="45180"/>
                  <a:pt x="1163501" y="45180"/>
                </a:cubicBezTo>
                <a:cubicBezTo>
                  <a:pt x="1166889" y="45180"/>
                  <a:pt x="1170999" y="45901"/>
                  <a:pt x="1175831" y="47344"/>
                </a:cubicBezTo>
                <a:cubicBezTo>
                  <a:pt x="1179031" y="48286"/>
                  <a:pt x="1181165" y="48756"/>
                  <a:pt x="1182232" y="48756"/>
                </a:cubicBezTo>
                <a:cubicBezTo>
                  <a:pt x="1183236" y="48756"/>
                  <a:pt x="1184020" y="48537"/>
                  <a:pt x="1184585" y="48097"/>
                </a:cubicBezTo>
                <a:cubicBezTo>
                  <a:pt x="1185149" y="47658"/>
                  <a:pt x="1185808" y="46686"/>
                  <a:pt x="1186561" y="45180"/>
                </a:cubicBezTo>
                <a:lnTo>
                  <a:pt x="1189667" y="45180"/>
                </a:lnTo>
                <a:close/>
                <a:moveTo>
                  <a:pt x="1233969" y="19201"/>
                </a:moveTo>
                <a:lnTo>
                  <a:pt x="1233969" y="47627"/>
                </a:lnTo>
                <a:lnTo>
                  <a:pt x="1254111" y="47627"/>
                </a:lnTo>
                <a:lnTo>
                  <a:pt x="1254111" y="54216"/>
                </a:lnTo>
                <a:lnTo>
                  <a:pt x="1233969" y="54216"/>
                </a:lnTo>
                <a:lnTo>
                  <a:pt x="1233969" y="110049"/>
                </a:lnTo>
                <a:cubicBezTo>
                  <a:pt x="1233969" y="115628"/>
                  <a:pt x="1234769" y="119389"/>
                  <a:pt x="1236369" y="121332"/>
                </a:cubicBezTo>
                <a:cubicBezTo>
                  <a:pt x="1237969" y="123273"/>
                  <a:pt x="1240024" y="124244"/>
                  <a:pt x="1242534" y="124244"/>
                </a:cubicBezTo>
                <a:cubicBezTo>
                  <a:pt x="1244605" y="124244"/>
                  <a:pt x="1246613" y="123601"/>
                  <a:pt x="1248558" y="122314"/>
                </a:cubicBezTo>
                <a:cubicBezTo>
                  <a:pt x="1250503" y="121028"/>
                  <a:pt x="1252009" y="119130"/>
                  <a:pt x="1253076" y="116620"/>
                </a:cubicBezTo>
                <a:lnTo>
                  <a:pt x="1256747" y="116620"/>
                </a:lnTo>
                <a:cubicBezTo>
                  <a:pt x="1254550" y="122787"/>
                  <a:pt x="1251444" y="127451"/>
                  <a:pt x="1247428" y="130612"/>
                </a:cubicBezTo>
                <a:cubicBezTo>
                  <a:pt x="1243412" y="133771"/>
                  <a:pt x="1239271" y="135351"/>
                  <a:pt x="1235004" y="135351"/>
                </a:cubicBezTo>
                <a:cubicBezTo>
                  <a:pt x="1232117" y="135351"/>
                  <a:pt x="1229294" y="134550"/>
                  <a:pt x="1226533" y="132947"/>
                </a:cubicBezTo>
                <a:cubicBezTo>
                  <a:pt x="1223772" y="131345"/>
                  <a:pt x="1221732" y="129053"/>
                  <a:pt x="1220415" y="126071"/>
                </a:cubicBezTo>
                <a:cubicBezTo>
                  <a:pt x="1219097" y="123086"/>
                  <a:pt x="1218438" y="118484"/>
                  <a:pt x="1218438" y="112264"/>
                </a:cubicBezTo>
                <a:lnTo>
                  <a:pt x="1218438" y="54216"/>
                </a:lnTo>
                <a:lnTo>
                  <a:pt x="1204790" y="54216"/>
                </a:lnTo>
                <a:lnTo>
                  <a:pt x="1204790" y="51109"/>
                </a:lnTo>
                <a:cubicBezTo>
                  <a:pt x="1208241" y="49725"/>
                  <a:pt x="1211771" y="47381"/>
                  <a:pt x="1215379" y="44077"/>
                </a:cubicBezTo>
                <a:cubicBezTo>
                  <a:pt x="1218987" y="40772"/>
                  <a:pt x="1222203" y="36855"/>
                  <a:pt x="1225027" y="32323"/>
                </a:cubicBezTo>
                <a:cubicBezTo>
                  <a:pt x="1226470" y="29932"/>
                  <a:pt x="1228478" y="25559"/>
                  <a:pt x="1231051" y="19201"/>
                </a:cubicBezTo>
                <a:lnTo>
                  <a:pt x="1233969" y="19201"/>
                </a:lnTo>
                <a:close/>
                <a:moveTo>
                  <a:pt x="1284452" y="0"/>
                </a:moveTo>
                <a:cubicBezTo>
                  <a:pt x="1287087" y="0"/>
                  <a:pt x="1289330" y="930"/>
                  <a:pt x="1291182" y="2791"/>
                </a:cubicBezTo>
                <a:cubicBezTo>
                  <a:pt x="1293033" y="4650"/>
                  <a:pt x="1293958" y="6904"/>
                  <a:pt x="1293958" y="9554"/>
                </a:cubicBezTo>
                <a:cubicBezTo>
                  <a:pt x="1293958" y="12203"/>
                  <a:pt x="1293033" y="14474"/>
                  <a:pt x="1291182" y="16366"/>
                </a:cubicBezTo>
                <a:cubicBezTo>
                  <a:pt x="1289330" y="18256"/>
                  <a:pt x="1287087" y="19201"/>
                  <a:pt x="1284452" y="19201"/>
                </a:cubicBezTo>
                <a:cubicBezTo>
                  <a:pt x="1281816" y="19201"/>
                  <a:pt x="1279557" y="18256"/>
                  <a:pt x="1277675" y="16366"/>
                </a:cubicBezTo>
                <a:cubicBezTo>
                  <a:pt x="1275792" y="14474"/>
                  <a:pt x="1274851" y="12203"/>
                  <a:pt x="1274851" y="9554"/>
                </a:cubicBezTo>
                <a:cubicBezTo>
                  <a:pt x="1274851" y="6904"/>
                  <a:pt x="1275777" y="4650"/>
                  <a:pt x="1277628" y="2791"/>
                </a:cubicBezTo>
                <a:cubicBezTo>
                  <a:pt x="1279479" y="930"/>
                  <a:pt x="1281753" y="0"/>
                  <a:pt x="1284452" y="0"/>
                </a:cubicBezTo>
                <a:moveTo>
                  <a:pt x="1292264" y="45180"/>
                </a:moveTo>
                <a:lnTo>
                  <a:pt x="1292264" y="114302"/>
                </a:lnTo>
                <a:cubicBezTo>
                  <a:pt x="1292264" y="119687"/>
                  <a:pt x="1292656" y="123271"/>
                  <a:pt x="1293441" y="125056"/>
                </a:cubicBezTo>
                <a:cubicBezTo>
                  <a:pt x="1294225" y="126840"/>
                  <a:pt x="1295386" y="128171"/>
                  <a:pt x="1296923" y="129047"/>
                </a:cubicBezTo>
                <a:cubicBezTo>
                  <a:pt x="1298460" y="129924"/>
                  <a:pt x="1301269" y="130362"/>
                  <a:pt x="1305347" y="130362"/>
                </a:cubicBezTo>
                <a:lnTo>
                  <a:pt x="1305347" y="133845"/>
                </a:lnTo>
                <a:lnTo>
                  <a:pt x="1263462" y="133845"/>
                </a:lnTo>
                <a:lnTo>
                  <a:pt x="1263462" y="130362"/>
                </a:lnTo>
                <a:cubicBezTo>
                  <a:pt x="1267666" y="130362"/>
                  <a:pt x="1270490" y="129955"/>
                  <a:pt x="1271933" y="129141"/>
                </a:cubicBezTo>
                <a:cubicBezTo>
                  <a:pt x="1273376" y="128328"/>
                  <a:pt x="1274522" y="126981"/>
                  <a:pt x="1275369" y="125103"/>
                </a:cubicBezTo>
                <a:cubicBezTo>
                  <a:pt x="1276216" y="123224"/>
                  <a:pt x="1276639" y="119624"/>
                  <a:pt x="1276639" y="114302"/>
                </a:cubicBezTo>
                <a:lnTo>
                  <a:pt x="1276639" y="81150"/>
                </a:lnTo>
                <a:cubicBezTo>
                  <a:pt x="1276639" y="71820"/>
                  <a:pt x="1276357" y="65778"/>
                  <a:pt x="1275792" y="63025"/>
                </a:cubicBezTo>
                <a:cubicBezTo>
                  <a:pt x="1275353" y="61021"/>
                  <a:pt x="1274663" y="59628"/>
                  <a:pt x="1273722" y="58845"/>
                </a:cubicBezTo>
                <a:cubicBezTo>
                  <a:pt x="1272780" y="58063"/>
                  <a:pt x="1271494" y="57672"/>
                  <a:pt x="1269862" y="57672"/>
                </a:cubicBezTo>
                <a:cubicBezTo>
                  <a:pt x="1268105" y="57672"/>
                  <a:pt x="1265972" y="58141"/>
                  <a:pt x="1263462" y="59081"/>
                </a:cubicBezTo>
                <a:lnTo>
                  <a:pt x="1262144" y="55698"/>
                </a:lnTo>
                <a:lnTo>
                  <a:pt x="1288123" y="45180"/>
                </a:lnTo>
                <a:lnTo>
                  <a:pt x="1292264" y="45180"/>
                </a:lnTo>
                <a:close/>
                <a:moveTo>
                  <a:pt x="1341241" y="63440"/>
                </a:moveTo>
                <a:cubicBezTo>
                  <a:pt x="1351343" y="51266"/>
                  <a:pt x="1360975" y="45180"/>
                  <a:pt x="1370137" y="45180"/>
                </a:cubicBezTo>
                <a:cubicBezTo>
                  <a:pt x="1374843" y="45180"/>
                  <a:pt x="1378890" y="46354"/>
                  <a:pt x="1382279" y="48703"/>
                </a:cubicBezTo>
                <a:cubicBezTo>
                  <a:pt x="1385667" y="51051"/>
                  <a:pt x="1388365" y="54917"/>
                  <a:pt x="1390373" y="60301"/>
                </a:cubicBezTo>
                <a:cubicBezTo>
                  <a:pt x="1391754" y="64056"/>
                  <a:pt x="1392444" y="69817"/>
                  <a:pt x="1392444" y="77582"/>
                </a:cubicBezTo>
                <a:lnTo>
                  <a:pt x="1392444" y="114302"/>
                </a:lnTo>
                <a:cubicBezTo>
                  <a:pt x="1392444" y="119750"/>
                  <a:pt x="1392883" y="123444"/>
                  <a:pt x="1393762" y="125385"/>
                </a:cubicBezTo>
                <a:cubicBezTo>
                  <a:pt x="1394452" y="126950"/>
                  <a:pt x="1395566" y="128171"/>
                  <a:pt x="1397103" y="129047"/>
                </a:cubicBezTo>
                <a:cubicBezTo>
                  <a:pt x="1398641" y="129924"/>
                  <a:pt x="1401480" y="130362"/>
                  <a:pt x="1405622" y="130362"/>
                </a:cubicBezTo>
                <a:lnTo>
                  <a:pt x="1405622" y="133845"/>
                </a:lnTo>
                <a:lnTo>
                  <a:pt x="1362983" y="133845"/>
                </a:lnTo>
                <a:lnTo>
                  <a:pt x="1362983" y="130362"/>
                </a:lnTo>
                <a:lnTo>
                  <a:pt x="1364772" y="130362"/>
                </a:lnTo>
                <a:cubicBezTo>
                  <a:pt x="1368788" y="130362"/>
                  <a:pt x="1371596" y="129753"/>
                  <a:pt x="1373196" y="128535"/>
                </a:cubicBezTo>
                <a:cubicBezTo>
                  <a:pt x="1374796" y="127318"/>
                  <a:pt x="1375910" y="125523"/>
                  <a:pt x="1376537" y="123153"/>
                </a:cubicBezTo>
                <a:cubicBezTo>
                  <a:pt x="1376788" y="122215"/>
                  <a:pt x="1376914" y="119281"/>
                  <a:pt x="1376914" y="114349"/>
                </a:cubicBezTo>
                <a:lnTo>
                  <a:pt x="1376914" y="79232"/>
                </a:lnTo>
                <a:cubicBezTo>
                  <a:pt x="1376914" y="71429"/>
                  <a:pt x="1375894" y="65764"/>
                  <a:pt x="1373855" y="62237"/>
                </a:cubicBezTo>
                <a:cubicBezTo>
                  <a:pt x="1371815" y="58709"/>
                  <a:pt x="1368380" y="56945"/>
                  <a:pt x="1363548" y="56945"/>
                </a:cubicBezTo>
                <a:cubicBezTo>
                  <a:pt x="1356081" y="56945"/>
                  <a:pt x="1348645" y="61003"/>
                  <a:pt x="1341241" y="69120"/>
                </a:cubicBezTo>
                <a:lnTo>
                  <a:pt x="1341241" y="114349"/>
                </a:lnTo>
                <a:cubicBezTo>
                  <a:pt x="1341241" y="120155"/>
                  <a:pt x="1341586" y="123745"/>
                  <a:pt x="1342276" y="125118"/>
                </a:cubicBezTo>
                <a:cubicBezTo>
                  <a:pt x="1343154" y="126927"/>
                  <a:pt x="1344362" y="128254"/>
                  <a:pt x="1345900" y="129097"/>
                </a:cubicBezTo>
                <a:cubicBezTo>
                  <a:pt x="1347437" y="129940"/>
                  <a:pt x="1350559" y="130362"/>
                  <a:pt x="1355265" y="130362"/>
                </a:cubicBezTo>
                <a:lnTo>
                  <a:pt x="1355265" y="133845"/>
                </a:lnTo>
                <a:lnTo>
                  <a:pt x="1312627" y="133845"/>
                </a:lnTo>
                <a:lnTo>
                  <a:pt x="1312627" y="130362"/>
                </a:lnTo>
                <a:lnTo>
                  <a:pt x="1314509" y="130362"/>
                </a:lnTo>
                <a:cubicBezTo>
                  <a:pt x="1318902" y="130362"/>
                  <a:pt x="1321867" y="129251"/>
                  <a:pt x="1323404" y="127029"/>
                </a:cubicBezTo>
                <a:cubicBezTo>
                  <a:pt x="1324941" y="124806"/>
                  <a:pt x="1325710" y="120563"/>
                  <a:pt x="1325710" y="114302"/>
                </a:cubicBezTo>
                <a:lnTo>
                  <a:pt x="1325710" y="82370"/>
                </a:lnTo>
                <a:cubicBezTo>
                  <a:pt x="1325710" y="72040"/>
                  <a:pt x="1325475" y="65749"/>
                  <a:pt x="1325004" y="63496"/>
                </a:cubicBezTo>
                <a:cubicBezTo>
                  <a:pt x="1324534" y="61241"/>
                  <a:pt x="1323812" y="59706"/>
                  <a:pt x="1322839" y="58892"/>
                </a:cubicBezTo>
                <a:cubicBezTo>
                  <a:pt x="1321867" y="58079"/>
                  <a:pt x="1320565" y="57672"/>
                  <a:pt x="1318933" y="57672"/>
                </a:cubicBezTo>
                <a:cubicBezTo>
                  <a:pt x="1317176" y="57672"/>
                  <a:pt x="1315074" y="58141"/>
                  <a:pt x="1312627" y="59081"/>
                </a:cubicBezTo>
                <a:lnTo>
                  <a:pt x="1311215" y="55698"/>
                </a:lnTo>
                <a:lnTo>
                  <a:pt x="1337193" y="45180"/>
                </a:lnTo>
                <a:lnTo>
                  <a:pt x="1341241" y="45180"/>
                </a:lnTo>
                <a:lnTo>
                  <a:pt x="1341241" y="63440"/>
                </a:lnTo>
                <a:close/>
                <a:moveTo>
                  <a:pt x="1435554" y="102428"/>
                </a:moveTo>
                <a:cubicBezTo>
                  <a:pt x="1430283" y="99859"/>
                  <a:pt x="1426236" y="96271"/>
                  <a:pt x="1423412" y="91665"/>
                </a:cubicBezTo>
                <a:cubicBezTo>
                  <a:pt x="1420588" y="87059"/>
                  <a:pt x="1419176" y="81966"/>
                  <a:pt x="1419176" y="76388"/>
                </a:cubicBezTo>
                <a:cubicBezTo>
                  <a:pt x="1419176" y="67866"/>
                  <a:pt x="1422392" y="60534"/>
                  <a:pt x="1428824" y="54392"/>
                </a:cubicBezTo>
                <a:cubicBezTo>
                  <a:pt x="1435256" y="48250"/>
                  <a:pt x="1443492" y="45180"/>
                  <a:pt x="1453532" y="45180"/>
                </a:cubicBezTo>
                <a:cubicBezTo>
                  <a:pt x="1461752" y="45180"/>
                  <a:pt x="1468874" y="47188"/>
                  <a:pt x="1474898" y="51204"/>
                </a:cubicBezTo>
                <a:lnTo>
                  <a:pt x="1493158" y="51204"/>
                </a:lnTo>
                <a:cubicBezTo>
                  <a:pt x="1495856" y="51204"/>
                  <a:pt x="1497425" y="51281"/>
                  <a:pt x="1497864" y="51436"/>
                </a:cubicBezTo>
                <a:cubicBezTo>
                  <a:pt x="1498303" y="51591"/>
                  <a:pt x="1498617" y="51855"/>
                  <a:pt x="1498805" y="52227"/>
                </a:cubicBezTo>
                <a:cubicBezTo>
                  <a:pt x="1499182" y="52786"/>
                  <a:pt x="1499370" y="53779"/>
                  <a:pt x="1499370" y="55207"/>
                </a:cubicBezTo>
                <a:cubicBezTo>
                  <a:pt x="1499370" y="56819"/>
                  <a:pt x="1499213" y="57935"/>
                  <a:pt x="1498899" y="58557"/>
                </a:cubicBezTo>
                <a:cubicBezTo>
                  <a:pt x="1498711" y="58867"/>
                  <a:pt x="1498382" y="59115"/>
                  <a:pt x="1497911" y="59301"/>
                </a:cubicBezTo>
                <a:cubicBezTo>
                  <a:pt x="1497441" y="59487"/>
                  <a:pt x="1495856" y="59581"/>
                  <a:pt x="1493158" y="59581"/>
                </a:cubicBezTo>
                <a:lnTo>
                  <a:pt x="1481957" y="59581"/>
                </a:lnTo>
                <a:cubicBezTo>
                  <a:pt x="1485471" y="64108"/>
                  <a:pt x="1487228" y="69893"/>
                  <a:pt x="1487228" y="76935"/>
                </a:cubicBezTo>
                <a:cubicBezTo>
                  <a:pt x="1487228" y="84982"/>
                  <a:pt x="1484153" y="91867"/>
                  <a:pt x="1478004" y="97589"/>
                </a:cubicBezTo>
                <a:cubicBezTo>
                  <a:pt x="1471854" y="103311"/>
                  <a:pt x="1463603" y="106172"/>
                  <a:pt x="1453249" y="106172"/>
                </a:cubicBezTo>
                <a:cubicBezTo>
                  <a:pt x="1448982" y="106172"/>
                  <a:pt x="1444621" y="105532"/>
                  <a:pt x="1440166" y="104251"/>
                </a:cubicBezTo>
                <a:cubicBezTo>
                  <a:pt x="1437405" y="106634"/>
                  <a:pt x="1435538" y="108719"/>
                  <a:pt x="1434566" y="110508"/>
                </a:cubicBezTo>
                <a:cubicBezTo>
                  <a:pt x="1433593" y="112294"/>
                  <a:pt x="1433107" y="113814"/>
                  <a:pt x="1433107" y="115067"/>
                </a:cubicBezTo>
                <a:cubicBezTo>
                  <a:pt x="1433107" y="116134"/>
                  <a:pt x="1433624" y="117169"/>
                  <a:pt x="1434660" y="118173"/>
                </a:cubicBezTo>
                <a:cubicBezTo>
                  <a:pt x="1435695" y="119175"/>
                  <a:pt x="1437719" y="119896"/>
                  <a:pt x="1440731" y="120335"/>
                </a:cubicBezTo>
                <a:cubicBezTo>
                  <a:pt x="1442488" y="120586"/>
                  <a:pt x="1446880" y="120805"/>
                  <a:pt x="1453908" y="120994"/>
                </a:cubicBezTo>
                <a:cubicBezTo>
                  <a:pt x="1466835" y="121306"/>
                  <a:pt x="1475212" y="121744"/>
                  <a:pt x="1479039" y="122309"/>
                </a:cubicBezTo>
                <a:cubicBezTo>
                  <a:pt x="1484875" y="123124"/>
                  <a:pt x="1489534" y="125288"/>
                  <a:pt x="1493017" y="128800"/>
                </a:cubicBezTo>
                <a:cubicBezTo>
                  <a:pt x="1496499" y="132310"/>
                  <a:pt x="1498241" y="136636"/>
                  <a:pt x="1498241" y="141778"/>
                </a:cubicBezTo>
                <a:cubicBezTo>
                  <a:pt x="1498241" y="148862"/>
                  <a:pt x="1494915" y="155509"/>
                  <a:pt x="1488263" y="161717"/>
                </a:cubicBezTo>
                <a:cubicBezTo>
                  <a:pt x="1478475" y="170871"/>
                  <a:pt x="1465705" y="175448"/>
                  <a:pt x="1449955" y="175448"/>
                </a:cubicBezTo>
                <a:cubicBezTo>
                  <a:pt x="1437844" y="175448"/>
                  <a:pt x="1427616" y="172722"/>
                  <a:pt x="1419270" y="167270"/>
                </a:cubicBezTo>
                <a:cubicBezTo>
                  <a:pt x="1414564" y="164137"/>
                  <a:pt x="1412211" y="160878"/>
                  <a:pt x="1412211" y="157493"/>
                </a:cubicBezTo>
                <a:cubicBezTo>
                  <a:pt x="1412211" y="155991"/>
                  <a:pt x="1412556" y="154488"/>
                  <a:pt x="1413246" y="152984"/>
                </a:cubicBezTo>
                <a:cubicBezTo>
                  <a:pt x="1414313" y="150664"/>
                  <a:pt x="1416509" y="147437"/>
                  <a:pt x="1419835" y="143301"/>
                </a:cubicBezTo>
                <a:cubicBezTo>
                  <a:pt x="1420274" y="142738"/>
                  <a:pt x="1423475" y="139355"/>
                  <a:pt x="1429436" y="133150"/>
                </a:cubicBezTo>
                <a:cubicBezTo>
                  <a:pt x="1426173" y="131203"/>
                  <a:pt x="1423867" y="129460"/>
                  <a:pt x="1422518" y="127921"/>
                </a:cubicBezTo>
                <a:cubicBezTo>
                  <a:pt x="1421169" y="126381"/>
                  <a:pt x="1420494" y="124638"/>
                  <a:pt x="1420494" y="122691"/>
                </a:cubicBezTo>
                <a:cubicBezTo>
                  <a:pt x="1420494" y="120491"/>
                  <a:pt x="1421388" y="117914"/>
                  <a:pt x="1423177" y="114961"/>
                </a:cubicBezTo>
                <a:cubicBezTo>
                  <a:pt x="1424965" y="112008"/>
                  <a:pt x="1429091" y="107830"/>
                  <a:pt x="1435554" y="102428"/>
                </a:cubicBezTo>
                <a:moveTo>
                  <a:pt x="1451932" y="49886"/>
                </a:moveTo>
                <a:cubicBezTo>
                  <a:pt x="1447288" y="49886"/>
                  <a:pt x="1443398" y="51727"/>
                  <a:pt x="1440260" y="55410"/>
                </a:cubicBezTo>
                <a:cubicBezTo>
                  <a:pt x="1437123" y="59090"/>
                  <a:pt x="1435554" y="64738"/>
                  <a:pt x="1435554" y="72352"/>
                </a:cubicBezTo>
                <a:cubicBezTo>
                  <a:pt x="1435554" y="82214"/>
                  <a:pt x="1437687" y="89858"/>
                  <a:pt x="1441954" y="95286"/>
                </a:cubicBezTo>
                <a:cubicBezTo>
                  <a:pt x="1445217" y="99406"/>
                  <a:pt x="1449359" y="101466"/>
                  <a:pt x="1454379" y="101466"/>
                </a:cubicBezTo>
                <a:cubicBezTo>
                  <a:pt x="1459148" y="101466"/>
                  <a:pt x="1463070" y="99687"/>
                  <a:pt x="1466144" y="96130"/>
                </a:cubicBezTo>
                <a:cubicBezTo>
                  <a:pt x="1469219" y="92573"/>
                  <a:pt x="1470756" y="86987"/>
                  <a:pt x="1470756" y="79373"/>
                </a:cubicBezTo>
                <a:cubicBezTo>
                  <a:pt x="1470756" y="69451"/>
                  <a:pt x="1468592" y="61681"/>
                  <a:pt x="1464262" y="56063"/>
                </a:cubicBezTo>
                <a:cubicBezTo>
                  <a:pt x="1461062" y="51945"/>
                  <a:pt x="1456951" y="49886"/>
                  <a:pt x="1451932" y="49886"/>
                </a:cubicBezTo>
                <a:moveTo>
                  <a:pt x="1434613" y="133900"/>
                </a:moveTo>
                <a:cubicBezTo>
                  <a:pt x="1431663" y="137095"/>
                  <a:pt x="1429436" y="140070"/>
                  <a:pt x="1427930" y="142825"/>
                </a:cubicBezTo>
                <a:cubicBezTo>
                  <a:pt x="1426424" y="145582"/>
                  <a:pt x="1425671" y="148119"/>
                  <a:pt x="1425671" y="150437"/>
                </a:cubicBezTo>
                <a:cubicBezTo>
                  <a:pt x="1425671" y="153443"/>
                  <a:pt x="1427491" y="156074"/>
                  <a:pt x="1431130" y="158329"/>
                </a:cubicBezTo>
                <a:cubicBezTo>
                  <a:pt x="1437405" y="162211"/>
                  <a:pt x="1446472" y="164153"/>
                  <a:pt x="1458332" y="164153"/>
                </a:cubicBezTo>
                <a:cubicBezTo>
                  <a:pt x="1469627" y="164153"/>
                  <a:pt x="1477957" y="162163"/>
                  <a:pt x="1483322" y="158185"/>
                </a:cubicBezTo>
                <a:cubicBezTo>
                  <a:pt x="1488687" y="154208"/>
                  <a:pt x="1491370" y="149965"/>
                  <a:pt x="1491370" y="145457"/>
                </a:cubicBezTo>
                <a:cubicBezTo>
                  <a:pt x="1491370" y="142200"/>
                  <a:pt x="1489769" y="139882"/>
                  <a:pt x="1486569" y="138504"/>
                </a:cubicBezTo>
                <a:cubicBezTo>
                  <a:pt x="1483306" y="137125"/>
                  <a:pt x="1476843" y="136311"/>
                  <a:pt x="1467180" y="136062"/>
                </a:cubicBezTo>
                <a:cubicBezTo>
                  <a:pt x="1453061" y="135686"/>
                  <a:pt x="1442205" y="134965"/>
                  <a:pt x="1434613" y="133900"/>
                </a:cubicBezTo>
                <a:close/>
                <a:moveTo>
                  <a:pt x="1599236" y="45180"/>
                </a:moveTo>
                <a:cubicBezTo>
                  <a:pt x="1612288" y="45180"/>
                  <a:pt x="1622767" y="50132"/>
                  <a:pt x="1630673" y="60037"/>
                </a:cubicBezTo>
                <a:cubicBezTo>
                  <a:pt x="1637387" y="68498"/>
                  <a:pt x="1640745" y="78214"/>
                  <a:pt x="1640745" y="89186"/>
                </a:cubicBezTo>
                <a:cubicBezTo>
                  <a:pt x="1640745" y="96896"/>
                  <a:pt x="1638893" y="104700"/>
                  <a:pt x="1635191" y="112599"/>
                </a:cubicBezTo>
                <a:cubicBezTo>
                  <a:pt x="1631489" y="120496"/>
                  <a:pt x="1626391" y="126450"/>
                  <a:pt x="1619896" y="130462"/>
                </a:cubicBezTo>
                <a:cubicBezTo>
                  <a:pt x="1613401" y="134474"/>
                  <a:pt x="1606170" y="136480"/>
                  <a:pt x="1598200" y="136480"/>
                </a:cubicBezTo>
                <a:cubicBezTo>
                  <a:pt x="1585211" y="136480"/>
                  <a:pt x="1574889" y="131308"/>
                  <a:pt x="1567234" y="120964"/>
                </a:cubicBezTo>
                <a:cubicBezTo>
                  <a:pt x="1560770" y="112252"/>
                  <a:pt x="1557539" y="102474"/>
                  <a:pt x="1557539" y="91630"/>
                </a:cubicBezTo>
                <a:cubicBezTo>
                  <a:pt x="1557539" y="83731"/>
                  <a:pt x="1559500" y="75880"/>
                  <a:pt x="1563422" y="68075"/>
                </a:cubicBezTo>
                <a:cubicBezTo>
                  <a:pt x="1567343" y="60271"/>
                  <a:pt x="1572504" y="54504"/>
                  <a:pt x="1578905" y="50774"/>
                </a:cubicBezTo>
                <a:cubicBezTo>
                  <a:pt x="1585305" y="47044"/>
                  <a:pt x="1592082" y="45180"/>
                  <a:pt x="1599236" y="45180"/>
                </a:cubicBezTo>
                <a:moveTo>
                  <a:pt x="1596318" y="51392"/>
                </a:moveTo>
                <a:cubicBezTo>
                  <a:pt x="1592992" y="51392"/>
                  <a:pt x="1589651" y="52379"/>
                  <a:pt x="1586294" y="54354"/>
                </a:cubicBezTo>
                <a:cubicBezTo>
                  <a:pt x="1582937" y="56328"/>
                  <a:pt x="1580223" y="59791"/>
                  <a:pt x="1578152" y="64743"/>
                </a:cubicBezTo>
                <a:cubicBezTo>
                  <a:pt x="1576081" y="69694"/>
                  <a:pt x="1575046" y="76055"/>
                  <a:pt x="1575046" y="83826"/>
                </a:cubicBezTo>
                <a:cubicBezTo>
                  <a:pt x="1575046" y="96361"/>
                  <a:pt x="1577540" y="107172"/>
                  <a:pt x="1582529" y="116261"/>
                </a:cubicBezTo>
                <a:cubicBezTo>
                  <a:pt x="1587517" y="125348"/>
                  <a:pt x="1594090" y="129891"/>
                  <a:pt x="1602248" y="129891"/>
                </a:cubicBezTo>
                <a:cubicBezTo>
                  <a:pt x="1608334" y="129891"/>
                  <a:pt x="1613354" y="127384"/>
                  <a:pt x="1617308" y="122370"/>
                </a:cubicBezTo>
                <a:cubicBezTo>
                  <a:pt x="1621261" y="117356"/>
                  <a:pt x="1623237" y="108739"/>
                  <a:pt x="1623237" y="96518"/>
                </a:cubicBezTo>
                <a:cubicBezTo>
                  <a:pt x="1623237" y="81225"/>
                  <a:pt x="1619943" y="69191"/>
                  <a:pt x="1613354" y="60416"/>
                </a:cubicBezTo>
                <a:cubicBezTo>
                  <a:pt x="1608899" y="54400"/>
                  <a:pt x="1603220" y="51392"/>
                  <a:pt x="1596318" y="51392"/>
                </a:cubicBezTo>
                <a:close/>
                <a:moveTo>
                  <a:pt x="1687148" y="54216"/>
                </a:moveTo>
                <a:lnTo>
                  <a:pt x="1687148" y="110949"/>
                </a:lnTo>
                <a:cubicBezTo>
                  <a:pt x="1687148" y="118991"/>
                  <a:pt x="1688026" y="124079"/>
                  <a:pt x="1689783" y="126215"/>
                </a:cubicBezTo>
                <a:cubicBezTo>
                  <a:pt x="1692105" y="128980"/>
                  <a:pt x="1695211" y="130362"/>
                  <a:pt x="1699102" y="130362"/>
                </a:cubicBezTo>
                <a:lnTo>
                  <a:pt x="1706914" y="130362"/>
                </a:lnTo>
                <a:lnTo>
                  <a:pt x="1706914" y="133845"/>
                </a:lnTo>
                <a:lnTo>
                  <a:pt x="1655428" y="133845"/>
                </a:lnTo>
                <a:lnTo>
                  <a:pt x="1655428" y="130362"/>
                </a:lnTo>
                <a:lnTo>
                  <a:pt x="1659287" y="130362"/>
                </a:lnTo>
                <a:cubicBezTo>
                  <a:pt x="1661797" y="130362"/>
                  <a:pt x="1664087" y="129734"/>
                  <a:pt x="1666158" y="128477"/>
                </a:cubicBezTo>
                <a:cubicBezTo>
                  <a:pt x="1668229" y="127220"/>
                  <a:pt x="1669656" y="125523"/>
                  <a:pt x="1670441" y="123388"/>
                </a:cubicBezTo>
                <a:cubicBezTo>
                  <a:pt x="1671225" y="121253"/>
                  <a:pt x="1671617" y="117106"/>
                  <a:pt x="1671617" y="110949"/>
                </a:cubicBezTo>
                <a:lnTo>
                  <a:pt x="1671617" y="54216"/>
                </a:lnTo>
                <a:lnTo>
                  <a:pt x="1654863" y="54216"/>
                </a:lnTo>
                <a:lnTo>
                  <a:pt x="1654863" y="47627"/>
                </a:lnTo>
                <a:lnTo>
                  <a:pt x="1671617" y="47627"/>
                </a:lnTo>
                <a:lnTo>
                  <a:pt x="1671617" y="41956"/>
                </a:lnTo>
                <a:cubicBezTo>
                  <a:pt x="1671617" y="33326"/>
                  <a:pt x="1672998" y="26018"/>
                  <a:pt x="1675759" y="20034"/>
                </a:cubicBezTo>
                <a:cubicBezTo>
                  <a:pt x="1678520" y="14049"/>
                  <a:pt x="1682740" y="9214"/>
                  <a:pt x="1688418" y="5530"/>
                </a:cubicBezTo>
                <a:cubicBezTo>
                  <a:pt x="1694097" y="1843"/>
                  <a:pt x="1700482" y="0"/>
                  <a:pt x="1707573" y="0"/>
                </a:cubicBezTo>
                <a:cubicBezTo>
                  <a:pt x="1714161" y="0"/>
                  <a:pt x="1720217" y="2133"/>
                  <a:pt x="1725739" y="6400"/>
                </a:cubicBezTo>
                <a:cubicBezTo>
                  <a:pt x="1729378" y="9224"/>
                  <a:pt x="1731198" y="12393"/>
                  <a:pt x="1731198" y="15907"/>
                </a:cubicBezTo>
                <a:cubicBezTo>
                  <a:pt x="1731198" y="17789"/>
                  <a:pt x="1730382" y="19562"/>
                  <a:pt x="1728751" y="21225"/>
                </a:cubicBezTo>
                <a:cubicBezTo>
                  <a:pt x="1727119" y="22888"/>
                  <a:pt x="1725362" y="23719"/>
                  <a:pt x="1723480" y="23719"/>
                </a:cubicBezTo>
                <a:cubicBezTo>
                  <a:pt x="1722036" y="23719"/>
                  <a:pt x="1720515" y="23196"/>
                  <a:pt x="1718915" y="22149"/>
                </a:cubicBezTo>
                <a:cubicBezTo>
                  <a:pt x="1717315" y="21101"/>
                  <a:pt x="1715354" y="18849"/>
                  <a:pt x="1713032" y="15392"/>
                </a:cubicBezTo>
                <a:cubicBezTo>
                  <a:pt x="1710710" y="11935"/>
                  <a:pt x="1708577" y="9604"/>
                  <a:pt x="1706631" y="8398"/>
                </a:cubicBezTo>
                <a:cubicBezTo>
                  <a:pt x="1704686" y="7192"/>
                  <a:pt x="1702521" y="6589"/>
                  <a:pt x="1700137" y="6589"/>
                </a:cubicBezTo>
                <a:cubicBezTo>
                  <a:pt x="1697250" y="6589"/>
                  <a:pt x="1694803" y="7365"/>
                  <a:pt x="1692795" y="8918"/>
                </a:cubicBezTo>
                <a:cubicBezTo>
                  <a:pt x="1690787" y="10469"/>
                  <a:pt x="1689344" y="12875"/>
                  <a:pt x="1688466" y="16136"/>
                </a:cubicBezTo>
                <a:cubicBezTo>
                  <a:pt x="1687587" y="19397"/>
                  <a:pt x="1687148" y="27804"/>
                  <a:pt x="1687148" y="41356"/>
                </a:cubicBezTo>
                <a:lnTo>
                  <a:pt x="1687148" y="47627"/>
                </a:lnTo>
                <a:lnTo>
                  <a:pt x="1709361" y="47627"/>
                </a:lnTo>
                <a:lnTo>
                  <a:pt x="1709361" y="54216"/>
                </a:lnTo>
                <a:lnTo>
                  <a:pt x="1687148" y="54216"/>
                </a:lnTo>
                <a:close/>
                <a:moveTo>
                  <a:pt x="1782400" y="18731"/>
                </a:moveTo>
                <a:lnTo>
                  <a:pt x="1813460" y="3577"/>
                </a:lnTo>
                <a:lnTo>
                  <a:pt x="1816567" y="3577"/>
                </a:lnTo>
                <a:lnTo>
                  <a:pt x="1816567" y="111349"/>
                </a:lnTo>
                <a:cubicBezTo>
                  <a:pt x="1816567" y="118502"/>
                  <a:pt x="1816865" y="122958"/>
                  <a:pt x="1817461" y="124715"/>
                </a:cubicBezTo>
                <a:cubicBezTo>
                  <a:pt x="1818057" y="126472"/>
                  <a:pt x="1819296" y="127821"/>
                  <a:pt x="1821179" y="128762"/>
                </a:cubicBezTo>
                <a:cubicBezTo>
                  <a:pt x="1823061" y="129703"/>
                  <a:pt x="1826889" y="130237"/>
                  <a:pt x="1832662" y="130362"/>
                </a:cubicBezTo>
                <a:lnTo>
                  <a:pt x="1832662" y="133845"/>
                </a:lnTo>
                <a:lnTo>
                  <a:pt x="1784658" y="133845"/>
                </a:lnTo>
                <a:lnTo>
                  <a:pt x="1784658" y="130362"/>
                </a:lnTo>
                <a:cubicBezTo>
                  <a:pt x="1790682" y="130237"/>
                  <a:pt x="1794573" y="129719"/>
                  <a:pt x="1796330" y="128809"/>
                </a:cubicBezTo>
                <a:cubicBezTo>
                  <a:pt x="1798087" y="127899"/>
                  <a:pt x="1799310" y="126675"/>
                  <a:pt x="1800001" y="125138"/>
                </a:cubicBezTo>
                <a:cubicBezTo>
                  <a:pt x="1800691" y="123601"/>
                  <a:pt x="1801036" y="119004"/>
                  <a:pt x="1801036" y="111349"/>
                </a:cubicBezTo>
                <a:lnTo>
                  <a:pt x="1801036" y="42450"/>
                </a:lnTo>
                <a:cubicBezTo>
                  <a:pt x="1801036" y="33163"/>
                  <a:pt x="1800722" y="27202"/>
                  <a:pt x="1800095" y="24566"/>
                </a:cubicBezTo>
                <a:cubicBezTo>
                  <a:pt x="1799656" y="22558"/>
                  <a:pt x="1798856" y="21084"/>
                  <a:pt x="1797695" y="20143"/>
                </a:cubicBezTo>
                <a:cubicBezTo>
                  <a:pt x="1796534" y="19201"/>
                  <a:pt x="1795138" y="18731"/>
                  <a:pt x="1793506" y="18731"/>
                </a:cubicBezTo>
                <a:cubicBezTo>
                  <a:pt x="1791184" y="18731"/>
                  <a:pt x="1787953" y="19703"/>
                  <a:pt x="1783811" y="21649"/>
                </a:cubicBezTo>
                <a:lnTo>
                  <a:pt x="1782400" y="18731"/>
                </a:lnTo>
                <a:close/>
                <a:moveTo>
                  <a:pt x="1954177" y="91300"/>
                </a:moveTo>
                <a:lnTo>
                  <a:pt x="1854499" y="91300"/>
                </a:lnTo>
                <a:lnTo>
                  <a:pt x="1854499" y="84335"/>
                </a:lnTo>
                <a:lnTo>
                  <a:pt x="1954177" y="84335"/>
                </a:lnTo>
                <a:lnTo>
                  <a:pt x="1954177" y="91300"/>
                </a:lnTo>
                <a:close/>
                <a:moveTo>
                  <a:pt x="1962366" y="30402"/>
                </a:moveTo>
                <a:cubicBezTo>
                  <a:pt x="1966005" y="21805"/>
                  <a:pt x="1970601" y="15185"/>
                  <a:pt x="1976155" y="10542"/>
                </a:cubicBezTo>
                <a:cubicBezTo>
                  <a:pt x="1981708" y="5898"/>
                  <a:pt x="1988626" y="3577"/>
                  <a:pt x="1996909" y="3577"/>
                </a:cubicBezTo>
                <a:cubicBezTo>
                  <a:pt x="2007137" y="3577"/>
                  <a:pt x="2014981" y="6898"/>
                  <a:pt x="2020440" y="13539"/>
                </a:cubicBezTo>
                <a:cubicBezTo>
                  <a:pt x="2024582" y="18491"/>
                  <a:pt x="2026652" y="23786"/>
                  <a:pt x="2026652" y="29426"/>
                </a:cubicBezTo>
                <a:cubicBezTo>
                  <a:pt x="2026652" y="38699"/>
                  <a:pt x="2020817" y="48286"/>
                  <a:pt x="2009145" y="58186"/>
                </a:cubicBezTo>
                <a:cubicBezTo>
                  <a:pt x="2016989" y="61265"/>
                  <a:pt x="2022919" y="65662"/>
                  <a:pt x="2026935" y="71378"/>
                </a:cubicBezTo>
                <a:cubicBezTo>
                  <a:pt x="2030951" y="77093"/>
                  <a:pt x="2032959" y="83813"/>
                  <a:pt x="2032959" y="91539"/>
                </a:cubicBezTo>
                <a:cubicBezTo>
                  <a:pt x="2032959" y="102594"/>
                  <a:pt x="2029445" y="112173"/>
                  <a:pt x="2022417" y="120276"/>
                </a:cubicBezTo>
                <a:cubicBezTo>
                  <a:pt x="2013255" y="130828"/>
                  <a:pt x="1999984" y="136104"/>
                  <a:pt x="1982602" y="136104"/>
                </a:cubicBezTo>
                <a:cubicBezTo>
                  <a:pt x="1974006" y="136104"/>
                  <a:pt x="1968154" y="135037"/>
                  <a:pt x="1965048" y="132903"/>
                </a:cubicBezTo>
                <a:cubicBezTo>
                  <a:pt x="1961942" y="130770"/>
                  <a:pt x="1960389" y="128480"/>
                  <a:pt x="1960389" y="126032"/>
                </a:cubicBezTo>
                <a:cubicBezTo>
                  <a:pt x="1960389" y="124213"/>
                  <a:pt x="1961126" y="122612"/>
                  <a:pt x="1962601" y="121232"/>
                </a:cubicBezTo>
                <a:cubicBezTo>
                  <a:pt x="1964075" y="119851"/>
                  <a:pt x="1965848" y="119161"/>
                  <a:pt x="1967919" y="119161"/>
                </a:cubicBezTo>
                <a:cubicBezTo>
                  <a:pt x="1969488" y="119161"/>
                  <a:pt x="1971088" y="119412"/>
                  <a:pt x="1972719" y="119914"/>
                </a:cubicBezTo>
                <a:cubicBezTo>
                  <a:pt x="1973786" y="120228"/>
                  <a:pt x="1976202" y="121373"/>
                  <a:pt x="1979967" y="123350"/>
                </a:cubicBezTo>
                <a:cubicBezTo>
                  <a:pt x="1983732" y="125326"/>
                  <a:pt x="1986336" y="126503"/>
                  <a:pt x="1987779" y="126879"/>
                </a:cubicBezTo>
                <a:cubicBezTo>
                  <a:pt x="1990101" y="127570"/>
                  <a:pt x="1992579" y="127915"/>
                  <a:pt x="1995215" y="127915"/>
                </a:cubicBezTo>
                <a:cubicBezTo>
                  <a:pt x="2001615" y="127915"/>
                  <a:pt x="2007184" y="125432"/>
                  <a:pt x="2011922" y="120467"/>
                </a:cubicBezTo>
                <a:cubicBezTo>
                  <a:pt x="2016660" y="115502"/>
                  <a:pt x="2019028" y="109625"/>
                  <a:pt x="2019028" y="102837"/>
                </a:cubicBezTo>
                <a:cubicBezTo>
                  <a:pt x="2019028" y="97872"/>
                  <a:pt x="2017930" y="93032"/>
                  <a:pt x="2015734" y="88318"/>
                </a:cubicBezTo>
                <a:cubicBezTo>
                  <a:pt x="2014103" y="84798"/>
                  <a:pt x="2012314" y="82127"/>
                  <a:pt x="2010369" y="80306"/>
                </a:cubicBezTo>
                <a:cubicBezTo>
                  <a:pt x="2007671" y="77790"/>
                  <a:pt x="2003968" y="75511"/>
                  <a:pt x="1999262" y="73470"/>
                </a:cubicBezTo>
                <a:cubicBezTo>
                  <a:pt x="1994556" y="71427"/>
                  <a:pt x="1989756" y="70405"/>
                  <a:pt x="1984861" y="70405"/>
                </a:cubicBezTo>
                <a:lnTo>
                  <a:pt x="1981849" y="70405"/>
                </a:lnTo>
                <a:lnTo>
                  <a:pt x="1981849" y="67581"/>
                </a:lnTo>
                <a:cubicBezTo>
                  <a:pt x="1986806" y="66954"/>
                  <a:pt x="1991779" y="65165"/>
                  <a:pt x="1996768" y="62216"/>
                </a:cubicBezTo>
                <a:cubicBezTo>
                  <a:pt x="2001757" y="59267"/>
                  <a:pt x="2005380" y="55722"/>
                  <a:pt x="2007639" y="51580"/>
                </a:cubicBezTo>
                <a:cubicBezTo>
                  <a:pt x="2009898" y="47439"/>
                  <a:pt x="2011028" y="42889"/>
                  <a:pt x="2011028" y="37932"/>
                </a:cubicBezTo>
                <a:cubicBezTo>
                  <a:pt x="2011028" y="31469"/>
                  <a:pt x="2009004" y="26245"/>
                  <a:pt x="2004957" y="22260"/>
                </a:cubicBezTo>
                <a:cubicBezTo>
                  <a:pt x="2000909" y="18276"/>
                  <a:pt x="1995874" y="16283"/>
                  <a:pt x="1989850" y="16283"/>
                </a:cubicBezTo>
                <a:cubicBezTo>
                  <a:pt x="1980124" y="16283"/>
                  <a:pt x="1971998" y="21492"/>
                  <a:pt x="1965472" y="31908"/>
                </a:cubicBezTo>
                <a:lnTo>
                  <a:pt x="1962366" y="30402"/>
                </a:lnTo>
                <a:close/>
                <a:moveTo>
                  <a:pt x="2128777" y="63534"/>
                </a:moveTo>
                <a:cubicBezTo>
                  <a:pt x="2135052" y="57259"/>
                  <a:pt x="2138754" y="53651"/>
                  <a:pt x="2139884" y="52710"/>
                </a:cubicBezTo>
                <a:cubicBezTo>
                  <a:pt x="2142707" y="50325"/>
                  <a:pt x="2145751" y="48474"/>
                  <a:pt x="2149014" y="47156"/>
                </a:cubicBezTo>
                <a:cubicBezTo>
                  <a:pt x="2152277" y="45838"/>
                  <a:pt x="2155508" y="45180"/>
                  <a:pt x="2158709" y="45180"/>
                </a:cubicBezTo>
                <a:cubicBezTo>
                  <a:pt x="2164105" y="45180"/>
                  <a:pt x="2168748" y="46748"/>
                  <a:pt x="2172639" y="49886"/>
                </a:cubicBezTo>
                <a:cubicBezTo>
                  <a:pt x="2176529" y="53023"/>
                  <a:pt x="2179133" y="57573"/>
                  <a:pt x="2180451" y="63534"/>
                </a:cubicBezTo>
                <a:cubicBezTo>
                  <a:pt x="2186914" y="56004"/>
                  <a:pt x="2192374" y="51062"/>
                  <a:pt x="2196829" y="48709"/>
                </a:cubicBezTo>
                <a:cubicBezTo>
                  <a:pt x="2201284" y="46356"/>
                  <a:pt x="2205865" y="45180"/>
                  <a:pt x="2210571" y="45180"/>
                </a:cubicBezTo>
                <a:cubicBezTo>
                  <a:pt x="2215152" y="45180"/>
                  <a:pt x="2219215" y="46354"/>
                  <a:pt x="2222760" y="48703"/>
                </a:cubicBezTo>
                <a:cubicBezTo>
                  <a:pt x="2226305" y="51051"/>
                  <a:pt x="2229113" y="54885"/>
                  <a:pt x="2231184" y="60207"/>
                </a:cubicBezTo>
                <a:cubicBezTo>
                  <a:pt x="2232565" y="63839"/>
                  <a:pt x="2233255" y="69536"/>
                  <a:pt x="2233255" y="77299"/>
                </a:cubicBezTo>
                <a:lnTo>
                  <a:pt x="2233255" y="114302"/>
                </a:lnTo>
                <a:cubicBezTo>
                  <a:pt x="2233255" y="119687"/>
                  <a:pt x="2233663" y="123381"/>
                  <a:pt x="2234478" y="125385"/>
                </a:cubicBezTo>
                <a:cubicBezTo>
                  <a:pt x="2235106" y="126762"/>
                  <a:pt x="2236267" y="127935"/>
                  <a:pt x="2237961" y="128906"/>
                </a:cubicBezTo>
                <a:cubicBezTo>
                  <a:pt x="2239655" y="129877"/>
                  <a:pt x="2242416" y="130362"/>
                  <a:pt x="2246244" y="130362"/>
                </a:cubicBezTo>
                <a:lnTo>
                  <a:pt x="2246244" y="133845"/>
                </a:lnTo>
                <a:lnTo>
                  <a:pt x="2203700" y="133845"/>
                </a:lnTo>
                <a:lnTo>
                  <a:pt x="2203700" y="130362"/>
                </a:lnTo>
                <a:lnTo>
                  <a:pt x="2205488" y="130362"/>
                </a:lnTo>
                <a:cubicBezTo>
                  <a:pt x="2209190" y="130362"/>
                  <a:pt x="2212077" y="129644"/>
                  <a:pt x="2214148" y="128209"/>
                </a:cubicBezTo>
                <a:cubicBezTo>
                  <a:pt x="2215591" y="127209"/>
                  <a:pt x="2216626" y="125617"/>
                  <a:pt x="2217254" y="123432"/>
                </a:cubicBezTo>
                <a:cubicBezTo>
                  <a:pt x="2217505" y="122371"/>
                  <a:pt x="2217630" y="119344"/>
                  <a:pt x="2217630" y="114349"/>
                </a:cubicBezTo>
                <a:lnTo>
                  <a:pt x="2217630" y="77452"/>
                </a:lnTo>
                <a:cubicBezTo>
                  <a:pt x="2217630" y="70460"/>
                  <a:pt x="2216783" y="65528"/>
                  <a:pt x="2215089" y="62657"/>
                </a:cubicBezTo>
                <a:cubicBezTo>
                  <a:pt x="2212642" y="58661"/>
                  <a:pt x="2208720" y="56663"/>
                  <a:pt x="2203323" y="56663"/>
                </a:cubicBezTo>
                <a:cubicBezTo>
                  <a:pt x="2199998" y="56663"/>
                  <a:pt x="2196656" y="57490"/>
                  <a:pt x="2193299" y="59145"/>
                </a:cubicBezTo>
                <a:cubicBezTo>
                  <a:pt x="2189942" y="60798"/>
                  <a:pt x="2185879" y="63873"/>
                  <a:pt x="2181110" y="68369"/>
                </a:cubicBezTo>
                <a:lnTo>
                  <a:pt x="2180922" y="69399"/>
                </a:lnTo>
                <a:lnTo>
                  <a:pt x="2181110" y="73426"/>
                </a:lnTo>
                <a:lnTo>
                  <a:pt x="2181110" y="114349"/>
                </a:lnTo>
                <a:cubicBezTo>
                  <a:pt x="2181110" y="120218"/>
                  <a:pt x="2181440" y="123870"/>
                  <a:pt x="2182098" y="125306"/>
                </a:cubicBezTo>
                <a:cubicBezTo>
                  <a:pt x="2182757" y="126741"/>
                  <a:pt x="2183997" y="127943"/>
                  <a:pt x="2185816" y="128912"/>
                </a:cubicBezTo>
                <a:cubicBezTo>
                  <a:pt x="2187636" y="129879"/>
                  <a:pt x="2190742" y="130362"/>
                  <a:pt x="2195135" y="130362"/>
                </a:cubicBezTo>
                <a:lnTo>
                  <a:pt x="2195135" y="133845"/>
                </a:lnTo>
                <a:lnTo>
                  <a:pt x="2151555" y="133845"/>
                </a:lnTo>
                <a:lnTo>
                  <a:pt x="2151555" y="130362"/>
                </a:lnTo>
                <a:cubicBezTo>
                  <a:pt x="2156324" y="130362"/>
                  <a:pt x="2159603" y="129800"/>
                  <a:pt x="2161391" y="128677"/>
                </a:cubicBezTo>
                <a:cubicBezTo>
                  <a:pt x="2163179" y="127553"/>
                  <a:pt x="2164419" y="125868"/>
                  <a:pt x="2165109" y="123620"/>
                </a:cubicBezTo>
                <a:cubicBezTo>
                  <a:pt x="2165423" y="122558"/>
                  <a:pt x="2165580" y="119467"/>
                  <a:pt x="2165580" y="114349"/>
                </a:cubicBezTo>
                <a:lnTo>
                  <a:pt x="2165580" y="77452"/>
                </a:lnTo>
                <a:cubicBezTo>
                  <a:pt x="2165580" y="70460"/>
                  <a:pt x="2164544" y="65434"/>
                  <a:pt x="2162473" y="62375"/>
                </a:cubicBezTo>
                <a:cubicBezTo>
                  <a:pt x="2159713" y="58379"/>
                  <a:pt x="2155853" y="56380"/>
                  <a:pt x="2150896" y="56380"/>
                </a:cubicBezTo>
                <a:cubicBezTo>
                  <a:pt x="2147508" y="56380"/>
                  <a:pt x="2144151" y="57285"/>
                  <a:pt x="2140825" y="59095"/>
                </a:cubicBezTo>
                <a:cubicBezTo>
                  <a:pt x="2135617" y="61843"/>
                  <a:pt x="2131601" y="64933"/>
                  <a:pt x="2128777" y="68367"/>
                </a:cubicBezTo>
                <a:lnTo>
                  <a:pt x="2128777" y="114349"/>
                </a:lnTo>
                <a:cubicBezTo>
                  <a:pt x="2128777" y="119967"/>
                  <a:pt x="2129169" y="123619"/>
                  <a:pt x="2129954" y="125306"/>
                </a:cubicBezTo>
                <a:cubicBezTo>
                  <a:pt x="2130738" y="126990"/>
                  <a:pt x="2131899" y="128254"/>
                  <a:pt x="2133436" y="129097"/>
                </a:cubicBezTo>
                <a:cubicBezTo>
                  <a:pt x="2134974" y="129940"/>
                  <a:pt x="2138095" y="130362"/>
                  <a:pt x="2142802" y="130362"/>
                </a:cubicBezTo>
                <a:lnTo>
                  <a:pt x="2142802" y="133845"/>
                </a:lnTo>
                <a:lnTo>
                  <a:pt x="2100163" y="133845"/>
                </a:lnTo>
                <a:lnTo>
                  <a:pt x="2100163" y="130362"/>
                </a:lnTo>
                <a:cubicBezTo>
                  <a:pt x="2104116" y="130362"/>
                  <a:pt x="2106877" y="129939"/>
                  <a:pt x="2108446" y="129094"/>
                </a:cubicBezTo>
                <a:cubicBezTo>
                  <a:pt x="2110015" y="128249"/>
                  <a:pt x="2111207" y="126903"/>
                  <a:pt x="2112023" y="125056"/>
                </a:cubicBezTo>
                <a:cubicBezTo>
                  <a:pt x="2112839" y="123209"/>
                  <a:pt x="2113247" y="119624"/>
                  <a:pt x="2113247" y="114302"/>
                </a:cubicBezTo>
                <a:lnTo>
                  <a:pt x="2113247" y="81432"/>
                </a:lnTo>
                <a:cubicBezTo>
                  <a:pt x="2113247" y="71977"/>
                  <a:pt x="2112964" y="65872"/>
                  <a:pt x="2112399" y="63119"/>
                </a:cubicBezTo>
                <a:cubicBezTo>
                  <a:pt x="2111960" y="61052"/>
                  <a:pt x="2111270" y="59628"/>
                  <a:pt x="2110329" y="58845"/>
                </a:cubicBezTo>
                <a:cubicBezTo>
                  <a:pt x="2109387" y="58063"/>
                  <a:pt x="2108101" y="57672"/>
                  <a:pt x="2106470" y="57672"/>
                </a:cubicBezTo>
                <a:cubicBezTo>
                  <a:pt x="2104713" y="57672"/>
                  <a:pt x="2102610" y="58141"/>
                  <a:pt x="2100163" y="59081"/>
                </a:cubicBezTo>
                <a:lnTo>
                  <a:pt x="2098751" y="55698"/>
                </a:lnTo>
                <a:lnTo>
                  <a:pt x="2124730" y="45180"/>
                </a:lnTo>
                <a:lnTo>
                  <a:pt x="2128777" y="45180"/>
                </a:lnTo>
                <a:lnTo>
                  <a:pt x="2128777" y="63534"/>
                </a:lnTo>
                <a:close/>
                <a:moveTo>
                  <a:pt x="2267643" y="80194"/>
                </a:moveTo>
                <a:cubicBezTo>
                  <a:pt x="2267580" y="92965"/>
                  <a:pt x="2270686" y="102983"/>
                  <a:pt x="2276961" y="110246"/>
                </a:cubicBezTo>
                <a:cubicBezTo>
                  <a:pt x="2283236" y="117507"/>
                  <a:pt x="2290609" y="121138"/>
                  <a:pt x="2299080" y="121138"/>
                </a:cubicBezTo>
                <a:cubicBezTo>
                  <a:pt x="2304728" y="121138"/>
                  <a:pt x="2309638" y="119585"/>
                  <a:pt x="2313811" y="116479"/>
                </a:cubicBezTo>
                <a:cubicBezTo>
                  <a:pt x="2317984" y="113373"/>
                  <a:pt x="2321482" y="108055"/>
                  <a:pt x="2324306" y="100525"/>
                </a:cubicBezTo>
                <a:lnTo>
                  <a:pt x="2327223" y="102407"/>
                </a:lnTo>
                <a:cubicBezTo>
                  <a:pt x="2325906" y="111004"/>
                  <a:pt x="2322078" y="118832"/>
                  <a:pt x="2315740" y="125891"/>
                </a:cubicBezTo>
                <a:cubicBezTo>
                  <a:pt x="2309403" y="132950"/>
                  <a:pt x="2301465" y="136480"/>
                  <a:pt x="2291927" y="136480"/>
                </a:cubicBezTo>
                <a:cubicBezTo>
                  <a:pt x="2281573" y="136480"/>
                  <a:pt x="2272710" y="132457"/>
                  <a:pt x="2265337" y="124412"/>
                </a:cubicBezTo>
                <a:cubicBezTo>
                  <a:pt x="2257964" y="116364"/>
                  <a:pt x="2254277" y="105546"/>
                  <a:pt x="2254277" y="91956"/>
                </a:cubicBezTo>
                <a:cubicBezTo>
                  <a:pt x="2254277" y="77242"/>
                  <a:pt x="2258058" y="65767"/>
                  <a:pt x="2265619" y="57533"/>
                </a:cubicBezTo>
                <a:cubicBezTo>
                  <a:pt x="2273180" y="49298"/>
                  <a:pt x="2282671" y="45180"/>
                  <a:pt x="2294092" y="45180"/>
                </a:cubicBezTo>
                <a:cubicBezTo>
                  <a:pt x="2303755" y="45180"/>
                  <a:pt x="2311693" y="48356"/>
                  <a:pt x="2317905" y="54710"/>
                </a:cubicBezTo>
                <a:cubicBezTo>
                  <a:pt x="2324117" y="61061"/>
                  <a:pt x="2327223" y="69556"/>
                  <a:pt x="2327223" y="80194"/>
                </a:cubicBezTo>
                <a:lnTo>
                  <a:pt x="2267643" y="80194"/>
                </a:lnTo>
                <a:moveTo>
                  <a:pt x="2267643" y="74735"/>
                </a:moveTo>
                <a:lnTo>
                  <a:pt x="2307551" y="74735"/>
                </a:lnTo>
                <a:cubicBezTo>
                  <a:pt x="2307238" y="69213"/>
                  <a:pt x="2306579" y="65322"/>
                  <a:pt x="2305575" y="63063"/>
                </a:cubicBezTo>
                <a:cubicBezTo>
                  <a:pt x="2304006" y="59549"/>
                  <a:pt x="2301669" y="56788"/>
                  <a:pt x="2298563" y="54780"/>
                </a:cubicBezTo>
                <a:cubicBezTo>
                  <a:pt x="2295457" y="52772"/>
                  <a:pt x="2292209" y="51768"/>
                  <a:pt x="2288821" y="51768"/>
                </a:cubicBezTo>
                <a:cubicBezTo>
                  <a:pt x="2283613" y="51768"/>
                  <a:pt x="2278953" y="53792"/>
                  <a:pt x="2274843" y="57839"/>
                </a:cubicBezTo>
                <a:cubicBezTo>
                  <a:pt x="2270733" y="61887"/>
                  <a:pt x="2268333" y="67518"/>
                  <a:pt x="2267643" y="74735"/>
                </a:cubicBezTo>
                <a:close/>
                <a:moveTo>
                  <a:pt x="2394456" y="45180"/>
                </a:moveTo>
                <a:lnTo>
                  <a:pt x="2394456" y="74358"/>
                </a:lnTo>
                <a:lnTo>
                  <a:pt x="2391350" y="74358"/>
                </a:lnTo>
                <a:cubicBezTo>
                  <a:pt x="2388966" y="65206"/>
                  <a:pt x="2385907" y="58982"/>
                  <a:pt x="2382173" y="55683"/>
                </a:cubicBezTo>
                <a:cubicBezTo>
                  <a:pt x="2378440" y="52383"/>
                  <a:pt x="2373686" y="50733"/>
                  <a:pt x="2367913" y="50733"/>
                </a:cubicBezTo>
                <a:cubicBezTo>
                  <a:pt x="2363521" y="50733"/>
                  <a:pt x="2359976" y="51893"/>
                  <a:pt x="2357277" y="54213"/>
                </a:cubicBezTo>
                <a:cubicBezTo>
                  <a:pt x="2354579" y="56530"/>
                  <a:pt x="2353230" y="59100"/>
                  <a:pt x="2353230" y="61922"/>
                </a:cubicBezTo>
                <a:cubicBezTo>
                  <a:pt x="2353230" y="65432"/>
                  <a:pt x="2354234" y="68440"/>
                  <a:pt x="2356242" y="70946"/>
                </a:cubicBezTo>
                <a:cubicBezTo>
                  <a:pt x="2358187" y="73517"/>
                  <a:pt x="2362141" y="76244"/>
                  <a:pt x="2368102" y="79126"/>
                </a:cubicBezTo>
                <a:lnTo>
                  <a:pt x="2381844" y="85803"/>
                </a:lnTo>
                <a:cubicBezTo>
                  <a:pt x="2394582" y="92007"/>
                  <a:pt x="2400951" y="100187"/>
                  <a:pt x="2400951" y="110343"/>
                </a:cubicBezTo>
                <a:cubicBezTo>
                  <a:pt x="2400951" y="118177"/>
                  <a:pt x="2397986" y="124492"/>
                  <a:pt x="2392056" y="129288"/>
                </a:cubicBezTo>
                <a:cubicBezTo>
                  <a:pt x="2386126" y="134083"/>
                  <a:pt x="2379491" y="136480"/>
                  <a:pt x="2372149" y="136480"/>
                </a:cubicBezTo>
                <a:cubicBezTo>
                  <a:pt x="2366878" y="136480"/>
                  <a:pt x="2360854" y="135539"/>
                  <a:pt x="2354077" y="133656"/>
                </a:cubicBezTo>
                <a:cubicBezTo>
                  <a:pt x="2352006" y="133029"/>
                  <a:pt x="2350312" y="132715"/>
                  <a:pt x="2348995" y="132715"/>
                </a:cubicBezTo>
                <a:cubicBezTo>
                  <a:pt x="2347551" y="132715"/>
                  <a:pt x="2346422" y="133531"/>
                  <a:pt x="2345606" y="135162"/>
                </a:cubicBezTo>
                <a:lnTo>
                  <a:pt x="2342500" y="135162"/>
                </a:lnTo>
                <a:lnTo>
                  <a:pt x="2342500" y="104290"/>
                </a:lnTo>
                <a:lnTo>
                  <a:pt x="2345606" y="104290"/>
                </a:lnTo>
                <a:cubicBezTo>
                  <a:pt x="2347363" y="113106"/>
                  <a:pt x="2350720" y="119750"/>
                  <a:pt x="2355677" y="124220"/>
                </a:cubicBezTo>
                <a:cubicBezTo>
                  <a:pt x="2360635" y="128691"/>
                  <a:pt x="2366188" y="130927"/>
                  <a:pt x="2372337" y="130927"/>
                </a:cubicBezTo>
                <a:cubicBezTo>
                  <a:pt x="2376667" y="130927"/>
                  <a:pt x="2380197" y="129658"/>
                  <a:pt x="2382926" y="127121"/>
                </a:cubicBezTo>
                <a:cubicBezTo>
                  <a:pt x="2385656" y="124581"/>
                  <a:pt x="2387021" y="121525"/>
                  <a:pt x="2387021" y="117952"/>
                </a:cubicBezTo>
                <a:cubicBezTo>
                  <a:pt x="2387021" y="113627"/>
                  <a:pt x="2385499" y="109991"/>
                  <a:pt x="2382456" y="107046"/>
                </a:cubicBezTo>
                <a:cubicBezTo>
                  <a:pt x="2379412" y="104100"/>
                  <a:pt x="2373341" y="100372"/>
                  <a:pt x="2364243" y="95860"/>
                </a:cubicBezTo>
                <a:cubicBezTo>
                  <a:pt x="2355144" y="91346"/>
                  <a:pt x="2349183" y="87271"/>
                  <a:pt x="2346359" y="83635"/>
                </a:cubicBezTo>
                <a:cubicBezTo>
                  <a:pt x="2343535" y="80062"/>
                  <a:pt x="2342123" y="75549"/>
                  <a:pt x="2342123" y="70096"/>
                </a:cubicBezTo>
                <a:cubicBezTo>
                  <a:pt x="2342123" y="63013"/>
                  <a:pt x="2344555" y="57090"/>
                  <a:pt x="2349418" y="52327"/>
                </a:cubicBezTo>
                <a:cubicBezTo>
                  <a:pt x="2354281" y="47562"/>
                  <a:pt x="2360572" y="45180"/>
                  <a:pt x="2368290" y="45180"/>
                </a:cubicBezTo>
                <a:cubicBezTo>
                  <a:pt x="2371678" y="45180"/>
                  <a:pt x="2375789" y="45901"/>
                  <a:pt x="2380620" y="47344"/>
                </a:cubicBezTo>
                <a:cubicBezTo>
                  <a:pt x="2383820" y="48286"/>
                  <a:pt x="2385954" y="48756"/>
                  <a:pt x="2387021" y="48756"/>
                </a:cubicBezTo>
                <a:cubicBezTo>
                  <a:pt x="2388025" y="48756"/>
                  <a:pt x="2388809" y="48537"/>
                  <a:pt x="2389374" y="48097"/>
                </a:cubicBezTo>
                <a:cubicBezTo>
                  <a:pt x="2389939" y="47658"/>
                  <a:pt x="2390597" y="46686"/>
                  <a:pt x="2391350" y="45180"/>
                </a:cubicBezTo>
                <a:lnTo>
                  <a:pt x="2394456" y="45180"/>
                </a:lnTo>
                <a:close/>
                <a:moveTo>
                  <a:pt x="2469443" y="45180"/>
                </a:moveTo>
                <a:lnTo>
                  <a:pt x="2469443" y="74358"/>
                </a:lnTo>
                <a:lnTo>
                  <a:pt x="2466337" y="74358"/>
                </a:lnTo>
                <a:cubicBezTo>
                  <a:pt x="2463953" y="65206"/>
                  <a:pt x="2460894" y="58982"/>
                  <a:pt x="2457160" y="55683"/>
                </a:cubicBezTo>
                <a:cubicBezTo>
                  <a:pt x="2453426" y="52383"/>
                  <a:pt x="2448673" y="50733"/>
                  <a:pt x="2442900" y="50733"/>
                </a:cubicBezTo>
                <a:cubicBezTo>
                  <a:pt x="2438508" y="50733"/>
                  <a:pt x="2434962" y="51893"/>
                  <a:pt x="2432264" y="54213"/>
                </a:cubicBezTo>
                <a:cubicBezTo>
                  <a:pt x="2429566" y="56530"/>
                  <a:pt x="2428217" y="59100"/>
                  <a:pt x="2428217" y="61922"/>
                </a:cubicBezTo>
                <a:cubicBezTo>
                  <a:pt x="2428217" y="65432"/>
                  <a:pt x="2429221" y="68440"/>
                  <a:pt x="2431229" y="70946"/>
                </a:cubicBezTo>
                <a:cubicBezTo>
                  <a:pt x="2433174" y="73517"/>
                  <a:pt x="2437127" y="76244"/>
                  <a:pt x="2443089" y="79126"/>
                </a:cubicBezTo>
                <a:lnTo>
                  <a:pt x="2456831" y="85803"/>
                </a:lnTo>
                <a:cubicBezTo>
                  <a:pt x="2469569" y="92007"/>
                  <a:pt x="2475938" y="100187"/>
                  <a:pt x="2475938" y="110343"/>
                </a:cubicBezTo>
                <a:cubicBezTo>
                  <a:pt x="2475938" y="118177"/>
                  <a:pt x="2472973" y="124492"/>
                  <a:pt x="2467043" y="129288"/>
                </a:cubicBezTo>
                <a:cubicBezTo>
                  <a:pt x="2461113" y="134083"/>
                  <a:pt x="2454478" y="136480"/>
                  <a:pt x="2447136" y="136480"/>
                </a:cubicBezTo>
                <a:cubicBezTo>
                  <a:pt x="2441865" y="136480"/>
                  <a:pt x="2435841" y="135539"/>
                  <a:pt x="2429064" y="133656"/>
                </a:cubicBezTo>
                <a:cubicBezTo>
                  <a:pt x="2426993" y="133029"/>
                  <a:pt x="2425299" y="132715"/>
                  <a:pt x="2423981" y="132715"/>
                </a:cubicBezTo>
                <a:cubicBezTo>
                  <a:pt x="2422538" y="132715"/>
                  <a:pt x="2421409" y="133531"/>
                  <a:pt x="2420593" y="135162"/>
                </a:cubicBezTo>
                <a:lnTo>
                  <a:pt x="2417487" y="135162"/>
                </a:lnTo>
                <a:lnTo>
                  <a:pt x="2417487" y="104290"/>
                </a:lnTo>
                <a:lnTo>
                  <a:pt x="2420593" y="104290"/>
                </a:lnTo>
                <a:cubicBezTo>
                  <a:pt x="2422350" y="113106"/>
                  <a:pt x="2425707" y="119750"/>
                  <a:pt x="2430664" y="124220"/>
                </a:cubicBezTo>
                <a:cubicBezTo>
                  <a:pt x="2435621" y="128691"/>
                  <a:pt x="2441175" y="130927"/>
                  <a:pt x="2447324" y="130927"/>
                </a:cubicBezTo>
                <a:cubicBezTo>
                  <a:pt x="2451654" y="130927"/>
                  <a:pt x="2455183" y="129658"/>
                  <a:pt x="2457913" y="127121"/>
                </a:cubicBezTo>
                <a:cubicBezTo>
                  <a:pt x="2460643" y="124581"/>
                  <a:pt x="2462007" y="121525"/>
                  <a:pt x="2462007" y="117952"/>
                </a:cubicBezTo>
                <a:cubicBezTo>
                  <a:pt x="2462007" y="113627"/>
                  <a:pt x="2460486" y="109991"/>
                  <a:pt x="2457442" y="107046"/>
                </a:cubicBezTo>
                <a:cubicBezTo>
                  <a:pt x="2454399" y="104100"/>
                  <a:pt x="2448328" y="100372"/>
                  <a:pt x="2439229" y="95860"/>
                </a:cubicBezTo>
                <a:cubicBezTo>
                  <a:pt x="2430131" y="91346"/>
                  <a:pt x="2424170" y="87271"/>
                  <a:pt x="2421346" y="83635"/>
                </a:cubicBezTo>
                <a:cubicBezTo>
                  <a:pt x="2418522" y="80062"/>
                  <a:pt x="2417110" y="75549"/>
                  <a:pt x="2417110" y="70096"/>
                </a:cubicBezTo>
                <a:cubicBezTo>
                  <a:pt x="2417110" y="63013"/>
                  <a:pt x="2419542" y="57090"/>
                  <a:pt x="2424405" y="52327"/>
                </a:cubicBezTo>
                <a:cubicBezTo>
                  <a:pt x="2429268" y="47562"/>
                  <a:pt x="2435559" y="45180"/>
                  <a:pt x="2443277" y="45180"/>
                </a:cubicBezTo>
                <a:cubicBezTo>
                  <a:pt x="2446665" y="45180"/>
                  <a:pt x="2450775" y="45901"/>
                  <a:pt x="2455607" y="47344"/>
                </a:cubicBezTo>
                <a:cubicBezTo>
                  <a:pt x="2458807" y="48286"/>
                  <a:pt x="2460941" y="48756"/>
                  <a:pt x="2462007" y="48756"/>
                </a:cubicBezTo>
                <a:cubicBezTo>
                  <a:pt x="2463011" y="48756"/>
                  <a:pt x="2463796" y="48537"/>
                  <a:pt x="2464361" y="48097"/>
                </a:cubicBezTo>
                <a:cubicBezTo>
                  <a:pt x="2464925" y="47658"/>
                  <a:pt x="2465584" y="46686"/>
                  <a:pt x="2466337" y="45180"/>
                </a:cubicBezTo>
                <a:lnTo>
                  <a:pt x="2469443" y="45180"/>
                </a:lnTo>
                <a:close/>
                <a:moveTo>
                  <a:pt x="2537558" y="121420"/>
                </a:moveTo>
                <a:cubicBezTo>
                  <a:pt x="2528710" y="128260"/>
                  <a:pt x="2523157" y="132213"/>
                  <a:pt x="2520898" y="133280"/>
                </a:cubicBezTo>
                <a:cubicBezTo>
                  <a:pt x="2517509" y="134911"/>
                  <a:pt x="2513901" y="135727"/>
                  <a:pt x="2510074" y="135727"/>
                </a:cubicBezTo>
                <a:cubicBezTo>
                  <a:pt x="2504112" y="135727"/>
                  <a:pt x="2499202" y="133688"/>
                  <a:pt x="2495343" y="129609"/>
                </a:cubicBezTo>
                <a:cubicBezTo>
                  <a:pt x="2491484" y="125530"/>
                  <a:pt x="2489555" y="120165"/>
                  <a:pt x="2489555" y="113514"/>
                </a:cubicBezTo>
                <a:cubicBezTo>
                  <a:pt x="2489555" y="109310"/>
                  <a:pt x="2490496" y="105670"/>
                  <a:pt x="2492378" y="102595"/>
                </a:cubicBezTo>
                <a:cubicBezTo>
                  <a:pt x="2494951" y="98328"/>
                  <a:pt x="2499422" y="94312"/>
                  <a:pt x="2505791" y="90547"/>
                </a:cubicBezTo>
                <a:cubicBezTo>
                  <a:pt x="2512160" y="86783"/>
                  <a:pt x="2522749" y="82202"/>
                  <a:pt x="2537558" y="76805"/>
                </a:cubicBezTo>
                <a:lnTo>
                  <a:pt x="2537558" y="73417"/>
                </a:lnTo>
                <a:cubicBezTo>
                  <a:pt x="2537558" y="64820"/>
                  <a:pt x="2536193" y="58922"/>
                  <a:pt x="2533463" y="55722"/>
                </a:cubicBezTo>
                <a:cubicBezTo>
                  <a:pt x="2530734" y="52521"/>
                  <a:pt x="2526765" y="50921"/>
                  <a:pt x="2521557" y="50921"/>
                </a:cubicBezTo>
                <a:cubicBezTo>
                  <a:pt x="2517604" y="50921"/>
                  <a:pt x="2514466" y="51984"/>
                  <a:pt x="2512144" y="54110"/>
                </a:cubicBezTo>
                <a:cubicBezTo>
                  <a:pt x="2509760" y="56235"/>
                  <a:pt x="2508568" y="58674"/>
                  <a:pt x="2508568" y="61425"/>
                </a:cubicBezTo>
                <a:lnTo>
                  <a:pt x="2508756" y="66863"/>
                </a:lnTo>
                <a:cubicBezTo>
                  <a:pt x="2508756" y="69738"/>
                  <a:pt x="2508019" y="71957"/>
                  <a:pt x="2506544" y="73520"/>
                </a:cubicBezTo>
                <a:cubicBezTo>
                  <a:pt x="2505069" y="75083"/>
                  <a:pt x="2503140" y="75864"/>
                  <a:pt x="2500755" y="75864"/>
                </a:cubicBezTo>
                <a:cubicBezTo>
                  <a:pt x="2498434" y="75864"/>
                  <a:pt x="2496535" y="75051"/>
                  <a:pt x="2495061" y="73426"/>
                </a:cubicBezTo>
                <a:cubicBezTo>
                  <a:pt x="2493586" y="71798"/>
                  <a:pt x="2492849" y="69576"/>
                  <a:pt x="2492849" y="66761"/>
                </a:cubicBezTo>
                <a:cubicBezTo>
                  <a:pt x="2492849" y="61382"/>
                  <a:pt x="2495610" y="56440"/>
                  <a:pt x="2501132" y="51936"/>
                </a:cubicBezTo>
                <a:cubicBezTo>
                  <a:pt x="2506654" y="47432"/>
                  <a:pt x="2514403" y="45180"/>
                  <a:pt x="2524380" y="45180"/>
                </a:cubicBezTo>
                <a:cubicBezTo>
                  <a:pt x="2532036" y="45180"/>
                  <a:pt x="2538311" y="46464"/>
                  <a:pt x="2543205" y="49033"/>
                </a:cubicBezTo>
                <a:cubicBezTo>
                  <a:pt x="2546908" y="50976"/>
                  <a:pt x="2549637" y="54017"/>
                  <a:pt x="2551394" y="58154"/>
                </a:cubicBezTo>
                <a:cubicBezTo>
                  <a:pt x="2552524" y="60848"/>
                  <a:pt x="2553088" y="66363"/>
                  <a:pt x="2553088" y="74699"/>
                </a:cubicBezTo>
                <a:lnTo>
                  <a:pt x="2553088" y="103937"/>
                </a:lnTo>
                <a:cubicBezTo>
                  <a:pt x="2553088" y="112147"/>
                  <a:pt x="2553245" y="117177"/>
                  <a:pt x="2553559" y="119026"/>
                </a:cubicBezTo>
                <a:cubicBezTo>
                  <a:pt x="2553873" y="120875"/>
                  <a:pt x="2554390" y="122113"/>
                  <a:pt x="2555112" y="122741"/>
                </a:cubicBezTo>
                <a:cubicBezTo>
                  <a:pt x="2555834" y="123366"/>
                  <a:pt x="2556665" y="123679"/>
                  <a:pt x="2557606" y="123679"/>
                </a:cubicBezTo>
                <a:cubicBezTo>
                  <a:pt x="2558610" y="123679"/>
                  <a:pt x="2559489" y="123460"/>
                  <a:pt x="2560242" y="123020"/>
                </a:cubicBezTo>
                <a:cubicBezTo>
                  <a:pt x="2561560" y="122205"/>
                  <a:pt x="2564101" y="119914"/>
                  <a:pt x="2567866" y="116149"/>
                </a:cubicBezTo>
                <a:lnTo>
                  <a:pt x="2567866" y="121420"/>
                </a:lnTo>
                <a:cubicBezTo>
                  <a:pt x="2560838" y="130833"/>
                  <a:pt x="2554124" y="135539"/>
                  <a:pt x="2547723" y="135539"/>
                </a:cubicBezTo>
                <a:cubicBezTo>
                  <a:pt x="2544649" y="135539"/>
                  <a:pt x="2542201" y="134472"/>
                  <a:pt x="2540382" y="132339"/>
                </a:cubicBezTo>
                <a:cubicBezTo>
                  <a:pt x="2538562" y="130205"/>
                  <a:pt x="2537621" y="126566"/>
                  <a:pt x="2537558" y="121420"/>
                </a:cubicBezTo>
                <a:moveTo>
                  <a:pt x="2537558" y="115249"/>
                </a:moveTo>
                <a:lnTo>
                  <a:pt x="2537558" y="82547"/>
                </a:lnTo>
                <a:cubicBezTo>
                  <a:pt x="2528083" y="86294"/>
                  <a:pt x="2521965" y="88949"/>
                  <a:pt x="2519204" y="90512"/>
                </a:cubicBezTo>
                <a:cubicBezTo>
                  <a:pt x="2514246" y="93261"/>
                  <a:pt x="2510701" y="96135"/>
                  <a:pt x="2508568" y="99133"/>
                </a:cubicBezTo>
                <a:cubicBezTo>
                  <a:pt x="2506434" y="102132"/>
                  <a:pt x="2505367" y="105411"/>
                  <a:pt x="2505367" y="108972"/>
                </a:cubicBezTo>
                <a:cubicBezTo>
                  <a:pt x="2505367" y="113471"/>
                  <a:pt x="2506717" y="117203"/>
                  <a:pt x="2509415" y="120170"/>
                </a:cubicBezTo>
                <a:cubicBezTo>
                  <a:pt x="2512113" y="123137"/>
                  <a:pt x="2515219" y="124620"/>
                  <a:pt x="2518733" y="124620"/>
                </a:cubicBezTo>
                <a:cubicBezTo>
                  <a:pt x="2523502" y="124620"/>
                  <a:pt x="2529777" y="121497"/>
                  <a:pt x="2537558" y="115249"/>
                </a:cubicBezTo>
                <a:close/>
                <a:moveTo>
                  <a:pt x="2597356" y="102428"/>
                </a:moveTo>
                <a:cubicBezTo>
                  <a:pt x="2592085" y="99859"/>
                  <a:pt x="2588038" y="96271"/>
                  <a:pt x="2585214" y="91665"/>
                </a:cubicBezTo>
                <a:cubicBezTo>
                  <a:pt x="2582390" y="87059"/>
                  <a:pt x="2580978" y="81966"/>
                  <a:pt x="2580978" y="76388"/>
                </a:cubicBezTo>
                <a:cubicBezTo>
                  <a:pt x="2580978" y="67866"/>
                  <a:pt x="2584194" y="60534"/>
                  <a:pt x="2590626" y="54392"/>
                </a:cubicBezTo>
                <a:cubicBezTo>
                  <a:pt x="2597058" y="48250"/>
                  <a:pt x="2605294" y="45180"/>
                  <a:pt x="2615334" y="45180"/>
                </a:cubicBezTo>
                <a:cubicBezTo>
                  <a:pt x="2623554" y="45180"/>
                  <a:pt x="2630676" y="47188"/>
                  <a:pt x="2636700" y="51204"/>
                </a:cubicBezTo>
                <a:lnTo>
                  <a:pt x="2654960" y="51204"/>
                </a:lnTo>
                <a:cubicBezTo>
                  <a:pt x="2657658" y="51204"/>
                  <a:pt x="2659227" y="51281"/>
                  <a:pt x="2659666" y="51436"/>
                </a:cubicBezTo>
                <a:cubicBezTo>
                  <a:pt x="2660105" y="51591"/>
                  <a:pt x="2660419" y="51855"/>
                  <a:pt x="2660607" y="52227"/>
                </a:cubicBezTo>
                <a:cubicBezTo>
                  <a:pt x="2660984" y="52786"/>
                  <a:pt x="2661172" y="53779"/>
                  <a:pt x="2661172" y="55207"/>
                </a:cubicBezTo>
                <a:cubicBezTo>
                  <a:pt x="2661172" y="56819"/>
                  <a:pt x="2661015" y="57935"/>
                  <a:pt x="2660702" y="58557"/>
                </a:cubicBezTo>
                <a:cubicBezTo>
                  <a:pt x="2660513" y="58867"/>
                  <a:pt x="2660184" y="59115"/>
                  <a:pt x="2659713" y="59301"/>
                </a:cubicBezTo>
                <a:cubicBezTo>
                  <a:pt x="2659243" y="59487"/>
                  <a:pt x="2657658" y="59581"/>
                  <a:pt x="2654960" y="59581"/>
                </a:cubicBezTo>
                <a:lnTo>
                  <a:pt x="2643759" y="59581"/>
                </a:lnTo>
                <a:cubicBezTo>
                  <a:pt x="2647273" y="64108"/>
                  <a:pt x="2649030" y="69893"/>
                  <a:pt x="2649030" y="76935"/>
                </a:cubicBezTo>
                <a:cubicBezTo>
                  <a:pt x="2649030" y="84982"/>
                  <a:pt x="2645955" y="91867"/>
                  <a:pt x="2639806" y="97589"/>
                </a:cubicBezTo>
                <a:cubicBezTo>
                  <a:pt x="2633657" y="103311"/>
                  <a:pt x="2625405" y="106172"/>
                  <a:pt x="2615051" y="106172"/>
                </a:cubicBezTo>
                <a:cubicBezTo>
                  <a:pt x="2610784" y="106172"/>
                  <a:pt x="2606423" y="105532"/>
                  <a:pt x="2601968" y="104251"/>
                </a:cubicBezTo>
                <a:cubicBezTo>
                  <a:pt x="2599207" y="106634"/>
                  <a:pt x="2597340" y="108719"/>
                  <a:pt x="2596368" y="110508"/>
                </a:cubicBezTo>
                <a:cubicBezTo>
                  <a:pt x="2595395" y="112294"/>
                  <a:pt x="2594909" y="113814"/>
                  <a:pt x="2594909" y="115067"/>
                </a:cubicBezTo>
                <a:cubicBezTo>
                  <a:pt x="2594909" y="116134"/>
                  <a:pt x="2595426" y="117169"/>
                  <a:pt x="2596462" y="118173"/>
                </a:cubicBezTo>
                <a:cubicBezTo>
                  <a:pt x="2597497" y="119175"/>
                  <a:pt x="2599521" y="119896"/>
                  <a:pt x="2602533" y="120335"/>
                </a:cubicBezTo>
                <a:cubicBezTo>
                  <a:pt x="2604290" y="120586"/>
                  <a:pt x="2608682" y="120805"/>
                  <a:pt x="2615710" y="120994"/>
                </a:cubicBezTo>
                <a:cubicBezTo>
                  <a:pt x="2628637" y="121306"/>
                  <a:pt x="2637014" y="121744"/>
                  <a:pt x="2640841" y="122309"/>
                </a:cubicBezTo>
                <a:cubicBezTo>
                  <a:pt x="2646677" y="123124"/>
                  <a:pt x="2651336" y="125288"/>
                  <a:pt x="2654819" y="128800"/>
                </a:cubicBezTo>
                <a:cubicBezTo>
                  <a:pt x="2658301" y="132310"/>
                  <a:pt x="2660043" y="136636"/>
                  <a:pt x="2660043" y="141778"/>
                </a:cubicBezTo>
                <a:cubicBezTo>
                  <a:pt x="2660043" y="148862"/>
                  <a:pt x="2656717" y="155509"/>
                  <a:pt x="2650066" y="161717"/>
                </a:cubicBezTo>
                <a:cubicBezTo>
                  <a:pt x="2640277" y="170871"/>
                  <a:pt x="2627507" y="175448"/>
                  <a:pt x="2611757" y="175448"/>
                </a:cubicBezTo>
                <a:cubicBezTo>
                  <a:pt x="2599646" y="175448"/>
                  <a:pt x="2589418" y="172722"/>
                  <a:pt x="2581072" y="167270"/>
                </a:cubicBezTo>
                <a:cubicBezTo>
                  <a:pt x="2576366" y="164137"/>
                  <a:pt x="2574013" y="160878"/>
                  <a:pt x="2574013" y="157493"/>
                </a:cubicBezTo>
                <a:cubicBezTo>
                  <a:pt x="2574013" y="155991"/>
                  <a:pt x="2574358" y="154488"/>
                  <a:pt x="2575049" y="152984"/>
                </a:cubicBezTo>
                <a:cubicBezTo>
                  <a:pt x="2576115" y="150664"/>
                  <a:pt x="2578312" y="147437"/>
                  <a:pt x="2581637" y="143301"/>
                </a:cubicBezTo>
                <a:cubicBezTo>
                  <a:pt x="2582076" y="142738"/>
                  <a:pt x="2585277" y="139355"/>
                  <a:pt x="2591238" y="133150"/>
                </a:cubicBezTo>
                <a:cubicBezTo>
                  <a:pt x="2587975" y="131203"/>
                  <a:pt x="2585669" y="129460"/>
                  <a:pt x="2584320" y="127921"/>
                </a:cubicBezTo>
                <a:cubicBezTo>
                  <a:pt x="2582971" y="126381"/>
                  <a:pt x="2582296" y="124638"/>
                  <a:pt x="2582296" y="122691"/>
                </a:cubicBezTo>
                <a:cubicBezTo>
                  <a:pt x="2582296" y="120491"/>
                  <a:pt x="2583190" y="117914"/>
                  <a:pt x="2584979" y="114961"/>
                </a:cubicBezTo>
                <a:cubicBezTo>
                  <a:pt x="2586767" y="112008"/>
                  <a:pt x="2590893" y="107830"/>
                  <a:pt x="2597356" y="102428"/>
                </a:cubicBezTo>
                <a:moveTo>
                  <a:pt x="2613734" y="49886"/>
                </a:moveTo>
                <a:cubicBezTo>
                  <a:pt x="2609090" y="49886"/>
                  <a:pt x="2605200" y="51727"/>
                  <a:pt x="2602062" y="55410"/>
                </a:cubicBezTo>
                <a:cubicBezTo>
                  <a:pt x="2598925" y="59090"/>
                  <a:pt x="2597356" y="64738"/>
                  <a:pt x="2597356" y="72352"/>
                </a:cubicBezTo>
                <a:cubicBezTo>
                  <a:pt x="2597356" y="82214"/>
                  <a:pt x="2599489" y="89858"/>
                  <a:pt x="2603756" y="95286"/>
                </a:cubicBezTo>
                <a:cubicBezTo>
                  <a:pt x="2607019" y="99406"/>
                  <a:pt x="2611161" y="101466"/>
                  <a:pt x="2616181" y="101466"/>
                </a:cubicBezTo>
                <a:cubicBezTo>
                  <a:pt x="2620950" y="101466"/>
                  <a:pt x="2624872" y="99687"/>
                  <a:pt x="2627946" y="96130"/>
                </a:cubicBezTo>
                <a:cubicBezTo>
                  <a:pt x="2631021" y="92573"/>
                  <a:pt x="2632558" y="86987"/>
                  <a:pt x="2632558" y="79373"/>
                </a:cubicBezTo>
                <a:cubicBezTo>
                  <a:pt x="2632558" y="69451"/>
                  <a:pt x="2630394" y="61681"/>
                  <a:pt x="2626064" y="56063"/>
                </a:cubicBezTo>
                <a:cubicBezTo>
                  <a:pt x="2622864" y="51945"/>
                  <a:pt x="2618754" y="49886"/>
                  <a:pt x="2613734" y="49886"/>
                </a:cubicBezTo>
                <a:moveTo>
                  <a:pt x="2596415" y="133900"/>
                </a:moveTo>
                <a:cubicBezTo>
                  <a:pt x="2593466" y="137095"/>
                  <a:pt x="2591238" y="140070"/>
                  <a:pt x="2589732" y="142825"/>
                </a:cubicBezTo>
                <a:cubicBezTo>
                  <a:pt x="2588226" y="145582"/>
                  <a:pt x="2587473" y="148119"/>
                  <a:pt x="2587473" y="150437"/>
                </a:cubicBezTo>
                <a:cubicBezTo>
                  <a:pt x="2587473" y="153443"/>
                  <a:pt x="2589293" y="156074"/>
                  <a:pt x="2592932" y="158329"/>
                </a:cubicBezTo>
                <a:cubicBezTo>
                  <a:pt x="2599207" y="162211"/>
                  <a:pt x="2608274" y="164153"/>
                  <a:pt x="2620134" y="164153"/>
                </a:cubicBezTo>
                <a:cubicBezTo>
                  <a:pt x="2631429" y="164153"/>
                  <a:pt x="2639759" y="162163"/>
                  <a:pt x="2645124" y="158185"/>
                </a:cubicBezTo>
                <a:cubicBezTo>
                  <a:pt x="2650489" y="154208"/>
                  <a:pt x="2653172" y="149965"/>
                  <a:pt x="2653172" y="145457"/>
                </a:cubicBezTo>
                <a:cubicBezTo>
                  <a:pt x="2653172" y="142200"/>
                  <a:pt x="2651572" y="139882"/>
                  <a:pt x="2648371" y="138504"/>
                </a:cubicBezTo>
                <a:cubicBezTo>
                  <a:pt x="2645108" y="137125"/>
                  <a:pt x="2638645" y="136311"/>
                  <a:pt x="2628982" y="136062"/>
                </a:cubicBezTo>
                <a:cubicBezTo>
                  <a:pt x="2614863" y="135686"/>
                  <a:pt x="2604007" y="134965"/>
                  <a:pt x="2596415" y="133900"/>
                </a:cubicBezTo>
                <a:close/>
                <a:moveTo>
                  <a:pt x="2685174" y="80194"/>
                </a:moveTo>
                <a:cubicBezTo>
                  <a:pt x="2685111" y="92965"/>
                  <a:pt x="2688217" y="102983"/>
                  <a:pt x="2694492" y="110246"/>
                </a:cubicBezTo>
                <a:cubicBezTo>
                  <a:pt x="2700767" y="117507"/>
                  <a:pt x="2708140" y="121138"/>
                  <a:pt x="2716611" y="121138"/>
                </a:cubicBezTo>
                <a:cubicBezTo>
                  <a:pt x="2722259" y="121138"/>
                  <a:pt x="2727169" y="119585"/>
                  <a:pt x="2731342" y="116479"/>
                </a:cubicBezTo>
                <a:cubicBezTo>
                  <a:pt x="2735515" y="113373"/>
                  <a:pt x="2739013" y="108055"/>
                  <a:pt x="2741837" y="100525"/>
                </a:cubicBezTo>
                <a:lnTo>
                  <a:pt x="2744754" y="102407"/>
                </a:lnTo>
                <a:cubicBezTo>
                  <a:pt x="2743437" y="111004"/>
                  <a:pt x="2739609" y="118832"/>
                  <a:pt x="2733271" y="125891"/>
                </a:cubicBezTo>
                <a:cubicBezTo>
                  <a:pt x="2726934" y="132950"/>
                  <a:pt x="2718996" y="136480"/>
                  <a:pt x="2709458" y="136480"/>
                </a:cubicBezTo>
                <a:cubicBezTo>
                  <a:pt x="2699104" y="136480"/>
                  <a:pt x="2690241" y="132457"/>
                  <a:pt x="2682868" y="124412"/>
                </a:cubicBezTo>
                <a:cubicBezTo>
                  <a:pt x="2675495" y="116364"/>
                  <a:pt x="2671808" y="105546"/>
                  <a:pt x="2671808" y="91956"/>
                </a:cubicBezTo>
                <a:cubicBezTo>
                  <a:pt x="2671808" y="77242"/>
                  <a:pt x="2675589" y="65767"/>
                  <a:pt x="2683150" y="57533"/>
                </a:cubicBezTo>
                <a:cubicBezTo>
                  <a:pt x="2690712" y="49298"/>
                  <a:pt x="2700202" y="45180"/>
                  <a:pt x="2711623" y="45180"/>
                </a:cubicBezTo>
                <a:cubicBezTo>
                  <a:pt x="2721286" y="45180"/>
                  <a:pt x="2729224" y="48356"/>
                  <a:pt x="2735436" y="54710"/>
                </a:cubicBezTo>
                <a:cubicBezTo>
                  <a:pt x="2741648" y="61061"/>
                  <a:pt x="2744754" y="69556"/>
                  <a:pt x="2744754" y="80194"/>
                </a:cubicBezTo>
                <a:lnTo>
                  <a:pt x="2685174" y="80194"/>
                </a:lnTo>
                <a:moveTo>
                  <a:pt x="2685174" y="74735"/>
                </a:moveTo>
                <a:lnTo>
                  <a:pt x="2725083" y="74735"/>
                </a:lnTo>
                <a:cubicBezTo>
                  <a:pt x="2724769" y="69213"/>
                  <a:pt x="2724110" y="65322"/>
                  <a:pt x="2723106" y="63063"/>
                </a:cubicBezTo>
                <a:cubicBezTo>
                  <a:pt x="2721537" y="59549"/>
                  <a:pt x="2719200" y="56788"/>
                  <a:pt x="2716094" y="54780"/>
                </a:cubicBezTo>
                <a:cubicBezTo>
                  <a:pt x="2712988" y="52772"/>
                  <a:pt x="2709740" y="51768"/>
                  <a:pt x="2706352" y="51768"/>
                </a:cubicBezTo>
                <a:cubicBezTo>
                  <a:pt x="2701144" y="51768"/>
                  <a:pt x="2696484" y="53792"/>
                  <a:pt x="2692374" y="57839"/>
                </a:cubicBezTo>
                <a:cubicBezTo>
                  <a:pt x="2688264" y="61887"/>
                  <a:pt x="2685864" y="67518"/>
                  <a:pt x="2685174" y="74735"/>
                </a:cubicBezTo>
                <a:close/>
                <a:moveTo>
                  <a:pt x="2811988" y="45180"/>
                </a:moveTo>
                <a:lnTo>
                  <a:pt x="2811988" y="74358"/>
                </a:lnTo>
                <a:lnTo>
                  <a:pt x="2808882" y="74358"/>
                </a:lnTo>
                <a:cubicBezTo>
                  <a:pt x="2806498" y="65206"/>
                  <a:pt x="2803439" y="58982"/>
                  <a:pt x="2799705" y="55683"/>
                </a:cubicBezTo>
                <a:cubicBezTo>
                  <a:pt x="2795972" y="52383"/>
                  <a:pt x="2791218" y="50733"/>
                  <a:pt x="2785445" y="50733"/>
                </a:cubicBezTo>
                <a:cubicBezTo>
                  <a:pt x="2781053" y="50733"/>
                  <a:pt x="2777508" y="51893"/>
                  <a:pt x="2774809" y="54213"/>
                </a:cubicBezTo>
                <a:cubicBezTo>
                  <a:pt x="2772111" y="56530"/>
                  <a:pt x="2770762" y="59100"/>
                  <a:pt x="2770762" y="61922"/>
                </a:cubicBezTo>
                <a:cubicBezTo>
                  <a:pt x="2770762" y="65432"/>
                  <a:pt x="2771766" y="68440"/>
                  <a:pt x="2773774" y="70946"/>
                </a:cubicBezTo>
                <a:cubicBezTo>
                  <a:pt x="2775719" y="73517"/>
                  <a:pt x="2779672" y="76244"/>
                  <a:pt x="2785634" y="79126"/>
                </a:cubicBezTo>
                <a:lnTo>
                  <a:pt x="2799376" y="85803"/>
                </a:lnTo>
                <a:cubicBezTo>
                  <a:pt x="2812114" y="92007"/>
                  <a:pt x="2818483" y="100187"/>
                  <a:pt x="2818483" y="110343"/>
                </a:cubicBezTo>
                <a:cubicBezTo>
                  <a:pt x="2818483" y="118177"/>
                  <a:pt x="2815518" y="124492"/>
                  <a:pt x="2809588" y="129288"/>
                </a:cubicBezTo>
                <a:cubicBezTo>
                  <a:pt x="2803658" y="134083"/>
                  <a:pt x="2797023" y="136480"/>
                  <a:pt x="2789681" y="136480"/>
                </a:cubicBezTo>
                <a:cubicBezTo>
                  <a:pt x="2784410" y="136480"/>
                  <a:pt x="2778386" y="135539"/>
                  <a:pt x="2771609" y="133656"/>
                </a:cubicBezTo>
                <a:cubicBezTo>
                  <a:pt x="2769538" y="133029"/>
                  <a:pt x="2767844" y="132715"/>
                  <a:pt x="2766526" y="132715"/>
                </a:cubicBezTo>
                <a:cubicBezTo>
                  <a:pt x="2765083" y="132715"/>
                  <a:pt x="2763954" y="133531"/>
                  <a:pt x="2763138" y="135162"/>
                </a:cubicBezTo>
                <a:lnTo>
                  <a:pt x="2760032" y="135162"/>
                </a:lnTo>
                <a:lnTo>
                  <a:pt x="2760032" y="104290"/>
                </a:lnTo>
                <a:lnTo>
                  <a:pt x="2763138" y="104290"/>
                </a:lnTo>
                <a:cubicBezTo>
                  <a:pt x="2764895" y="113106"/>
                  <a:pt x="2768252" y="119750"/>
                  <a:pt x="2773209" y="124220"/>
                </a:cubicBezTo>
                <a:cubicBezTo>
                  <a:pt x="2778166" y="128691"/>
                  <a:pt x="2783720" y="130927"/>
                  <a:pt x="2789869" y="130927"/>
                </a:cubicBezTo>
                <a:cubicBezTo>
                  <a:pt x="2794199" y="130927"/>
                  <a:pt x="2797729" y="129658"/>
                  <a:pt x="2800458" y="127121"/>
                </a:cubicBezTo>
                <a:cubicBezTo>
                  <a:pt x="2803188" y="124581"/>
                  <a:pt x="2804553" y="121525"/>
                  <a:pt x="2804553" y="117952"/>
                </a:cubicBezTo>
                <a:cubicBezTo>
                  <a:pt x="2804553" y="113627"/>
                  <a:pt x="2803031" y="109991"/>
                  <a:pt x="2799988" y="107046"/>
                </a:cubicBezTo>
                <a:cubicBezTo>
                  <a:pt x="2796944" y="104100"/>
                  <a:pt x="2790873" y="100372"/>
                  <a:pt x="2781775" y="95860"/>
                </a:cubicBezTo>
                <a:cubicBezTo>
                  <a:pt x="2772676" y="91346"/>
                  <a:pt x="2766715" y="87271"/>
                  <a:pt x="2763891" y="83635"/>
                </a:cubicBezTo>
                <a:cubicBezTo>
                  <a:pt x="2761067" y="80062"/>
                  <a:pt x="2759655" y="75549"/>
                  <a:pt x="2759655" y="70096"/>
                </a:cubicBezTo>
                <a:cubicBezTo>
                  <a:pt x="2759655" y="63013"/>
                  <a:pt x="2762087" y="57090"/>
                  <a:pt x="2766950" y="52327"/>
                </a:cubicBezTo>
                <a:cubicBezTo>
                  <a:pt x="2771813" y="47562"/>
                  <a:pt x="2778104" y="45180"/>
                  <a:pt x="2785822" y="45180"/>
                </a:cubicBezTo>
                <a:cubicBezTo>
                  <a:pt x="2789210" y="45180"/>
                  <a:pt x="2793320" y="45901"/>
                  <a:pt x="2798152" y="47344"/>
                </a:cubicBezTo>
                <a:cubicBezTo>
                  <a:pt x="2801352" y="48286"/>
                  <a:pt x="2803486" y="48756"/>
                  <a:pt x="2804553" y="48756"/>
                </a:cubicBezTo>
                <a:cubicBezTo>
                  <a:pt x="2805557" y="48756"/>
                  <a:pt x="2806341" y="48537"/>
                  <a:pt x="2806906" y="48097"/>
                </a:cubicBezTo>
                <a:cubicBezTo>
                  <a:pt x="2807470" y="47658"/>
                  <a:pt x="2808129" y="46686"/>
                  <a:pt x="2808882" y="45180"/>
                </a:cubicBezTo>
                <a:lnTo>
                  <a:pt x="2811988" y="45180"/>
                </a:lnTo>
                <a:close/>
                <a:moveTo>
                  <a:pt x="2849324" y="115585"/>
                </a:moveTo>
                <a:cubicBezTo>
                  <a:pt x="2852274" y="115585"/>
                  <a:pt x="2854752" y="116604"/>
                  <a:pt x="2856760" y="118644"/>
                </a:cubicBezTo>
                <a:cubicBezTo>
                  <a:pt x="2858768" y="120683"/>
                  <a:pt x="2859772" y="123146"/>
                  <a:pt x="2859772" y="126032"/>
                </a:cubicBezTo>
                <a:cubicBezTo>
                  <a:pt x="2859772" y="128919"/>
                  <a:pt x="2858752" y="131382"/>
                  <a:pt x="2856713" y="133421"/>
                </a:cubicBezTo>
                <a:cubicBezTo>
                  <a:pt x="2854674" y="135460"/>
                  <a:pt x="2852211" y="136480"/>
                  <a:pt x="2849324" y="136480"/>
                </a:cubicBezTo>
                <a:cubicBezTo>
                  <a:pt x="2846438" y="136480"/>
                  <a:pt x="2843975" y="135460"/>
                  <a:pt x="2841936" y="133421"/>
                </a:cubicBezTo>
                <a:cubicBezTo>
                  <a:pt x="2839896" y="131382"/>
                  <a:pt x="2838877" y="128919"/>
                  <a:pt x="2838877" y="126032"/>
                </a:cubicBezTo>
                <a:cubicBezTo>
                  <a:pt x="2838877" y="123083"/>
                  <a:pt x="2839896" y="120604"/>
                  <a:pt x="2841936" y="118596"/>
                </a:cubicBezTo>
                <a:cubicBezTo>
                  <a:pt x="2843975" y="116589"/>
                  <a:pt x="2846438" y="115585"/>
                  <a:pt x="2849324" y="115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31540-43A7-4FC8-A72B-17D7A201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2098681"/>
            <a:ext cx="3288367" cy="771065"/>
          </a:xfrm>
          <a:custGeom xmlns:a="http://schemas.openxmlformats.org/drawingml/2006/main">
            <a:pathLst>
              <a:path w="3288367" h="771065">
                <a:moveTo>
                  <a:pt x="38553" y="0"/>
                </a:moveTo>
                <a:lnTo>
                  <a:pt x="3249814" y="0"/>
                </a:lnTo>
                <a:cubicBezTo>
                  <a:pt x="3254926" y="0"/>
                  <a:pt x="3259844" y="978"/>
                  <a:pt x="3264566" y="2935"/>
                </a:cubicBezTo>
                <a:cubicBezTo>
                  <a:pt x="3269290" y="4891"/>
                  <a:pt x="3273459" y="7677"/>
                  <a:pt x="3277075" y="11292"/>
                </a:cubicBezTo>
                <a:cubicBezTo>
                  <a:pt x="3280689" y="14907"/>
                  <a:pt x="3283475" y="19076"/>
                  <a:pt x="3285432" y="23799"/>
                </a:cubicBezTo>
                <a:cubicBezTo>
                  <a:pt x="3287388" y="28523"/>
                  <a:pt x="3288367" y="33441"/>
                  <a:pt x="3288367" y="38553"/>
                </a:cubicBezTo>
                <a:lnTo>
                  <a:pt x="3288367" y="732512"/>
                </a:lnTo>
                <a:cubicBezTo>
                  <a:pt x="3288367" y="737624"/>
                  <a:pt x="3287388" y="742541"/>
                  <a:pt x="3285432" y="747264"/>
                </a:cubicBezTo>
                <a:cubicBezTo>
                  <a:pt x="3283475" y="751987"/>
                  <a:pt x="3280688" y="756157"/>
                  <a:pt x="3277073" y="759773"/>
                </a:cubicBezTo>
                <a:cubicBezTo>
                  <a:pt x="3273459" y="763388"/>
                  <a:pt x="3269289" y="766173"/>
                  <a:pt x="3264566" y="768130"/>
                </a:cubicBezTo>
                <a:cubicBezTo>
                  <a:pt x="3259844" y="770086"/>
                  <a:pt x="3254926" y="771065"/>
                  <a:pt x="3249814" y="771065"/>
                </a:cubicBezTo>
                <a:lnTo>
                  <a:pt x="38553" y="771065"/>
                </a:lnTo>
                <a:cubicBezTo>
                  <a:pt x="33441" y="771065"/>
                  <a:pt x="28523" y="770086"/>
                  <a:pt x="23800" y="768130"/>
                </a:cubicBezTo>
                <a:cubicBezTo>
                  <a:pt x="19076" y="766173"/>
                  <a:pt x="14907" y="763388"/>
                  <a:pt x="11292" y="759773"/>
                </a:cubicBezTo>
                <a:cubicBezTo>
                  <a:pt x="7677" y="756157"/>
                  <a:pt x="4891" y="751987"/>
                  <a:pt x="2934" y="747265"/>
                </a:cubicBezTo>
                <a:cubicBezTo>
                  <a:pt x="978" y="742542"/>
                  <a:pt x="0" y="737624"/>
                  <a:pt x="0" y="732512"/>
                </a:cubicBezTo>
                <a:lnTo>
                  <a:pt x="0" y="38553"/>
                </a:lnTo>
                <a:cubicBezTo>
                  <a:pt x="0" y="33441"/>
                  <a:pt x="978" y="28523"/>
                  <a:pt x="2935" y="23799"/>
                </a:cubicBezTo>
                <a:cubicBezTo>
                  <a:pt x="4891" y="19076"/>
                  <a:pt x="7677" y="14907"/>
                  <a:pt x="11292" y="11292"/>
                </a:cubicBezTo>
                <a:cubicBezTo>
                  <a:pt x="14907" y="7677"/>
                  <a:pt x="19076" y="4891"/>
                  <a:pt x="23799" y="2935"/>
                </a:cubicBezTo>
                <a:cubicBezTo>
                  <a:pt x="28522" y="978"/>
                  <a:pt x="33441" y="0"/>
                  <a:pt x="38553" y="0"/>
                </a:cubicBezTo>
                <a:close/>
              </a:path>
            </a:pathLst>
          </a:custGeom>
          <a:solidFill xmlns:a="http://schemas.openxmlformats.org/drawingml/2006/main">
            <a:srgbClr val="CDEB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01AEC-09C8-4DE5-B0DB-3576FFF4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2098681"/>
            <a:ext cx="3288367" cy="771065"/>
          </a:xfrm>
          <a:custGeom xmlns:a="http://schemas.openxmlformats.org/drawingml/2006/main">
            <a:pathLst>
              <a:path w="3288367" h="771065" fill="none">
                <a:moveTo>
                  <a:pt x="38553" y="0"/>
                </a:moveTo>
                <a:lnTo>
                  <a:pt x="3249814" y="0"/>
                </a:lnTo>
                <a:cubicBezTo>
                  <a:pt x="3254926" y="0"/>
                  <a:pt x="3259844" y="978"/>
                  <a:pt x="3264566" y="2935"/>
                </a:cubicBezTo>
                <a:cubicBezTo>
                  <a:pt x="3269290" y="4891"/>
                  <a:pt x="3273459" y="7677"/>
                  <a:pt x="3277075" y="11292"/>
                </a:cubicBezTo>
                <a:cubicBezTo>
                  <a:pt x="3280689" y="14907"/>
                  <a:pt x="3283475" y="19076"/>
                  <a:pt x="3285432" y="23799"/>
                </a:cubicBezTo>
                <a:cubicBezTo>
                  <a:pt x="3287388" y="28523"/>
                  <a:pt x="3288367" y="33441"/>
                  <a:pt x="3288367" y="38553"/>
                </a:cubicBezTo>
                <a:lnTo>
                  <a:pt x="3288367" y="732512"/>
                </a:lnTo>
                <a:cubicBezTo>
                  <a:pt x="3288367" y="737624"/>
                  <a:pt x="3287388" y="742541"/>
                  <a:pt x="3285432" y="747264"/>
                </a:cubicBezTo>
                <a:cubicBezTo>
                  <a:pt x="3283475" y="751987"/>
                  <a:pt x="3280688" y="756157"/>
                  <a:pt x="3277073" y="759773"/>
                </a:cubicBezTo>
                <a:cubicBezTo>
                  <a:pt x="3273459" y="763388"/>
                  <a:pt x="3269289" y="766173"/>
                  <a:pt x="3264566" y="768130"/>
                </a:cubicBezTo>
                <a:cubicBezTo>
                  <a:pt x="3259844" y="770086"/>
                  <a:pt x="3254926" y="771065"/>
                  <a:pt x="3249814" y="771065"/>
                </a:cubicBezTo>
                <a:lnTo>
                  <a:pt x="38553" y="771065"/>
                </a:lnTo>
                <a:cubicBezTo>
                  <a:pt x="33441" y="771065"/>
                  <a:pt x="28523" y="770086"/>
                  <a:pt x="23800" y="768130"/>
                </a:cubicBezTo>
                <a:cubicBezTo>
                  <a:pt x="19076" y="766173"/>
                  <a:pt x="14907" y="763388"/>
                  <a:pt x="11292" y="759773"/>
                </a:cubicBezTo>
                <a:cubicBezTo>
                  <a:pt x="7677" y="756157"/>
                  <a:pt x="4891" y="751987"/>
                  <a:pt x="2934" y="747265"/>
                </a:cubicBezTo>
                <a:cubicBezTo>
                  <a:pt x="978" y="742542"/>
                  <a:pt x="0" y="737624"/>
                  <a:pt x="0" y="732512"/>
                </a:cubicBezTo>
                <a:lnTo>
                  <a:pt x="0" y="38553"/>
                </a:lnTo>
                <a:cubicBezTo>
                  <a:pt x="0" y="33441"/>
                  <a:pt x="978" y="28523"/>
                  <a:pt x="2935" y="23799"/>
                </a:cubicBezTo>
                <a:cubicBezTo>
                  <a:pt x="4891" y="19076"/>
                  <a:pt x="7677" y="14907"/>
                  <a:pt x="11292" y="11292"/>
                </a:cubicBezTo>
                <a:cubicBezTo>
                  <a:pt x="14907" y="7677"/>
                  <a:pt x="19076" y="4891"/>
                  <a:pt x="23799" y="2935"/>
                </a:cubicBezTo>
                <a:cubicBezTo>
                  <a:pt x="28522" y="978"/>
                  <a:pt x="33441" y="0"/>
                  <a:pt x="38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" cap="flat">
            <a:solidFill>
              <a:srgbClr val="000000"/>
            </a:solidFill>
            <a:miter/>
          </a:ln>
        </p:spPr>
      </p:sp>
      <p:sp>
        <p:nvSpPr>
          <p:cNvPr id="97" name="Text Overtime,moreanalystshaveadopted">
            <a:extLst xmlns:a="http://schemas.openxmlformats.org/drawingml/2006/main">
              <a:ext uri="{FF2B5EF4-FFF2-40B4-BE49-F238E27FC236}">
                <a16:creationId xmlns:a16="http://schemas.microsoft.com/office/drawing/2014/main" id="{64C35C2E-DCCE-4B4E-BB09-D4404937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741" y="2140594"/>
            <a:ext cx="3002389" cy="175448"/>
          </a:xfrm>
          <a:custGeom xmlns:a="http://schemas.openxmlformats.org/drawingml/2006/main">
            <a:pathLst>
              <a:path w="3002389" h="175448">
                <a:moveTo>
                  <a:pt x="63722" y="3388"/>
                </a:moveTo>
                <a:cubicBezTo>
                  <a:pt x="80288" y="3388"/>
                  <a:pt x="94642" y="9670"/>
                  <a:pt x="106784" y="22234"/>
                </a:cubicBezTo>
                <a:cubicBezTo>
                  <a:pt x="118926" y="34798"/>
                  <a:pt x="124997" y="50478"/>
                  <a:pt x="124997" y="69275"/>
                </a:cubicBezTo>
                <a:cubicBezTo>
                  <a:pt x="124997" y="88638"/>
                  <a:pt x="118879" y="104710"/>
                  <a:pt x="106643" y="117493"/>
                </a:cubicBezTo>
                <a:cubicBezTo>
                  <a:pt x="94407" y="130277"/>
                  <a:pt x="79598" y="136668"/>
                  <a:pt x="62216" y="136668"/>
                </a:cubicBezTo>
                <a:cubicBezTo>
                  <a:pt x="44646" y="136668"/>
                  <a:pt x="29884" y="130434"/>
                  <a:pt x="17931" y="117964"/>
                </a:cubicBezTo>
                <a:cubicBezTo>
                  <a:pt x="5977" y="105495"/>
                  <a:pt x="0" y="89359"/>
                  <a:pt x="0" y="69558"/>
                </a:cubicBezTo>
                <a:cubicBezTo>
                  <a:pt x="0" y="49319"/>
                  <a:pt x="6902" y="32808"/>
                  <a:pt x="20707" y="20025"/>
                </a:cubicBezTo>
                <a:cubicBezTo>
                  <a:pt x="32692" y="8934"/>
                  <a:pt x="47031" y="3388"/>
                  <a:pt x="63722" y="3388"/>
                </a:cubicBezTo>
                <a:moveTo>
                  <a:pt x="61934" y="10354"/>
                </a:moveTo>
                <a:cubicBezTo>
                  <a:pt x="50513" y="10354"/>
                  <a:pt x="41352" y="14582"/>
                  <a:pt x="34449" y="23040"/>
                </a:cubicBezTo>
                <a:cubicBezTo>
                  <a:pt x="25853" y="33566"/>
                  <a:pt x="21554" y="48979"/>
                  <a:pt x="21554" y="69278"/>
                </a:cubicBezTo>
                <a:cubicBezTo>
                  <a:pt x="21554" y="90078"/>
                  <a:pt x="26010" y="106085"/>
                  <a:pt x="34920" y="117299"/>
                </a:cubicBezTo>
                <a:cubicBezTo>
                  <a:pt x="41760" y="125820"/>
                  <a:pt x="50796" y="130080"/>
                  <a:pt x="62028" y="130080"/>
                </a:cubicBezTo>
                <a:cubicBezTo>
                  <a:pt x="74013" y="130080"/>
                  <a:pt x="83912" y="125413"/>
                  <a:pt x="91724" y="116079"/>
                </a:cubicBezTo>
                <a:cubicBezTo>
                  <a:pt x="99536" y="106743"/>
                  <a:pt x="103442" y="92019"/>
                  <a:pt x="103442" y="71908"/>
                </a:cubicBezTo>
                <a:cubicBezTo>
                  <a:pt x="103442" y="50106"/>
                  <a:pt x="99144" y="33848"/>
                  <a:pt x="90547" y="23134"/>
                </a:cubicBezTo>
                <a:cubicBezTo>
                  <a:pt x="83645" y="14614"/>
                  <a:pt x="74107" y="10354"/>
                  <a:pt x="61934" y="10354"/>
                </a:cubicBezTo>
                <a:close/>
                <a:moveTo>
                  <a:pt x="134000" y="47627"/>
                </a:moveTo>
                <a:lnTo>
                  <a:pt x="174567" y="47627"/>
                </a:lnTo>
                <a:lnTo>
                  <a:pt x="174567" y="51109"/>
                </a:lnTo>
                <a:lnTo>
                  <a:pt x="171932" y="51109"/>
                </a:lnTo>
                <a:cubicBezTo>
                  <a:pt x="169485" y="51109"/>
                  <a:pt x="167618" y="51706"/>
                  <a:pt x="166331" y="52898"/>
                </a:cubicBezTo>
                <a:cubicBezTo>
                  <a:pt x="165045" y="54090"/>
                  <a:pt x="164402" y="55690"/>
                  <a:pt x="164402" y="57698"/>
                </a:cubicBezTo>
                <a:cubicBezTo>
                  <a:pt x="164402" y="59894"/>
                  <a:pt x="165061" y="62498"/>
                  <a:pt x="166378" y="65510"/>
                </a:cubicBezTo>
                <a:lnTo>
                  <a:pt x="186427" y="113137"/>
                </a:lnTo>
                <a:lnTo>
                  <a:pt x="206569" y="63722"/>
                </a:lnTo>
                <a:cubicBezTo>
                  <a:pt x="208013" y="60208"/>
                  <a:pt x="208734" y="57541"/>
                  <a:pt x="208734" y="55722"/>
                </a:cubicBezTo>
                <a:cubicBezTo>
                  <a:pt x="208734" y="54843"/>
                  <a:pt x="208483" y="54121"/>
                  <a:pt x="207981" y="53557"/>
                </a:cubicBezTo>
                <a:cubicBezTo>
                  <a:pt x="207291" y="52615"/>
                  <a:pt x="206413" y="51972"/>
                  <a:pt x="205346" y="51627"/>
                </a:cubicBezTo>
                <a:cubicBezTo>
                  <a:pt x="204279" y="51282"/>
                  <a:pt x="202114" y="51109"/>
                  <a:pt x="198851" y="51109"/>
                </a:cubicBezTo>
                <a:lnTo>
                  <a:pt x="198851" y="47627"/>
                </a:lnTo>
                <a:lnTo>
                  <a:pt x="226994" y="47627"/>
                </a:lnTo>
                <a:lnTo>
                  <a:pt x="226994" y="51109"/>
                </a:lnTo>
                <a:cubicBezTo>
                  <a:pt x="223731" y="51360"/>
                  <a:pt x="221472" y="52019"/>
                  <a:pt x="220217" y="53086"/>
                </a:cubicBezTo>
                <a:cubicBezTo>
                  <a:pt x="218021" y="54969"/>
                  <a:pt x="216045" y="58106"/>
                  <a:pt x="214288" y="62498"/>
                </a:cubicBezTo>
                <a:lnTo>
                  <a:pt x="183697" y="136480"/>
                </a:lnTo>
                <a:lnTo>
                  <a:pt x="179838" y="136480"/>
                </a:lnTo>
                <a:lnTo>
                  <a:pt x="149060" y="63722"/>
                </a:lnTo>
                <a:cubicBezTo>
                  <a:pt x="147679" y="60334"/>
                  <a:pt x="146361" y="57902"/>
                  <a:pt x="145106" y="56427"/>
                </a:cubicBezTo>
                <a:cubicBezTo>
                  <a:pt x="143851" y="54953"/>
                  <a:pt x="142251" y="53714"/>
                  <a:pt x="140306" y="52710"/>
                </a:cubicBezTo>
                <a:cubicBezTo>
                  <a:pt x="139239" y="52145"/>
                  <a:pt x="137137" y="51611"/>
                  <a:pt x="134000" y="51109"/>
                </a:cubicBezTo>
                <a:lnTo>
                  <a:pt x="134000" y="47627"/>
                </a:lnTo>
                <a:close/>
                <a:moveTo>
                  <a:pt x="249302" y="80194"/>
                </a:moveTo>
                <a:cubicBezTo>
                  <a:pt x="249239" y="92965"/>
                  <a:pt x="252345" y="102983"/>
                  <a:pt x="258620" y="110246"/>
                </a:cubicBezTo>
                <a:cubicBezTo>
                  <a:pt x="264895" y="117507"/>
                  <a:pt x="272268" y="121138"/>
                  <a:pt x="280739" y="121138"/>
                </a:cubicBezTo>
                <a:cubicBezTo>
                  <a:pt x="286387" y="121138"/>
                  <a:pt x="291297" y="119585"/>
                  <a:pt x="295470" y="116479"/>
                </a:cubicBezTo>
                <a:cubicBezTo>
                  <a:pt x="299643" y="113373"/>
                  <a:pt x="303141" y="108055"/>
                  <a:pt x="305965" y="100525"/>
                </a:cubicBezTo>
                <a:lnTo>
                  <a:pt x="308882" y="102407"/>
                </a:lnTo>
                <a:cubicBezTo>
                  <a:pt x="307565" y="111004"/>
                  <a:pt x="303737" y="118832"/>
                  <a:pt x="297399" y="125891"/>
                </a:cubicBezTo>
                <a:cubicBezTo>
                  <a:pt x="291062" y="132950"/>
                  <a:pt x="283124" y="136480"/>
                  <a:pt x="273586" y="136480"/>
                </a:cubicBezTo>
                <a:cubicBezTo>
                  <a:pt x="263232" y="136480"/>
                  <a:pt x="254369" y="132457"/>
                  <a:pt x="246996" y="124412"/>
                </a:cubicBezTo>
                <a:cubicBezTo>
                  <a:pt x="239623" y="116364"/>
                  <a:pt x="235936" y="105546"/>
                  <a:pt x="235936" y="91956"/>
                </a:cubicBezTo>
                <a:cubicBezTo>
                  <a:pt x="235936" y="77242"/>
                  <a:pt x="239717" y="65767"/>
                  <a:pt x="247278" y="57533"/>
                </a:cubicBezTo>
                <a:cubicBezTo>
                  <a:pt x="254840" y="49298"/>
                  <a:pt x="264330" y="45180"/>
                  <a:pt x="275751" y="45180"/>
                </a:cubicBezTo>
                <a:cubicBezTo>
                  <a:pt x="285414" y="45180"/>
                  <a:pt x="293352" y="48356"/>
                  <a:pt x="299564" y="54710"/>
                </a:cubicBezTo>
                <a:cubicBezTo>
                  <a:pt x="305776" y="61061"/>
                  <a:pt x="308882" y="69556"/>
                  <a:pt x="308882" y="80194"/>
                </a:cubicBezTo>
                <a:lnTo>
                  <a:pt x="249302" y="80194"/>
                </a:lnTo>
                <a:moveTo>
                  <a:pt x="249302" y="74735"/>
                </a:moveTo>
                <a:lnTo>
                  <a:pt x="289211" y="74735"/>
                </a:lnTo>
                <a:cubicBezTo>
                  <a:pt x="288897" y="69213"/>
                  <a:pt x="288238" y="65322"/>
                  <a:pt x="287234" y="63063"/>
                </a:cubicBezTo>
                <a:cubicBezTo>
                  <a:pt x="285665" y="59549"/>
                  <a:pt x="283328" y="56788"/>
                  <a:pt x="280222" y="54780"/>
                </a:cubicBezTo>
                <a:cubicBezTo>
                  <a:pt x="277116" y="52772"/>
                  <a:pt x="273868" y="51768"/>
                  <a:pt x="270480" y="51768"/>
                </a:cubicBezTo>
                <a:cubicBezTo>
                  <a:pt x="265272" y="51768"/>
                  <a:pt x="260612" y="53792"/>
                  <a:pt x="256502" y="57839"/>
                </a:cubicBezTo>
                <a:cubicBezTo>
                  <a:pt x="252392" y="61887"/>
                  <a:pt x="249992" y="67518"/>
                  <a:pt x="249302" y="74735"/>
                </a:cubicBezTo>
                <a:close/>
                <a:moveTo>
                  <a:pt x="345621" y="45180"/>
                </a:moveTo>
                <a:lnTo>
                  <a:pt x="345621" y="64569"/>
                </a:lnTo>
                <a:cubicBezTo>
                  <a:pt x="352837" y="51643"/>
                  <a:pt x="360242" y="45180"/>
                  <a:pt x="367834" y="45180"/>
                </a:cubicBezTo>
                <a:cubicBezTo>
                  <a:pt x="371286" y="45180"/>
                  <a:pt x="374141" y="46231"/>
                  <a:pt x="376400" y="48333"/>
                </a:cubicBezTo>
                <a:cubicBezTo>
                  <a:pt x="378659" y="50435"/>
                  <a:pt x="379788" y="52866"/>
                  <a:pt x="379788" y="55627"/>
                </a:cubicBezTo>
                <a:cubicBezTo>
                  <a:pt x="379788" y="58075"/>
                  <a:pt x="378972" y="60145"/>
                  <a:pt x="377341" y="61840"/>
                </a:cubicBezTo>
                <a:cubicBezTo>
                  <a:pt x="375709" y="63534"/>
                  <a:pt x="373764" y="64381"/>
                  <a:pt x="371505" y="64381"/>
                </a:cubicBezTo>
                <a:cubicBezTo>
                  <a:pt x="369309" y="64381"/>
                  <a:pt x="366846" y="63299"/>
                  <a:pt x="364116" y="61134"/>
                </a:cubicBezTo>
                <a:cubicBezTo>
                  <a:pt x="361387" y="58969"/>
                  <a:pt x="359363" y="57886"/>
                  <a:pt x="358045" y="57886"/>
                </a:cubicBezTo>
                <a:cubicBezTo>
                  <a:pt x="356916" y="57886"/>
                  <a:pt x="355692" y="58512"/>
                  <a:pt x="354375" y="59763"/>
                </a:cubicBezTo>
                <a:cubicBezTo>
                  <a:pt x="351551" y="62330"/>
                  <a:pt x="348633" y="66555"/>
                  <a:pt x="345621" y="72437"/>
                </a:cubicBezTo>
                <a:lnTo>
                  <a:pt x="345621" y="113652"/>
                </a:lnTo>
                <a:cubicBezTo>
                  <a:pt x="345621" y="118407"/>
                  <a:pt x="346217" y="122006"/>
                  <a:pt x="347409" y="124447"/>
                </a:cubicBezTo>
                <a:cubicBezTo>
                  <a:pt x="348225" y="126137"/>
                  <a:pt x="349668" y="127546"/>
                  <a:pt x="351739" y="128674"/>
                </a:cubicBezTo>
                <a:cubicBezTo>
                  <a:pt x="353810" y="129799"/>
                  <a:pt x="356790" y="130362"/>
                  <a:pt x="360681" y="130362"/>
                </a:cubicBezTo>
                <a:lnTo>
                  <a:pt x="360681" y="133845"/>
                </a:lnTo>
                <a:lnTo>
                  <a:pt x="316537" y="133845"/>
                </a:lnTo>
                <a:lnTo>
                  <a:pt x="316537" y="130362"/>
                </a:lnTo>
                <a:cubicBezTo>
                  <a:pt x="320929" y="130362"/>
                  <a:pt x="324192" y="129674"/>
                  <a:pt x="326326" y="128297"/>
                </a:cubicBezTo>
                <a:cubicBezTo>
                  <a:pt x="327894" y="127295"/>
                  <a:pt x="328992" y="125698"/>
                  <a:pt x="329620" y="123506"/>
                </a:cubicBezTo>
                <a:cubicBezTo>
                  <a:pt x="329934" y="122441"/>
                  <a:pt x="330091" y="119404"/>
                  <a:pt x="330091" y="114396"/>
                </a:cubicBezTo>
                <a:lnTo>
                  <a:pt x="330091" y="81056"/>
                </a:lnTo>
                <a:cubicBezTo>
                  <a:pt x="330091" y="71037"/>
                  <a:pt x="329887" y="65074"/>
                  <a:pt x="329479" y="63166"/>
                </a:cubicBezTo>
                <a:cubicBezTo>
                  <a:pt x="329071" y="61256"/>
                  <a:pt x="328318" y="59863"/>
                  <a:pt x="327220" y="58986"/>
                </a:cubicBezTo>
                <a:cubicBezTo>
                  <a:pt x="326122" y="58110"/>
                  <a:pt x="324757" y="57672"/>
                  <a:pt x="323125" y="57672"/>
                </a:cubicBezTo>
                <a:cubicBezTo>
                  <a:pt x="321180" y="57672"/>
                  <a:pt x="318984" y="58141"/>
                  <a:pt x="316537" y="59081"/>
                </a:cubicBezTo>
                <a:lnTo>
                  <a:pt x="315595" y="55698"/>
                </a:lnTo>
                <a:lnTo>
                  <a:pt x="341668" y="45180"/>
                </a:lnTo>
                <a:lnTo>
                  <a:pt x="345621" y="45180"/>
                </a:lnTo>
                <a:close/>
                <a:moveTo>
                  <a:pt x="457815" y="19201"/>
                </a:moveTo>
                <a:lnTo>
                  <a:pt x="457815" y="47627"/>
                </a:lnTo>
                <a:lnTo>
                  <a:pt x="477958" y="47627"/>
                </a:lnTo>
                <a:lnTo>
                  <a:pt x="477958" y="54216"/>
                </a:lnTo>
                <a:lnTo>
                  <a:pt x="457815" y="54216"/>
                </a:lnTo>
                <a:lnTo>
                  <a:pt x="457815" y="110049"/>
                </a:lnTo>
                <a:cubicBezTo>
                  <a:pt x="457815" y="115628"/>
                  <a:pt x="458615" y="119389"/>
                  <a:pt x="460215" y="121332"/>
                </a:cubicBezTo>
                <a:cubicBezTo>
                  <a:pt x="461815" y="123273"/>
                  <a:pt x="463870" y="124244"/>
                  <a:pt x="466380" y="124244"/>
                </a:cubicBezTo>
                <a:cubicBezTo>
                  <a:pt x="468451" y="124244"/>
                  <a:pt x="470459" y="123601"/>
                  <a:pt x="472404" y="122314"/>
                </a:cubicBezTo>
                <a:cubicBezTo>
                  <a:pt x="474350" y="121028"/>
                  <a:pt x="475856" y="119130"/>
                  <a:pt x="476922" y="116620"/>
                </a:cubicBezTo>
                <a:lnTo>
                  <a:pt x="480593" y="116620"/>
                </a:lnTo>
                <a:cubicBezTo>
                  <a:pt x="478397" y="122787"/>
                  <a:pt x="475291" y="127451"/>
                  <a:pt x="471275" y="130612"/>
                </a:cubicBezTo>
                <a:cubicBezTo>
                  <a:pt x="467259" y="133771"/>
                  <a:pt x="463117" y="135351"/>
                  <a:pt x="458850" y="135351"/>
                </a:cubicBezTo>
                <a:cubicBezTo>
                  <a:pt x="455964" y="135351"/>
                  <a:pt x="453140" y="134550"/>
                  <a:pt x="450379" y="132947"/>
                </a:cubicBezTo>
                <a:cubicBezTo>
                  <a:pt x="447618" y="131345"/>
                  <a:pt x="445579" y="129053"/>
                  <a:pt x="444261" y="126071"/>
                </a:cubicBezTo>
                <a:cubicBezTo>
                  <a:pt x="442943" y="123086"/>
                  <a:pt x="442285" y="118484"/>
                  <a:pt x="442285" y="112264"/>
                </a:cubicBezTo>
                <a:lnTo>
                  <a:pt x="442285" y="54216"/>
                </a:lnTo>
                <a:lnTo>
                  <a:pt x="428637" y="54216"/>
                </a:lnTo>
                <a:lnTo>
                  <a:pt x="428637" y="51109"/>
                </a:lnTo>
                <a:cubicBezTo>
                  <a:pt x="432088" y="49725"/>
                  <a:pt x="435617" y="47381"/>
                  <a:pt x="439226" y="44077"/>
                </a:cubicBezTo>
                <a:cubicBezTo>
                  <a:pt x="442834" y="40772"/>
                  <a:pt x="446050" y="36855"/>
                  <a:pt x="448873" y="32323"/>
                </a:cubicBezTo>
                <a:cubicBezTo>
                  <a:pt x="450317" y="29932"/>
                  <a:pt x="452325" y="25559"/>
                  <a:pt x="454897" y="19201"/>
                </a:cubicBezTo>
                <a:lnTo>
                  <a:pt x="457815" y="19201"/>
                </a:lnTo>
                <a:close/>
                <a:moveTo>
                  <a:pt x="508299" y="0"/>
                </a:moveTo>
                <a:cubicBezTo>
                  <a:pt x="510934" y="0"/>
                  <a:pt x="513177" y="930"/>
                  <a:pt x="515028" y="2791"/>
                </a:cubicBezTo>
                <a:cubicBezTo>
                  <a:pt x="516880" y="4650"/>
                  <a:pt x="517805" y="6904"/>
                  <a:pt x="517805" y="9554"/>
                </a:cubicBezTo>
                <a:cubicBezTo>
                  <a:pt x="517805" y="12203"/>
                  <a:pt x="516880" y="14474"/>
                  <a:pt x="515028" y="16366"/>
                </a:cubicBezTo>
                <a:cubicBezTo>
                  <a:pt x="513177" y="18256"/>
                  <a:pt x="510934" y="19201"/>
                  <a:pt x="508299" y="19201"/>
                </a:cubicBezTo>
                <a:cubicBezTo>
                  <a:pt x="505663" y="19201"/>
                  <a:pt x="503404" y="18256"/>
                  <a:pt x="501522" y="16366"/>
                </a:cubicBezTo>
                <a:cubicBezTo>
                  <a:pt x="499639" y="14474"/>
                  <a:pt x="498698" y="12203"/>
                  <a:pt x="498698" y="9554"/>
                </a:cubicBezTo>
                <a:cubicBezTo>
                  <a:pt x="498698" y="6904"/>
                  <a:pt x="499623" y="4650"/>
                  <a:pt x="501475" y="2791"/>
                </a:cubicBezTo>
                <a:cubicBezTo>
                  <a:pt x="503326" y="930"/>
                  <a:pt x="505600" y="0"/>
                  <a:pt x="508299" y="0"/>
                </a:cubicBezTo>
                <a:moveTo>
                  <a:pt x="516111" y="45180"/>
                </a:moveTo>
                <a:lnTo>
                  <a:pt x="516111" y="114302"/>
                </a:lnTo>
                <a:cubicBezTo>
                  <a:pt x="516111" y="119687"/>
                  <a:pt x="516503" y="123271"/>
                  <a:pt x="517287" y="125056"/>
                </a:cubicBezTo>
                <a:cubicBezTo>
                  <a:pt x="518072" y="126840"/>
                  <a:pt x="519233" y="128171"/>
                  <a:pt x="520770" y="129047"/>
                </a:cubicBezTo>
                <a:cubicBezTo>
                  <a:pt x="522307" y="129924"/>
                  <a:pt x="525115" y="130362"/>
                  <a:pt x="529194" y="130362"/>
                </a:cubicBezTo>
                <a:lnTo>
                  <a:pt x="529194" y="133845"/>
                </a:lnTo>
                <a:lnTo>
                  <a:pt x="487309" y="133845"/>
                </a:lnTo>
                <a:lnTo>
                  <a:pt x="487309" y="130362"/>
                </a:lnTo>
                <a:cubicBezTo>
                  <a:pt x="491513" y="130362"/>
                  <a:pt x="494337" y="129955"/>
                  <a:pt x="495780" y="129141"/>
                </a:cubicBezTo>
                <a:cubicBezTo>
                  <a:pt x="497223" y="128328"/>
                  <a:pt x="498368" y="126981"/>
                  <a:pt x="499216" y="125103"/>
                </a:cubicBezTo>
                <a:cubicBezTo>
                  <a:pt x="500063" y="123224"/>
                  <a:pt x="500486" y="119624"/>
                  <a:pt x="500486" y="114302"/>
                </a:cubicBezTo>
                <a:lnTo>
                  <a:pt x="500486" y="81150"/>
                </a:lnTo>
                <a:cubicBezTo>
                  <a:pt x="500486" y="71820"/>
                  <a:pt x="500204" y="65778"/>
                  <a:pt x="499639" y="63025"/>
                </a:cubicBezTo>
                <a:cubicBezTo>
                  <a:pt x="499200" y="61021"/>
                  <a:pt x="498510" y="59628"/>
                  <a:pt x="497568" y="58845"/>
                </a:cubicBezTo>
                <a:cubicBezTo>
                  <a:pt x="496627" y="58063"/>
                  <a:pt x="495341" y="57672"/>
                  <a:pt x="493709" y="57672"/>
                </a:cubicBezTo>
                <a:cubicBezTo>
                  <a:pt x="491952" y="57672"/>
                  <a:pt x="489819" y="58141"/>
                  <a:pt x="487309" y="59081"/>
                </a:cubicBezTo>
                <a:lnTo>
                  <a:pt x="485991" y="55698"/>
                </a:lnTo>
                <a:lnTo>
                  <a:pt x="511969" y="45180"/>
                </a:lnTo>
                <a:lnTo>
                  <a:pt x="516111" y="45180"/>
                </a:lnTo>
                <a:close/>
                <a:moveTo>
                  <a:pt x="565559" y="63534"/>
                </a:moveTo>
                <a:cubicBezTo>
                  <a:pt x="571834" y="57259"/>
                  <a:pt x="575536" y="53651"/>
                  <a:pt x="576665" y="52710"/>
                </a:cubicBezTo>
                <a:cubicBezTo>
                  <a:pt x="579489" y="50325"/>
                  <a:pt x="582532" y="48474"/>
                  <a:pt x="585795" y="47156"/>
                </a:cubicBezTo>
                <a:cubicBezTo>
                  <a:pt x="589058" y="45838"/>
                  <a:pt x="592290" y="45180"/>
                  <a:pt x="595490" y="45180"/>
                </a:cubicBezTo>
                <a:cubicBezTo>
                  <a:pt x="600887" y="45180"/>
                  <a:pt x="605530" y="46748"/>
                  <a:pt x="609421" y="49886"/>
                </a:cubicBezTo>
                <a:cubicBezTo>
                  <a:pt x="613311" y="53023"/>
                  <a:pt x="615915" y="57573"/>
                  <a:pt x="617233" y="63534"/>
                </a:cubicBezTo>
                <a:cubicBezTo>
                  <a:pt x="623696" y="56004"/>
                  <a:pt x="629155" y="51062"/>
                  <a:pt x="633610" y="48709"/>
                </a:cubicBezTo>
                <a:cubicBezTo>
                  <a:pt x="638066" y="46356"/>
                  <a:pt x="642646" y="45180"/>
                  <a:pt x="647353" y="45180"/>
                </a:cubicBezTo>
                <a:cubicBezTo>
                  <a:pt x="651933" y="45180"/>
                  <a:pt x="655996" y="46354"/>
                  <a:pt x="659542" y="48703"/>
                </a:cubicBezTo>
                <a:cubicBezTo>
                  <a:pt x="663087" y="51051"/>
                  <a:pt x="665895" y="54885"/>
                  <a:pt x="667966" y="60207"/>
                </a:cubicBezTo>
                <a:cubicBezTo>
                  <a:pt x="669346" y="63839"/>
                  <a:pt x="670037" y="69536"/>
                  <a:pt x="670037" y="77299"/>
                </a:cubicBezTo>
                <a:lnTo>
                  <a:pt x="670037" y="114302"/>
                </a:lnTo>
                <a:cubicBezTo>
                  <a:pt x="670037" y="119687"/>
                  <a:pt x="670444" y="123381"/>
                  <a:pt x="671260" y="125385"/>
                </a:cubicBezTo>
                <a:cubicBezTo>
                  <a:pt x="671888" y="126762"/>
                  <a:pt x="673048" y="127935"/>
                  <a:pt x="674743" y="128906"/>
                </a:cubicBezTo>
                <a:cubicBezTo>
                  <a:pt x="676437" y="129877"/>
                  <a:pt x="679198" y="130362"/>
                  <a:pt x="683026" y="130362"/>
                </a:cubicBezTo>
                <a:lnTo>
                  <a:pt x="683026" y="133845"/>
                </a:lnTo>
                <a:lnTo>
                  <a:pt x="640482" y="133845"/>
                </a:lnTo>
                <a:lnTo>
                  <a:pt x="640482" y="130362"/>
                </a:lnTo>
                <a:lnTo>
                  <a:pt x="642270" y="130362"/>
                </a:lnTo>
                <a:cubicBezTo>
                  <a:pt x="645972" y="130362"/>
                  <a:pt x="648859" y="129644"/>
                  <a:pt x="650929" y="128209"/>
                </a:cubicBezTo>
                <a:cubicBezTo>
                  <a:pt x="652373" y="127209"/>
                  <a:pt x="653408" y="125617"/>
                  <a:pt x="654035" y="123432"/>
                </a:cubicBezTo>
                <a:cubicBezTo>
                  <a:pt x="654286" y="122371"/>
                  <a:pt x="654412" y="119344"/>
                  <a:pt x="654412" y="114349"/>
                </a:cubicBezTo>
                <a:lnTo>
                  <a:pt x="654412" y="77452"/>
                </a:lnTo>
                <a:cubicBezTo>
                  <a:pt x="654412" y="70460"/>
                  <a:pt x="653565" y="65528"/>
                  <a:pt x="651871" y="62657"/>
                </a:cubicBezTo>
                <a:cubicBezTo>
                  <a:pt x="649423" y="58661"/>
                  <a:pt x="645501" y="56663"/>
                  <a:pt x="640105" y="56663"/>
                </a:cubicBezTo>
                <a:cubicBezTo>
                  <a:pt x="636779" y="56663"/>
                  <a:pt x="633438" y="57490"/>
                  <a:pt x="630081" y="59145"/>
                </a:cubicBezTo>
                <a:cubicBezTo>
                  <a:pt x="626724" y="60798"/>
                  <a:pt x="622661" y="63873"/>
                  <a:pt x="617892" y="68369"/>
                </a:cubicBezTo>
                <a:lnTo>
                  <a:pt x="617703" y="69399"/>
                </a:lnTo>
                <a:lnTo>
                  <a:pt x="617892" y="73426"/>
                </a:lnTo>
                <a:lnTo>
                  <a:pt x="617892" y="114349"/>
                </a:lnTo>
                <a:cubicBezTo>
                  <a:pt x="617892" y="120218"/>
                  <a:pt x="618221" y="123870"/>
                  <a:pt x="618880" y="125306"/>
                </a:cubicBezTo>
                <a:cubicBezTo>
                  <a:pt x="619539" y="126741"/>
                  <a:pt x="620778" y="127943"/>
                  <a:pt x="622598" y="128912"/>
                </a:cubicBezTo>
                <a:cubicBezTo>
                  <a:pt x="624418" y="129879"/>
                  <a:pt x="627524" y="130362"/>
                  <a:pt x="631916" y="130362"/>
                </a:cubicBezTo>
                <a:lnTo>
                  <a:pt x="631916" y="133845"/>
                </a:lnTo>
                <a:lnTo>
                  <a:pt x="588337" y="133845"/>
                </a:lnTo>
                <a:lnTo>
                  <a:pt x="588337" y="130362"/>
                </a:lnTo>
                <a:cubicBezTo>
                  <a:pt x="593106" y="130362"/>
                  <a:pt x="596384" y="129800"/>
                  <a:pt x="598173" y="128677"/>
                </a:cubicBezTo>
                <a:cubicBezTo>
                  <a:pt x="599961" y="127553"/>
                  <a:pt x="601200" y="125868"/>
                  <a:pt x="601891" y="123620"/>
                </a:cubicBezTo>
                <a:cubicBezTo>
                  <a:pt x="602204" y="122558"/>
                  <a:pt x="602361" y="119467"/>
                  <a:pt x="602361" y="114349"/>
                </a:cubicBezTo>
                <a:lnTo>
                  <a:pt x="602361" y="77452"/>
                </a:lnTo>
                <a:cubicBezTo>
                  <a:pt x="602361" y="70460"/>
                  <a:pt x="601326" y="65434"/>
                  <a:pt x="599255" y="62375"/>
                </a:cubicBezTo>
                <a:cubicBezTo>
                  <a:pt x="596494" y="58379"/>
                  <a:pt x="592635" y="56380"/>
                  <a:pt x="587678" y="56380"/>
                </a:cubicBezTo>
                <a:cubicBezTo>
                  <a:pt x="584289" y="56380"/>
                  <a:pt x="580932" y="57285"/>
                  <a:pt x="577607" y="59095"/>
                </a:cubicBezTo>
                <a:cubicBezTo>
                  <a:pt x="572398" y="61843"/>
                  <a:pt x="568382" y="64933"/>
                  <a:pt x="565559" y="68367"/>
                </a:cubicBezTo>
                <a:lnTo>
                  <a:pt x="565559" y="114349"/>
                </a:lnTo>
                <a:cubicBezTo>
                  <a:pt x="565559" y="119967"/>
                  <a:pt x="565951" y="123619"/>
                  <a:pt x="566735" y="125306"/>
                </a:cubicBezTo>
                <a:cubicBezTo>
                  <a:pt x="567520" y="126990"/>
                  <a:pt x="568680" y="128254"/>
                  <a:pt x="570218" y="129097"/>
                </a:cubicBezTo>
                <a:cubicBezTo>
                  <a:pt x="571755" y="129940"/>
                  <a:pt x="574877" y="130362"/>
                  <a:pt x="579583" y="130362"/>
                </a:cubicBezTo>
                <a:lnTo>
                  <a:pt x="579583" y="133845"/>
                </a:lnTo>
                <a:lnTo>
                  <a:pt x="536945" y="133845"/>
                </a:lnTo>
                <a:lnTo>
                  <a:pt x="536945" y="130362"/>
                </a:lnTo>
                <a:cubicBezTo>
                  <a:pt x="540898" y="130362"/>
                  <a:pt x="543659" y="129939"/>
                  <a:pt x="545228" y="129094"/>
                </a:cubicBezTo>
                <a:cubicBezTo>
                  <a:pt x="546797" y="128249"/>
                  <a:pt x="547989" y="126903"/>
                  <a:pt x="548805" y="125056"/>
                </a:cubicBezTo>
                <a:cubicBezTo>
                  <a:pt x="549620" y="123209"/>
                  <a:pt x="550028" y="119624"/>
                  <a:pt x="550028" y="114302"/>
                </a:cubicBezTo>
                <a:lnTo>
                  <a:pt x="550028" y="81432"/>
                </a:lnTo>
                <a:cubicBezTo>
                  <a:pt x="550028" y="71977"/>
                  <a:pt x="549746" y="65872"/>
                  <a:pt x="549181" y="63119"/>
                </a:cubicBezTo>
                <a:cubicBezTo>
                  <a:pt x="548742" y="61052"/>
                  <a:pt x="548052" y="59628"/>
                  <a:pt x="547110" y="58845"/>
                </a:cubicBezTo>
                <a:cubicBezTo>
                  <a:pt x="546169" y="58063"/>
                  <a:pt x="544883" y="57672"/>
                  <a:pt x="543251" y="57672"/>
                </a:cubicBezTo>
                <a:cubicBezTo>
                  <a:pt x="541494" y="57672"/>
                  <a:pt x="539392" y="58141"/>
                  <a:pt x="536945" y="59081"/>
                </a:cubicBezTo>
                <a:lnTo>
                  <a:pt x="535533" y="55698"/>
                </a:lnTo>
                <a:lnTo>
                  <a:pt x="561511" y="45180"/>
                </a:lnTo>
                <a:lnTo>
                  <a:pt x="565559" y="45180"/>
                </a:lnTo>
                <a:lnTo>
                  <a:pt x="565559" y="63534"/>
                </a:lnTo>
                <a:close/>
                <a:moveTo>
                  <a:pt x="704424" y="80194"/>
                </a:moveTo>
                <a:cubicBezTo>
                  <a:pt x="704361" y="92965"/>
                  <a:pt x="707467" y="102983"/>
                  <a:pt x="713742" y="110246"/>
                </a:cubicBezTo>
                <a:cubicBezTo>
                  <a:pt x="720017" y="117507"/>
                  <a:pt x="727390" y="121138"/>
                  <a:pt x="735861" y="121138"/>
                </a:cubicBezTo>
                <a:cubicBezTo>
                  <a:pt x="741509" y="121138"/>
                  <a:pt x="746419" y="119585"/>
                  <a:pt x="750592" y="116479"/>
                </a:cubicBezTo>
                <a:cubicBezTo>
                  <a:pt x="754765" y="113373"/>
                  <a:pt x="758263" y="108055"/>
                  <a:pt x="761087" y="100525"/>
                </a:cubicBezTo>
                <a:lnTo>
                  <a:pt x="764005" y="102407"/>
                </a:lnTo>
                <a:cubicBezTo>
                  <a:pt x="762687" y="111004"/>
                  <a:pt x="758859" y="118832"/>
                  <a:pt x="752521" y="125891"/>
                </a:cubicBezTo>
                <a:cubicBezTo>
                  <a:pt x="746184" y="132950"/>
                  <a:pt x="738246" y="136480"/>
                  <a:pt x="728708" y="136480"/>
                </a:cubicBezTo>
                <a:cubicBezTo>
                  <a:pt x="718354" y="136480"/>
                  <a:pt x="709491" y="132457"/>
                  <a:pt x="702118" y="124412"/>
                </a:cubicBezTo>
                <a:cubicBezTo>
                  <a:pt x="694745" y="116364"/>
                  <a:pt x="691058" y="105546"/>
                  <a:pt x="691058" y="91956"/>
                </a:cubicBezTo>
                <a:cubicBezTo>
                  <a:pt x="691058" y="77242"/>
                  <a:pt x="694839" y="65767"/>
                  <a:pt x="702400" y="57533"/>
                </a:cubicBezTo>
                <a:cubicBezTo>
                  <a:pt x="709962" y="49298"/>
                  <a:pt x="719452" y="45180"/>
                  <a:pt x="730873" y="45180"/>
                </a:cubicBezTo>
                <a:cubicBezTo>
                  <a:pt x="740536" y="45180"/>
                  <a:pt x="748474" y="48356"/>
                  <a:pt x="754686" y="54710"/>
                </a:cubicBezTo>
                <a:cubicBezTo>
                  <a:pt x="760898" y="61061"/>
                  <a:pt x="764005" y="69556"/>
                  <a:pt x="764005" y="80194"/>
                </a:cubicBezTo>
                <a:lnTo>
                  <a:pt x="704424" y="80194"/>
                </a:lnTo>
                <a:moveTo>
                  <a:pt x="704424" y="74735"/>
                </a:moveTo>
                <a:lnTo>
                  <a:pt x="744333" y="74735"/>
                </a:lnTo>
                <a:cubicBezTo>
                  <a:pt x="744019" y="69213"/>
                  <a:pt x="743360" y="65322"/>
                  <a:pt x="742356" y="63063"/>
                </a:cubicBezTo>
                <a:cubicBezTo>
                  <a:pt x="740787" y="59549"/>
                  <a:pt x="738450" y="56788"/>
                  <a:pt x="735344" y="54780"/>
                </a:cubicBezTo>
                <a:cubicBezTo>
                  <a:pt x="732238" y="52772"/>
                  <a:pt x="728990" y="51768"/>
                  <a:pt x="725602" y="51768"/>
                </a:cubicBezTo>
                <a:cubicBezTo>
                  <a:pt x="720394" y="51768"/>
                  <a:pt x="715734" y="53792"/>
                  <a:pt x="711624" y="57839"/>
                </a:cubicBezTo>
                <a:cubicBezTo>
                  <a:pt x="707514" y="61887"/>
                  <a:pt x="705114" y="67518"/>
                  <a:pt x="704424" y="74735"/>
                </a:cubicBezTo>
                <a:close/>
                <a:moveTo>
                  <a:pt x="779847" y="166035"/>
                </a:moveTo>
                <a:lnTo>
                  <a:pt x="779847" y="161894"/>
                </a:lnTo>
                <a:cubicBezTo>
                  <a:pt x="786311" y="159752"/>
                  <a:pt x="791315" y="156430"/>
                  <a:pt x="794860" y="151925"/>
                </a:cubicBezTo>
                <a:cubicBezTo>
                  <a:pt x="798406" y="147423"/>
                  <a:pt x="800178" y="142652"/>
                  <a:pt x="800178" y="137613"/>
                </a:cubicBezTo>
                <a:cubicBezTo>
                  <a:pt x="800178" y="136418"/>
                  <a:pt x="799896" y="135413"/>
                  <a:pt x="799331" y="134598"/>
                </a:cubicBezTo>
                <a:cubicBezTo>
                  <a:pt x="798892" y="134033"/>
                  <a:pt x="798453" y="133750"/>
                  <a:pt x="798013" y="133750"/>
                </a:cubicBezTo>
                <a:cubicBezTo>
                  <a:pt x="797323" y="133750"/>
                  <a:pt x="795817" y="134378"/>
                  <a:pt x="793495" y="135633"/>
                </a:cubicBezTo>
                <a:cubicBezTo>
                  <a:pt x="792366" y="136198"/>
                  <a:pt x="791174" y="136480"/>
                  <a:pt x="789919" y="136480"/>
                </a:cubicBezTo>
                <a:cubicBezTo>
                  <a:pt x="786844" y="136480"/>
                  <a:pt x="784397" y="135570"/>
                  <a:pt x="782577" y="133750"/>
                </a:cubicBezTo>
                <a:cubicBezTo>
                  <a:pt x="780757" y="131931"/>
                  <a:pt x="779847" y="129421"/>
                  <a:pt x="779847" y="126221"/>
                </a:cubicBezTo>
                <a:cubicBezTo>
                  <a:pt x="779847" y="123146"/>
                  <a:pt x="781024" y="120510"/>
                  <a:pt x="783377" y="118314"/>
                </a:cubicBezTo>
                <a:cubicBezTo>
                  <a:pt x="785730" y="116118"/>
                  <a:pt x="788601" y="115020"/>
                  <a:pt x="791989" y="115020"/>
                </a:cubicBezTo>
                <a:cubicBezTo>
                  <a:pt x="796131" y="115020"/>
                  <a:pt x="799817" y="116828"/>
                  <a:pt x="803049" y="120444"/>
                </a:cubicBezTo>
                <a:cubicBezTo>
                  <a:pt x="806281" y="124058"/>
                  <a:pt x="807896" y="128850"/>
                  <a:pt x="807896" y="134821"/>
                </a:cubicBezTo>
                <a:cubicBezTo>
                  <a:pt x="807896" y="141298"/>
                  <a:pt x="805653" y="147318"/>
                  <a:pt x="801167" y="152881"/>
                </a:cubicBezTo>
                <a:cubicBezTo>
                  <a:pt x="796680" y="158444"/>
                  <a:pt x="789574" y="162829"/>
                  <a:pt x="779847" y="166035"/>
                </a:cubicBezTo>
                <a:close/>
                <a:moveTo>
                  <a:pt x="897502" y="63534"/>
                </a:moveTo>
                <a:cubicBezTo>
                  <a:pt x="903777" y="57259"/>
                  <a:pt x="907480" y="53651"/>
                  <a:pt x="908609" y="52710"/>
                </a:cubicBezTo>
                <a:cubicBezTo>
                  <a:pt x="911433" y="50325"/>
                  <a:pt x="914476" y="48474"/>
                  <a:pt x="917739" y="47156"/>
                </a:cubicBezTo>
                <a:cubicBezTo>
                  <a:pt x="921002" y="45838"/>
                  <a:pt x="924234" y="45180"/>
                  <a:pt x="927434" y="45180"/>
                </a:cubicBezTo>
                <a:cubicBezTo>
                  <a:pt x="932830" y="45180"/>
                  <a:pt x="937474" y="46748"/>
                  <a:pt x="941364" y="49886"/>
                </a:cubicBezTo>
                <a:cubicBezTo>
                  <a:pt x="945255" y="53023"/>
                  <a:pt x="947859" y="57573"/>
                  <a:pt x="949177" y="63534"/>
                </a:cubicBezTo>
                <a:cubicBezTo>
                  <a:pt x="955640" y="56004"/>
                  <a:pt x="961099" y="51062"/>
                  <a:pt x="965554" y="48709"/>
                </a:cubicBezTo>
                <a:cubicBezTo>
                  <a:pt x="970009" y="46356"/>
                  <a:pt x="974590" y="45180"/>
                  <a:pt x="979296" y="45180"/>
                </a:cubicBezTo>
                <a:cubicBezTo>
                  <a:pt x="983877" y="45180"/>
                  <a:pt x="987940" y="46354"/>
                  <a:pt x="991485" y="48703"/>
                </a:cubicBezTo>
                <a:cubicBezTo>
                  <a:pt x="995031" y="51051"/>
                  <a:pt x="997839" y="54885"/>
                  <a:pt x="999910" y="60207"/>
                </a:cubicBezTo>
                <a:cubicBezTo>
                  <a:pt x="1001290" y="63839"/>
                  <a:pt x="1001980" y="69536"/>
                  <a:pt x="1001980" y="77299"/>
                </a:cubicBezTo>
                <a:lnTo>
                  <a:pt x="1001980" y="114302"/>
                </a:lnTo>
                <a:cubicBezTo>
                  <a:pt x="1001980" y="119687"/>
                  <a:pt x="1002388" y="123381"/>
                  <a:pt x="1003204" y="125385"/>
                </a:cubicBezTo>
                <a:cubicBezTo>
                  <a:pt x="1003831" y="126762"/>
                  <a:pt x="1004992" y="127935"/>
                  <a:pt x="1006686" y="128906"/>
                </a:cubicBezTo>
                <a:cubicBezTo>
                  <a:pt x="1008381" y="129877"/>
                  <a:pt x="1011142" y="130362"/>
                  <a:pt x="1014969" y="130362"/>
                </a:cubicBezTo>
                <a:lnTo>
                  <a:pt x="1014969" y="133845"/>
                </a:lnTo>
                <a:lnTo>
                  <a:pt x="972425" y="133845"/>
                </a:lnTo>
                <a:lnTo>
                  <a:pt x="972425" y="130362"/>
                </a:lnTo>
                <a:lnTo>
                  <a:pt x="974214" y="130362"/>
                </a:lnTo>
                <a:cubicBezTo>
                  <a:pt x="977916" y="130362"/>
                  <a:pt x="980802" y="129644"/>
                  <a:pt x="982873" y="128209"/>
                </a:cubicBezTo>
                <a:cubicBezTo>
                  <a:pt x="984316" y="127209"/>
                  <a:pt x="985352" y="125617"/>
                  <a:pt x="985979" y="123432"/>
                </a:cubicBezTo>
                <a:cubicBezTo>
                  <a:pt x="986230" y="122371"/>
                  <a:pt x="986356" y="119344"/>
                  <a:pt x="986356" y="114349"/>
                </a:cubicBezTo>
                <a:lnTo>
                  <a:pt x="986356" y="77452"/>
                </a:lnTo>
                <a:cubicBezTo>
                  <a:pt x="986356" y="70460"/>
                  <a:pt x="985509" y="65528"/>
                  <a:pt x="983814" y="62657"/>
                </a:cubicBezTo>
                <a:cubicBezTo>
                  <a:pt x="981367" y="58661"/>
                  <a:pt x="977445" y="56663"/>
                  <a:pt x="972049" y="56663"/>
                </a:cubicBezTo>
                <a:cubicBezTo>
                  <a:pt x="968723" y="56663"/>
                  <a:pt x="965382" y="57490"/>
                  <a:pt x="962025" y="59145"/>
                </a:cubicBezTo>
                <a:cubicBezTo>
                  <a:pt x="958667" y="60798"/>
                  <a:pt x="954604" y="63873"/>
                  <a:pt x="949835" y="68369"/>
                </a:cubicBezTo>
                <a:lnTo>
                  <a:pt x="949647" y="69399"/>
                </a:lnTo>
                <a:lnTo>
                  <a:pt x="949835" y="73426"/>
                </a:lnTo>
                <a:lnTo>
                  <a:pt x="949835" y="114349"/>
                </a:lnTo>
                <a:cubicBezTo>
                  <a:pt x="949835" y="120218"/>
                  <a:pt x="950165" y="123870"/>
                  <a:pt x="950824" y="125306"/>
                </a:cubicBezTo>
                <a:cubicBezTo>
                  <a:pt x="951483" y="126741"/>
                  <a:pt x="952722" y="127943"/>
                  <a:pt x="954542" y="128912"/>
                </a:cubicBezTo>
                <a:cubicBezTo>
                  <a:pt x="956361" y="129879"/>
                  <a:pt x="959468" y="130362"/>
                  <a:pt x="963860" y="130362"/>
                </a:cubicBezTo>
                <a:lnTo>
                  <a:pt x="963860" y="133845"/>
                </a:lnTo>
                <a:lnTo>
                  <a:pt x="920280" y="133845"/>
                </a:lnTo>
                <a:lnTo>
                  <a:pt x="920280" y="130362"/>
                </a:lnTo>
                <a:cubicBezTo>
                  <a:pt x="925049" y="130362"/>
                  <a:pt x="928328" y="129800"/>
                  <a:pt x="930116" y="128677"/>
                </a:cubicBezTo>
                <a:cubicBezTo>
                  <a:pt x="931905" y="127553"/>
                  <a:pt x="933144" y="125868"/>
                  <a:pt x="933834" y="123620"/>
                </a:cubicBezTo>
                <a:cubicBezTo>
                  <a:pt x="934148" y="122558"/>
                  <a:pt x="934305" y="119467"/>
                  <a:pt x="934305" y="114349"/>
                </a:cubicBezTo>
                <a:lnTo>
                  <a:pt x="934305" y="77452"/>
                </a:lnTo>
                <a:cubicBezTo>
                  <a:pt x="934305" y="70460"/>
                  <a:pt x="933270" y="65434"/>
                  <a:pt x="931199" y="62375"/>
                </a:cubicBezTo>
                <a:cubicBezTo>
                  <a:pt x="928438" y="58379"/>
                  <a:pt x="924579" y="56380"/>
                  <a:pt x="919622" y="56380"/>
                </a:cubicBezTo>
                <a:cubicBezTo>
                  <a:pt x="916233" y="56380"/>
                  <a:pt x="912876" y="57285"/>
                  <a:pt x="909550" y="59095"/>
                </a:cubicBezTo>
                <a:cubicBezTo>
                  <a:pt x="904342" y="61843"/>
                  <a:pt x="900326" y="64933"/>
                  <a:pt x="897502" y="68367"/>
                </a:cubicBezTo>
                <a:lnTo>
                  <a:pt x="897502" y="114349"/>
                </a:lnTo>
                <a:cubicBezTo>
                  <a:pt x="897502" y="119967"/>
                  <a:pt x="897895" y="123619"/>
                  <a:pt x="898679" y="125306"/>
                </a:cubicBezTo>
                <a:cubicBezTo>
                  <a:pt x="899463" y="126990"/>
                  <a:pt x="900624" y="128254"/>
                  <a:pt x="902162" y="129097"/>
                </a:cubicBezTo>
                <a:cubicBezTo>
                  <a:pt x="903699" y="129940"/>
                  <a:pt x="906821" y="130362"/>
                  <a:pt x="911527" y="130362"/>
                </a:cubicBezTo>
                <a:lnTo>
                  <a:pt x="911527" y="133845"/>
                </a:lnTo>
                <a:lnTo>
                  <a:pt x="868889" y="133845"/>
                </a:lnTo>
                <a:lnTo>
                  <a:pt x="868889" y="130362"/>
                </a:lnTo>
                <a:cubicBezTo>
                  <a:pt x="872842" y="130362"/>
                  <a:pt x="875603" y="129939"/>
                  <a:pt x="877172" y="129094"/>
                </a:cubicBezTo>
                <a:cubicBezTo>
                  <a:pt x="878740" y="128249"/>
                  <a:pt x="879933" y="126903"/>
                  <a:pt x="880748" y="125056"/>
                </a:cubicBezTo>
                <a:cubicBezTo>
                  <a:pt x="881564" y="123209"/>
                  <a:pt x="881972" y="119624"/>
                  <a:pt x="881972" y="114302"/>
                </a:cubicBezTo>
                <a:lnTo>
                  <a:pt x="881972" y="81432"/>
                </a:lnTo>
                <a:cubicBezTo>
                  <a:pt x="881972" y="71977"/>
                  <a:pt x="881690" y="65872"/>
                  <a:pt x="881125" y="63119"/>
                </a:cubicBezTo>
                <a:cubicBezTo>
                  <a:pt x="880686" y="61052"/>
                  <a:pt x="879995" y="59628"/>
                  <a:pt x="879054" y="58845"/>
                </a:cubicBezTo>
                <a:cubicBezTo>
                  <a:pt x="878113" y="58063"/>
                  <a:pt x="876826" y="57672"/>
                  <a:pt x="875195" y="57672"/>
                </a:cubicBezTo>
                <a:cubicBezTo>
                  <a:pt x="873438" y="57672"/>
                  <a:pt x="871336" y="58141"/>
                  <a:pt x="868889" y="59081"/>
                </a:cubicBezTo>
                <a:lnTo>
                  <a:pt x="867477" y="55698"/>
                </a:lnTo>
                <a:lnTo>
                  <a:pt x="893455" y="45180"/>
                </a:lnTo>
                <a:lnTo>
                  <a:pt x="897502" y="45180"/>
                </a:lnTo>
                <a:lnTo>
                  <a:pt x="897502" y="63534"/>
                </a:lnTo>
                <a:close/>
                <a:moveTo>
                  <a:pt x="1064041" y="45180"/>
                </a:moveTo>
                <a:cubicBezTo>
                  <a:pt x="1077093" y="45180"/>
                  <a:pt x="1087572" y="50132"/>
                  <a:pt x="1095478" y="60037"/>
                </a:cubicBezTo>
                <a:cubicBezTo>
                  <a:pt x="1102192" y="68498"/>
                  <a:pt x="1105550" y="78214"/>
                  <a:pt x="1105550" y="89186"/>
                </a:cubicBezTo>
                <a:cubicBezTo>
                  <a:pt x="1105550" y="96896"/>
                  <a:pt x="1103698" y="104700"/>
                  <a:pt x="1099996" y="112599"/>
                </a:cubicBezTo>
                <a:cubicBezTo>
                  <a:pt x="1096294" y="120496"/>
                  <a:pt x="1091196" y="126450"/>
                  <a:pt x="1084701" y="130462"/>
                </a:cubicBezTo>
                <a:cubicBezTo>
                  <a:pt x="1078206" y="134474"/>
                  <a:pt x="1070975" y="136480"/>
                  <a:pt x="1063005" y="136480"/>
                </a:cubicBezTo>
                <a:cubicBezTo>
                  <a:pt x="1050016" y="136480"/>
                  <a:pt x="1039694" y="131308"/>
                  <a:pt x="1032039" y="120964"/>
                </a:cubicBezTo>
                <a:cubicBezTo>
                  <a:pt x="1025575" y="112252"/>
                  <a:pt x="1022344" y="102474"/>
                  <a:pt x="1022344" y="91630"/>
                </a:cubicBezTo>
                <a:cubicBezTo>
                  <a:pt x="1022344" y="83731"/>
                  <a:pt x="1024305" y="75880"/>
                  <a:pt x="1028226" y="68075"/>
                </a:cubicBezTo>
                <a:cubicBezTo>
                  <a:pt x="1032148" y="60271"/>
                  <a:pt x="1037309" y="54504"/>
                  <a:pt x="1043710" y="50774"/>
                </a:cubicBezTo>
                <a:cubicBezTo>
                  <a:pt x="1050110" y="47044"/>
                  <a:pt x="1056887" y="45180"/>
                  <a:pt x="1064041" y="45180"/>
                </a:cubicBezTo>
                <a:moveTo>
                  <a:pt x="1061123" y="51392"/>
                </a:moveTo>
                <a:cubicBezTo>
                  <a:pt x="1057797" y="51392"/>
                  <a:pt x="1054456" y="52379"/>
                  <a:pt x="1051099" y="54354"/>
                </a:cubicBezTo>
                <a:cubicBezTo>
                  <a:pt x="1047742" y="56328"/>
                  <a:pt x="1045028" y="59791"/>
                  <a:pt x="1042957" y="64743"/>
                </a:cubicBezTo>
                <a:cubicBezTo>
                  <a:pt x="1040886" y="69694"/>
                  <a:pt x="1039851" y="76055"/>
                  <a:pt x="1039851" y="83826"/>
                </a:cubicBezTo>
                <a:cubicBezTo>
                  <a:pt x="1039851" y="96361"/>
                  <a:pt x="1042345" y="107172"/>
                  <a:pt x="1047334" y="116261"/>
                </a:cubicBezTo>
                <a:cubicBezTo>
                  <a:pt x="1052322" y="125348"/>
                  <a:pt x="1058895" y="129891"/>
                  <a:pt x="1067053" y="129891"/>
                </a:cubicBezTo>
                <a:cubicBezTo>
                  <a:pt x="1073139" y="129891"/>
                  <a:pt x="1078159" y="127384"/>
                  <a:pt x="1082113" y="122370"/>
                </a:cubicBezTo>
                <a:cubicBezTo>
                  <a:pt x="1086066" y="117356"/>
                  <a:pt x="1088042" y="108739"/>
                  <a:pt x="1088042" y="96518"/>
                </a:cubicBezTo>
                <a:cubicBezTo>
                  <a:pt x="1088042" y="81225"/>
                  <a:pt x="1084748" y="69191"/>
                  <a:pt x="1078159" y="60416"/>
                </a:cubicBezTo>
                <a:cubicBezTo>
                  <a:pt x="1073704" y="54400"/>
                  <a:pt x="1068025" y="51392"/>
                  <a:pt x="1061123" y="51392"/>
                </a:cubicBezTo>
                <a:close/>
                <a:moveTo>
                  <a:pt x="1143482" y="45180"/>
                </a:moveTo>
                <a:lnTo>
                  <a:pt x="1143482" y="64569"/>
                </a:lnTo>
                <a:cubicBezTo>
                  <a:pt x="1150698" y="51643"/>
                  <a:pt x="1158102" y="45180"/>
                  <a:pt x="1165695" y="45180"/>
                </a:cubicBezTo>
                <a:cubicBezTo>
                  <a:pt x="1169146" y="45180"/>
                  <a:pt x="1172001" y="46231"/>
                  <a:pt x="1174260" y="48333"/>
                </a:cubicBezTo>
                <a:cubicBezTo>
                  <a:pt x="1176519" y="50435"/>
                  <a:pt x="1177649" y="52866"/>
                  <a:pt x="1177649" y="55627"/>
                </a:cubicBezTo>
                <a:cubicBezTo>
                  <a:pt x="1177649" y="58075"/>
                  <a:pt x="1176833" y="60145"/>
                  <a:pt x="1175201" y="61840"/>
                </a:cubicBezTo>
                <a:cubicBezTo>
                  <a:pt x="1173570" y="63534"/>
                  <a:pt x="1171625" y="64381"/>
                  <a:pt x="1169366" y="64381"/>
                </a:cubicBezTo>
                <a:cubicBezTo>
                  <a:pt x="1167170" y="64381"/>
                  <a:pt x="1164707" y="63299"/>
                  <a:pt x="1161977" y="61134"/>
                </a:cubicBezTo>
                <a:cubicBezTo>
                  <a:pt x="1159247" y="58969"/>
                  <a:pt x="1157224" y="57886"/>
                  <a:pt x="1155906" y="57886"/>
                </a:cubicBezTo>
                <a:cubicBezTo>
                  <a:pt x="1154776" y="57886"/>
                  <a:pt x="1153553" y="58512"/>
                  <a:pt x="1152235" y="59763"/>
                </a:cubicBezTo>
                <a:cubicBezTo>
                  <a:pt x="1149411" y="62330"/>
                  <a:pt x="1146494" y="66555"/>
                  <a:pt x="1143482" y="72437"/>
                </a:cubicBezTo>
                <a:lnTo>
                  <a:pt x="1143482" y="113652"/>
                </a:lnTo>
                <a:cubicBezTo>
                  <a:pt x="1143482" y="118407"/>
                  <a:pt x="1144078" y="122006"/>
                  <a:pt x="1145270" y="124447"/>
                </a:cubicBezTo>
                <a:cubicBezTo>
                  <a:pt x="1146086" y="126137"/>
                  <a:pt x="1147529" y="127546"/>
                  <a:pt x="1149600" y="128674"/>
                </a:cubicBezTo>
                <a:cubicBezTo>
                  <a:pt x="1151670" y="129799"/>
                  <a:pt x="1154651" y="130362"/>
                  <a:pt x="1158541" y="130362"/>
                </a:cubicBezTo>
                <a:lnTo>
                  <a:pt x="1158541" y="133845"/>
                </a:lnTo>
                <a:lnTo>
                  <a:pt x="1114397" y="133845"/>
                </a:lnTo>
                <a:lnTo>
                  <a:pt x="1114397" y="130362"/>
                </a:lnTo>
                <a:cubicBezTo>
                  <a:pt x="1118790" y="130362"/>
                  <a:pt x="1122053" y="129674"/>
                  <a:pt x="1124186" y="128297"/>
                </a:cubicBezTo>
                <a:cubicBezTo>
                  <a:pt x="1125755" y="127295"/>
                  <a:pt x="1126853" y="125698"/>
                  <a:pt x="1127480" y="123506"/>
                </a:cubicBezTo>
                <a:cubicBezTo>
                  <a:pt x="1127794" y="122441"/>
                  <a:pt x="1127951" y="119404"/>
                  <a:pt x="1127951" y="114396"/>
                </a:cubicBezTo>
                <a:lnTo>
                  <a:pt x="1127951" y="81056"/>
                </a:lnTo>
                <a:cubicBezTo>
                  <a:pt x="1127951" y="71037"/>
                  <a:pt x="1127747" y="65074"/>
                  <a:pt x="1127339" y="63166"/>
                </a:cubicBezTo>
                <a:cubicBezTo>
                  <a:pt x="1126931" y="61256"/>
                  <a:pt x="1126178" y="59863"/>
                  <a:pt x="1125080" y="58986"/>
                </a:cubicBezTo>
                <a:cubicBezTo>
                  <a:pt x="1123982" y="58110"/>
                  <a:pt x="1122617" y="57672"/>
                  <a:pt x="1120986" y="57672"/>
                </a:cubicBezTo>
                <a:cubicBezTo>
                  <a:pt x="1119041" y="57672"/>
                  <a:pt x="1116844" y="58141"/>
                  <a:pt x="1114397" y="59081"/>
                </a:cubicBezTo>
                <a:lnTo>
                  <a:pt x="1113456" y="55698"/>
                </a:lnTo>
                <a:lnTo>
                  <a:pt x="1139528" y="45180"/>
                </a:lnTo>
                <a:lnTo>
                  <a:pt x="1143482" y="45180"/>
                </a:lnTo>
                <a:close/>
                <a:moveTo>
                  <a:pt x="1196942" y="80194"/>
                </a:moveTo>
                <a:cubicBezTo>
                  <a:pt x="1196880" y="92965"/>
                  <a:pt x="1199986" y="102983"/>
                  <a:pt x="1206261" y="110246"/>
                </a:cubicBezTo>
                <a:cubicBezTo>
                  <a:pt x="1212536" y="117507"/>
                  <a:pt x="1219909" y="121138"/>
                  <a:pt x="1228380" y="121138"/>
                </a:cubicBezTo>
                <a:cubicBezTo>
                  <a:pt x="1234027" y="121138"/>
                  <a:pt x="1238937" y="119585"/>
                  <a:pt x="1243110" y="116479"/>
                </a:cubicBezTo>
                <a:cubicBezTo>
                  <a:pt x="1247283" y="113373"/>
                  <a:pt x="1250781" y="108055"/>
                  <a:pt x="1253605" y="100525"/>
                </a:cubicBezTo>
                <a:lnTo>
                  <a:pt x="1256523" y="102407"/>
                </a:lnTo>
                <a:cubicBezTo>
                  <a:pt x="1255205" y="111004"/>
                  <a:pt x="1251377" y="118832"/>
                  <a:pt x="1245040" y="125891"/>
                </a:cubicBezTo>
                <a:cubicBezTo>
                  <a:pt x="1238702" y="132950"/>
                  <a:pt x="1230764" y="136480"/>
                  <a:pt x="1221226" y="136480"/>
                </a:cubicBezTo>
                <a:cubicBezTo>
                  <a:pt x="1210873" y="136480"/>
                  <a:pt x="1202009" y="132457"/>
                  <a:pt x="1194636" y="124412"/>
                </a:cubicBezTo>
                <a:cubicBezTo>
                  <a:pt x="1187263" y="116364"/>
                  <a:pt x="1183577" y="105546"/>
                  <a:pt x="1183577" y="91956"/>
                </a:cubicBezTo>
                <a:cubicBezTo>
                  <a:pt x="1183577" y="77242"/>
                  <a:pt x="1187357" y="65767"/>
                  <a:pt x="1194919" y="57533"/>
                </a:cubicBezTo>
                <a:cubicBezTo>
                  <a:pt x="1202480" y="49298"/>
                  <a:pt x="1211971" y="45180"/>
                  <a:pt x="1223391" y="45180"/>
                </a:cubicBezTo>
                <a:cubicBezTo>
                  <a:pt x="1233055" y="45180"/>
                  <a:pt x="1240992" y="48356"/>
                  <a:pt x="1247205" y="54710"/>
                </a:cubicBezTo>
                <a:cubicBezTo>
                  <a:pt x="1253417" y="61061"/>
                  <a:pt x="1256523" y="69556"/>
                  <a:pt x="1256523" y="80194"/>
                </a:cubicBezTo>
                <a:lnTo>
                  <a:pt x="1196942" y="80194"/>
                </a:lnTo>
                <a:moveTo>
                  <a:pt x="1196942" y="74735"/>
                </a:moveTo>
                <a:lnTo>
                  <a:pt x="1236851" y="74735"/>
                </a:lnTo>
                <a:cubicBezTo>
                  <a:pt x="1236537" y="69213"/>
                  <a:pt x="1235878" y="65322"/>
                  <a:pt x="1234874" y="63063"/>
                </a:cubicBezTo>
                <a:cubicBezTo>
                  <a:pt x="1233306" y="59549"/>
                  <a:pt x="1230968" y="56788"/>
                  <a:pt x="1227862" y="54780"/>
                </a:cubicBezTo>
                <a:cubicBezTo>
                  <a:pt x="1224756" y="52772"/>
                  <a:pt x="1221509" y="51768"/>
                  <a:pt x="1218120" y="51768"/>
                </a:cubicBezTo>
                <a:cubicBezTo>
                  <a:pt x="1212912" y="51768"/>
                  <a:pt x="1208253" y="53792"/>
                  <a:pt x="1204143" y="57839"/>
                </a:cubicBezTo>
                <a:cubicBezTo>
                  <a:pt x="1200033" y="61887"/>
                  <a:pt x="1197633" y="67518"/>
                  <a:pt x="1196942" y="74735"/>
                </a:cubicBezTo>
                <a:close/>
                <a:moveTo>
                  <a:pt x="1365077" y="121420"/>
                </a:moveTo>
                <a:cubicBezTo>
                  <a:pt x="1356230" y="128260"/>
                  <a:pt x="1350676" y="132213"/>
                  <a:pt x="1348417" y="133280"/>
                </a:cubicBezTo>
                <a:cubicBezTo>
                  <a:pt x="1345029" y="134911"/>
                  <a:pt x="1341421" y="135727"/>
                  <a:pt x="1337593" y="135727"/>
                </a:cubicBezTo>
                <a:cubicBezTo>
                  <a:pt x="1331632" y="135727"/>
                  <a:pt x="1326722" y="133688"/>
                  <a:pt x="1322863" y="129609"/>
                </a:cubicBezTo>
                <a:cubicBezTo>
                  <a:pt x="1319003" y="125530"/>
                  <a:pt x="1317074" y="120165"/>
                  <a:pt x="1317074" y="113514"/>
                </a:cubicBezTo>
                <a:cubicBezTo>
                  <a:pt x="1317074" y="109310"/>
                  <a:pt x="1318015" y="105670"/>
                  <a:pt x="1319898" y="102595"/>
                </a:cubicBezTo>
                <a:cubicBezTo>
                  <a:pt x="1322470" y="98328"/>
                  <a:pt x="1326941" y="94312"/>
                  <a:pt x="1333310" y="90547"/>
                </a:cubicBezTo>
                <a:cubicBezTo>
                  <a:pt x="1339679" y="86783"/>
                  <a:pt x="1350268" y="82202"/>
                  <a:pt x="1365077" y="76805"/>
                </a:cubicBezTo>
                <a:lnTo>
                  <a:pt x="1365077" y="73417"/>
                </a:lnTo>
                <a:cubicBezTo>
                  <a:pt x="1365077" y="64820"/>
                  <a:pt x="1363712" y="58922"/>
                  <a:pt x="1360983" y="55722"/>
                </a:cubicBezTo>
                <a:cubicBezTo>
                  <a:pt x="1358253" y="52521"/>
                  <a:pt x="1354284" y="50921"/>
                  <a:pt x="1349076" y="50921"/>
                </a:cubicBezTo>
                <a:cubicBezTo>
                  <a:pt x="1345123" y="50921"/>
                  <a:pt x="1341985" y="51984"/>
                  <a:pt x="1339664" y="54110"/>
                </a:cubicBezTo>
                <a:cubicBezTo>
                  <a:pt x="1337279" y="56235"/>
                  <a:pt x="1336087" y="58674"/>
                  <a:pt x="1336087" y="61425"/>
                </a:cubicBezTo>
                <a:lnTo>
                  <a:pt x="1336275" y="66863"/>
                </a:lnTo>
                <a:cubicBezTo>
                  <a:pt x="1336275" y="69738"/>
                  <a:pt x="1335538" y="71957"/>
                  <a:pt x="1334063" y="73520"/>
                </a:cubicBezTo>
                <a:cubicBezTo>
                  <a:pt x="1332589" y="75083"/>
                  <a:pt x="1330659" y="75864"/>
                  <a:pt x="1328275" y="75864"/>
                </a:cubicBezTo>
                <a:cubicBezTo>
                  <a:pt x="1325953" y="75864"/>
                  <a:pt x="1324055" y="75051"/>
                  <a:pt x="1322580" y="73426"/>
                </a:cubicBezTo>
                <a:cubicBezTo>
                  <a:pt x="1321106" y="71798"/>
                  <a:pt x="1320368" y="69576"/>
                  <a:pt x="1320368" y="66761"/>
                </a:cubicBezTo>
                <a:cubicBezTo>
                  <a:pt x="1320368" y="61382"/>
                  <a:pt x="1323129" y="56440"/>
                  <a:pt x="1328651" y="51936"/>
                </a:cubicBezTo>
                <a:cubicBezTo>
                  <a:pt x="1334173" y="47432"/>
                  <a:pt x="1341923" y="45180"/>
                  <a:pt x="1351900" y="45180"/>
                </a:cubicBezTo>
                <a:cubicBezTo>
                  <a:pt x="1359555" y="45180"/>
                  <a:pt x="1365830" y="46464"/>
                  <a:pt x="1370725" y="49033"/>
                </a:cubicBezTo>
                <a:cubicBezTo>
                  <a:pt x="1374427" y="50976"/>
                  <a:pt x="1377156" y="54017"/>
                  <a:pt x="1378913" y="58154"/>
                </a:cubicBezTo>
                <a:cubicBezTo>
                  <a:pt x="1380043" y="60848"/>
                  <a:pt x="1380608" y="66363"/>
                  <a:pt x="1380608" y="74699"/>
                </a:cubicBezTo>
                <a:lnTo>
                  <a:pt x="1380608" y="103937"/>
                </a:lnTo>
                <a:cubicBezTo>
                  <a:pt x="1380608" y="112147"/>
                  <a:pt x="1380765" y="117177"/>
                  <a:pt x="1381078" y="119026"/>
                </a:cubicBezTo>
                <a:cubicBezTo>
                  <a:pt x="1381392" y="120875"/>
                  <a:pt x="1381910" y="122113"/>
                  <a:pt x="1382631" y="122741"/>
                </a:cubicBezTo>
                <a:cubicBezTo>
                  <a:pt x="1383353" y="123366"/>
                  <a:pt x="1384184" y="123679"/>
                  <a:pt x="1385126" y="123679"/>
                </a:cubicBezTo>
                <a:cubicBezTo>
                  <a:pt x="1386130" y="123679"/>
                  <a:pt x="1387008" y="123460"/>
                  <a:pt x="1387761" y="123020"/>
                </a:cubicBezTo>
                <a:cubicBezTo>
                  <a:pt x="1389079" y="122205"/>
                  <a:pt x="1391620" y="119914"/>
                  <a:pt x="1395385" y="116149"/>
                </a:cubicBezTo>
                <a:lnTo>
                  <a:pt x="1395385" y="121420"/>
                </a:lnTo>
                <a:cubicBezTo>
                  <a:pt x="1388357" y="130833"/>
                  <a:pt x="1381643" y="135539"/>
                  <a:pt x="1375243" y="135539"/>
                </a:cubicBezTo>
                <a:cubicBezTo>
                  <a:pt x="1372168" y="135539"/>
                  <a:pt x="1369721" y="134472"/>
                  <a:pt x="1367901" y="132339"/>
                </a:cubicBezTo>
                <a:cubicBezTo>
                  <a:pt x="1366081" y="130205"/>
                  <a:pt x="1365140" y="126566"/>
                  <a:pt x="1365077" y="121420"/>
                </a:cubicBezTo>
                <a:moveTo>
                  <a:pt x="1365077" y="115249"/>
                </a:moveTo>
                <a:lnTo>
                  <a:pt x="1365077" y="82547"/>
                </a:lnTo>
                <a:cubicBezTo>
                  <a:pt x="1355602" y="86294"/>
                  <a:pt x="1349484" y="88949"/>
                  <a:pt x="1346723" y="90512"/>
                </a:cubicBezTo>
                <a:cubicBezTo>
                  <a:pt x="1341766" y="93261"/>
                  <a:pt x="1338220" y="96135"/>
                  <a:pt x="1336087" y="99133"/>
                </a:cubicBezTo>
                <a:cubicBezTo>
                  <a:pt x="1333953" y="102132"/>
                  <a:pt x="1332887" y="105411"/>
                  <a:pt x="1332887" y="108972"/>
                </a:cubicBezTo>
                <a:cubicBezTo>
                  <a:pt x="1332887" y="113471"/>
                  <a:pt x="1334236" y="117203"/>
                  <a:pt x="1336934" y="120170"/>
                </a:cubicBezTo>
                <a:cubicBezTo>
                  <a:pt x="1339632" y="123137"/>
                  <a:pt x="1342738" y="124620"/>
                  <a:pt x="1346252" y="124620"/>
                </a:cubicBezTo>
                <a:cubicBezTo>
                  <a:pt x="1351021" y="124620"/>
                  <a:pt x="1357296" y="121497"/>
                  <a:pt x="1365077" y="115249"/>
                </a:cubicBezTo>
                <a:close/>
                <a:moveTo>
                  <a:pt x="1426946" y="63440"/>
                </a:moveTo>
                <a:cubicBezTo>
                  <a:pt x="1437049" y="51266"/>
                  <a:pt x="1446681" y="45180"/>
                  <a:pt x="1455842" y="45180"/>
                </a:cubicBezTo>
                <a:cubicBezTo>
                  <a:pt x="1460548" y="45180"/>
                  <a:pt x="1464596" y="46354"/>
                  <a:pt x="1467984" y="48703"/>
                </a:cubicBezTo>
                <a:cubicBezTo>
                  <a:pt x="1471373" y="51051"/>
                  <a:pt x="1474071" y="54917"/>
                  <a:pt x="1476079" y="60301"/>
                </a:cubicBezTo>
                <a:cubicBezTo>
                  <a:pt x="1477459" y="64056"/>
                  <a:pt x="1478150" y="69817"/>
                  <a:pt x="1478150" y="77582"/>
                </a:cubicBezTo>
                <a:lnTo>
                  <a:pt x="1478150" y="114302"/>
                </a:lnTo>
                <a:cubicBezTo>
                  <a:pt x="1478150" y="119750"/>
                  <a:pt x="1478589" y="123444"/>
                  <a:pt x="1479467" y="125385"/>
                </a:cubicBezTo>
                <a:cubicBezTo>
                  <a:pt x="1480158" y="126950"/>
                  <a:pt x="1481271" y="128171"/>
                  <a:pt x="1482809" y="129047"/>
                </a:cubicBezTo>
                <a:cubicBezTo>
                  <a:pt x="1484346" y="129924"/>
                  <a:pt x="1487186" y="130362"/>
                  <a:pt x="1491327" y="130362"/>
                </a:cubicBezTo>
                <a:lnTo>
                  <a:pt x="1491327" y="133845"/>
                </a:lnTo>
                <a:lnTo>
                  <a:pt x="1448689" y="133845"/>
                </a:lnTo>
                <a:lnTo>
                  <a:pt x="1448689" y="130362"/>
                </a:lnTo>
                <a:lnTo>
                  <a:pt x="1450477" y="130362"/>
                </a:lnTo>
                <a:cubicBezTo>
                  <a:pt x="1454493" y="130362"/>
                  <a:pt x="1457301" y="129753"/>
                  <a:pt x="1458901" y="128535"/>
                </a:cubicBezTo>
                <a:cubicBezTo>
                  <a:pt x="1460501" y="127318"/>
                  <a:pt x="1461615" y="125523"/>
                  <a:pt x="1462243" y="123153"/>
                </a:cubicBezTo>
                <a:cubicBezTo>
                  <a:pt x="1462494" y="122215"/>
                  <a:pt x="1462619" y="119281"/>
                  <a:pt x="1462619" y="114349"/>
                </a:cubicBezTo>
                <a:lnTo>
                  <a:pt x="1462619" y="79232"/>
                </a:lnTo>
                <a:cubicBezTo>
                  <a:pt x="1462619" y="71429"/>
                  <a:pt x="1461599" y="65764"/>
                  <a:pt x="1459560" y="62237"/>
                </a:cubicBezTo>
                <a:cubicBezTo>
                  <a:pt x="1457521" y="58709"/>
                  <a:pt x="1454085" y="56945"/>
                  <a:pt x="1449253" y="56945"/>
                </a:cubicBezTo>
                <a:cubicBezTo>
                  <a:pt x="1441786" y="56945"/>
                  <a:pt x="1434350" y="61003"/>
                  <a:pt x="1426946" y="69120"/>
                </a:cubicBezTo>
                <a:lnTo>
                  <a:pt x="1426946" y="114349"/>
                </a:lnTo>
                <a:cubicBezTo>
                  <a:pt x="1426946" y="120155"/>
                  <a:pt x="1427291" y="123745"/>
                  <a:pt x="1427981" y="125118"/>
                </a:cubicBezTo>
                <a:cubicBezTo>
                  <a:pt x="1428860" y="126927"/>
                  <a:pt x="1430068" y="128254"/>
                  <a:pt x="1431605" y="129097"/>
                </a:cubicBezTo>
                <a:cubicBezTo>
                  <a:pt x="1433143" y="129940"/>
                  <a:pt x="1436264" y="130362"/>
                  <a:pt x="1440971" y="130362"/>
                </a:cubicBezTo>
                <a:lnTo>
                  <a:pt x="1440971" y="133845"/>
                </a:lnTo>
                <a:lnTo>
                  <a:pt x="1398332" y="133845"/>
                </a:lnTo>
                <a:lnTo>
                  <a:pt x="1398332" y="130362"/>
                </a:lnTo>
                <a:lnTo>
                  <a:pt x="1400215" y="130362"/>
                </a:lnTo>
                <a:cubicBezTo>
                  <a:pt x="1404607" y="130362"/>
                  <a:pt x="1407572" y="129251"/>
                  <a:pt x="1409110" y="127029"/>
                </a:cubicBezTo>
                <a:cubicBezTo>
                  <a:pt x="1410647" y="124806"/>
                  <a:pt x="1411416" y="120563"/>
                  <a:pt x="1411416" y="114302"/>
                </a:cubicBezTo>
                <a:lnTo>
                  <a:pt x="1411416" y="82370"/>
                </a:lnTo>
                <a:cubicBezTo>
                  <a:pt x="1411416" y="72040"/>
                  <a:pt x="1411180" y="65749"/>
                  <a:pt x="1410710" y="63496"/>
                </a:cubicBezTo>
                <a:cubicBezTo>
                  <a:pt x="1410239" y="61241"/>
                  <a:pt x="1409517" y="59706"/>
                  <a:pt x="1408545" y="58892"/>
                </a:cubicBezTo>
                <a:cubicBezTo>
                  <a:pt x="1407572" y="58079"/>
                  <a:pt x="1406270" y="57672"/>
                  <a:pt x="1404639" y="57672"/>
                </a:cubicBezTo>
                <a:cubicBezTo>
                  <a:pt x="1402882" y="57672"/>
                  <a:pt x="1400780" y="58141"/>
                  <a:pt x="1398332" y="59081"/>
                </a:cubicBezTo>
                <a:lnTo>
                  <a:pt x="1396920" y="55698"/>
                </a:lnTo>
                <a:lnTo>
                  <a:pt x="1422899" y="45180"/>
                </a:lnTo>
                <a:lnTo>
                  <a:pt x="1426946" y="45180"/>
                </a:lnTo>
                <a:lnTo>
                  <a:pt x="1426946" y="63440"/>
                </a:lnTo>
                <a:close/>
                <a:moveTo>
                  <a:pt x="1547048" y="121420"/>
                </a:moveTo>
                <a:cubicBezTo>
                  <a:pt x="1538201" y="128260"/>
                  <a:pt x="1532647" y="132213"/>
                  <a:pt x="1530388" y="133280"/>
                </a:cubicBezTo>
                <a:cubicBezTo>
                  <a:pt x="1527000" y="134911"/>
                  <a:pt x="1523392" y="135727"/>
                  <a:pt x="1519564" y="135727"/>
                </a:cubicBezTo>
                <a:cubicBezTo>
                  <a:pt x="1513603" y="135727"/>
                  <a:pt x="1508693" y="133688"/>
                  <a:pt x="1504834" y="129609"/>
                </a:cubicBezTo>
                <a:cubicBezTo>
                  <a:pt x="1500974" y="125530"/>
                  <a:pt x="1499045" y="120165"/>
                  <a:pt x="1499045" y="113514"/>
                </a:cubicBezTo>
                <a:cubicBezTo>
                  <a:pt x="1499045" y="109310"/>
                  <a:pt x="1499986" y="105670"/>
                  <a:pt x="1501869" y="102595"/>
                </a:cubicBezTo>
                <a:cubicBezTo>
                  <a:pt x="1504441" y="98328"/>
                  <a:pt x="1508912" y="94312"/>
                  <a:pt x="1515281" y="90547"/>
                </a:cubicBezTo>
                <a:cubicBezTo>
                  <a:pt x="1521650" y="86783"/>
                  <a:pt x="1532239" y="82202"/>
                  <a:pt x="1547048" y="76805"/>
                </a:cubicBezTo>
                <a:lnTo>
                  <a:pt x="1547048" y="73417"/>
                </a:lnTo>
                <a:cubicBezTo>
                  <a:pt x="1547048" y="64820"/>
                  <a:pt x="1545683" y="58922"/>
                  <a:pt x="1542954" y="55722"/>
                </a:cubicBezTo>
                <a:cubicBezTo>
                  <a:pt x="1540224" y="52521"/>
                  <a:pt x="1536255" y="50921"/>
                  <a:pt x="1531047" y="50921"/>
                </a:cubicBezTo>
                <a:cubicBezTo>
                  <a:pt x="1527094" y="50921"/>
                  <a:pt x="1523956" y="51984"/>
                  <a:pt x="1521635" y="54110"/>
                </a:cubicBezTo>
                <a:cubicBezTo>
                  <a:pt x="1519250" y="56235"/>
                  <a:pt x="1518058" y="58674"/>
                  <a:pt x="1518058" y="61425"/>
                </a:cubicBezTo>
                <a:lnTo>
                  <a:pt x="1518246" y="66863"/>
                </a:lnTo>
                <a:cubicBezTo>
                  <a:pt x="1518246" y="69738"/>
                  <a:pt x="1517509" y="71957"/>
                  <a:pt x="1516034" y="73520"/>
                </a:cubicBezTo>
                <a:cubicBezTo>
                  <a:pt x="1514560" y="75083"/>
                  <a:pt x="1512630" y="75864"/>
                  <a:pt x="1510246" y="75864"/>
                </a:cubicBezTo>
                <a:cubicBezTo>
                  <a:pt x="1507924" y="75864"/>
                  <a:pt x="1506026" y="75051"/>
                  <a:pt x="1504551" y="73426"/>
                </a:cubicBezTo>
                <a:cubicBezTo>
                  <a:pt x="1503077" y="71798"/>
                  <a:pt x="1502339" y="69576"/>
                  <a:pt x="1502339" y="66761"/>
                </a:cubicBezTo>
                <a:cubicBezTo>
                  <a:pt x="1502339" y="61382"/>
                  <a:pt x="1505100" y="56440"/>
                  <a:pt x="1510622" y="51936"/>
                </a:cubicBezTo>
                <a:cubicBezTo>
                  <a:pt x="1516144" y="47432"/>
                  <a:pt x="1523894" y="45180"/>
                  <a:pt x="1533871" y="45180"/>
                </a:cubicBezTo>
                <a:cubicBezTo>
                  <a:pt x="1541526" y="45180"/>
                  <a:pt x="1547801" y="46464"/>
                  <a:pt x="1552696" y="49033"/>
                </a:cubicBezTo>
                <a:cubicBezTo>
                  <a:pt x="1556398" y="50976"/>
                  <a:pt x="1559128" y="54017"/>
                  <a:pt x="1560884" y="58154"/>
                </a:cubicBezTo>
                <a:cubicBezTo>
                  <a:pt x="1562014" y="60848"/>
                  <a:pt x="1562579" y="66363"/>
                  <a:pt x="1562579" y="74699"/>
                </a:cubicBezTo>
                <a:lnTo>
                  <a:pt x="1562579" y="103937"/>
                </a:lnTo>
                <a:cubicBezTo>
                  <a:pt x="1562579" y="112147"/>
                  <a:pt x="1562736" y="117177"/>
                  <a:pt x="1563049" y="119026"/>
                </a:cubicBezTo>
                <a:cubicBezTo>
                  <a:pt x="1563363" y="120875"/>
                  <a:pt x="1563881" y="122113"/>
                  <a:pt x="1564602" y="122741"/>
                </a:cubicBezTo>
                <a:cubicBezTo>
                  <a:pt x="1565324" y="123366"/>
                  <a:pt x="1566155" y="123679"/>
                  <a:pt x="1567097" y="123679"/>
                </a:cubicBezTo>
                <a:cubicBezTo>
                  <a:pt x="1568101" y="123679"/>
                  <a:pt x="1568979" y="123460"/>
                  <a:pt x="1569732" y="123020"/>
                </a:cubicBezTo>
                <a:cubicBezTo>
                  <a:pt x="1571050" y="122205"/>
                  <a:pt x="1573591" y="119914"/>
                  <a:pt x="1577356" y="116149"/>
                </a:cubicBezTo>
                <a:lnTo>
                  <a:pt x="1577356" y="121420"/>
                </a:lnTo>
                <a:cubicBezTo>
                  <a:pt x="1570328" y="130833"/>
                  <a:pt x="1563614" y="135539"/>
                  <a:pt x="1557214" y="135539"/>
                </a:cubicBezTo>
                <a:cubicBezTo>
                  <a:pt x="1554139" y="135539"/>
                  <a:pt x="1551692" y="134472"/>
                  <a:pt x="1549872" y="132339"/>
                </a:cubicBezTo>
                <a:cubicBezTo>
                  <a:pt x="1548052" y="130205"/>
                  <a:pt x="1547111" y="126566"/>
                  <a:pt x="1547048" y="121420"/>
                </a:cubicBezTo>
                <a:moveTo>
                  <a:pt x="1547048" y="115249"/>
                </a:moveTo>
                <a:lnTo>
                  <a:pt x="1547048" y="82547"/>
                </a:lnTo>
                <a:cubicBezTo>
                  <a:pt x="1537573" y="86294"/>
                  <a:pt x="1531455" y="88949"/>
                  <a:pt x="1528694" y="90512"/>
                </a:cubicBezTo>
                <a:cubicBezTo>
                  <a:pt x="1523737" y="93261"/>
                  <a:pt x="1520191" y="96135"/>
                  <a:pt x="1518058" y="99133"/>
                </a:cubicBezTo>
                <a:cubicBezTo>
                  <a:pt x="1515925" y="102132"/>
                  <a:pt x="1514858" y="105411"/>
                  <a:pt x="1514858" y="108972"/>
                </a:cubicBezTo>
                <a:cubicBezTo>
                  <a:pt x="1514858" y="113471"/>
                  <a:pt x="1516207" y="117203"/>
                  <a:pt x="1518905" y="120170"/>
                </a:cubicBezTo>
                <a:cubicBezTo>
                  <a:pt x="1521603" y="123137"/>
                  <a:pt x="1524709" y="124620"/>
                  <a:pt x="1528223" y="124620"/>
                </a:cubicBezTo>
                <a:cubicBezTo>
                  <a:pt x="1532992" y="124620"/>
                  <a:pt x="1539267" y="121497"/>
                  <a:pt x="1547048" y="115249"/>
                </a:cubicBezTo>
                <a:close/>
                <a:moveTo>
                  <a:pt x="1613435" y="0"/>
                </a:moveTo>
                <a:lnTo>
                  <a:pt x="1613435" y="114279"/>
                </a:lnTo>
                <a:cubicBezTo>
                  <a:pt x="1613435" y="119671"/>
                  <a:pt x="1613827" y="123246"/>
                  <a:pt x="1614612" y="125003"/>
                </a:cubicBezTo>
                <a:cubicBezTo>
                  <a:pt x="1615396" y="126758"/>
                  <a:pt x="1616604" y="128090"/>
                  <a:pt x="1618235" y="129000"/>
                </a:cubicBezTo>
                <a:cubicBezTo>
                  <a:pt x="1619867" y="129908"/>
                  <a:pt x="1622910" y="130362"/>
                  <a:pt x="1627365" y="130362"/>
                </a:cubicBezTo>
                <a:lnTo>
                  <a:pt x="1627365" y="133845"/>
                </a:lnTo>
                <a:lnTo>
                  <a:pt x="1585104" y="133845"/>
                </a:lnTo>
                <a:lnTo>
                  <a:pt x="1585104" y="130362"/>
                </a:lnTo>
                <a:cubicBezTo>
                  <a:pt x="1589057" y="130362"/>
                  <a:pt x="1591755" y="129955"/>
                  <a:pt x="1593198" y="129141"/>
                </a:cubicBezTo>
                <a:cubicBezTo>
                  <a:pt x="1594642" y="128326"/>
                  <a:pt x="1595771" y="126977"/>
                  <a:pt x="1596587" y="125097"/>
                </a:cubicBezTo>
                <a:cubicBezTo>
                  <a:pt x="1597403" y="123214"/>
                  <a:pt x="1597810" y="119608"/>
                  <a:pt x="1597810" y="114279"/>
                </a:cubicBezTo>
                <a:lnTo>
                  <a:pt x="1597810" y="36023"/>
                </a:lnTo>
                <a:cubicBezTo>
                  <a:pt x="1597810" y="26305"/>
                  <a:pt x="1597591" y="20333"/>
                  <a:pt x="1597152" y="18107"/>
                </a:cubicBezTo>
                <a:cubicBezTo>
                  <a:pt x="1596712" y="15880"/>
                  <a:pt x="1596006" y="14359"/>
                  <a:pt x="1595034" y="13545"/>
                </a:cubicBezTo>
                <a:cubicBezTo>
                  <a:pt x="1594061" y="12729"/>
                  <a:pt x="1592822" y="12321"/>
                  <a:pt x="1591316" y="12321"/>
                </a:cubicBezTo>
                <a:cubicBezTo>
                  <a:pt x="1589684" y="12321"/>
                  <a:pt x="1587614" y="12823"/>
                  <a:pt x="1585104" y="13827"/>
                </a:cubicBezTo>
                <a:lnTo>
                  <a:pt x="1583504" y="10533"/>
                </a:lnTo>
                <a:lnTo>
                  <a:pt x="1609199" y="0"/>
                </a:lnTo>
                <a:lnTo>
                  <a:pt x="1613435" y="0"/>
                </a:lnTo>
                <a:close/>
                <a:moveTo>
                  <a:pt x="1632481" y="47627"/>
                </a:moveTo>
                <a:lnTo>
                  <a:pt x="1672672" y="47627"/>
                </a:lnTo>
                <a:lnTo>
                  <a:pt x="1672672" y="51109"/>
                </a:lnTo>
                <a:lnTo>
                  <a:pt x="1670695" y="51109"/>
                </a:lnTo>
                <a:cubicBezTo>
                  <a:pt x="1667872" y="51109"/>
                  <a:pt x="1665754" y="51721"/>
                  <a:pt x="1664342" y="52945"/>
                </a:cubicBezTo>
                <a:cubicBezTo>
                  <a:pt x="1662930" y="54168"/>
                  <a:pt x="1662224" y="55690"/>
                  <a:pt x="1662224" y="57510"/>
                </a:cubicBezTo>
                <a:cubicBezTo>
                  <a:pt x="1662224" y="59957"/>
                  <a:pt x="1663260" y="63346"/>
                  <a:pt x="1665330" y="67675"/>
                </a:cubicBezTo>
                <a:lnTo>
                  <a:pt x="1686320" y="111161"/>
                </a:lnTo>
                <a:lnTo>
                  <a:pt x="1705616" y="63534"/>
                </a:lnTo>
                <a:cubicBezTo>
                  <a:pt x="1706682" y="60961"/>
                  <a:pt x="1707216" y="58420"/>
                  <a:pt x="1707216" y="55910"/>
                </a:cubicBezTo>
                <a:cubicBezTo>
                  <a:pt x="1707216" y="54780"/>
                  <a:pt x="1706996" y="53933"/>
                  <a:pt x="1706557" y="53368"/>
                </a:cubicBezTo>
                <a:cubicBezTo>
                  <a:pt x="1706055" y="52678"/>
                  <a:pt x="1705270" y="52129"/>
                  <a:pt x="1704204" y="51721"/>
                </a:cubicBezTo>
                <a:cubicBezTo>
                  <a:pt x="1703137" y="51313"/>
                  <a:pt x="1701254" y="51109"/>
                  <a:pt x="1698556" y="51109"/>
                </a:cubicBezTo>
                <a:lnTo>
                  <a:pt x="1698556" y="47627"/>
                </a:lnTo>
                <a:lnTo>
                  <a:pt x="1726605" y="47627"/>
                </a:lnTo>
                <a:lnTo>
                  <a:pt x="1726605" y="51109"/>
                </a:lnTo>
                <a:cubicBezTo>
                  <a:pt x="1724283" y="51360"/>
                  <a:pt x="1722495" y="51862"/>
                  <a:pt x="1721240" y="52615"/>
                </a:cubicBezTo>
                <a:cubicBezTo>
                  <a:pt x="1719985" y="53368"/>
                  <a:pt x="1718605" y="54780"/>
                  <a:pt x="1717099" y="56851"/>
                </a:cubicBezTo>
                <a:cubicBezTo>
                  <a:pt x="1716534" y="57730"/>
                  <a:pt x="1715467" y="60145"/>
                  <a:pt x="1713898" y="64099"/>
                </a:cubicBezTo>
                <a:lnTo>
                  <a:pt x="1678790" y="150128"/>
                </a:lnTo>
                <a:cubicBezTo>
                  <a:pt x="1675402" y="158474"/>
                  <a:pt x="1670962" y="164780"/>
                  <a:pt x="1665472" y="169047"/>
                </a:cubicBezTo>
                <a:cubicBezTo>
                  <a:pt x="1659981" y="173314"/>
                  <a:pt x="1654694" y="175448"/>
                  <a:pt x="1649612" y="175448"/>
                </a:cubicBezTo>
                <a:cubicBezTo>
                  <a:pt x="1645909" y="175448"/>
                  <a:pt x="1642866" y="174394"/>
                  <a:pt x="1640482" y="172286"/>
                </a:cubicBezTo>
                <a:cubicBezTo>
                  <a:pt x="1638097" y="170178"/>
                  <a:pt x="1636905" y="167760"/>
                  <a:pt x="1636905" y="165032"/>
                </a:cubicBezTo>
                <a:cubicBezTo>
                  <a:pt x="1636905" y="162428"/>
                  <a:pt x="1637768" y="160328"/>
                  <a:pt x="1639493" y="158732"/>
                </a:cubicBezTo>
                <a:cubicBezTo>
                  <a:pt x="1641219" y="157137"/>
                  <a:pt x="1643588" y="156340"/>
                  <a:pt x="1646600" y="156340"/>
                </a:cubicBezTo>
                <a:cubicBezTo>
                  <a:pt x="1648670" y="156340"/>
                  <a:pt x="1651494" y="157031"/>
                  <a:pt x="1655071" y="158411"/>
                </a:cubicBezTo>
                <a:cubicBezTo>
                  <a:pt x="1657581" y="159352"/>
                  <a:pt x="1659150" y="159823"/>
                  <a:pt x="1659777" y="159823"/>
                </a:cubicBezTo>
                <a:cubicBezTo>
                  <a:pt x="1661660" y="159823"/>
                  <a:pt x="1663715" y="158843"/>
                  <a:pt x="1665942" y="156884"/>
                </a:cubicBezTo>
                <a:cubicBezTo>
                  <a:pt x="1668170" y="154927"/>
                  <a:pt x="1670413" y="151139"/>
                  <a:pt x="1672672" y="145519"/>
                </a:cubicBezTo>
                <a:lnTo>
                  <a:pt x="1678790" y="130456"/>
                </a:lnTo>
                <a:lnTo>
                  <a:pt x="1647823" y="65416"/>
                </a:lnTo>
                <a:cubicBezTo>
                  <a:pt x="1646882" y="63471"/>
                  <a:pt x="1645376" y="61055"/>
                  <a:pt x="1643305" y="58169"/>
                </a:cubicBezTo>
                <a:cubicBezTo>
                  <a:pt x="1641737" y="55973"/>
                  <a:pt x="1640450" y="54498"/>
                  <a:pt x="1639446" y="53745"/>
                </a:cubicBezTo>
                <a:cubicBezTo>
                  <a:pt x="1638003" y="52741"/>
                  <a:pt x="1635681" y="51862"/>
                  <a:pt x="1632481" y="51109"/>
                </a:cubicBezTo>
                <a:lnTo>
                  <a:pt x="1632481" y="47627"/>
                </a:lnTo>
                <a:close/>
                <a:moveTo>
                  <a:pt x="1789480" y="45180"/>
                </a:moveTo>
                <a:lnTo>
                  <a:pt x="1789480" y="74358"/>
                </a:lnTo>
                <a:lnTo>
                  <a:pt x="1786374" y="74358"/>
                </a:lnTo>
                <a:cubicBezTo>
                  <a:pt x="1783990" y="65206"/>
                  <a:pt x="1780931" y="58982"/>
                  <a:pt x="1777197" y="55683"/>
                </a:cubicBezTo>
                <a:cubicBezTo>
                  <a:pt x="1773463" y="52383"/>
                  <a:pt x="1768710" y="50733"/>
                  <a:pt x="1762937" y="50733"/>
                </a:cubicBezTo>
                <a:cubicBezTo>
                  <a:pt x="1758545" y="50733"/>
                  <a:pt x="1754999" y="51893"/>
                  <a:pt x="1752301" y="54213"/>
                </a:cubicBezTo>
                <a:cubicBezTo>
                  <a:pt x="1749603" y="56530"/>
                  <a:pt x="1748254" y="59100"/>
                  <a:pt x="1748254" y="61922"/>
                </a:cubicBezTo>
                <a:cubicBezTo>
                  <a:pt x="1748254" y="65432"/>
                  <a:pt x="1749258" y="68440"/>
                  <a:pt x="1751266" y="70946"/>
                </a:cubicBezTo>
                <a:cubicBezTo>
                  <a:pt x="1753211" y="73517"/>
                  <a:pt x="1757164" y="76244"/>
                  <a:pt x="1763125" y="79126"/>
                </a:cubicBezTo>
                <a:lnTo>
                  <a:pt x="1776868" y="85803"/>
                </a:lnTo>
                <a:cubicBezTo>
                  <a:pt x="1789606" y="92007"/>
                  <a:pt x="1795975" y="100187"/>
                  <a:pt x="1795975" y="110343"/>
                </a:cubicBezTo>
                <a:cubicBezTo>
                  <a:pt x="1795975" y="118177"/>
                  <a:pt x="1793010" y="124492"/>
                  <a:pt x="1787080" y="129288"/>
                </a:cubicBezTo>
                <a:cubicBezTo>
                  <a:pt x="1781150" y="134083"/>
                  <a:pt x="1774514" y="136480"/>
                  <a:pt x="1767173" y="136480"/>
                </a:cubicBezTo>
                <a:cubicBezTo>
                  <a:pt x="1761902" y="136480"/>
                  <a:pt x="1755878" y="135539"/>
                  <a:pt x="1749101" y="133656"/>
                </a:cubicBezTo>
                <a:cubicBezTo>
                  <a:pt x="1747030" y="133029"/>
                  <a:pt x="1745336" y="132715"/>
                  <a:pt x="1744018" y="132715"/>
                </a:cubicBezTo>
                <a:cubicBezTo>
                  <a:pt x="1742575" y="132715"/>
                  <a:pt x="1741445" y="133531"/>
                  <a:pt x="1740630" y="135162"/>
                </a:cubicBezTo>
                <a:lnTo>
                  <a:pt x="1737524" y="135162"/>
                </a:lnTo>
                <a:lnTo>
                  <a:pt x="1737524" y="104290"/>
                </a:lnTo>
                <a:lnTo>
                  <a:pt x="1740630" y="104290"/>
                </a:lnTo>
                <a:cubicBezTo>
                  <a:pt x="1742387" y="113106"/>
                  <a:pt x="1745744" y="119750"/>
                  <a:pt x="1750701" y="124220"/>
                </a:cubicBezTo>
                <a:cubicBezTo>
                  <a:pt x="1755658" y="128691"/>
                  <a:pt x="1761212" y="130927"/>
                  <a:pt x="1767361" y="130927"/>
                </a:cubicBezTo>
                <a:cubicBezTo>
                  <a:pt x="1771691" y="130927"/>
                  <a:pt x="1775220" y="129658"/>
                  <a:pt x="1777950" y="127121"/>
                </a:cubicBezTo>
                <a:cubicBezTo>
                  <a:pt x="1780680" y="124581"/>
                  <a:pt x="1782044" y="121525"/>
                  <a:pt x="1782044" y="117952"/>
                </a:cubicBezTo>
                <a:cubicBezTo>
                  <a:pt x="1782044" y="113627"/>
                  <a:pt x="1780523" y="109991"/>
                  <a:pt x="1777479" y="107046"/>
                </a:cubicBezTo>
                <a:cubicBezTo>
                  <a:pt x="1774436" y="104100"/>
                  <a:pt x="1768365" y="100372"/>
                  <a:pt x="1759266" y="95860"/>
                </a:cubicBezTo>
                <a:cubicBezTo>
                  <a:pt x="1750168" y="91346"/>
                  <a:pt x="1744206" y="87271"/>
                  <a:pt x="1741383" y="83635"/>
                </a:cubicBezTo>
                <a:cubicBezTo>
                  <a:pt x="1738559" y="80062"/>
                  <a:pt x="1737147" y="75549"/>
                  <a:pt x="1737147" y="70096"/>
                </a:cubicBezTo>
                <a:cubicBezTo>
                  <a:pt x="1737147" y="63013"/>
                  <a:pt x="1739579" y="57090"/>
                  <a:pt x="1744442" y="52327"/>
                </a:cubicBezTo>
                <a:cubicBezTo>
                  <a:pt x="1749305" y="47562"/>
                  <a:pt x="1755595" y="45180"/>
                  <a:pt x="1763314" y="45180"/>
                </a:cubicBezTo>
                <a:cubicBezTo>
                  <a:pt x="1766702" y="45180"/>
                  <a:pt x="1770812" y="45901"/>
                  <a:pt x="1775644" y="47344"/>
                </a:cubicBezTo>
                <a:cubicBezTo>
                  <a:pt x="1778844" y="48286"/>
                  <a:pt x="1780978" y="48756"/>
                  <a:pt x="1782044" y="48756"/>
                </a:cubicBezTo>
                <a:cubicBezTo>
                  <a:pt x="1783048" y="48756"/>
                  <a:pt x="1783833" y="48537"/>
                  <a:pt x="1784397" y="48097"/>
                </a:cubicBezTo>
                <a:cubicBezTo>
                  <a:pt x="1784962" y="47658"/>
                  <a:pt x="1785621" y="46686"/>
                  <a:pt x="1786374" y="45180"/>
                </a:cubicBezTo>
                <a:lnTo>
                  <a:pt x="1789480" y="45180"/>
                </a:lnTo>
                <a:close/>
                <a:moveTo>
                  <a:pt x="1833781" y="19201"/>
                </a:moveTo>
                <a:lnTo>
                  <a:pt x="1833781" y="47627"/>
                </a:lnTo>
                <a:lnTo>
                  <a:pt x="1853924" y="47627"/>
                </a:lnTo>
                <a:lnTo>
                  <a:pt x="1853924" y="54216"/>
                </a:lnTo>
                <a:lnTo>
                  <a:pt x="1833781" y="54216"/>
                </a:lnTo>
                <a:lnTo>
                  <a:pt x="1833781" y="110049"/>
                </a:lnTo>
                <a:cubicBezTo>
                  <a:pt x="1833781" y="115628"/>
                  <a:pt x="1834581" y="119389"/>
                  <a:pt x="1836182" y="121332"/>
                </a:cubicBezTo>
                <a:cubicBezTo>
                  <a:pt x="1837782" y="123273"/>
                  <a:pt x="1839837" y="124244"/>
                  <a:pt x="1842347" y="124244"/>
                </a:cubicBezTo>
                <a:cubicBezTo>
                  <a:pt x="1844417" y="124244"/>
                  <a:pt x="1846425" y="123601"/>
                  <a:pt x="1848371" y="122314"/>
                </a:cubicBezTo>
                <a:cubicBezTo>
                  <a:pt x="1850316" y="121028"/>
                  <a:pt x="1851822" y="119130"/>
                  <a:pt x="1852889" y="116620"/>
                </a:cubicBezTo>
                <a:lnTo>
                  <a:pt x="1856559" y="116620"/>
                </a:lnTo>
                <a:cubicBezTo>
                  <a:pt x="1854363" y="122787"/>
                  <a:pt x="1851257" y="127451"/>
                  <a:pt x="1847241" y="130612"/>
                </a:cubicBezTo>
                <a:cubicBezTo>
                  <a:pt x="1843225" y="133771"/>
                  <a:pt x="1839084" y="135351"/>
                  <a:pt x="1834817" y="135351"/>
                </a:cubicBezTo>
                <a:cubicBezTo>
                  <a:pt x="1831930" y="135351"/>
                  <a:pt x="1829107" y="134550"/>
                  <a:pt x="1826346" y="132947"/>
                </a:cubicBezTo>
                <a:cubicBezTo>
                  <a:pt x="1823585" y="131345"/>
                  <a:pt x="1821545" y="129053"/>
                  <a:pt x="1820227" y="126071"/>
                </a:cubicBezTo>
                <a:cubicBezTo>
                  <a:pt x="1818910" y="123086"/>
                  <a:pt x="1818251" y="118484"/>
                  <a:pt x="1818251" y="112264"/>
                </a:cubicBezTo>
                <a:lnTo>
                  <a:pt x="1818251" y="54216"/>
                </a:lnTo>
                <a:lnTo>
                  <a:pt x="1804603" y="54216"/>
                </a:lnTo>
                <a:lnTo>
                  <a:pt x="1804603" y="51109"/>
                </a:lnTo>
                <a:cubicBezTo>
                  <a:pt x="1808054" y="49725"/>
                  <a:pt x="1811584" y="47381"/>
                  <a:pt x="1815192" y="44077"/>
                </a:cubicBezTo>
                <a:cubicBezTo>
                  <a:pt x="1818800" y="40772"/>
                  <a:pt x="1822016" y="36855"/>
                  <a:pt x="1824840" y="32323"/>
                </a:cubicBezTo>
                <a:cubicBezTo>
                  <a:pt x="1826283" y="29932"/>
                  <a:pt x="1828291" y="25559"/>
                  <a:pt x="1830863" y="19201"/>
                </a:cubicBezTo>
                <a:lnTo>
                  <a:pt x="1833781" y="19201"/>
                </a:lnTo>
                <a:close/>
                <a:moveTo>
                  <a:pt x="1918055" y="45180"/>
                </a:moveTo>
                <a:lnTo>
                  <a:pt x="1918055" y="74358"/>
                </a:lnTo>
                <a:lnTo>
                  <a:pt x="1914948" y="74358"/>
                </a:lnTo>
                <a:cubicBezTo>
                  <a:pt x="1912564" y="65206"/>
                  <a:pt x="1909505" y="58982"/>
                  <a:pt x="1905771" y="55683"/>
                </a:cubicBezTo>
                <a:cubicBezTo>
                  <a:pt x="1902038" y="52383"/>
                  <a:pt x="1897284" y="50733"/>
                  <a:pt x="1891512" y="50733"/>
                </a:cubicBezTo>
                <a:cubicBezTo>
                  <a:pt x="1887119" y="50733"/>
                  <a:pt x="1883574" y="51893"/>
                  <a:pt x="1880875" y="54213"/>
                </a:cubicBezTo>
                <a:cubicBezTo>
                  <a:pt x="1878177" y="56530"/>
                  <a:pt x="1876828" y="59100"/>
                  <a:pt x="1876828" y="61922"/>
                </a:cubicBezTo>
                <a:cubicBezTo>
                  <a:pt x="1876828" y="65432"/>
                  <a:pt x="1877832" y="68440"/>
                  <a:pt x="1879840" y="70946"/>
                </a:cubicBezTo>
                <a:cubicBezTo>
                  <a:pt x="1881785" y="73517"/>
                  <a:pt x="1885739" y="76244"/>
                  <a:pt x="1891700" y="79126"/>
                </a:cubicBezTo>
                <a:lnTo>
                  <a:pt x="1905442" y="85803"/>
                </a:lnTo>
                <a:cubicBezTo>
                  <a:pt x="1918180" y="92007"/>
                  <a:pt x="1924549" y="100187"/>
                  <a:pt x="1924549" y="110343"/>
                </a:cubicBezTo>
                <a:cubicBezTo>
                  <a:pt x="1924549" y="118177"/>
                  <a:pt x="1921584" y="124492"/>
                  <a:pt x="1915654" y="129288"/>
                </a:cubicBezTo>
                <a:cubicBezTo>
                  <a:pt x="1909725" y="134083"/>
                  <a:pt x="1903089" y="136480"/>
                  <a:pt x="1895747" y="136480"/>
                </a:cubicBezTo>
                <a:cubicBezTo>
                  <a:pt x="1890476" y="136480"/>
                  <a:pt x="1884452" y="135539"/>
                  <a:pt x="1877675" y="133656"/>
                </a:cubicBezTo>
                <a:cubicBezTo>
                  <a:pt x="1875605" y="133029"/>
                  <a:pt x="1873910" y="132715"/>
                  <a:pt x="1872593" y="132715"/>
                </a:cubicBezTo>
                <a:cubicBezTo>
                  <a:pt x="1871149" y="132715"/>
                  <a:pt x="1870020" y="133531"/>
                  <a:pt x="1869204" y="135162"/>
                </a:cubicBezTo>
                <a:lnTo>
                  <a:pt x="1866098" y="135162"/>
                </a:lnTo>
                <a:lnTo>
                  <a:pt x="1866098" y="104290"/>
                </a:lnTo>
                <a:lnTo>
                  <a:pt x="1869204" y="104290"/>
                </a:lnTo>
                <a:cubicBezTo>
                  <a:pt x="1870961" y="113106"/>
                  <a:pt x="1874318" y="119750"/>
                  <a:pt x="1879275" y="124220"/>
                </a:cubicBezTo>
                <a:cubicBezTo>
                  <a:pt x="1884233" y="128691"/>
                  <a:pt x="1889786" y="130927"/>
                  <a:pt x="1895935" y="130927"/>
                </a:cubicBezTo>
                <a:cubicBezTo>
                  <a:pt x="1900265" y="130927"/>
                  <a:pt x="1903795" y="129658"/>
                  <a:pt x="1906524" y="127121"/>
                </a:cubicBezTo>
                <a:cubicBezTo>
                  <a:pt x="1909254" y="124581"/>
                  <a:pt x="1910619" y="121525"/>
                  <a:pt x="1910619" y="117952"/>
                </a:cubicBezTo>
                <a:cubicBezTo>
                  <a:pt x="1910619" y="113627"/>
                  <a:pt x="1909097" y="109991"/>
                  <a:pt x="1906054" y="107046"/>
                </a:cubicBezTo>
                <a:cubicBezTo>
                  <a:pt x="1903010" y="104100"/>
                  <a:pt x="1896939" y="100372"/>
                  <a:pt x="1887841" y="95860"/>
                </a:cubicBezTo>
                <a:cubicBezTo>
                  <a:pt x="1878742" y="91346"/>
                  <a:pt x="1872781" y="87271"/>
                  <a:pt x="1869957" y="83635"/>
                </a:cubicBezTo>
                <a:cubicBezTo>
                  <a:pt x="1867133" y="80062"/>
                  <a:pt x="1865721" y="75549"/>
                  <a:pt x="1865721" y="70096"/>
                </a:cubicBezTo>
                <a:cubicBezTo>
                  <a:pt x="1865721" y="63013"/>
                  <a:pt x="1868153" y="57090"/>
                  <a:pt x="1873016" y="52327"/>
                </a:cubicBezTo>
                <a:cubicBezTo>
                  <a:pt x="1877879" y="47562"/>
                  <a:pt x="1884170" y="45180"/>
                  <a:pt x="1891888" y="45180"/>
                </a:cubicBezTo>
                <a:cubicBezTo>
                  <a:pt x="1895276" y="45180"/>
                  <a:pt x="1899387" y="45901"/>
                  <a:pt x="1904218" y="47344"/>
                </a:cubicBezTo>
                <a:cubicBezTo>
                  <a:pt x="1907418" y="48286"/>
                  <a:pt x="1909552" y="48756"/>
                  <a:pt x="1910619" y="48756"/>
                </a:cubicBezTo>
                <a:cubicBezTo>
                  <a:pt x="1911623" y="48756"/>
                  <a:pt x="1912407" y="48537"/>
                  <a:pt x="1912972" y="48097"/>
                </a:cubicBezTo>
                <a:cubicBezTo>
                  <a:pt x="1913537" y="47658"/>
                  <a:pt x="1914195" y="46686"/>
                  <a:pt x="1914948" y="45180"/>
                </a:cubicBezTo>
                <a:lnTo>
                  <a:pt x="1918055" y="45180"/>
                </a:lnTo>
                <a:close/>
                <a:moveTo>
                  <a:pt x="2010831" y="0"/>
                </a:moveTo>
                <a:lnTo>
                  <a:pt x="2010831" y="63157"/>
                </a:lnTo>
                <a:cubicBezTo>
                  <a:pt x="2017796" y="55502"/>
                  <a:pt x="2023318" y="50592"/>
                  <a:pt x="2027397" y="48427"/>
                </a:cubicBezTo>
                <a:cubicBezTo>
                  <a:pt x="2031475" y="46262"/>
                  <a:pt x="2035554" y="45180"/>
                  <a:pt x="2039633" y="45180"/>
                </a:cubicBezTo>
                <a:cubicBezTo>
                  <a:pt x="2044527" y="45180"/>
                  <a:pt x="2048731" y="46526"/>
                  <a:pt x="2052245" y="49218"/>
                </a:cubicBezTo>
                <a:cubicBezTo>
                  <a:pt x="2055759" y="51910"/>
                  <a:pt x="2058363" y="56136"/>
                  <a:pt x="2060058" y="61895"/>
                </a:cubicBezTo>
                <a:cubicBezTo>
                  <a:pt x="2061250" y="65904"/>
                  <a:pt x="2061846" y="73230"/>
                  <a:pt x="2061846" y="83873"/>
                </a:cubicBezTo>
                <a:lnTo>
                  <a:pt x="2061846" y="114302"/>
                </a:lnTo>
                <a:cubicBezTo>
                  <a:pt x="2061846" y="119750"/>
                  <a:pt x="2062285" y="123475"/>
                  <a:pt x="2063164" y="125479"/>
                </a:cubicBezTo>
                <a:cubicBezTo>
                  <a:pt x="2063791" y="126981"/>
                  <a:pt x="2064858" y="128171"/>
                  <a:pt x="2066364" y="129047"/>
                </a:cubicBezTo>
                <a:cubicBezTo>
                  <a:pt x="2067870" y="129924"/>
                  <a:pt x="2070631" y="130362"/>
                  <a:pt x="2074647" y="130362"/>
                </a:cubicBezTo>
                <a:lnTo>
                  <a:pt x="2074647" y="133845"/>
                </a:lnTo>
                <a:lnTo>
                  <a:pt x="2032291" y="133845"/>
                </a:lnTo>
                <a:lnTo>
                  <a:pt x="2032291" y="130362"/>
                </a:lnTo>
                <a:lnTo>
                  <a:pt x="2034268" y="130362"/>
                </a:lnTo>
                <a:cubicBezTo>
                  <a:pt x="2038284" y="130362"/>
                  <a:pt x="2041076" y="129750"/>
                  <a:pt x="2042645" y="128527"/>
                </a:cubicBezTo>
                <a:cubicBezTo>
                  <a:pt x="2044213" y="127303"/>
                  <a:pt x="2045311" y="125499"/>
                  <a:pt x="2045939" y="123114"/>
                </a:cubicBezTo>
                <a:cubicBezTo>
                  <a:pt x="2046127" y="122110"/>
                  <a:pt x="2046221" y="119161"/>
                  <a:pt x="2046221" y="114267"/>
                </a:cubicBezTo>
                <a:lnTo>
                  <a:pt x="2046221" y="83771"/>
                </a:lnTo>
                <a:cubicBezTo>
                  <a:pt x="2046221" y="74358"/>
                  <a:pt x="2045735" y="68177"/>
                  <a:pt x="2044762" y="65228"/>
                </a:cubicBezTo>
                <a:cubicBezTo>
                  <a:pt x="2043790" y="62279"/>
                  <a:pt x="2042237" y="60067"/>
                  <a:pt x="2040103" y="58592"/>
                </a:cubicBezTo>
                <a:cubicBezTo>
                  <a:pt x="2037970" y="57118"/>
                  <a:pt x="2035397" y="56380"/>
                  <a:pt x="2032385" y="56380"/>
                </a:cubicBezTo>
                <a:cubicBezTo>
                  <a:pt x="2029310" y="56380"/>
                  <a:pt x="2026110" y="57196"/>
                  <a:pt x="2022784" y="58828"/>
                </a:cubicBezTo>
                <a:cubicBezTo>
                  <a:pt x="2019459" y="60459"/>
                  <a:pt x="2015474" y="63753"/>
                  <a:pt x="2010831" y="68711"/>
                </a:cubicBezTo>
                <a:lnTo>
                  <a:pt x="2010831" y="114267"/>
                </a:lnTo>
                <a:cubicBezTo>
                  <a:pt x="2010831" y="120165"/>
                  <a:pt x="2011160" y="123836"/>
                  <a:pt x="2011819" y="125279"/>
                </a:cubicBezTo>
                <a:cubicBezTo>
                  <a:pt x="2012478" y="126723"/>
                  <a:pt x="2013701" y="127930"/>
                  <a:pt x="2015490" y="128903"/>
                </a:cubicBezTo>
                <a:cubicBezTo>
                  <a:pt x="2017278" y="129876"/>
                  <a:pt x="2020369" y="130362"/>
                  <a:pt x="2024761" y="130362"/>
                </a:cubicBezTo>
                <a:lnTo>
                  <a:pt x="2024761" y="133845"/>
                </a:lnTo>
                <a:lnTo>
                  <a:pt x="1982029" y="133845"/>
                </a:lnTo>
                <a:lnTo>
                  <a:pt x="1982029" y="130362"/>
                </a:lnTo>
                <a:cubicBezTo>
                  <a:pt x="1985856" y="130362"/>
                  <a:pt x="1988868" y="129766"/>
                  <a:pt x="1991065" y="128574"/>
                </a:cubicBezTo>
                <a:cubicBezTo>
                  <a:pt x="1992320" y="127948"/>
                  <a:pt x="1993324" y="126758"/>
                  <a:pt x="1994077" y="125003"/>
                </a:cubicBezTo>
                <a:cubicBezTo>
                  <a:pt x="1994830" y="123246"/>
                  <a:pt x="1995206" y="119671"/>
                  <a:pt x="1995206" y="114279"/>
                </a:cubicBezTo>
                <a:lnTo>
                  <a:pt x="1995206" y="36305"/>
                </a:lnTo>
                <a:cubicBezTo>
                  <a:pt x="1995206" y="26462"/>
                  <a:pt x="1994971" y="20411"/>
                  <a:pt x="1994500" y="18154"/>
                </a:cubicBezTo>
                <a:cubicBezTo>
                  <a:pt x="1994029" y="15895"/>
                  <a:pt x="1993308" y="14359"/>
                  <a:pt x="1992335" y="13545"/>
                </a:cubicBezTo>
                <a:cubicBezTo>
                  <a:pt x="1991363" y="12729"/>
                  <a:pt x="1990061" y="12321"/>
                  <a:pt x="1988429" y="12321"/>
                </a:cubicBezTo>
                <a:cubicBezTo>
                  <a:pt x="1987111" y="12321"/>
                  <a:pt x="1984978" y="12823"/>
                  <a:pt x="1982029" y="13827"/>
                </a:cubicBezTo>
                <a:lnTo>
                  <a:pt x="1980711" y="10533"/>
                </a:lnTo>
                <a:lnTo>
                  <a:pt x="2006501" y="0"/>
                </a:lnTo>
                <a:lnTo>
                  <a:pt x="2010831" y="0"/>
                </a:lnTo>
                <a:close/>
                <a:moveTo>
                  <a:pt x="2130745" y="121420"/>
                </a:moveTo>
                <a:cubicBezTo>
                  <a:pt x="2121897" y="128260"/>
                  <a:pt x="2116344" y="132213"/>
                  <a:pt x="2114085" y="133280"/>
                </a:cubicBezTo>
                <a:cubicBezTo>
                  <a:pt x="2110696" y="134911"/>
                  <a:pt x="2107088" y="135727"/>
                  <a:pt x="2103260" y="135727"/>
                </a:cubicBezTo>
                <a:cubicBezTo>
                  <a:pt x="2097299" y="135727"/>
                  <a:pt x="2092389" y="133688"/>
                  <a:pt x="2088530" y="129609"/>
                </a:cubicBezTo>
                <a:cubicBezTo>
                  <a:pt x="2084671" y="125530"/>
                  <a:pt x="2082741" y="120165"/>
                  <a:pt x="2082741" y="113514"/>
                </a:cubicBezTo>
                <a:cubicBezTo>
                  <a:pt x="2082741" y="109310"/>
                  <a:pt x="2083683" y="105670"/>
                  <a:pt x="2085565" y="102595"/>
                </a:cubicBezTo>
                <a:cubicBezTo>
                  <a:pt x="2088138" y="98328"/>
                  <a:pt x="2092609" y="94312"/>
                  <a:pt x="2098978" y="90547"/>
                </a:cubicBezTo>
                <a:cubicBezTo>
                  <a:pt x="2105347" y="86783"/>
                  <a:pt x="2115936" y="82202"/>
                  <a:pt x="2130745" y="76805"/>
                </a:cubicBezTo>
                <a:lnTo>
                  <a:pt x="2130745" y="73417"/>
                </a:lnTo>
                <a:cubicBezTo>
                  <a:pt x="2130745" y="64820"/>
                  <a:pt x="2129380" y="58922"/>
                  <a:pt x="2126650" y="55722"/>
                </a:cubicBezTo>
                <a:cubicBezTo>
                  <a:pt x="2123921" y="52521"/>
                  <a:pt x="2119952" y="50921"/>
                  <a:pt x="2114744" y="50921"/>
                </a:cubicBezTo>
                <a:cubicBezTo>
                  <a:pt x="2110790" y="50921"/>
                  <a:pt x="2107653" y="51984"/>
                  <a:pt x="2105331" y="54110"/>
                </a:cubicBezTo>
                <a:cubicBezTo>
                  <a:pt x="2102947" y="56235"/>
                  <a:pt x="2101754" y="58674"/>
                  <a:pt x="2101754" y="61425"/>
                </a:cubicBezTo>
                <a:lnTo>
                  <a:pt x="2101943" y="66863"/>
                </a:lnTo>
                <a:cubicBezTo>
                  <a:pt x="2101943" y="69738"/>
                  <a:pt x="2101205" y="71957"/>
                  <a:pt x="2099731" y="73520"/>
                </a:cubicBezTo>
                <a:cubicBezTo>
                  <a:pt x="2098256" y="75083"/>
                  <a:pt x="2096327" y="75864"/>
                  <a:pt x="2093942" y="75864"/>
                </a:cubicBezTo>
                <a:cubicBezTo>
                  <a:pt x="2091620" y="75864"/>
                  <a:pt x="2089722" y="75051"/>
                  <a:pt x="2088248" y="73426"/>
                </a:cubicBezTo>
                <a:cubicBezTo>
                  <a:pt x="2086773" y="71798"/>
                  <a:pt x="2086036" y="69576"/>
                  <a:pt x="2086036" y="66761"/>
                </a:cubicBezTo>
                <a:cubicBezTo>
                  <a:pt x="2086036" y="61382"/>
                  <a:pt x="2088797" y="56440"/>
                  <a:pt x="2094319" y="51936"/>
                </a:cubicBezTo>
                <a:cubicBezTo>
                  <a:pt x="2099841" y="47432"/>
                  <a:pt x="2107590" y="45180"/>
                  <a:pt x="2117567" y="45180"/>
                </a:cubicBezTo>
                <a:cubicBezTo>
                  <a:pt x="2125223" y="45180"/>
                  <a:pt x="2131498" y="46464"/>
                  <a:pt x="2136392" y="49033"/>
                </a:cubicBezTo>
                <a:cubicBezTo>
                  <a:pt x="2140094" y="50976"/>
                  <a:pt x="2142824" y="54017"/>
                  <a:pt x="2144581" y="58154"/>
                </a:cubicBezTo>
                <a:cubicBezTo>
                  <a:pt x="2145710" y="60848"/>
                  <a:pt x="2146275" y="66363"/>
                  <a:pt x="2146275" y="74699"/>
                </a:cubicBezTo>
                <a:lnTo>
                  <a:pt x="2146275" y="103937"/>
                </a:lnTo>
                <a:cubicBezTo>
                  <a:pt x="2146275" y="112147"/>
                  <a:pt x="2146432" y="117177"/>
                  <a:pt x="2146746" y="119026"/>
                </a:cubicBezTo>
                <a:cubicBezTo>
                  <a:pt x="2147059" y="120875"/>
                  <a:pt x="2147577" y="122113"/>
                  <a:pt x="2148299" y="122741"/>
                </a:cubicBezTo>
                <a:cubicBezTo>
                  <a:pt x="2149020" y="123366"/>
                  <a:pt x="2149852" y="123679"/>
                  <a:pt x="2150793" y="123679"/>
                </a:cubicBezTo>
                <a:cubicBezTo>
                  <a:pt x="2151797" y="123679"/>
                  <a:pt x="2152676" y="123460"/>
                  <a:pt x="2153429" y="123020"/>
                </a:cubicBezTo>
                <a:cubicBezTo>
                  <a:pt x="2154746" y="122205"/>
                  <a:pt x="2157288" y="119914"/>
                  <a:pt x="2161053" y="116149"/>
                </a:cubicBezTo>
                <a:lnTo>
                  <a:pt x="2161053" y="121420"/>
                </a:lnTo>
                <a:cubicBezTo>
                  <a:pt x="2154025" y="130833"/>
                  <a:pt x="2147310" y="135539"/>
                  <a:pt x="2140910" y="135539"/>
                </a:cubicBezTo>
                <a:cubicBezTo>
                  <a:pt x="2137835" y="135539"/>
                  <a:pt x="2135388" y="134472"/>
                  <a:pt x="2133568" y="132339"/>
                </a:cubicBezTo>
                <a:cubicBezTo>
                  <a:pt x="2131749" y="130205"/>
                  <a:pt x="2130807" y="126566"/>
                  <a:pt x="2130745" y="121420"/>
                </a:cubicBezTo>
                <a:moveTo>
                  <a:pt x="2130745" y="115249"/>
                </a:moveTo>
                <a:lnTo>
                  <a:pt x="2130745" y="82547"/>
                </a:lnTo>
                <a:cubicBezTo>
                  <a:pt x="2121269" y="86294"/>
                  <a:pt x="2115151" y="88949"/>
                  <a:pt x="2112390" y="90512"/>
                </a:cubicBezTo>
                <a:cubicBezTo>
                  <a:pt x="2107433" y="93261"/>
                  <a:pt x="2103888" y="96135"/>
                  <a:pt x="2101754" y="99133"/>
                </a:cubicBezTo>
                <a:cubicBezTo>
                  <a:pt x="2099621" y="102132"/>
                  <a:pt x="2098554" y="105411"/>
                  <a:pt x="2098554" y="108972"/>
                </a:cubicBezTo>
                <a:cubicBezTo>
                  <a:pt x="2098554" y="113471"/>
                  <a:pt x="2099903" y="117203"/>
                  <a:pt x="2102601" y="120170"/>
                </a:cubicBezTo>
                <a:cubicBezTo>
                  <a:pt x="2105300" y="123137"/>
                  <a:pt x="2108406" y="124620"/>
                  <a:pt x="2111920" y="124620"/>
                </a:cubicBezTo>
                <a:cubicBezTo>
                  <a:pt x="2116689" y="124620"/>
                  <a:pt x="2122964" y="121497"/>
                  <a:pt x="2130745" y="115249"/>
                </a:cubicBezTo>
                <a:close/>
                <a:moveTo>
                  <a:pt x="2163058" y="47627"/>
                </a:moveTo>
                <a:lnTo>
                  <a:pt x="2203625" y="47627"/>
                </a:lnTo>
                <a:lnTo>
                  <a:pt x="2203625" y="51109"/>
                </a:lnTo>
                <a:lnTo>
                  <a:pt x="2200990" y="51109"/>
                </a:lnTo>
                <a:cubicBezTo>
                  <a:pt x="2198542" y="51109"/>
                  <a:pt x="2196676" y="51706"/>
                  <a:pt x="2195389" y="52898"/>
                </a:cubicBezTo>
                <a:cubicBezTo>
                  <a:pt x="2194103" y="54090"/>
                  <a:pt x="2193460" y="55690"/>
                  <a:pt x="2193460" y="57698"/>
                </a:cubicBezTo>
                <a:cubicBezTo>
                  <a:pt x="2193460" y="59894"/>
                  <a:pt x="2194119" y="62498"/>
                  <a:pt x="2195436" y="65510"/>
                </a:cubicBezTo>
                <a:lnTo>
                  <a:pt x="2215485" y="113137"/>
                </a:lnTo>
                <a:lnTo>
                  <a:pt x="2235627" y="63722"/>
                </a:lnTo>
                <a:cubicBezTo>
                  <a:pt x="2237071" y="60208"/>
                  <a:pt x="2237792" y="57541"/>
                  <a:pt x="2237792" y="55722"/>
                </a:cubicBezTo>
                <a:cubicBezTo>
                  <a:pt x="2237792" y="54843"/>
                  <a:pt x="2237541" y="54121"/>
                  <a:pt x="2237039" y="53557"/>
                </a:cubicBezTo>
                <a:cubicBezTo>
                  <a:pt x="2236349" y="52615"/>
                  <a:pt x="2235470" y="51972"/>
                  <a:pt x="2234404" y="51627"/>
                </a:cubicBezTo>
                <a:cubicBezTo>
                  <a:pt x="2233337" y="51282"/>
                  <a:pt x="2231172" y="51109"/>
                  <a:pt x="2227909" y="51109"/>
                </a:cubicBezTo>
                <a:lnTo>
                  <a:pt x="2227909" y="47627"/>
                </a:lnTo>
                <a:lnTo>
                  <a:pt x="2256052" y="47627"/>
                </a:lnTo>
                <a:lnTo>
                  <a:pt x="2256052" y="51109"/>
                </a:lnTo>
                <a:cubicBezTo>
                  <a:pt x="2252789" y="51360"/>
                  <a:pt x="2250530" y="52019"/>
                  <a:pt x="2249275" y="53086"/>
                </a:cubicBezTo>
                <a:cubicBezTo>
                  <a:pt x="2247079" y="54969"/>
                  <a:pt x="2245103" y="58106"/>
                  <a:pt x="2243346" y="62498"/>
                </a:cubicBezTo>
                <a:lnTo>
                  <a:pt x="2212755" y="136480"/>
                </a:lnTo>
                <a:lnTo>
                  <a:pt x="2208896" y="136480"/>
                </a:lnTo>
                <a:lnTo>
                  <a:pt x="2178117" y="63722"/>
                </a:lnTo>
                <a:cubicBezTo>
                  <a:pt x="2176737" y="60334"/>
                  <a:pt x="2175419" y="57902"/>
                  <a:pt x="2174164" y="56427"/>
                </a:cubicBezTo>
                <a:cubicBezTo>
                  <a:pt x="2172909" y="54953"/>
                  <a:pt x="2171309" y="53714"/>
                  <a:pt x="2169364" y="52710"/>
                </a:cubicBezTo>
                <a:cubicBezTo>
                  <a:pt x="2168297" y="52145"/>
                  <a:pt x="2166195" y="51611"/>
                  <a:pt x="2163058" y="51109"/>
                </a:cubicBezTo>
                <a:lnTo>
                  <a:pt x="2163058" y="47627"/>
                </a:lnTo>
                <a:close/>
                <a:moveTo>
                  <a:pt x="2278361" y="80194"/>
                </a:moveTo>
                <a:cubicBezTo>
                  <a:pt x="2278298" y="92965"/>
                  <a:pt x="2281404" y="102983"/>
                  <a:pt x="2287679" y="110246"/>
                </a:cubicBezTo>
                <a:cubicBezTo>
                  <a:pt x="2293954" y="117507"/>
                  <a:pt x="2301327" y="121138"/>
                  <a:pt x="2309798" y="121138"/>
                </a:cubicBezTo>
                <a:cubicBezTo>
                  <a:pt x="2315446" y="121138"/>
                  <a:pt x="2320356" y="119585"/>
                  <a:pt x="2324529" y="116479"/>
                </a:cubicBezTo>
                <a:cubicBezTo>
                  <a:pt x="2328701" y="113373"/>
                  <a:pt x="2332200" y="108055"/>
                  <a:pt x="2335023" y="100525"/>
                </a:cubicBezTo>
                <a:lnTo>
                  <a:pt x="2337941" y="102407"/>
                </a:lnTo>
                <a:cubicBezTo>
                  <a:pt x="2336623" y="111004"/>
                  <a:pt x="2332796" y="118832"/>
                  <a:pt x="2326458" y="125891"/>
                </a:cubicBezTo>
                <a:cubicBezTo>
                  <a:pt x="2320120" y="132950"/>
                  <a:pt x="2312183" y="136480"/>
                  <a:pt x="2302645" y="136480"/>
                </a:cubicBezTo>
                <a:cubicBezTo>
                  <a:pt x="2292291" y="136480"/>
                  <a:pt x="2283428" y="132457"/>
                  <a:pt x="2276055" y="124412"/>
                </a:cubicBezTo>
                <a:cubicBezTo>
                  <a:pt x="2268681" y="116364"/>
                  <a:pt x="2264995" y="105546"/>
                  <a:pt x="2264995" y="91956"/>
                </a:cubicBezTo>
                <a:cubicBezTo>
                  <a:pt x="2264995" y="77242"/>
                  <a:pt x="2268776" y="65767"/>
                  <a:pt x="2276337" y="57533"/>
                </a:cubicBezTo>
                <a:cubicBezTo>
                  <a:pt x="2283898" y="49298"/>
                  <a:pt x="2293389" y="45180"/>
                  <a:pt x="2304810" y="45180"/>
                </a:cubicBezTo>
                <a:cubicBezTo>
                  <a:pt x="2314473" y="45180"/>
                  <a:pt x="2322411" y="48356"/>
                  <a:pt x="2328623" y="54710"/>
                </a:cubicBezTo>
                <a:cubicBezTo>
                  <a:pt x="2334835" y="61061"/>
                  <a:pt x="2337941" y="69556"/>
                  <a:pt x="2337941" y="80194"/>
                </a:cubicBezTo>
                <a:lnTo>
                  <a:pt x="2278361" y="80194"/>
                </a:lnTo>
                <a:moveTo>
                  <a:pt x="2278361" y="74735"/>
                </a:moveTo>
                <a:lnTo>
                  <a:pt x="2318269" y="74735"/>
                </a:lnTo>
                <a:cubicBezTo>
                  <a:pt x="2317956" y="69213"/>
                  <a:pt x="2317297" y="65322"/>
                  <a:pt x="2316293" y="63063"/>
                </a:cubicBezTo>
                <a:cubicBezTo>
                  <a:pt x="2314724" y="59549"/>
                  <a:pt x="2312387" y="56788"/>
                  <a:pt x="2309280" y="54780"/>
                </a:cubicBezTo>
                <a:cubicBezTo>
                  <a:pt x="2306174" y="52772"/>
                  <a:pt x="2302927" y="51768"/>
                  <a:pt x="2299539" y="51768"/>
                </a:cubicBezTo>
                <a:cubicBezTo>
                  <a:pt x="2294330" y="51768"/>
                  <a:pt x="2289671" y="53792"/>
                  <a:pt x="2285561" y="57839"/>
                </a:cubicBezTo>
                <a:cubicBezTo>
                  <a:pt x="2281451" y="61887"/>
                  <a:pt x="2279051" y="67518"/>
                  <a:pt x="2278361" y="74735"/>
                </a:cubicBezTo>
                <a:close/>
                <a:moveTo>
                  <a:pt x="2446496" y="121420"/>
                </a:moveTo>
                <a:cubicBezTo>
                  <a:pt x="2437648" y="128260"/>
                  <a:pt x="2432095" y="132213"/>
                  <a:pt x="2429836" y="133280"/>
                </a:cubicBezTo>
                <a:cubicBezTo>
                  <a:pt x="2426447" y="134911"/>
                  <a:pt x="2422839" y="135727"/>
                  <a:pt x="2419011" y="135727"/>
                </a:cubicBezTo>
                <a:cubicBezTo>
                  <a:pt x="2413050" y="135727"/>
                  <a:pt x="2408140" y="133688"/>
                  <a:pt x="2404281" y="129609"/>
                </a:cubicBezTo>
                <a:cubicBezTo>
                  <a:pt x="2400422" y="125530"/>
                  <a:pt x="2398492" y="120165"/>
                  <a:pt x="2398492" y="113514"/>
                </a:cubicBezTo>
                <a:cubicBezTo>
                  <a:pt x="2398492" y="109310"/>
                  <a:pt x="2399433" y="105670"/>
                  <a:pt x="2401316" y="102595"/>
                </a:cubicBezTo>
                <a:cubicBezTo>
                  <a:pt x="2403889" y="98328"/>
                  <a:pt x="2408360" y="94312"/>
                  <a:pt x="2414729" y="90547"/>
                </a:cubicBezTo>
                <a:cubicBezTo>
                  <a:pt x="2421098" y="86783"/>
                  <a:pt x="2431687" y="82202"/>
                  <a:pt x="2446496" y="76805"/>
                </a:cubicBezTo>
                <a:lnTo>
                  <a:pt x="2446496" y="73417"/>
                </a:lnTo>
                <a:cubicBezTo>
                  <a:pt x="2446496" y="64820"/>
                  <a:pt x="2445131" y="58922"/>
                  <a:pt x="2442401" y="55722"/>
                </a:cubicBezTo>
                <a:cubicBezTo>
                  <a:pt x="2439672" y="52521"/>
                  <a:pt x="2435703" y="50921"/>
                  <a:pt x="2430494" y="50921"/>
                </a:cubicBezTo>
                <a:cubicBezTo>
                  <a:pt x="2426541" y="50921"/>
                  <a:pt x="2423404" y="51984"/>
                  <a:pt x="2421082" y="54110"/>
                </a:cubicBezTo>
                <a:cubicBezTo>
                  <a:pt x="2418697" y="56235"/>
                  <a:pt x="2417505" y="58674"/>
                  <a:pt x="2417505" y="61425"/>
                </a:cubicBezTo>
                <a:lnTo>
                  <a:pt x="2417694" y="66863"/>
                </a:lnTo>
                <a:cubicBezTo>
                  <a:pt x="2417694" y="69738"/>
                  <a:pt x="2416956" y="71957"/>
                  <a:pt x="2415482" y="73520"/>
                </a:cubicBezTo>
                <a:cubicBezTo>
                  <a:pt x="2414007" y="75083"/>
                  <a:pt x="2412077" y="75864"/>
                  <a:pt x="2409693" y="75864"/>
                </a:cubicBezTo>
                <a:cubicBezTo>
                  <a:pt x="2407371" y="75864"/>
                  <a:pt x="2405473" y="75051"/>
                  <a:pt x="2403998" y="73426"/>
                </a:cubicBezTo>
                <a:cubicBezTo>
                  <a:pt x="2402524" y="71798"/>
                  <a:pt x="2401787" y="69576"/>
                  <a:pt x="2401787" y="66761"/>
                </a:cubicBezTo>
                <a:cubicBezTo>
                  <a:pt x="2401787" y="61382"/>
                  <a:pt x="2404547" y="56440"/>
                  <a:pt x="2410069" y="51936"/>
                </a:cubicBezTo>
                <a:cubicBezTo>
                  <a:pt x="2415591" y="47432"/>
                  <a:pt x="2423341" y="45180"/>
                  <a:pt x="2433318" y="45180"/>
                </a:cubicBezTo>
                <a:cubicBezTo>
                  <a:pt x="2440974" y="45180"/>
                  <a:pt x="2447249" y="46464"/>
                  <a:pt x="2452143" y="49033"/>
                </a:cubicBezTo>
                <a:cubicBezTo>
                  <a:pt x="2455845" y="50976"/>
                  <a:pt x="2458575" y="54017"/>
                  <a:pt x="2460332" y="58154"/>
                </a:cubicBezTo>
                <a:cubicBezTo>
                  <a:pt x="2461461" y="60848"/>
                  <a:pt x="2462026" y="66363"/>
                  <a:pt x="2462026" y="74699"/>
                </a:cubicBezTo>
                <a:lnTo>
                  <a:pt x="2462026" y="103937"/>
                </a:lnTo>
                <a:cubicBezTo>
                  <a:pt x="2462026" y="112147"/>
                  <a:pt x="2462183" y="117177"/>
                  <a:pt x="2462497" y="119026"/>
                </a:cubicBezTo>
                <a:cubicBezTo>
                  <a:pt x="2462810" y="120875"/>
                  <a:pt x="2463328" y="122113"/>
                  <a:pt x="2464050" y="122741"/>
                </a:cubicBezTo>
                <a:cubicBezTo>
                  <a:pt x="2464771" y="123366"/>
                  <a:pt x="2465603" y="123679"/>
                  <a:pt x="2466544" y="123679"/>
                </a:cubicBezTo>
                <a:cubicBezTo>
                  <a:pt x="2467548" y="123679"/>
                  <a:pt x="2468426" y="123460"/>
                  <a:pt x="2469179" y="123020"/>
                </a:cubicBezTo>
                <a:cubicBezTo>
                  <a:pt x="2470497" y="122205"/>
                  <a:pt x="2473039" y="119914"/>
                  <a:pt x="2476804" y="116149"/>
                </a:cubicBezTo>
                <a:lnTo>
                  <a:pt x="2476804" y="121420"/>
                </a:lnTo>
                <a:cubicBezTo>
                  <a:pt x="2469776" y="130833"/>
                  <a:pt x="2463061" y="135539"/>
                  <a:pt x="2456661" y="135539"/>
                </a:cubicBezTo>
                <a:cubicBezTo>
                  <a:pt x="2453586" y="135539"/>
                  <a:pt x="2451139" y="134472"/>
                  <a:pt x="2449319" y="132339"/>
                </a:cubicBezTo>
                <a:cubicBezTo>
                  <a:pt x="2447500" y="130205"/>
                  <a:pt x="2446558" y="126566"/>
                  <a:pt x="2446496" y="121420"/>
                </a:cubicBezTo>
                <a:moveTo>
                  <a:pt x="2446496" y="115249"/>
                </a:moveTo>
                <a:lnTo>
                  <a:pt x="2446496" y="82547"/>
                </a:lnTo>
                <a:cubicBezTo>
                  <a:pt x="2437020" y="86294"/>
                  <a:pt x="2430902" y="88949"/>
                  <a:pt x="2428141" y="90512"/>
                </a:cubicBezTo>
                <a:cubicBezTo>
                  <a:pt x="2423184" y="93261"/>
                  <a:pt x="2419639" y="96135"/>
                  <a:pt x="2417505" y="99133"/>
                </a:cubicBezTo>
                <a:cubicBezTo>
                  <a:pt x="2415372" y="102132"/>
                  <a:pt x="2414305" y="105411"/>
                  <a:pt x="2414305" y="108972"/>
                </a:cubicBezTo>
                <a:cubicBezTo>
                  <a:pt x="2414305" y="113471"/>
                  <a:pt x="2415654" y="117203"/>
                  <a:pt x="2418352" y="120170"/>
                </a:cubicBezTo>
                <a:cubicBezTo>
                  <a:pt x="2421051" y="123137"/>
                  <a:pt x="2424157" y="124620"/>
                  <a:pt x="2427671" y="124620"/>
                </a:cubicBezTo>
                <a:cubicBezTo>
                  <a:pt x="2432440" y="124620"/>
                  <a:pt x="2438715" y="121497"/>
                  <a:pt x="2446496" y="115249"/>
                </a:cubicBezTo>
                <a:close/>
                <a:moveTo>
                  <a:pt x="2544132" y="124150"/>
                </a:moveTo>
                <a:cubicBezTo>
                  <a:pt x="2539927" y="128542"/>
                  <a:pt x="2535817" y="131695"/>
                  <a:pt x="2531801" y="133609"/>
                </a:cubicBezTo>
                <a:cubicBezTo>
                  <a:pt x="2527785" y="135523"/>
                  <a:pt x="2523456" y="136480"/>
                  <a:pt x="2518812" y="136480"/>
                </a:cubicBezTo>
                <a:cubicBezTo>
                  <a:pt x="2509400" y="136480"/>
                  <a:pt x="2501180" y="132551"/>
                  <a:pt x="2494152" y="124694"/>
                </a:cubicBezTo>
                <a:cubicBezTo>
                  <a:pt x="2487124" y="116835"/>
                  <a:pt x="2483610" y="106736"/>
                  <a:pt x="2483610" y="94398"/>
                </a:cubicBezTo>
                <a:cubicBezTo>
                  <a:pt x="2483610" y="82062"/>
                  <a:pt x="2487500" y="70775"/>
                  <a:pt x="2495281" y="60537"/>
                </a:cubicBezTo>
                <a:cubicBezTo>
                  <a:pt x="2503062" y="50299"/>
                  <a:pt x="2513071" y="45180"/>
                  <a:pt x="2525307" y="45180"/>
                </a:cubicBezTo>
                <a:cubicBezTo>
                  <a:pt x="2532899" y="45180"/>
                  <a:pt x="2539174" y="47595"/>
                  <a:pt x="2544132" y="52427"/>
                </a:cubicBezTo>
                <a:lnTo>
                  <a:pt x="2544132" y="36485"/>
                </a:lnTo>
                <a:cubicBezTo>
                  <a:pt x="2544132" y="26592"/>
                  <a:pt x="2543896" y="20511"/>
                  <a:pt x="2543426" y="18242"/>
                </a:cubicBezTo>
                <a:cubicBezTo>
                  <a:pt x="2542955" y="15974"/>
                  <a:pt x="2542218" y="14430"/>
                  <a:pt x="2541214" y="13613"/>
                </a:cubicBezTo>
                <a:cubicBezTo>
                  <a:pt x="2540210" y="12793"/>
                  <a:pt x="2538955" y="12383"/>
                  <a:pt x="2537449" y="12383"/>
                </a:cubicBezTo>
                <a:cubicBezTo>
                  <a:pt x="2535817" y="12383"/>
                  <a:pt x="2533652" y="12887"/>
                  <a:pt x="2530954" y="13895"/>
                </a:cubicBezTo>
                <a:lnTo>
                  <a:pt x="2529731" y="10586"/>
                </a:lnTo>
                <a:lnTo>
                  <a:pt x="2555426" y="0"/>
                </a:lnTo>
                <a:lnTo>
                  <a:pt x="2559662" y="0"/>
                </a:lnTo>
                <a:lnTo>
                  <a:pt x="2559662" y="99678"/>
                </a:lnTo>
                <a:cubicBezTo>
                  <a:pt x="2559662" y="109780"/>
                  <a:pt x="2559897" y="115945"/>
                  <a:pt x="2560368" y="118173"/>
                </a:cubicBezTo>
                <a:cubicBezTo>
                  <a:pt x="2560839" y="120401"/>
                  <a:pt x="2561592" y="121954"/>
                  <a:pt x="2562627" y="122832"/>
                </a:cubicBezTo>
                <a:cubicBezTo>
                  <a:pt x="2563662" y="123711"/>
                  <a:pt x="2564870" y="124150"/>
                  <a:pt x="2566251" y="124150"/>
                </a:cubicBezTo>
                <a:cubicBezTo>
                  <a:pt x="2567945" y="124150"/>
                  <a:pt x="2570204" y="123616"/>
                  <a:pt x="2573028" y="122550"/>
                </a:cubicBezTo>
                <a:lnTo>
                  <a:pt x="2574063" y="125844"/>
                </a:lnTo>
                <a:lnTo>
                  <a:pt x="2548461" y="136480"/>
                </a:lnTo>
                <a:lnTo>
                  <a:pt x="2544132" y="136480"/>
                </a:lnTo>
                <a:lnTo>
                  <a:pt x="2544132" y="124150"/>
                </a:lnTo>
                <a:moveTo>
                  <a:pt x="2544132" y="117582"/>
                </a:moveTo>
                <a:lnTo>
                  <a:pt x="2544132" y="73267"/>
                </a:lnTo>
                <a:cubicBezTo>
                  <a:pt x="2543755" y="69010"/>
                  <a:pt x="2542626" y="65129"/>
                  <a:pt x="2540743" y="61625"/>
                </a:cubicBezTo>
                <a:cubicBezTo>
                  <a:pt x="2538861" y="58119"/>
                  <a:pt x="2536366" y="55474"/>
                  <a:pt x="2533260" y="53692"/>
                </a:cubicBezTo>
                <a:cubicBezTo>
                  <a:pt x="2530154" y="51908"/>
                  <a:pt x="2527126" y="51015"/>
                  <a:pt x="2524177" y="51015"/>
                </a:cubicBezTo>
                <a:cubicBezTo>
                  <a:pt x="2518655" y="51015"/>
                  <a:pt x="2513729" y="53488"/>
                  <a:pt x="2509400" y="58433"/>
                </a:cubicBezTo>
                <a:cubicBezTo>
                  <a:pt x="2503690" y="64942"/>
                  <a:pt x="2500834" y="74455"/>
                  <a:pt x="2500834" y="86974"/>
                </a:cubicBezTo>
                <a:cubicBezTo>
                  <a:pt x="2500834" y="99618"/>
                  <a:pt x="2503595" y="109305"/>
                  <a:pt x="2509117" y="116035"/>
                </a:cubicBezTo>
                <a:cubicBezTo>
                  <a:pt x="2514639" y="122762"/>
                  <a:pt x="2520789" y="126126"/>
                  <a:pt x="2527566" y="126126"/>
                </a:cubicBezTo>
                <a:cubicBezTo>
                  <a:pt x="2533276" y="126126"/>
                  <a:pt x="2538798" y="123278"/>
                  <a:pt x="2544132" y="117582"/>
                </a:cubicBezTo>
                <a:close/>
                <a:moveTo>
                  <a:pt x="2621784" y="45180"/>
                </a:moveTo>
                <a:cubicBezTo>
                  <a:pt x="2634836" y="45180"/>
                  <a:pt x="2645315" y="50132"/>
                  <a:pt x="2653221" y="60037"/>
                </a:cubicBezTo>
                <a:cubicBezTo>
                  <a:pt x="2659935" y="68498"/>
                  <a:pt x="2663292" y="78214"/>
                  <a:pt x="2663292" y="89186"/>
                </a:cubicBezTo>
                <a:cubicBezTo>
                  <a:pt x="2663292" y="96896"/>
                  <a:pt x="2661441" y="104700"/>
                  <a:pt x="2657739" y="112599"/>
                </a:cubicBezTo>
                <a:cubicBezTo>
                  <a:pt x="2654037" y="120496"/>
                  <a:pt x="2648939" y="126450"/>
                  <a:pt x="2642444" y="130462"/>
                </a:cubicBezTo>
                <a:cubicBezTo>
                  <a:pt x="2635949" y="134474"/>
                  <a:pt x="2628718" y="136480"/>
                  <a:pt x="2620748" y="136480"/>
                </a:cubicBezTo>
                <a:cubicBezTo>
                  <a:pt x="2607759" y="136480"/>
                  <a:pt x="2597437" y="131308"/>
                  <a:pt x="2589781" y="120964"/>
                </a:cubicBezTo>
                <a:cubicBezTo>
                  <a:pt x="2583318" y="112252"/>
                  <a:pt x="2580087" y="102474"/>
                  <a:pt x="2580087" y="91630"/>
                </a:cubicBezTo>
                <a:cubicBezTo>
                  <a:pt x="2580087" y="83731"/>
                  <a:pt x="2582048" y="75880"/>
                  <a:pt x="2585969" y="68075"/>
                </a:cubicBezTo>
                <a:cubicBezTo>
                  <a:pt x="2589891" y="60271"/>
                  <a:pt x="2595052" y="54504"/>
                  <a:pt x="2601453" y="50774"/>
                </a:cubicBezTo>
                <a:cubicBezTo>
                  <a:pt x="2607853" y="47044"/>
                  <a:pt x="2614630" y="45180"/>
                  <a:pt x="2621784" y="45180"/>
                </a:cubicBezTo>
                <a:moveTo>
                  <a:pt x="2618866" y="51392"/>
                </a:moveTo>
                <a:cubicBezTo>
                  <a:pt x="2615540" y="51392"/>
                  <a:pt x="2612199" y="52379"/>
                  <a:pt x="2608842" y="54354"/>
                </a:cubicBezTo>
                <a:cubicBezTo>
                  <a:pt x="2605485" y="56328"/>
                  <a:pt x="2602771" y="59791"/>
                  <a:pt x="2600700" y="64743"/>
                </a:cubicBezTo>
                <a:cubicBezTo>
                  <a:pt x="2598629" y="69694"/>
                  <a:pt x="2597594" y="76055"/>
                  <a:pt x="2597594" y="83826"/>
                </a:cubicBezTo>
                <a:cubicBezTo>
                  <a:pt x="2597594" y="96361"/>
                  <a:pt x="2600088" y="107172"/>
                  <a:pt x="2605077" y="116261"/>
                </a:cubicBezTo>
                <a:cubicBezTo>
                  <a:pt x="2610065" y="125348"/>
                  <a:pt x="2616638" y="129891"/>
                  <a:pt x="2624796" y="129891"/>
                </a:cubicBezTo>
                <a:cubicBezTo>
                  <a:pt x="2630882" y="129891"/>
                  <a:pt x="2635902" y="127384"/>
                  <a:pt x="2639856" y="122370"/>
                </a:cubicBezTo>
                <a:cubicBezTo>
                  <a:pt x="2643809" y="117356"/>
                  <a:pt x="2645785" y="108739"/>
                  <a:pt x="2645785" y="96518"/>
                </a:cubicBezTo>
                <a:cubicBezTo>
                  <a:pt x="2645785" y="81225"/>
                  <a:pt x="2642491" y="69191"/>
                  <a:pt x="2635902" y="60416"/>
                </a:cubicBezTo>
                <a:cubicBezTo>
                  <a:pt x="2631447" y="54400"/>
                  <a:pt x="2625768" y="51392"/>
                  <a:pt x="2618866" y="51392"/>
                </a:cubicBezTo>
                <a:close/>
                <a:moveTo>
                  <a:pt x="2669787" y="56107"/>
                </a:moveTo>
                <a:lnTo>
                  <a:pt x="2696330" y="45368"/>
                </a:lnTo>
                <a:lnTo>
                  <a:pt x="2699907" y="45368"/>
                </a:lnTo>
                <a:lnTo>
                  <a:pt x="2699907" y="65510"/>
                </a:lnTo>
                <a:cubicBezTo>
                  <a:pt x="2704362" y="57918"/>
                  <a:pt x="2708833" y="52631"/>
                  <a:pt x="2713320" y="49651"/>
                </a:cubicBezTo>
                <a:cubicBezTo>
                  <a:pt x="2717806" y="46670"/>
                  <a:pt x="2722528" y="45180"/>
                  <a:pt x="2727485" y="45180"/>
                </a:cubicBezTo>
                <a:cubicBezTo>
                  <a:pt x="2736145" y="45180"/>
                  <a:pt x="2743361" y="48564"/>
                  <a:pt x="2749134" y="55333"/>
                </a:cubicBezTo>
                <a:cubicBezTo>
                  <a:pt x="2756224" y="63608"/>
                  <a:pt x="2759770" y="74390"/>
                  <a:pt x="2759770" y="87680"/>
                </a:cubicBezTo>
                <a:cubicBezTo>
                  <a:pt x="2759770" y="102536"/>
                  <a:pt x="2755503" y="114822"/>
                  <a:pt x="2746969" y="124538"/>
                </a:cubicBezTo>
                <a:cubicBezTo>
                  <a:pt x="2739941" y="132499"/>
                  <a:pt x="2731093" y="136480"/>
                  <a:pt x="2720426" y="136480"/>
                </a:cubicBezTo>
                <a:cubicBezTo>
                  <a:pt x="2715782" y="136480"/>
                  <a:pt x="2711766" y="135821"/>
                  <a:pt x="2708378" y="134503"/>
                </a:cubicBezTo>
                <a:cubicBezTo>
                  <a:pt x="2705868" y="133562"/>
                  <a:pt x="2703044" y="131680"/>
                  <a:pt x="2699907" y="128856"/>
                </a:cubicBezTo>
                <a:lnTo>
                  <a:pt x="2699907" y="155117"/>
                </a:lnTo>
                <a:cubicBezTo>
                  <a:pt x="2699907" y="161015"/>
                  <a:pt x="2700268" y="164764"/>
                  <a:pt x="2700989" y="166365"/>
                </a:cubicBezTo>
                <a:cubicBezTo>
                  <a:pt x="2701711" y="167965"/>
                  <a:pt x="2702966" y="169235"/>
                  <a:pt x="2704754" y="170177"/>
                </a:cubicBezTo>
                <a:cubicBezTo>
                  <a:pt x="2706543" y="171118"/>
                  <a:pt x="2709790" y="171588"/>
                  <a:pt x="2714496" y="171588"/>
                </a:cubicBezTo>
                <a:lnTo>
                  <a:pt x="2714496" y="175071"/>
                </a:lnTo>
                <a:lnTo>
                  <a:pt x="2669316" y="175071"/>
                </a:lnTo>
                <a:lnTo>
                  <a:pt x="2669316" y="171588"/>
                </a:lnTo>
                <a:lnTo>
                  <a:pt x="2671670" y="171588"/>
                </a:lnTo>
                <a:cubicBezTo>
                  <a:pt x="2675121" y="171651"/>
                  <a:pt x="2678070" y="170991"/>
                  <a:pt x="2680517" y="169609"/>
                </a:cubicBezTo>
                <a:cubicBezTo>
                  <a:pt x="2681709" y="168919"/>
                  <a:pt x="2682635" y="167804"/>
                  <a:pt x="2683294" y="166265"/>
                </a:cubicBezTo>
                <a:cubicBezTo>
                  <a:pt x="2683953" y="164727"/>
                  <a:pt x="2684282" y="160819"/>
                  <a:pt x="2684282" y="154540"/>
                </a:cubicBezTo>
                <a:lnTo>
                  <a:pt x="2684282" y="72967"/>
                </a:lnTo>
                <a:cubicBezTo>
                  <a:pt x="2684282" y="67378"/>
                  <a:pt x="2684031" y="63831"/>
                  <a:pt x="2683529" y="62325"/>
                </a:cubicBezTo>
                <a:cubicBezTo>
                  <a:pt x="2683027" y="60817"/>
                  <a:pt x="2682227" y="59687"/>
                  <a:pt x="2681129" y="58934"/>
                </a:cubicBezTo>
                <a:cubicBezTo>
                  <a:pt x="2680031" y="58179"/>
                  <a:pt x="2678541" y="57801"/>
                  <a:pt x="2676658" y="57801"/>
                </a:cubicBezTo>
                <a:cubicBezTo>
                  <a:pt x="2675152" y="57801"/>
                  <a:pt x="2673238" y="58240"/>
                  <a:pt x="2670917" y="59119"/>
                </a:cubicBezTo>
                <a:lnTo>
                  <a:pt x="2669787" y="56107"/>
                </a:lnTo>
                <a:moveTo>
                  <a:pt x="2699907" y="71234"/>
                </a:moveTo>
                <a:lnTo>
                  <a:pt x="2699907" y="103384"/>
                </a:lnTo>
                <a:cubicBezTo>
                  <a:pt x="2699907" y="110341"/>
                  <a:pt x="2700189" y="114916"/>
                  <a:pt x="2700754" y="117108"/>
                </a:cubicBezTo>
                <a:cubicBezTo>
                  <a:pt x="2701632" y="120744"/>
                  <a:pt x="2703782" y="123940"/>
                  <a:pt x="2707201" y="126697"/>
                </a:cubicBezTo>
                <a:cubicBezTo>
                  <a:pt x="2710621" y="129454"/>
                  <a:pt x="2714935" y="130833"/>
                  <a:pt x="2720144" y="130833"/>
                </a:cubicBezTo>
                <a:cubicBezTo>
                  <a:pt x="2726418" y="130833"/>
                  <a:pt x="2731501" y="128388"/>
                  <a:pt x="2735392" y="123500"/>
                </a:cubicBezTo>
                <a:cubicBezTo>
                  <a:pt x="2740474" y="117109"/>
                  <a:pt x="2743016" y="108116"/>
                  <a:pt x="2743016" y="96521"/>
                </a:cubicBezTo>
                <a:cubicBezTo>
                  <a:pt x="2743016" y="83362"/>
                  <a:pt x="2740129" y="73241"/>
                  <a:pt x="2734356" y="66160"/>
                </a:cubicBezTo>
                <a:cubicBezTo>
                  <a:pt x="2730340" y="61272"/>
                  <a:pt x="2725571" y="58828"/>
                  <a:pt x="2720049" y="58828"/>
                </a:cubicBezTo>
                <a:cubicBezTo>
                  <a:pt x="2717037" y="58828"/>
                  <a:pt x="2714057" y="59580"/>
                  <a:pt x="2711108" y="61084"/>
                </a:cubicBezTo>
                <a:cubicBezTo>
                  <a:pt x="2708849" y="62211"/>
                  <a:pt x="2705115" y="65595"/>
                  <a:pt x="2699907" y="71234"/>
                </a:cubicBezTo>
                <a:close/>
                <a:moveTo>
                  <a:pt x="2797419" y="19201"/>
                </a:moveTo>
                <a:lnTo>
                  <a:pt x="2797419" y="47627"/>
                </a:lnTo>
                <a:lnTo>
                  <a:pt x="2817562" y="47627"/>
                </a:lnTo>
                <a:lnTo>
                  <a:pt x="2817562" y="54216"/>
                </a:lnTo>
                <a:lnTo>
                  <a:pt x="2797419" y="54216"/>
                </a:lnTo>
                <a:lnTo>
                  <a:pt x="2797419" y="110049"/>
                </a:lnTo>
                <a:cubicBezTo>
                  <a:pt x="2797419" y="115628"/>
                  <a:pt x="2798219" y="119389"/>
                  <a:pt x="2799819" y="121332"/>
                </a:cubicBezTo>
                <a:cubicBezTo>
                  <a:pt x="2801419" y="123273"/>
                  <a:pt x="2803475" y="124244"/>
                  <a:pt x="2805985" y="124244"/>
                </a:cubicBezTo>
                <a:cubicBezTo>
                  <a:pt x="2808055" y="124244"/>
                  <a:pt x="2810063" y="123601"/>
                  <a:pt x="2812008" y="122314"/>
                </a:cubicBezTo>
                <a:cubicBezTo>
                  <a:pt x="2813954" y="121028"/>
                  <a:pt x="2815460" y="119130"/>
                  <a:pt x="2816526" y="116620"/>
                </a:cubicBezTo>
                <a:lnTo>
                  <a:pt x="2820197" y="116620"/>
                </a:lnTo>
                <a:cubicBezTo>
                  <a:pt x="2818001" y="122787"/>
                  <a:pt x="2814895" y="127451"/>
                  <a:pt x="2810879" y="130612"/>
                </a:cubicBezTo>
                <a:cubicBezTo>
                  <a:pt x="2806863" y="133771"/>
                  <a:pt x="2802722" y="135351"/>
                  <a:pt x="2798455" y="135351"/>
                </a:cubicBezTo>
                <a:cubicBezTo>
                  <a:pt x="2795568" y="135351"/>
                  <a:pt x="2792744" y="134550"/>
                  <a:pt x="2789983" y="132947"/>
                </a:cubicBezTo>
                <a:cubicBezTo>
                  <a:pt x="2787222" y="131345"/>
                  <a:pt x="2785183" y="129053"/>
                  <a:pt x="2783865" y="126071"/>
                </a:cubicBezTo>
                <a:cubicBezTo>
                  <a:pt x="2782548" y="123086"/>
                  <a:pt x="2781889" y="118484"/>
                  <a:pt x="2781889" y="112264"/>
                </a:cubicBezTo>
                <a:lnTo>
                  <a:pt x="2781889" y="54216"/>
                </a:lnTo>
                <a:lnTo>
                  <a:pt x="2768241" y="54216"/>
                </a:lnTo>
                <a:lnTo>
                  <a:pt x="2768241" y="51109"/>
                </a:lnTo>
                <a:cubicBezTo>
                  <a:pt x="2771692" y="49725"/>
                  <a:pt x="2775222" y="47381"/>
                  <a:pt x="2778830" y="44077"/>
                </a:cubicBezTo>
                <a:cubicBezTo>
                  <a:pt x="2782438" y="40772"/>
                  <a:pt x="2785654" y="36855"/>
                  <a:pt x="2788477" y="32323"/>
                </a:cubicBezTo>
                <a:cubicBezTo>
                  <a:pt x="2789921" y="29932"/>
                  <a:pt x="2791929" y="25559"/>
                  <a:pt x="2794501" y="19201"/>
                </a:cubicBezTo>
                <a:lnTo>
                  <a:pt x="2797419" y="19201"/>
                </a:lnTo>
                <a:close/>
                <a:moveTo>
                  <a:pt x="2840467" y="80194"/>
                </a:moveTo>
                <a:cubicBezTo>
                  <a:pt x="2840404" y="92965"/>
                  <a:pt x="2843510" y="102983"/>
                  <a:pt x="2849785" y="110246"/>
                </a:cubicBezTo>
                <a:cubicBezTo>
                  <a:pt x="2856060" y="117507"/>
                  <a:pt x="2863433" y="121138"/>
                  <a:pt x="2871904" y="121138"/>
                </a:cubicBezTo>
                <a:cubicBezTo>
                  <a:pt x="2877552" y="121138"/>
                  <a:pt x="2882462" y="119585"/>
                  <a:pt x="2886635" y="116479"/>
                </a:cubicBezTo>
                <a:cubicBezTo>
                  <a:pt x="2890808" y="113373"/>
                  <a:pt x="2894306" y="108055"/>
                  <a:pt x="2897130" y="100525"/>
                </a:cubicBezTo>
                <a:lnTo>
                  <a:pt x="2900047" y="102407"/>
                </a:lnTo>
                <a:cubicBezTo>
                  <a:pt x="2898730" y="111004"/>
                  <a:pt x="2894902" y="118832"/>
                  <a:pt x="2888564" y="125891"/>
                </a:cubicBezTo>
                <a:cubicBezTo>
                  <a:pt x="2882227" y="132950"/>
                  <a:pt x="2874289" y="136480"/>
                  <a:pt x="2864751" y="136480"/>
                </a:cubicBezTo>
                <a:cubicBezTo>
                  <a:pt x="2854397" y="136480"/>
                  <a:pt x="2845534" y="132457"/>
                  <a:pt x="2838161" y="124412"/>
                </a:cubicBezTo>
                <a:cubicBezTo>
                  <a:pt x="2830788" y="116364"/>
                  <a:pt x="2827101" y="105546"/>
                  <a:pt x="2827101" y="91956"/>
                </a:cubicBezTo>
                <a:cubicBezTo>
                  <a:pt x="2827101" y="77242"/>
                  <a:pt x="2830882" y="65767"/>
                  <a:pt x="2838443" y="57533"/>
                </a:cubicBezTo>
                <a:cubicBezTo>
                  <a:pt x="2846004" y="49298"/>
                  <a:pt x="2855495" y="45180"/>
                  <a:pt x="2866916" y="45180"/>
                </a:cubicBezTo>
                <a:cubicBezTo>
                  <a:pt x="2876579" y="45180"/>
                  <a:pt x="2884517" y="48356"/>
                  <a:pt x="2890729" y="54710"/>
                </a:cubicBezTo>
                <a:cubicBezTo>
                  <a:pt x="2896941" y="61061"/>
                  <a:pt x="2900047" y="69556"/>
                  <a:pt x="2900047" y="80194"/>
                </a:cubicBezTo>
                <a:lnTo>
                  <a:pt x="2840467" y="80194"/>
                </a:lnTo>
                <a:moveTo>
                  <a:pt x="2840467" y="74735"/>
                </a:moveTo>
                <a:lnTo>
                  <a:pt x="2880376" y="74735"/>
                </a:lnTo>
                <a:cubicBezTo>
                  <a:pt x="2880062" y="69213"/>
                  <a:pt x="2879403" y="65322"/>
                  <a:pt x="2878399" y="63063"/>
                </a:cubicBezTo>
                <a:cubicBezTo>
                  <a:pt x="2876830" y="59549"/>
                  <a:pt x="2874493" y="56788"/>
                  <a:pt x="2871387" y="54780"/>
                </a:cubicBezTo>
                <a:cubicBezTo>
                  <a:pt x="2868281" y="52772"/>
                  <a:pt x="2865033" y="51768"/>
                  <a:pt x="2861645" y="51768"/>
                </a:cubicBezTo>
                <a:cubicBezTo>
                  <a:pt x="2856437" y="51768"/>
                  <a:pt x="2851777" y="53792"/>
                  <a:pt x="2847667" y="57839"/>
                </a:cubicBezTo>
                <a:cubicBezTo>
                  <a:pt x="2843557" y="61887"/>
                  <a:pt x="2841157" y="67518"/>
                  <a:pt x="2840467" y="74735"/>
                </a:cubicBezTo>
                <a:close/>
                <a:moveTo>
                  <a:pt x="2972457" y="124150"/>
                </a:moveTo>
                <a:cubicBezTo>
                  <a:pt x="2968253" y="128542"/>
                  <a:pt x="2964143" y="131695"/>
                  <a:pt x="2960127" y="133609"/>
                </a:cubicBezTo>
                <a:cubicBezTo>
                  <a:pt x="2956111" y="135523"/>
                  <a:pt x="2951781" y="136480"/>
                  <a:pt x="2947138" y="136480"/>
                </a:cubicBezTo>
                <a:cubicBezTo>
                  <a:pt x="2937726" y="136480"/>
                  <a:pt x="2929505" y="132551"/>
                  <a:pt x="2922477" y="124694"/>
                </a:cubicBezTo>
                <a:cubicBezTo>
                  <a:pt x="2915449" y="116835"/>
                  <a:pt x="2911935" y="106736"/>
                  <a:pt x="2911935" y="94398"/>
                </a:cubicBezTo>
                <a:cubicBezTo>
                  <a:pt x="2911935" y="82062"/>
                  <a:pt x="2915826" y="70775"/>
                  <a:pt x="2923607" y="60537"/>
                </a:cubicBezTo>
                <a:cubicBezTo>
                  <a:pt x="2931388" y="50299"/>
                  <a:pt x="2941396" y="45180"/>
                  <a:pt x="2953633" y="45180"/>
                </a:cubicBezTo>
                <a:cubicBezTo>
                  <a:pt x="2961225" y="45180"/>
                  <a:pt x="2967500" y="47595"/>
                  <a:pt x="2972457" y="52427"/>
                </a:cubicBezTo>
                <a:lnTo>
                  <a:pt x="2972457" y="36485"/>
                </a:lnTo>
                <a:cubicBezTo>
                  <a:pt x="2972457" y="26592"/>
                  <a:pt x="2972222" y="20511"/>
                  <a:pt x="2971751" y="18242"/>
                </a:cubicBezTo>
                <a:cubicBezTo>
                  <a:pt x="2971281" y="15974"/>
                  <a:pt x="2970543" y="14430"/>
                  <a:pt x="2969540" y="13613"/>
                </a:cubicBezTo>
                <a:cubicBezTo>
                  <a:pt x="2968536" y="12793"/>
                  <a:pt x="2967281" y="12383"/>
                  <a:pt x="2965775" y="12383"/>
                </a:cubicBezTo>
                <a:cubicBezTo>
                  <a:pt x="2964143" y="12383"/>
                  <a:pt x="2961978" y="12887"/>
                  <a:pt x="2959280" y="13895"/>
                </a:cubicBezTo>
                <a:lnTo>
                  <a:pt x="2958056" y="10586"/>
                </a:lnTo>
                <a:lnTo>
                  <a:pt x="2983752" y="0"/>
                </a:lnTo>
                <a:lnTo>
                  <a:pt x="2987988" y="0"/>
                </a:lnTo>
                <a:lnTo>
                  <a:pt x="2987988" y="99678"/>
                </a:lnTo>
                <a:cubicBezTo>
                  <a:pt x="2987988" y="109780"/>
                  <a:pt x="2988223" y="115945"/>
                  <a:pt x="2988694" y="118173"/>
                </a:cubicBezTo>
                <a:cubicBezTo>
                  <a:pt x="2989164" y="120401"/>
                  <a:pt x="2989917" y="121954"/>
                  <a:pt x="2990953" y="122832"/>
                </a:cubicBezTo>
                <a:cubicBezTo>
                  <a:pt x="2991988" y="123711"/>
                  <a:pt x="2993196" y="124150"/>
                  <a:pt x="2994577" y="124150"/>
                </a:cubicBezTo>
                <a:cubicBezTo>
                  <a:pt x="2996271" y="124150"/>
                  <a:pt x="2998530" y="123616"/>
                  <a:pt x="3001353" y="122550"/>
                </a:cubicBezTo>
                <a:lnTo>
                  <a:pt x="3002389" y="125844"/>
                </a:lnTo>
                <a:lnTo>
                  <a:pt x="2976787" y="136480"/>
                </a:lnTo>
                <a:lnTo>
                  <a:pt x="2972457" y="136480"/>
                </a:lnTo>
                <a:lnTo>
                  <a:pt x="2972457" y="124150"/>
                </a:lnTo>
                <a:moveTo>
                  <a:pt x="2972457" y="117582"/>
                </a:moveTo>
                <a:lnTo>
                  <a:pt x="2972457" y="73267"/>
                </a:lnTo>
                <a:cubicBezTo>
                  <a:pt x="2972081" y="69010"/>
                  <a:pt x="2970951" y="65129"/>
                  <a:pt x="2969069" y="61625"/>
                </a:cubicBezTo>
                <a:cubicBezTo>
                  <a:pt x="2967186" y="58119"/>
                  <a:pt x="2964692" y="55474"/>
                  <a:pt x="2961586" y="53692"/>
                </a:cubicBezTo>
                <a:cubicBezTo>
                  <a:pt x="2958480" y="51908"/>
                  <a:pt x="2955452" y="51015"/>
                  <a:pt x="2952503" y="51015"/>
                </a:cubicBezTo>
                <a:cubicBezTo>
                  <a:pt x="2946981" y="51015"/>
                  <a:pt x="2942055" y="53488"/>
                  <a:pt x="2937726" y="58433"/>
                </a:cubicBezTo>
                <a:cubicBezTo>
                  <a:pt x="2932015" y="64942"/>
                  <a:pt x="2929160" y="74455"/>
                  <a:pt x="2929160" y="86974"/>
                </a:cubicBezTo>
                <a:cubicBezTo>
                  <a:pt x="2929160" y="99618"/>
                  <a:pt x="2931921" y="109305"/>
                  <a:pt x="2937443" y="116035"/>
                </a:cubicBezTo>
                <a:cubicBezTo>
                  <a:pt x="2942965" y="122762"/>
                  <a:pt x="2949115" y="126126"/>
                  <a:pt x="2955891" y="126126"/>
                </a:cubicBezTo>
                <a:cubicBezTo>
                  <a:pt x="2961602" y="126126"/>
                  <a:pt x="2967124" y="123278"/>
                  <a:pt x="2972457" y="117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LLMsf">
            <a:extLst xmlns:a="http://schemas.openxmlformats.org/drawingml/2006/main">
              <a:ext uri="{FF2B5EF4-FFF2-40B4-BE49-F238E27FC236}">
                <a16:creationId xmlns:a16="http://schemas.microsoft.com/office/drawing/2014/main" id="{49C4874F-861F-49C6-AD85-47B3BF61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631" y="2310682"/>
            <a:ext cx="610019" cy="136480"/>
          </a:xfrm>
          <a:custGeom xmlns:a="http://schemas.openxmlformats.org/drawingml/2006/main">
            <a:pathLst>
              <a:path w="610019" h="136480">
                <a:moveTo>
                  <a:pt x="106643" y="98454"/>
                </a:moveTo>
                <a:lnTo>
                  <a:pt x="109749" y="99116"/>
                </a:lnTo>
                <a:lnTo>
                  <a:pt x="98830" y="133845"/>
                </a:lnTo>
                <a:lnTo>
                  <a:pt x="0" y="133845"/>
                </a:lnTo>
                <a:lnTo>
                  <a:pt x="0" y="130362"/>
                </a:lnTo>
                <a:lnTo>
                  <a:pt x="4800" y="130362"/>
                </a:lnTo>
                <a:cubicBezTo>
                  <a:pt x="10197" y="130362"/>
                  <a:pt x="14056" y="128605"/>
                  <a:pt x="16378" y="125091"/>
                </a:cubicBezTo>
                <a:cubicBezTo>
                  <a:pt x="17695" y="123083"/>
                  <a:pt x="18354" y="118440"/>
                  <a:pt x="18354" y="111161"/>
                </a:cubicBezTo>
                <a:lnTo>
                  <a:pt x="18354" y="28802"/>
                </a:lnTo>
                <a:cubicBezTo>
                  <a:pt x="18354" y="20833"/>
                  <a:pt x="17476" y="15844"/>
                  <a:pt x="15719" y="13836"/>
                </a:cubicBezTo>
                <a:cubicBezTo>
                  <a:pt x="13272" y="11075"/>
                  <a:pt x="9632" y="9695"/>
                  <a:pt x="4800" y="9695"/>
                </a:cubicBezTo>
                <a:lnTo>
                  <a:pt x="0" y="9695"/>
                </a:lnTo>
                <a:lnTo>
                  <a:pt x="0" y="6212"/>
                </a:lnTo>
                <a:lnTo>
                  <a:pt x="57792" y="6212"/>
                </a:lnTo>
                <a:lnTo>
                  <a:pt x="57792" y="9695"/>
                </a:lnTo>
                <a:cubicBezTo>
                  <a:pt x="51015" y="9632"/>
                  <a:pt x="46262" y="10261"/>
                  <a:pt x="43532" y="11580"/>
                </a:cubicBezTo>
                <a:cubicBezTo>
                  <a:pt x="40803" y="12898"/>
                  <a:pt x="38936" y="14562"/>
                  <a:pt x="37932" y="16572"/>
                </a:cubicBezTo>
                <a:cubicBezTo>
                  <a:pt x="36928" y="18582"/>
                  <a:pt x="36426" y="23386"/>
                  <a:pt x="36426" y="30985"/>
                </a:cubicBezTo>
                <a:lnTo>
                  <a:pt x="36426" y="111243"/>
                </a:lnTo>
                <a:cubicBezTo>
                  <a:pt x="36426" y="116455"/>
                  <a:pt x="36928" y="120035"/>
                  <a:pt x="37932" y="121982"/>
                </a:cubicBezTo>
                <a:cubicBezTo>
                  <a:pt x="38685" y="123300"/>
                  <a:pt x="39846" y="124273"/>
                  <a:pt x="41415" y="124903"/>
                </a:cubicBezTo>
                <a:cubicBezTo>
                  <a:pt x="42983" y="125530"/>
                  <a:pt x="47878" y="125844"/>
                  <a:pt x="56098" y="125844"/>
                </a:cubicBezTo>
                <a:lnTo>
                  <a:pt x="65416" y="125844"/>
                </a:lnTo>
                <a:cubicBezTo>
                  <a:pt x="75205" y="125844"/>
                  <a:pt x="82076" y="125118"/>
                  <a:pt x="86030" y="123664"/>
                </a:cubicBezTo>
                <a:cubicBezTo>
                  <a:pt x="89983" y="122211"/>
                  <a:pt x="93591" y="119637"/>
                  <a:pt x="96854" y="115940"/>
                </a:cubicBezTo>
                <a:cubicBezTo>
                  <a:pt x="100117" y="112244"/>
                  <a:pt x="103380" y="106415"/>
                  <a:pt x="106643" y="98454"/>
                </a:cubicBezTo>
                <a:close/>
                <a:moveTo>
                  <a:pt x="224423" y="98454"/>
                </a:moveTo>
                <a:lnTo>
                  <a:pt x="227529" y="99116"/>
                </a:lnTo>
                <a:lnTo>
                  <a:pt x="216611" y="133845"/>
                </a:lnTo>
                <a:lnTo>
                  <a:pt x="117780" y="133845"/>
                </a:lnTo>
                <a:lnTo>
                  <a:pt x="117780" y="130362"/>
                </a:lnTo>
                <a:lnTo>
                  <a:pt x="122580" y="130362"/>
                </a:lnTo>
                <a:cubicBezTo>
                  <a:pt x="127977" y="130362"/>
                  <a:pt x="131836" y="128605"/>
                  <a:pt x="134158" y="125091"/>
                </a:cubicBezTo>
                <a:cubicBezTo>
                  <a:pt x="135475" y="123083"/>
                  <a:pt x="136134" y="118440"/>
                  <a:pt x="136134" y="111161"/>
                </a:cubicBezTo>
                <a:lnTo>
                  <a:pt x="136134" y="28802"/>
                </a:lnTo>
                <a:cubicBezTo>
                  <a:pt x="136134" y="20833"/>
                  <a:pt x="135256" y="15844"/>
                  <a:pt x="133499" y="13836"/>
                </a:cubicBezTo>
                <a:cubicBezTo>
                  <a:pt x="131052" y="11075"/>
                  <a:pt x="127412" y="9695"/>
                  <a:pt x="122580" y="9695"/>
                </a:cubicBezTo>
                <a:lnTo>
                  <a:pt x="117780" y="9695"/>
                </a:lnTo>
                <a:lnTo>
                  <a:pt x="117780" y="6212"/>
                </a:lnTo>
                <a:lnTo>
                  <a:pt x="175572" y="6212"/>
                </a:lnTo>
                <a:lnTo>
                  <a:pt x="175572" y="9695"/>
                </a:lnTo>
                <a:cubicBezTo>
                  <a:pt x="168795" y="9632"/>
                  <a:pt x="164042" y="10261"/>
                  <a:pt x="161313" y="11580"/>
                </a:cubicBezTo>
                <a:cubicBezTo>
                  <a:pt x="158583" y="12898"/>
                  <a:pt x="156716" y="14562"/>
                  <a:pt x="155712" y="16572"/>
                </a:cubicBezTo>
                <a:cubicBezTo>
                  <a:pt x="154708" y="18582"/>
                  <a:pt x="154206" y="23386"/>
                  <a:pt x="154206" y="30985"/>
                </a:cubicBezTo>
                <a:lnTo>
                  <a:pt x="154206" y="111243"/>
                </a:lnTo>
                <a:cubicBezTo>
                  <a:pt x="154206" y="116455"/>
                  <a:pt x="154708" y="120035"/>
                  <a:pt x="155712" y="121982"/>
                </a:cubicBezTo>
                <a:cubicBezTo>
                  <a:pt x="156465" y="123300"/>
                  <a:pt x="157626" y="124273"/>
                  <a:pt x="159195" y="124903"/>
                </a:cubicBezTo>
                <a:cubicBezTo>
                  <a:pt x="160764" y="125530"/>
                  <a:pt x="165658" y="125844"/>
                  <a:pt x="173878" y="125844"/>
                </a:cubicBezTo>
                <a:lnTo>
                  <a:pt x="183196" y="125844"/>
                </a:lnTo>
                <a:cubicBezTo>
                  <a:pt x="192985" y="125844"/>
                  <a:pt x="199856" y="125118"/>
                  <a:pt x="203810" y="123664"/>
                </a:cubicBezTo>
                <a:cubicBezTo>
                  <a:pt x="207763" y="122211"/>
                  <a:pt x="211371" y="119637"/>
                  <a:pt x="214634" y="115940"/>
                </a:cubicBezTo>
                <a:cubicBezTo>
                  <a:pt x="217897" y="112244"/>
                  <a:pt x="221160" y="106415"/>
                  <a:pt x="224423" y="98454"/>
                </a:cubicBezTo>
                <a:close/>
                <a:moveTo>
                  <a:pt x="310578" y="133845"/>
                </a:moveTo>
                <a:lnTo>
                  <a:pt x="261256" y="26449"/>
                </a:lnTo>
                <a:lnTo>
                  <a:pt x="261256" y="111725"/>
                </a:lnTo>
                <a:cubicBezTo>
                  <a:pt x="261256" y="119569"/>
                  <a:pt x="262104" y="124464"/>
                  <a:pt x="263798" y="126409"/>
                </a:cubicBezTo>
                <a:cubicBezTo>
                  <a:pt x="266120" y="129044"/>
                  <a:pt x="269790" y="130362"/>
                  <a:pt x="274810" y="130362"/>
                </a:cubicBezTo>
                <a:lnTo>
                  <a:pt x="279328" y="130362"/>
                </a:lnTo>
                <a:lnTo>
                  <a:pt x="279328" y="133845"/>
                </a:lnTo>
                <a:lnTo>
                  <a:pt x="234902" y="133845"/>
                </a:lnTo>
                <a:lnTo>
                  <a:pt x="234902" y="130362"/>
                </a:lnTo>
                <a:lnTo>
                  <a:pt x="239420" y="130362"/>
                </a:lnTo>
                <a:cubicBezTo>
                  <a:pt x="244816" y="130362"/>
                  <a:pt x="248644" y="128731"/>
                  <a:pt x="250903" y="125468"/>
                </a:cubicBezTo>
                <a:cubicBezTo>
                  <a:pt x="252283" y="123460"/>
                  <a:pt x="252974" y="118879"/>
                  <a:pt x="252974" y="111725"/>
                </a:cubicBezTo>
                <a:lnTo>
                  <a:pt x="252974" y="28331"/>
                </a:lnTo>
                <a:cubicBezTo>
                  <a:pt x="252974" y="22684"/>
                  <a:pt x="252346" y="18605"/>
                  <a:pt x="251091" y="16095"/>
                </a:cubicBezTo>
                <a:cubicBezTo>
                  <a:pt x="250213" y="14275"/>
                  <a:pt x="248597" y="12754"/>
                  <a:pt x="246244" y="11530"/>
                </a:cubicBezTo>
                <a:cubicBezTo>
                  <a:pt x="243891" y="10307"/>
                  <a:pt x="240110" y="9695"/>
                  <a:pt x="234902" y="9695"/>
                </a:cubicBezTo>
                <a:lnTo>
                  <a:pt x="234902" y="6212"/>
                </a:lnTo>
                <a:lnTo>
                  <a:pt x="271045" y="6212"/>
                </a:lnTo>
                <a:lnTo>
                  <a:pt x="317355" y="106078"/>
                </a:lnTo>
                <a:lnTo>
                  <a:pt x="362911" y="6212"/>
                </a:lnTo>
                <a:lnTo>
                  <a:pt x="399054" y="6212"/>
                </a:lnTo>
                <a:lnTo>
                  <a:pt x="399054" y="9695"/>
                </a:lnTo>
                <a:lnTo>
                  <a:pt x="394630" y="9695"/>
                </a:lnTo>
                <a:cubicBezTo>
                  <a:pt x="389171" y="9695"/>
                  <a:pt x="385312" y="11326"/>
                  <a:pt x="383053" y="14589"/>
                </a:cubicBezTo>
                <a:cubicBezTo>
                  <a:pt x="381673" y="16597"/>
                  <a:pt x="380982" y="21178"/>
                  <a:pt x="380982" y="28331"/>
                </a:cubicBezTo>
                <a:lnTo>
                  <a:pt x="380982" y="111725"/>
                </a:lnTo>
                <a:cubicBezTo>
                  <a:pt x="380982" y="119569"/>
                  <a:pt x="381861" y="124464"/>
                  <a:pt x="383618" y="126409"/>
                </a:cubicBezTo>
                <a:cubicBezTo>
                  <a:pt x="385940" y="129044"/>
                  <a:pt x="389611" y="130362"/>
                  <a:pt x="394630" y="130362"/>
                </a:cubicBezTo>
                <a:lnTo>
                  <a:pt x="399054" y="130362"/>
                </a:lnTo>
                <a:lnTo>
                  <a:pt x="399054" y="133845"/>
                </a:lnTo>
                <a:lnTo>
                  <a:pt x="344839" y="133845"/>
                </a:lnTo>
                <a:lnTo>
                  <a:pt x="344839" y="130362"/>
                </a:lnTo>
                <a:lnTo>
                  <a:pt x="349357" y="130362"/>
                </a:lnTo>
                <a:cubicBezTo>
                  <a:pt x="354816" y="130362"/>
                  <a:pt x="358644" y="128731"/>
                  <a:pt x="360840" y="125468"/>
                </a:cubicBezTo>
                <a:cubicBezTo>
                  <a:pt x="362220" y="123460"/>
                  <a:pt x="362911" y="118879"/>
                  <a:pt x="362911" y="111725"/>
                </a:cubicBezTo>
                <a:lnTo>
                  <a:pt x="362911" y="26449"/>
                </a:lnTo>
                <a:lnTo>
                  <a:pt x="313684" y="133845"/>
                </a:lnTo>
                <a:lnTo>
                  <a:pt x="310578" y="133845"/>
                </a:lnTo>
                <a:close/>
                <a:moveTo>
                  <a:pt x="464816" y="45180"/>
                </a:moveTo>
                <a:lnTo>
                  <a:pt x="464816" y="74358"/>
                </a:lnTo>
                <a:lnTo>
                  <a:pt x="461710" y="74358"/>
                </a:lnTo>
                <a:cubicBezTo>
                  <a:pt x="459325" y="65206"/>
                  <a:pt x="456266" y="58982"/>
                  <a:pt x="452533" y="55683"/>
                </a:cubicBezTo>
                <a:cubicBezTo>
                  <a:pt x="448799" y="52383"/>
                  <a:pt x="444046" y="50733"/>
                  <a:pt x="438273" y="50733"/>
                </a:cubicBezTo>
                <a:cubicBezTo>
                  <a:pt x="433880" y="50733"/>
                  <a:pt x="430335" y="51893"/>
                  <a:pt x="427637" y="54213"/>
                </a:cubicBezTo>
                <a:cubicBezTo>
                  <a:pt x="424939" y="56530"/>
                  <a:pt x="423589" y="59100"/>
                  <a:pt x="423589" y="61922"/>
                </a:cubicBezTo>
                <a:cubicBezTo>
                  <a:pt x="423589" y="65432"/>
                  <a:pt x="424593" y="68440"/>
                  <a:pt x="426601" y="70946"/>
                </a:cubicBezTo>
                <a:cubicBezTo>
                  <a:pt x="428547" y="73517"/>
                  <a:pt x="432500" y="76244"/>
                  <a:pt x="438461" y="79126"/>
                </a:cubicBezTo>
                <a:lnTo>
                  <a:pt x="452203" y="85803"/>
                </a:lnTo>
                <a:cubicBezTo>
                  <a:pt x="464941" y="92007"/>
                  <a:pt x="471310" y="100187"/>
                  <a:pt x="471310" y="110343"/>
                </a:cubicBezTo>
                <a:cubicBezTo>
                  <a:pt x="471310" y="118177"/>
                  <a:pt x="468345" y="124492"/>
                  <a:pt x="462416" y="129288"/>
                </a:cubicBezTo>
                <a:cubicBezTo>
                  <a:pt x="456486" y="134083"/>
                  <a:pt x="449850" y="136480"/>
                  <a:pt x="442508" y="136480"/>
                </a:cubicBezTo>
                <a:cubicBezTo>
                  <a:pt x="437237" y="136480"/>
                  <a:pt x="431213" y="135539"/>
                  <a:pt x="424437" y="133656"/>
                </a:cubicBezTo>
                <a:cubicBezTo>
                  <a:pt x="422366" y="133029"/>
                  <a:pt x="420672" y="132715"/>
                  <a:pt x="419354" y="132715"/>
                </a:cubicBezTo>
                <a:cubicBezTo>
                  <a:pt x="417911" y="132715"/>
                  <a:pt x="416781" y="133531"/>
                  <a:pt x="415965" y="135162"/>
                </a:cubicBezTo>
                <a:lnTo>
                  <a:pt x="412859" y="135162"/>
                </a:lnTo>
                <a:lnTo>
                  <a:pt x="412859" y="104290"/>
                </a:lnTo>
                <a:lnTo>
                  <a:pt x="415965" y="104290"/>
                </a:lnTo>
                <a:cubicBezTo>
                  <a:pt x="417722" y="113106"/>
                  <a:pt x="421079" y="119750"/>
                  <a:pt x="426037" y="124220"/>
                </a:cubicBezTo>
                <a:cubicBezTo>
                  <a:pt x="430994" y="128691"/>
                  <a:pt x="436547" y="130927"/>
                  <a:pt x="442697" y="130927"/>
                </a:cubicBezTo>
                <a:cubicBezTo>
                  <a:pt x="447026" y="130927"/>
                  <a:pt x="450556" y="129658"/>
                  <a:pt x="453286" y="127121"/>
                </a:cubicBezTo>
                <a:cubicBezTo>
                  <a:pt x="456015" y="124581"/>
                  <a:pt x="457380" y="121525"/>
                  <a:pt x="457380" y="117952"/>
                </a:cubicBezTo>
                <a:cubicBezTo>
                  <a:pt x="457380" y="113627"/>
                  <a:pt x="455858" y="109991"/>
                  <a:pt x="452815" y="107046"/>
                </a:cubicBezTo>
                <a:cubicBezTo>
                  <a:pt x="449772" y="104100"/>
                  <a:pt x="443701" y="100372"/>
                  <a:pt x="434602" y="95860"/>
                </a:cubicBezTo>
                <a:cubicBezTo>
                  <a:pt x="425503" y="91346"/>
                  <a:pt x="419542" y="87271"/>
                  <a:pt x="416718" y="83635"/>
                </a:cubicBezTo>
                <a:cubicBezTo>
                  <a:pt x="413895" y="80062"/>
                  <a:pt x="412483" y="75549"/>
                  <a:pt x="412483" y="70096"/>
                </a:cubicBezTo>
                <a:cubicBezTo>
                  <a:pt x="412483" y="63013"/>
                  <a:pt x="414914" y="57090"/>
                  <a:pt x="419777" y="52327"/>
                </a:cubicBezTo>
                <a:cubicBezTo>
                  <a:pt x="424640" y="47562"/>
                  <a:pt x="430931" y="45180"/>
                  <a:pt x="438649" y="45180"/>
                </a:cubicBezTo>
                <a:cubicBezTo>
                  <a:pt x="442038" y="45180"/>
                  <a:pt x="446148" y="45901"/>
                  <a:pt x="450980" y="47344"/>
                </a:cubicBezTo>
                <a:cubicBezTo>
                  <a:pt x="454180" y="48286"/>
                  <a:pt x="456313" y="48756"/>
                  <a:pt x="457380" y="48756"/>
                </a:cubicBezTo>
                <a:cubicBezTo>
                  <a:pt x="458384" y="48756"/>
                  <a:pt x="459168" y="48537"/>
                  <a:pt x="459733" y="48097"/>
                </a:cubicBezTo>
                <a:cubicBezTo>
                  <a:pt x="460298" y="47658"/>
                  <a:pt x="460957" y="46686"/>
                  <a:pt x="461710" y="45180"/>
                </a:cubicBezTo>
                <a:lnTo>
                  <a:pt x="464816" y="45180"/>
                </a:lnTo>
                <a:close/>
                <a:moveTo>
                  <a:pt x="565969" y="54216"/>
                </a:moveTo>
                <a:lnTo>
                  <a:pt x="565969" y="110949"/>
                </a:lnTo>
                <a:cubicBezTo>
                  <a:pt x="565969" y="118991"/>
                  <a:pt x="566847" y="124079"/>
                  <a:pt x="568604" y="126215"/>
                </a:cubicBezTo>
                <a:cubicBezTo>
                  <a:pt x="570926" y="128980"/>
                  <a:pt x="574032" y="130362"/>
                  <a:pt x="577923" y="130362"/>
                </a:cubicBezTo>
                <a:lnTo>
                  <a:pt x="585735" y="130362"/>
                </a:lnTo>
                <a:lnTo>
                  <a:pt x="585735" y="133845"/>
                </a:lnTo>
                <a:lnTo>
                  <a:pt x="534249" y="133845"/>
                </a:lnTo>
                <a:lnTo>
                  <a:pt x="534249" y="130362"/>
                </a:lnTo>
                <a:lnTo>
                  <a:pt x="538108" y="130362"/>
                </a:lnTo>
                <a:cubicBezTo>
                  <a:pt x="540618" y="130362"/>
                  <a:pt x="542909" y="129734"/>
                  <a:pt x="544979" y="128477"/>
                </a:cubicBezTo>
                <a:cubicBezTo>
                  <a:pt x="547050" y="127220"/>
                  <a:pt x="548478" y="125523"/>
                  <a:pt x="549262" y="123388"/>
                </a:cubicBezTo>
                <a:cubicBezTo>
                  <a:pt x="550046" y="121253"/>
                  <a:pt x="550439" y="117106"/>
                  <a:pt x="550439" y="110949"/>
                </a:cubicBezTo>
                <a:lnTo>
                  <a:pt x="550439" y="54216"/>
                </a:lnTo>
                <a:lnTo>
                  <a:pt x="533684" y="54216"/>
                </a:lnTo>
                <a:lnTo>
                  <a:pt x="533684" y="47627"/>
                </a:lnTo>
                <a:lnTo>
                  <a:pt x="550439" y="47627"/>
                </a:lnTo>
                <a:lnTo>
                  <a:pt x="550439" y="41956"/>
                </a:lnTo>
                <a:cubicBezTo>
                  <a:pt x="550439" y="33326"/>
                  <a:pt x="551819" y="26018"/>
                  <a:pt x="554580" y="20034"/>
                </a:cubicBezTo>
                <a:cubicBezTo>
                  <a:pt x="557341" y="14049"/>
                  <a:pt x="561561" y="9214"/>
                  <a:pt x="567240" y="5530"/>
                </a:cubicBezTo>
                <a:cubicBezTo>
                  <a:pt x="572919" y="1843"/>
                  <a:pt x="579303" y="0"/>
                  <a:pt x="586394" y="0"/>
                </a:cubicBezTo>
                <a:cubicBezTo>
                  <a:pt x="592983" y="0"/>
                  <a:pt x="599038" y="2133"/>
                  <a:pt x="604560" y="6400"/>
                </a:cubicBezTo>
                <a:cubicBezTo>
                  <a:pt x="608199" y="9224"/>
                  <a:pt x="610019" y="12393"/>
                  <a:pt x="610019" y="15907"/>
                </a:cubicBezTo>
                <a:cubicBezTo>
                  <a:pt x="610019" y="17789"/>
                  <a:pt x="609203" y="19562"/>
                  <a:pt x="607572" y="21225"/>
                </a:cubicBezTo>
                <a:cubicBezTo>
                  <a:pt x="605940" y="22888"/>
                  <a:pt x="604183" y="23719"/>
                  <a:pt x="602301" y="23719"/>
                </a:cubicBezTo>
                <a:cubicBezTo>
                  <a:pt x="600858" y="23719"/>
                  <a:pt x="599336" y="23196"/>
                  <a:pt x="597736" y="22149"/>
                </a:cubicBezTo>
                <a:cubicBezTo>
                  <a:pt x="596136" y="21101"/>
                  <a:pt x="594175" y="18849"/>
                  <a:pt x="591853" y="15392"/>
                </a:cubicBezTo>
                <a:cubicBezTo>
                  <a:pt x="589531" y="11935"/>
                  <a:pt x="587398" y="9604"/>
                  <a:pt x="585453" y="8398"/>
                </a:cubicBezTo>
                <a:cubicBezTo>
                  <a:pt x="583507" y="7192"/>
                  <a:pt x="581343" y="6589"/>
                  <a:pt x="578958" y="6589"/>
                </a:cubicBezTo>
                <a:cubicBezTo>
                  <a:pt x="576072" y="6589"/>
                  <a:pt x="573624" y="7365"/>
                  <a:pt x="571616" y="8918"/>
                </a:cubicBezTo>
                <a:cubicBezTo>
                  <a:pt x="569608" y="10469"/>
                  <a:pt x="568165" y="12875"/>
                  <a:pt x="567287" y="16136"/>
                </a:cubicBezTo>
                <a:cubicBezTo>
                  <a:pt x="566408" y="19397"/>
                  <a:pt x="565969" y="27804"/>
                  <a:pt x="565969" y="41356"/>
                </a:cubicBezTo>
                <a:lnTo>
                  <a:pt x="565969" y="47627"/>
                </a:lnTo>
                <a:lnTo>
                  <a:pt x="588182" y="47627"/>
                </a:lnTo>
                <a:lnTo>
                  <a:pt x="588182" y="54216"/>
                </a:lnTo>
                <a:lnTo>
                  <a:pt x="565969" y="54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orawiderrangeoftasks,">
            <a:extLst xmlns:a="http://schemas.openxmlformats.org/drawingml/2006/main">
              <a:ext uri="{FF2B5EF4-FFF2-40B4-BE49-F238E27FC236}">
                <a16:creationId xmlns:a16="http://schemas.microsoft.com/office/drawing/2014/main" id="{EB051077-A2D7-4A47-A51C-BF28B9B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565" y="2310682"/>
            <a:ext cx="1932198" cy="175448"/>
          </a:xfrm>
          <a:custGeom xmlns:a="http://schemas.openxmlformats.org/drawingml/2006/main">
            <a:pathLst>
              <a:path w="1932198" h="175448">
                <a:moveTo>
                  <a:pt x="41697" y="45180"/>
                </a:moveTo>
                <a:cubicBezTo>
                  <a:pt x="54749" y="45180"/>
                  <a:pt x="65228" y="50132"/>
                  <a:pt x="73135" y="60037"/>
                </a:cubicBezTo>
                <a:cubicBezTo>
                  <a:pt x="79849" y="68498"/>
                  <a:pt x="83206" y="78214"/>
                  <a:pt x="83206" y="89186"/>
                </a:cubicBezTo>
                <a:cubicBezTo>
                  <a:pt x="83206" y="96896"/>
                  <a:pt x="81355" y="104700"/>
                  <a:pt x="77652" y="112599"/>
                </a:cubicBezTo>
                <a:cubicBezTo>
                  <a:pt x="73950" y="120496"/>
                  <a:pt x="68852" y="126450"/>
                  <a:pt x="62357" y="130462"/>
                </a:cubicBezTo>
                <a:cubicBezTo>
                  <a:pt x="55863" y="134474"/>
                  <a:pt x="48631" y="136480"/>
                  <a:pt x="40662" y="136480"/>
                </a:cubicBezTo>
                <a:cubicBezTo>
                  <a:pt x="27673" y="136480"/>
                  <a:pt x="17350" y="131308"/>
                  <a:pt x="9695" y="120964"/>
                </a:cubicBezTo>
                <a:cubicBezTo>
                  <a:pt x="3232" y="112252"/>
                  <a:pt x="0" y="102474"/>
                  <a:pt x="0" y="91630"/>
                </a:cubicBezTo>
                <a:cubicBezTo>
                  <a:pt x="0" y="83731"/>
                  <a:pt x="1961" y="75880"/>
                  <a:pt x="5883" y="68075"/>
                </a:cubicBezTo>
                <a:cubicBezTo>
                  <a:pt x="9805" y="60271"/>
                  <a:pt x="14966" y="54504"/>
                  <a:pt x="21366" y="50774"/>
                </a:cubicBezTo>
                <a:cubicBezTo>
                  <a:pt x="27767" y="47044"/>
                  <a:pt x="34544" y="45180"/>
                  <a:pt x="41697" y="45180"/>
                </a:cubicBezTo>
                <a:moveTo>
                  <a:pt x="38779" y="51392"/>
                </a:moveTo>
                <a:cubicBezTo>
                  <a:pt x="35453" y="51392"/>
                  <a:pt x="32112" y="52379"/>
                  <a:pt x="28755" y="54354"/>
                </a:cubicBezTo>
                <a:cubicBezTo>
                  <a:pt x="25398" y="56328"/>
                  <a:pt x="22684" y="59791"/>
                  <a:pt x="20613" y="64743"/>
                </a:cubicBezTo>
                <a:cubicBezTo>
                  <a:pt x="18542" y="69694"/>
                  <a:pt x="17507" y="76055"/>
                  <a:pt x="17507" y="83826"/>
                </a:cubicBezTo>
                <a:cubicBezTo>
                  <a:pt x="17507" y="96361"/>
                  <a:pt x="20001" y="107172"/>
                  <a:pt x="24990" y="116261"/>
                </a:cubicBezTo>
                <a:cubicBezTo>
                  <a:pt x="29979" y="125348"/>
                  <a:pt x="36552" y="129891"/>
                  <a:pt x="44709" y="129891"/>
                </a:cubicBezTo>
                <a:cubicBezTo>
                  <a:pt x="50796" y="129891"/>
                  <a:pt x="55816" y="127384"/>
                  <a:pt x="59769" y="122370"/>
                </a:cubicBezTo>
                <a:cubicBezTo>
                  <a:pt x="63722" y="117356"/>
                  <a:pt x="65699" y="108739"/>
                  <a:pt x="65699" y="96518"/>
                </a:cubicBezTo>
                <a:cubicBezTo>
                  <a:pt x="65699" y="81225"/>
                  <a:pt x="62404" y="69191"/>
                  <a:pt x="55816" y="60416"/>
                </a:cubicBezTo>
                <a:cubicBezTo>
                  <a:pt x="51360" y="54400"/>
                  <a:pt x="45682" y="51392"/>
                  <a:pt x="38779" y="51392"/>
                </a:cubicBezTo>
                <a:close/>
                <a:moveTo>
                  <a:pt x="121138" y="45180"/>
                </a:moveTo>
                <a:lnTo>
                  <a:pt x="121138" y="64569"/>
                </a:lnTo>
                <a:cubicBezTo>
                  <a:pt x="128354" y="51643"/>
                  <a:pt x="135758" y="45180"/>
                  <a:pt x="143351" y="45180"/>
                </a:cubicBezTo>
                <a:cubicBezTo>
                  <a:pt x="146802" y="45180"/>
                  <a:pt x="149657" y="46231"/>
                  <a:pt x="151916" y="48333"/>
                </a:cubicBezTo>
                <a:cubicBezTo>
                  <a:pt x="154175" y="50435"/>
                  <a:pt x="155305" y="52866"/>
                  <a:pt x="155305" y="55627"/>
                </a:cubicBezTo>
                <a:cubicBezTo>
                  <a:pt x="155305" y="58075"/>
                  <a:pt x="154489" y="60145"/>
                  <a:pt x="152857" y="61840"/>
                </a:cubicBezTo>
                <a:cubicBezTo>
                  <a:pt x="151226" y="63534"/>
                  <a:pt x="149281" y="64381"/>
                  <a:pt x="147022" y="64381"/>
                </a:cubicBezTo>
                <a:cubicBezTo>
                  <a:pt x="144825" y="64381"/>
                  <a:pt x="142363" y="63299"/>
                  <a:pt x="139633" y="61134"/>
                </a:cubicBezTo>
                <a:cubicBezTo>
                  <a:pt x="136903" y="58969"/>
                  <a:pt x="134880" y="57886"/>
                  <a:pt x="133562" y="57886"/>
                </a:cubicBezTo>
                <a:cubicBezTo>
                  <a:pt x="132432" y="57886"/>
                  <a:pt x="131209" y="58512"/>
                  <a:pt x="129891" y="59763"/>
                </a:cubicBezTo>
                <a:cubicBezTo>
                  <a:pt x="127067" y="62330"/>
                  <a:pt x="124150" y="66555"/>
                  <a:pt x="121138" y="72437"/>
                </a:cubicBezTo>
                <a:lnTo>
                  <a:pt x="121138" y="113652"/>
                </a:lnTo>
                <a:cubicBezTo>
                  <a:pt x="121138" y="118407"/>
                  <a:pt x="121734" y="122006"/>
                  <a:pt x="122926" y="124447"/>
                </a:cubicBezTo>
                <a:cubicBezTo>
                  <a:pt x="123742" y="126137"/>
                  <a:pt x="125185" y="127546"/>
                  <a:pt x="127256" y="128674"/>
                </a:cubicBezTo>
                <a:cubicBezTo>
                  <a:pt x="129326" y="129799"/>
                  <a:pt x="132307" y="130362"/>
                  <a:pt x="136197" y="130362"/>
                </a:cubicBezTo>
                <a:lnTo>
                  <a:pt x="136197" y="133845"/>
                </a:lnTo>
                <a:lnTo>
                  <a:pt x="92053" y="133845"/>
                </a:lnTo>
                <a:lnTo>
                  <a:pt x="92053" y="130362"/>
                </a:lnTo>
                <a:cubicBezTo>
                  <a:pt x="96446" y="130362"/>
                  <a:pt x="99709" y="129674"/>
                  <a:pt x="101842" y="128297"/>
                </a:cubicBezTo>
                <a:cubicBezTo>
                  <a:pt x="103411" y="127295"/>
                  <a:pt x="104509" y="125698"/>
                  <a:pt x="105136" y="123506"/>
                </a:cubicBezTo>
                <a:cubicBezTo>
                  <a:pt x="105450" y="122441"/>
                  <a:pt x="105607" y="119404"/>
                  <a:pt x="105607" y="114396"/>
                </a:cubicBezTo>
                <a:lnTo>
                  <a:pt x="105607" y="81056"/>
                </a:lnTo>
                <a:cubicBezTo>
                  <a:pt x="105607" y="71037"/>
                  <a:pt x="105403" y="65074"/>
                  <a:pt x="104995" y="63166"/>
                </a:cubicBezTo>
                <a:cubicBezTo>
                  <a:pt x="104587" y="61256"/>
                  <a:pt x="103834" y="59863"/>
                  <a:pt x="102736" y="58986"/>
                </a:cubicBezTo>
                <a:cubicBezTo>
                  <a:pt x="101638" y="58110"/>
                  <a:pt x="100273" y="57672"/>
                  <a:pt x="98642" y="57672"/>
                </a:cubicBezTo>
                <a:cubicBezTo>
                  <a:pt x="96697" y="57672"/>
                  <a:pt x="94500" y="58141"/>
                  <a:pt x="92053" y="59081"/>
                </a:cubicBezTo>
                <a:lnTo>
                  <a:pt x="91112" y="55698"/>
                </a:lnTo>
                <a:lnTo>
                  <a:pt x="117184" y="45180"/>
                </a:lnTo>
                <a:lnTo>
                  <a:pt x="121138" y="45180"/>
                </a:lnTo>
                <a:close/>
                <a:moveTo>
                  <a:pt x="257146" y="121420"/>
                </a:moveTo>
                <a:cubicBezTo>
                  <a:pt x="248298" y="128260"/>
                  <a:pt x="242745" y="132213"/>
                  <a:pt x="240486" y="133280"/>
                </a:cubicBezTo>
                <a:cubicBezTo>
                  <a:pt x="237097" y="134911"/>
                  <a:pt x="233489" y="135727"/>
                  <a:pt x="229662" y="135727"/>
                </a:cubicBezTo>
                <a:cubicBezTo>
                  <a:pt x="223700" y="135727"/>
                  <a:pt x="218790" y="133688"/>
                  <a:pt x="214931" y="129609"/>
                </a:cubicBezTo>
                <a:cubicBezTo>
                  <a:pt x="211072" y="125530"/>
                  <a:pt x="209143" y="120165"/>
                  <a:pt x="209143" y="113514"/>
                </a:cubicBezTo>
                <a:cubicBezTo>
                  <a:pt x="209143" y="109310"/>
                  <a:pt x="210084" y="105670"/>
                  <a:pt x="211966" y="102595"/>
                </a:cubicBezTo>
                <a:cubicBezTo>
                  <a:pt x="214539" y="98328"/>
                  <a:pt x="219010" y="94312"/>
                  <a:pt x="225379" y="90547"/>
                </a:cubicBezTo>
                <a:cubicBezTo>
                  <a:pt x="231748" y="86783"/>
                  <a:pt x="242337" y="82202"/>
                  <a:pt x="257146" y="76805"/>
                </a:cubicBezTo>
                <a:lnTo>
                  <a:pt x="257146" y="73417"/>
                </a:lnTo>
                <a:cubicBezTo>
                  <a:pt x="257146" y="64820"/>
                  <a:pt x="255781" y="58922"/>
                  <a:pt x="253052" y="55722"/>
                </a:cubicBezTo>
                <a:cubicBezTo>
                  <a:pt x="250322" y="52521"/>
                  <a:pt x="246353" y="50921"/>
                  <a:pt x="241145" y="50921"/>
                </a:cubicBezTo>
                <a:cubicBezTo>
                  <a:pt x="237192" y="50921"/>
                  <a:pt x="234054" y="51984"/>
                  <a:pt x="231732" y="54110"/>
                </a:cubicBezTo>
                <a:cubicBezTo>
                  <a:pt x="229348" y="56235"/>
                  <a:pt x="228156" y="58674"/>
                  <a:pt x="228156" y="61425"/>
                </a:cubicBezTo>
                <a:lnTo>
                  <a:pt x="228344" y="66863"/>
                </a:lnTo>
                <a:cubicBezTo>
                  <a:pt x="228344" y="69738"/>
                  <a:pt x="227607" y="71957"/>
                  <a:pt x="226132" y="73520"/>
                </a:cubicBezTo>
                <a:cubicBezTo>
                  <a:pt x="224657" y="75083"/>
                  <a:pt x="222728" y="75864"/>
                  <a:pt x="220343" y="75864"/>
                </a:cubicBezTo>
                <a:cubicBezTo>
                  <a:pt x="218022" y="75864"/>
                  <a:pt x="216123" y="75051"/>
                  <a:pt x="214649" y="73426"/>
                </a:cubicBezTo>
                <a:cubicBezTo>
                  <a:pt x="213174" y="71798"/>
                  <a:pt x="212437" y="69576"/>
                  <a:pt x="212437" y="66761"/>
                </a:cubicBezTo>
                <a:cubicBezTo>
                  <a:pt x="212437" y="61382"/>
                  <a:pt x="215198" y="56440"/>
                  <a:pt x="220720" y="51936"/>
                </a:cubicBezTo>
                <a:cubicBezTo>
                  <a:pt x="226242" y="47432"/>
                  <a:pt x="233991" y="45180"/>
                  <a:pt x="243969" y="45180"/>
                </a:cubicBezTo>
                <a:cubicBezTo>
                  <a:pt x="251624" y="45180"/>
                  <a:pt x="257899" y="46464"/>
                  <a:pt x="262793" y="49033"/>
                </a:cubicBezTo>
                <a:cubicBezTo>
                  <a:pt x="266496" y="50976"/>
                  <a:pt x="269225" y="54017"/>
                  <a:pt x="270982" y="58154"/>
                </a:cubicBezTo>
                <a:cubicBezTo>
                  <a:pt x="272112" y="60848"/>
                  <a:pt x="272676" y="66363"/>
                  <a:pt x="272676" y="74699"/>
                </a:cubicBezTo>
                <a:lnTo>
                  <a:pt x="272676" y="103937"/>
                </a:lnTo>
                <a:cubicBezTo>
                  <a:pt x="272676" y="112147"/>
                  <a:pt x="272833" y="117177"/>
                  <a:pt x="273147" y="119026"/>
                </a:cubicBezTo>
                <a:cubicBezTo>
                  <a:pt x="273461" y="120875"/>
                  <a:pt x="273978" y="122113"/>
                  <a:pt x="274700" y="122741"/>
                </a:cubicBezTo>
                <a:cubicBezTo>
                  <a:pt x="275422" y="123366"/>
                  <a:pt x="276253" y="123679"/>
                  <a:pt x="277194" y="123679"/>
                </a:cubicBezTo>
                <a:cubicBezTo>
                  <a:pt x="278198" y="123679"/>
                  <a:pt x="279077" y="123460"/>
                  <a:pt x="279830" y="123020"/>
                </a:cubicBezTo>
                <a:cubicBezTo>
                  <a:pt x="281148" y="122205"/>
                  <a:pt x="283689" y="119914"/>
                  <a:pt x="287454" y="116149"/>
                </a:cubicBezTo>
                <a:lnTo>
                  <a:pt x="287454" y="121420"/>
                </a:lnTo>
                <a:cubicBezTo>
                  <a:pt x="280426" y="130833"/>
                  <a:pt x="273712" y="135539"/>
                  <a:pt x="267311" y="135539"/>
                </a:cubicBezTo>
                <a:cubicBezTo>
                  <a:pt x="264237" y="135539"/>
                  <a:pt x="261789" y="134472"/>
                  <a:pt x="259970" y="132339"/>
                </a:cubicBezTo>
                <a:cubicBezTo>
                  <a:pt x="258150" y="130205"/>
                  <a:pt x="257209" y="126566"/>
                  <a:pt x="257146" y="121420"/>
                </a:cubicBezTo>
                <a:moveTo>
                  <a:pt x="257146" y="115249"/>
                </a:moveTo>
                <a:lnTo>
                  <a:pt x="257146" y="82547"/>
                </a:lnTo>
                <a:cubicBezTo>
                  <a:pt x="247671" y="86294"/>
                  <a:pt x="241553" y="88949"/>
                  <a:pt x="238792" y="90512"/>
                </a:cubicBezTo>
                <a:cubicBezTo>
                  <a:pt x="233835" y="93261"/>
                  <a:pt x="230289" y="96135"/>
                  <a:pt x="228156" y="99133"/>
                </a:cubicBezTo>
                <a:cubicBezTo>
                  <a:pt x="226022" y="102132"/>
                  <a:pt x="224955" y="105411"/>
                  <a:pt x="224955" y="108972"/>
                </a:cubicBezTo>
                <a:cubicBezTo>
                  <a:pt x="224955" y="113471"/>
                  <a:pt x="226305" y="117203"/>
                  <a:pt x="229003" y="120170"/>
                </a:cubicBezTo>
                <a:cubicBezTo>
                  <a:pt x="231701" y="123137"/>
                  <a:pt x="234807" y="124620"/>
                  <a:pt x="238321" y="124620"/>
                </a:cubicBezTo>
                <a:cubicBezTo>
                  <a:pt x="243090" y="124620"/>
                  <a:pt x="249365" y="121497"/>
                  <a:pt x="257146" y="115249"/>
                </a:cubicBezTo>
                <a:close/>
                <a:moveTo>
                  <a:pt x="337275" y="47627"/>
                </a:moveTo>
                <a:lnTo>
                  <a:pt x="373418" y="47627"/>
                </a:lnTo>
                <a:lnTo>
                  <a:pt x="373418" y="51109"/>
                </a:lnTo>
                <a:cubicBezTo>
                  <a:pt x="370093" y="51360"/>
                  <a:pt x="367912" y="51957"/>
                  <a:pt x="366877" y="52898"/>
                </a:cubicBezTo>
                <a:cubicBezTo>
                  <a:pt x="365841" y="53839"/>
                  <a:pt x="365324" y="55188"/>
                  <a:pt x="365324" y="56945"/>
                </a:cubicBezTo>
                <a:cubicBezTo>
                  <a:pt x="365324" y="58890"/>
                  <a:pt x="365857" y="61243"/>
                  <a:pt x="366924" y="64004"/>
                </a:cubicBezTo>
                <a:lnTo>
                  <a:pt x="385372" y="113608"/>
                </a:lnTo>
                <a:lnTo>
                  <a:pt x="403915" y="73229"/>
                </a:lnTo>
                <a:lnTo>
                  <a:pt x="399020" y="60522"/>
                </a:lnTo>
                <a:cubicBezTo>
                  <a:pt x="397514" y="56757"/>
                  <a:pt x="395538" y="54153"/>
                  <a:pt x="393090" y="52710"/>
                </a:cubicBezTo>
                <a:cubicBezTo>
                  <a:pt x="391710" y="51831"/>
                  <a:pt x="389137" y="51298"/>
                  <a:pt x="385372" y="51109"/>
                </a:cubicBezTo>
                <a:lnTo>
                  <a:pt x="385372" y="47627"/>
                </a:lnTo>
                <a:lnTo>
                  <a:pt x="426410" y="47627"/>
                </a:lnTo>
                <a:lnTo>
                  <a:pt x="426410" y="51109"/>
                </a:lnTo>
                <a:cubicBezTo>
                  <a:pt x="421892" y="51298"/>
                  <a:pt x="418692" y="52113"/>
                  <a:pt x="416810" y="53557"/>
                </a:cubicBezTo>
                <a:cubicBezTo>
                  <a:pt x="415555" y="54561"/>
                  <a:pt x="414927" y="56161"/>
                  <a:pt x="414927" y="58357"/>
                </a:cubicBezTo>
                <a:cubicBezTo>
                  <a:pt x="414927" y="59612"/>
                  <a:pt x="415178" y="60898"/>
                  <a:pt x="415680" y="62216"/>
                </a:cubicBezTo>
                <a:lnTo>
                  <a:pt x="435258" y="111725"/>
                </a:lnTo>
                <a:lnTo>
                  <a:pt x="453424" y="64004"/>
                </a:lnTo>
                <a:cubicBezTo>
                  <a:pt x="454679" y="60616"/>
                  <a:pt x="455306" y="57918"/>
                  <a:pt x="455306" y="55910"/>
                </a:cubicBezTo>
                <a:cubicBezTo>
                  <a:pt x="455306" y="54718"/>
                  <a:pt x="454695" y="53651"/>
                  <a:pt x="453471" y="52710"/>
                </a:cubicBezTo>
                <a:cubicBezTo>
                  <a:pt x="452247" y="51768"/>
                  <a:pt x="449847" y="51235"/>
                  <a:pt x="446271" y="51109"/>
                </a:cubicBezTo>
                <a:lnTo>
                  <a:pt x="446271" y="47627"/>
                </a:lnTo>
                <a:lnTo>
                  <a:pt x="473472" y="47627"/>
                </a:lnTo>
                <a:lnTo>
                  <a:pt x="473472" y="51109"/>
                </a:lnTo>
                <a:cubicBezTo>
                  <a:pt x="468013" y="51925"/>
                  <a:pt x="463997" y="55627"/>
                  <a:pt x="461425" y="62216"/>
                </a:cubicBezTo>
                <a:lnTo>
                  <a:pt x="432623" y="136480"/>
                </a:lnTo>
                <a:lnTo>
                  <a:pt x="428763" y="136480"/>
                </a:lnTo>
                <a:lnTo>
                  <a:pt x="407209" y="81417"/>
                </a:lnTo>
                <a:lnTo>
                  <a:pt x="382078" y="136480"/>
                </a:lnTo>
                <a:lnTo>
                  <a:pt x="378595" y="136480"/>
                </a:lnTo>
                <a:lnTo>
                  <a:pt x="350923" y="64004"/>
                </a:lnTo>
                <a:cubicBezTo>
                  <a:pt x="349103" y="59424"/>
                  <a:pt x="347315" y="56333"/>
                  <a:pt x="345558" y="54733"/>
                </a:cubicBezTo>
                <a:cubicBezTo>
                  <a:pt x="343801" y="53133"/>
                  <a:pt x="341040" y="51925"/>
                  <a:pt x="337275" y="51109"/>
                </a:cubicBezTo>
                <a:lnTo>
                  <a:pt x="337275" y="47627"/>
                </a:lnTo>
                <a:close/>
                <a:moveTo>
                  <a:pt x="503183" y="0"/>
                </a:moveTo>
                <a:cubicBezTo>
                  <a:pt x="505818" y="0"/>
                  <a:pt x="508062" y="930"/>
                  <a:pt x="509913" y="2791"/>
                </a:cubicBezTo>
                <a:cubicBezTo>
                  <a:pt x="511764" y="4650"/>
                  <a:pt x="512689" y="6904"/>
                  <a:pt x="512689" y="9554"/>
                </a:cubicBezTo>
                <a:cubicBezTo>
                  <a:pt x="512689" y="12203"/>
                  <a:pt x="511764" y="14474"/>
                  <a:pt x="509913" y="16366"/>
                </a:cubicBezTo>
                <a:cubicBezTo>
                  <a:pt x="508062" y="18256"/>
                  <a:pt x="505818" y="19201"/>
                  <a:pt x="503183" y="19201"/>
                </a:cubicBezTo>
                <a:cubicBezTo>
                  <a:pt x="500547" y="19201"/>
                  <a:pt x="498288" y="18256"/>
                  <a:pt x="496406" y="16366"/>
                </a:cubicBezTo>
                <a:cubicBezTo>
                  <a:pt x="494523" y="14474"/>
                  <a:pt x="493582" y="12203"/>
                  <a:pt x="493582" y="9554"/>
                </a:cubicBezTo>
                <a:cubicBezTo>
                  <a:pt x="493582" y="6904"/>
                  <a:pt x="494508" y="4650"/>
                  <a:pt x="496359" y="2791"/>
                </a:cubicBezTo>
                <a:cubicBezTo>
                  <a:pt x="498210" y="930"/>
                  <a:pt x="500485" y="0"/>
                  <a:pt x="503183" y="0"/>
                </a:cubicBezTo>
                <a:moveTo>
                  <a:pt x="510995" y="45180"/>
                </a:moveTo>
                <a:lnTo>
                  <a:pt x="510995" y="114302"/>
                </a:lnTo>
                <a:cubicBezTo>
                  <a:pt x="510995" y="119687"/>
                  <a:pt x="511387" y="123271"/>
                  <a:pt x="512172" y="125056"/>
                </a:cubicBezTo>
                <a:cubicBezTo>
                  <a:pt x="512956" y="126840"/>
                  <a:pt x="514117" y="128171"/>
                  <a:pt x="515654" y="129047"/>
                </a:cubicBezTo>
                <a:cubicBezTo>
                  <a:pt x="517192" y="129924"/>
                  <a:pt x="520000" y="130362"/>
                  <a:pt x="524078" y="130362"/>
                </a:cubicBezTo>
                <a:lnTo>
                  <a:pt x="524078" y="133845"/>
                </a:lnTo>
                <a:lnTo>
                  <a:pt x="482193" y="133845"/>
                </a:lnTo>
                <a:lnTo>
                  <a:pt x="482193" y="130362"/>
                </a:lnTo>
                <a:cubicBezTo>
                  <a:pt x="486397" y="130362"/>
                  <a:pt x="489221" y="129955"/>
                  <a:pt x="490664" y="129141"/>
                </a:cubicBezTo>
                <a:cubicBezTo>
                  <a:pt x="492108" y="128328"/>
                  <a:pt x="493253" y="126981"/>
                  <a:pt x="494100" y="125103"/>
                </a:cubicBezTo>
                <a:cubicBezTo>
                  <a:pt x="494947" y="123224"/>
                  <a:pt x="495371" y="119624"/>
                  <a:pt x="495371" y="114302"/>
                </a:cubicBezTo>
                <a:lnTo>
                  <a:pt x="495371" y="81150"/>
                </a:lnTo>
                <a:cubicBezTo>
                  <a:pt x="495371" y="71820"/>
                  <a:pt x="495088" y="65778"/>
                  <a:pt x="494523" y="63025"/>
                </a:cubicBezTo>
                <a:cubicBezTo>
                  <a:pt x="494084" y="61021"/>
                  <a:pt x="493394" y="59628"/>
                  <a:pt x="492453" y="58845"/>
                </a:cubicBezTo>
                <a:cubicBezTo>
                  <a:pt x="491511" y="58063"/>
                  <a:pt x="490225" y="57672"/>
                  <a:pt x="488594" y="57672"/>
                </a:cubicBezTo>
                <a:cubicBezTo>
                  <a:pt x="486837" y="57672"/>
                  <a:pt x="484703" y="58141"/>
                  <a:pt x="482193" y="59081"/>
                </a:cubicBezTo>
                <a:lnTo>
                  <a:pt x="480875" y="55698"/>
                </a:lnTo>
                <a:lnTo>
                  <a:pt x="506854" y="45180"/>
                </a:lnTo>
                <a:lnTo>
                  <a:pt x="510995" y="45180"/>
                </a:lnTo>
                <a:close/>
                <a:moveTo>
                  <a:pt x="595740" y="124150"/>
                </a:moveTo>
                <a:cubicBezTo>
                  <a:pt x="591536" y="128542"/>
                  <a:pt x="587425" y="131695"/>
                  <a:pt x="583410" y="133609"/>
                </a:cubicBezTo>
                <a:cubicBezTo>
                  <a:pt x="579394" y="135523"/>
                  <a:pt x="575064" y="136480"/>
                  <a:pt x="570420" y="136480"/>
                </a:cubicBezTo>
                <a:cubicBezTo>
                  <a:pt x="561008" y="136480"/>
                  <a:pt x="552788" y="132551"/>
                  <a:pt x="545760" y="124694"/>
                </a:cubicBezTo>
                <a:cubicBezTo>
                  <a:pt x="538732" y="116835"/>
                  <a:pt x="535218" y="106736"/>
                  <a:pt x="535218" y="94398"/>
                </a:cubicBezTo>
                <a:cubicBezTo>
                  <a:pt x="535218" y="82062"/>
                  <a:pt x="539108" y="70775"/>
                  <a:pt x="546889" y="60537"/>
                </a:cubicBezTo>
                <a:cubicBezTo>
                  <a:pt x="554670" y="50299"/>
                  <a:pt x="564679" y="45180"/>
                  <a:pt x="576915" y="45180"/>
                </a:cubicBezTo>
                <a:cubicBezTo>
                  <a:pt x="584508" y="45180"/>
                  <a:pt x="590783" y="47595"/>
                  <a:pt x="595740" y="52427"/>
                </a:cubicBezTo>
                <a:lnTo>
                  <a:pt x="595740" y="36485"/>
                </a:lnTo>
                <a:cubicBezTo>
                  <a:pt x="595740" y="26592"/>
                  <a:pt x="595504" y="20511"/>
                  <a:pt x="595034" y="18242"/>
                </a:cubicBezTo>
                <a:cubicBezTo>
                  <a:pt x="594563" y="15974"/>
                  <a:pt x="593826" y="14430"/>
                  <a:pt x="592822" y="13613"/>
                </a:cubicBezTo>
                <a:cubicBezTo>
                  <a:pt x="591818" y="12793"/>
                  <a:pt x="590563" y="12383"/>
                  <a:pt x="589057" y="12383"/>
                </a:cubicBezTo>
                <a:cubicBezTo>
                  <a:pt x="587425" y="12383"/>
                  <a:pt x="585261" y="12887"/>
                  <a:pt x="582562" y="13895"/>
                </a:cubicBezTo>
                <a:lnTo>
                  <a:pt x="581339" y="10586"/>
                </a:lnTo>
                <a:lnTo>
                  <a:pt x="607035" y="0"/>
                </a:lnTo>
                <a:lnTo>
                  <a:pt x="611270" y="0"/>
                </a:lnTo>
                <a:lnTo>
                  <a:pt x="611270" y="99678"/>
                </a:lnTo>
                <a:cubicBezTo>
                  <a:pt x="611270" y="109780"/>
                  <a:pt x="611506" y="115945"/>
                  <a:pt x="611976" y="118173"/>
                </a:cubicBezTo>
                <a:cubicBezTo>
                  <a:pt x="612447" y="120401"/>
                  <a:pt x="613200" y="121954"/>
                  <a:pt x="614235" y="122832"/>
                </a:cubicBezTo>
                <a:cubicBezTo>
                  <a:pt x="615271" y="123711"/>
                  <a:pt x="616478" y="124150"/>
                  <a:pt x="617859" y="124150"/>
                </a:cubicBezTo>
                <a:cubicBezTo>
                  <a:pt x="619553" y="124150"/>
                  <a:pt x="621812" y="123616"/>
                  <a:pt x="624636" y="122550"/>
                </a:cubicBezTo>
                <a:lnTo>
                  <a:pt x="625671" y="125844"/>
                </a:lnTo>
                <a:lnTo>
                  <a:pt x="600069" y="136480"/>
                </a:lnTo>
                <a:lnTo>
                  <a:pt x="595740" y="136480"/>
                </a:lnTo>
                <a:lnTo>
                  <a:pt x="595740" y="124150"/>
                </a:lnTo>
                <a:moveTo>
                  <a:pt x="595740" y="117582"/>
                </a:moveTo>
                <a:lnTo>
                  <a:pt x="595740" y="73267"/>
                </a:lnTo>
                <a:cubicBezTo>
                  <a:pt x="595363" y="69010"/>
                  <a:pt x="594234" y="65129"/>
                  <a:pt x="592351" y="61625"/>
                </a:cubicBezTo>
                <a:cubicBezTo>
                  <a:pt x="590469" y="58119"/>
                  <a:pt x="587975" y="55474"/>
                  <a:pt x="584868" y="53692"/>
                </a:cubicBezTo>
                <a:cubicBezTo>
                  <a:pt x="581762" y="51908"/>
                  <a:pt x="578735" y="51015"/>
                  <a:pt x="575785" y="51015"/>
                </a:cubicBezTo>
                <a:cubicBezTo>
                  <a:pt x="570264" y="51015"/>
                  <a:pt x="565338" y="53488"/>
                  <a:pt x="561008" y="58433"/>
                </a:cubicBezTo>
                <a:cubicBezTo>
                  <a:pt x="555298" y="64942"/>
                  <a:pt x="552443" y="74455"/>
                  <a:pt x="552443" y="86974"/>
                </a:cubicBezTo>
                <a:cubicBezTo>
                  <a:pt x="552443" y="99618"/>
                  <a:pt x="555204" y="109305"/>
                  <a:pt x="560726" y="116035"/>
                </a:cubicBezTo>
                <a:cubicBezTo>
                  <a:pt x="566248" y="122762"/>
                  <a:pt x="572397" y="126126"/>
                  <a:pt x="579174" y="126126"/>
                </a:cubicBezTo>
                <a:cubicBezTo>
                  <a:pt x="584884" y="126126"/>
                  <a:pt x="590406" y="123278"/>
                  <a:pt x="595740" y="117582"/>
                </a:cubicBezTo>
                <a:close/>
                <a:moveTo>
                  <a:pt x="645719" y="80194"/>
                </a:moveTo>
                <a:cubicBezTo>
                  <a:pt x="645657" y="92965"/>
                  <a:pt x="648763" y="102983"/>
                  <a:pt x="655038" y="110246"/>
                </a:cubicBezTo>
                <a:cubicBezTo>
                  <a:pt x="661313" y="117507"/>
                  <a:pt x="668686" y="121138"/>
                  <a:pt x="677157" y="121138"/>
                </a:cubicBezTo>
                <a:cubicBezTo>
                  <a:pt x="682804" y="121138"/>
                  <a:pt x="687715" y="119585"/>
                  <a:pt x="691887" y="116479"/>
                </a:cubicBezTo>
                <a:cubicBezTo>
                  <a:pt x="696060" y="113373"/>
                  <a:pt x="699558" y="108055"/>
                  <a:pt x="702382" y="100525"/>
                </a:cubicBezTo>
                <a:lnTo>
                  <a:pt x="705300" y="102407"/>
                </a:lnTo>
                <a:cubicBezTo>
                  <a:pt x="703982" y="111004"/>
                  <a:pt x="700155" y="118832"/>
                  <a:pt x="693817" y="125891"/>
                </a:cubicBezTo>
                <a:cubicBezTo>
                  <a:pt x="687479" y="132950"/>
                  <a:pt x="679541" y="136480"/>
                  <a:pt x="670003" y="136480"/>
                </a:cubicBezTo>
                <a:cubicBezTo>
                  <a:pt x="659650" y="136480"/>
                  <a:pt x="650786" y="132457"/>
                  <a:pt x="643413" y="124412"/>
                </a:cubicBezTo>
                <a:cubicBezTo>
                  <a:pt x="636040" y="116364"/>
                  <a:pt x="632354" y="105546"/>
                  <a:pt x="632354" y="91956"/>
                </a:cubicBezTo>
                <a:cubicBezTo>
                  <a:pt x="632354" y="77242"/>
                  <a:pt x="636134" y="65767"/>
                  <a:pt x="643696" y="57533"/>
                </a:cubicBezTo>
                <a:cubicBezTo>
                  <a:pt x="651257" y="49298"/>
                  <a:pt x="660748" y="45180"/>
                  <a:pt x="672168" y="45180"/>
                </a:cubicBezTo>
                <a:cubicBezTo>
                  <a:pt x="681832" y="45180"/>
                  <a:pt x="689770" y="48356"/>
                  <a:pt x="695982" y="54710"/>
                </a:cubicBezTo>
                <a:cubicBezTo>
                  <a:pt x="702194" y="61061"/>
                  <a:pt x="705300" y="69556"/>
                  <a:pt x="705300" y="80194"/>
                </a:cubicBezTo>
                <a:lnTo>
                  <a:pt x="645719" y="80194"/>
                </a:lnTo>
                <a:moveTo>
                  <a:pt x="645719" y="74735"/>
                </a:moveTo>
                <a:lnTo>
                  <a:pt x="685628" y="74735"/>
                </a:lnTo>
                <a:cubicBezTo>
                  <a:pt x="685314" y="69213"/>
                  <a:pt x="684656" y="65322"/>
                  <a:pt x="683652" y="63063"/>
                </a:cubicBezTo>
                <a:cubicBezTo>
                  <a:pt x="682083" y="59549"/>
                  <a:pt x="679745" y="56788"/>
                  <a:pt x="676639" y="54780"/>
                </a:cubicBezTo>
                <a:cubicBezTo>
                  <a:pt x="673533" y="52772"/>
                  <a:pt x="670286" y="51768"/>
                  <a:pt x="666897" y="51768"/>
                </a:cubicBezTo>
                <a:cubicBezTo>
                  <a:pt x="661689" y="51768"/>
                  <a:pt x="657030" y="53792"/>
                  <a:pt x="652920" y="57839"/>
                </a:cubicBezTo>
                <a:cubicBezTo>
                  <a:pt x="648810" y="61887"/>
                  <a:pt x="646410" y="67518"/>
                  <a:pt x="645719" y="74735"/>
                </a:cubicBezTo>
                <a:close/>
                <a:moveTo>
                  <a:pt x="742038" y="45180"/>
                </a:moveTo>
                <a:lnTo>
                  <a:pt x="742038" y="64569"/>
                </a:lnTo>
                <a:cubicBezTo>
                  <a:pt x="749254" y="51643"/>
                  <a:pt x="756658" y="45180"/>
                  <a:pt x="764251" y="45180"/>
                </a:cubicBezTo>
                <a:cubicBezTo>
                  <a:pt x="767702" y="45180"/>
                  <a:pt x="770557" y="46231"/>
                  <a:pt x="772816" y="48333"/>
                </a:cubicBezTo>
                <a:cubicBezTo>
                  <a:pt x="775075" y="50435"/>
                  <a:pt x="776205" y="52866"/>
                  <a:pt x="776205" y="55627"/>
                </a:cubicBezTo>
                <a:cubicBezTo>
                  <a:pt x="776205" y="58075"/>
                  <a:pt x="775389" y="60145"/>
                  <a:pt x="773758" y="61840"/>
                </a:cubicBezTo>
                <a:cubicBezTo>
                  <a:pt x="772126" y="63534"/>
                  <a:pt x="770181" y="64381"/>
                  <a:pt x="767922" y="64381"/>
                </a:cubicBezTo>
                <a:cubicBezTo>
                  <a:pt x="765726" y="64381"/>
                  <a:pt x="763263" y="63299"/>
                  <a:pt x="760533" y="61134"/>
                </a:cubicBezTo>
                <a:cubicBezTo>
                  <a:pt x="757804" y="58969"/>
                  <a:pt x="755780" y="57886"/>
                  <a:pt x="754462" y="57886"/>
                </a:cubicBezTo>
                <a:cubicBezTo>
                  <a:pt x="753333" y="57886"/>
                  <a:pt x="752109" y="58512"/>
                  <a:pt x="750791" y="59763"/>
                </a:cubicBezTo>
                <a:cubicBezTo>
                  <a:pt x="747968" y="62330"/>
                  <a:pt x="745050" y="66555"/>
                  <a:pt x="742038" y="72437"/>
                </a:cubicBezTo>
                <a:lnTo>
                  <a:pt x="742038" y="113652"/>
                </a:lnTo>
                <a:cubicBezTo>
                  <a:pt x="742038" y="118407"/>
                  <a:pt x="742634" y="122006"/>
                  <a:pt x="743826" y="124447"/>
                </a:cubicBezTo>
                <a:cubicBezTo>
                  <a:pt x="744642" y="126137"/>
                  <a:pt x="746085" y="127546"/>
                  <a:pt x="748156" y="128674"/>
                </a:cubicBezTo>
                <a:cubicBezTo>
                  <a:pt x="750227" y="129799"/>
                  <a:pt x="753207" y="130362"/>
                  <a:pt x="757098" y="130362"/>
                </a:cubicBezTo>
                <a:lnTo>
                  <a:pt x="757098" y="133845"/>
                </a:lnTo>
                <a:lnTo>
                  <a:pt x="712953" y="133845"/>
                </a:lnTo>
                <a:lnTo>
                  <a:pt x="712953" y="130362"/>
                </a:lnTo>
                <a:cubicBezTo>
                  <a:pt x="717346" y="130362"/>
                  <a:pt x="720609" y="129674"/>
                  <a:pt x="722742" y="128297"/>
                </a:cubicBezTo>
                <a:cubicBezTo>
                  <a:pt x="724311" y="127295"/>
                  <a:pt x="725409" y="125698"/>
                  <a:pt x="726037" y="123506"/>
                </a:cubicBezTo>
                <a:cubicBezTo>
                  <a:pt x="726350" y="122441"/>
                  <a:pt x="726507" y="119404"/>
                  <a:pt x="726507" y="114396"/>
                </a:cubicBezTo>
                <a:lnTo>
                  <a:pt x="726507" y="81056"/>
                </a:lnTo>
                <a:cubicBezTo>
                  <a:pt x="726507" y="71037"/>
                  <a:pt x="726303" y="65074"/>
                  <a:pt x="725895" y="63166"/>
                </a:cubicBezTo>
                <a:cubicBezTo>
                  <a:pt x="725488" y="61256"/>
                  <a:pt x="724735" y="59863"/>
                  <a:pt x="723636" y="58986"/>
                </a:cubicBezTo>
                <a:cubicBezTo>
                  <a:pt x="722538" y="58110"/>
                  <a:pt x="721174" y="57672"/>
                  <a:pt x="719542" y="57672"/>
                </a:cubicBezTo>
                <a:cubicBezTo>
                  <a:pt x="717597" y="57672"/>
                  <a:pt x="715401" y="58141"/>
                  <a:pt x="712953" y="59081"/>
                </a:cubicBezTo>
                <a:lnTo>
                  <a:pt x="712012" y="55698"/>
                </a:lnTo>
                <a:lnTo>
                  <a:pt x="738085" y="45180"/>
                </a:lnTo>
                <a:lnTo>
                  <a:pt x="742038" y="45180"/>
                </a:lnTo>
                <a:close/>
                <a:moveTo>
                  <a:pt x="854421" y="45180"/>
                </a:moveTo>
                <a:lnTo>
                  <a:pt x="854421" y="64569"/>
                </a:lnTo>
                <a:cubicBezTo>
                  <a:pt x="861637" y="51643"/>
                  <a:pt x="869042" y="45180"/>
                  <a:pt x="876635" y="45180"/>
                </a:cubicBezTo>
                <a:cubicBezTo>
                  <a:pt x="880086" y="45180"/>
                  <a:pt x="882941" y="46231"/>
                  <a:pt x="885200" y="48333"/>
                </a:cubicBezTo>
                <a:cubicBezTo>
                  <a:pt x="887459" y="50435"/>
                  <a:pt x="888588" y="52866"/>
                  <a:pt x="888588" y="55627"/>
                </a:cubicBezTo>
                <a:cubicBezTo>
                  <a:pt x="888588" y="58075"/>
                  <a:pt x="887773" y="60145"/>
                  <a:pt x="886141" y="61840"/>
                </a:cubicBezTo>
                <a:cubicBezTo>
                  <a:pt x="884510" y="63534"/>
                  <a:pt x="882564" y="64381"/>
                  <a:pt x="880305" y="64381"/>
                </a:cubicBezTo>
                <a:cubicBezTo>
                  <a:pt x="878109" y="64381"/>
                  <a:pt x="875646" y="63299"/>
                  <a:pt x="872917" y="61134"/>
                </a:cubicBezTo>
                <a:cubicBezTo>
                  <a:pt x="870187" y="58969"/>
                  <a:pt x="868163" y="57886"/>
                  <a:pt x="866846" y="57886"/>
                </a:cubicBezTo>
                <a:cubicBezTo>
                  <a:pt x="865716" y="57886"/>
                  <a:pt x="864493" y="58512"/>
                  <a:pt x="863175" y="59763"/>
                </a:cubicBezTo>
                <a:cubicBezTo>
                  <a:pt x="860351" y="62330"/>
                  <a:pt x="857433" y="66555"/>
                  <a:pt x="854421" y="72437"/>
                </a:cubicBezTo>
                <a:lnTo>
                  <a:pt x="854421" y="113652"/>
                </a:lnTo>
                <a:cubicBezTo>
                  <a:pt x="854421" y="118407"/>
                  <a:pt x="855017" y="122006"/>
                  <a:pt x="856210" y="124447"/>
                </a:cubicBezTo>
                <a:cubicBezTo>
                  <a:pt x="857025" y="126137"/>
                  <a:pt x="858469" y="127546"/>
                  <a:pt x="860539" y="128674"/>
                </a:cubicBezTo>
                <a:cubicBezTo>
                  <a:pt x="862610" y="129799"/>
                  <a:pt x="865591" y="130362"/>
                  <a:pt x="869481" y="130362"/>
                </a:cubicBezTo>
                <a:lnTo>
                  <a:pt x="869481" y="133845"/>
                </a:lnTo>
                <a:lnTo>
                  <a:pt x="825337" y="133845"/>
                </a:lnTo>
                <a:lnTo>
                  <a:pt x="825337" y="130362"/>
                </a:lnTo>
                <a:cubicBezTo>
                  <a:pt x="829729" y="130362"/>
                  <a:pt x="832992" y="129674"/>
                  <a:pt x="835126" y="128297"/>
                </a:cubicBezTo>
                <a:cubicBezTo>
                  <a:pt x="836694" y="127295"/>
                  <a:pt x="837793" y="125698"/>
                  <a:pt x="838420" y="123506"/>
                </a:cubicBezTo>
                <a:cubicBezTo>
                  <a:pt x="838734" y="122441"/>
                  <a:pt x="838891" y="119404"/>
                  <a:pt x="838891" y="114396"/>
                </a:cubicBezTo>
                <a:lnTo>
                  <a:pt x="838891" y="81056"/>
                </a:lnTo>
                <a:cubicBezTo>
                  <a:pt x="838891" y="71037"/>
                  <a:pt x="838687" y="65074"/>
                  <a:pt x="838279" y="63166"/>
                </a:cubicBezTo>
                <a:cubicBezTo>
                  <a:pt x="837871" y="61256"/>
                  <a:pt x="837118" y="59863"/>
                  <a:pt x="836020" y="58986"/>
                </a:cubicBezTo>
                <a:cubicBezTo>
                  <a:pt x="834922" y="58110"/>
                  <a:pt x="833557" y="57672"/>
                  <a:pt x="831926" y="57672"/>
                </a:cubicBezTo>
                <a:cubicBezTo>
                  <a:pt x="829980" y="57672"/>
                  <a:pt x="827784" y="58141"/>
                  <a:pt x="825337" y="59081"/>
                </a:cubicBezTo>
                <a:lnTo>
                  <a:pt x="824396" y="55698"/>
                </a:lnTo>
                <a:lnTo>
                  <a:pt x="850468" y="45180"/>
                </a:lnTo>
                <a:lnTo>
                  <a:pt x="854421" y="45180"/>
                </a:lnTo>
                <a:close/>
                <a:moveTo>
                  <a:pt x="942237" y="121420"/>
                </a:moveTo>
                <a:cubicBezTo>
                  <a:pt x="933389" y="128260"/>
                  <a:pt x="927836" y="132213"/>
                  <a:pt x="925577" y="133280"/>
                </a:cubicBezTo>
                <a:cubicBezTo>
                  <a:pt x="922189" y="134911"/>
                  <a:pt x="918580" y="135727"/>
                  <a:pt x="914753" y="135727"/>
                </a:cubicBezTo>
                <a:cubicBezTo>
                  <a:pt x="908792" y="135727"/>
                  <a:pt x="903881" y="133688"/>
                  <a:pt x="900022" y="129609"/>
                </a:cubicBezTo>
                <a:cubicBezTo>
                  <a:pt x="896163" y="125530"/>
                  <a:pt x="894234" y="120165"/>
                  <a:pt x="894234" y="113514"/>
                </a:cubicBezTo>
                <a:cubicBezTo>
                  <a:pt x="894234" y="109310"/>
                  <a:pt x="895175" y="105670"/>
                  <a:pt x="897057" y="102595"/>
                </a:cubicBezTo>
                <a:cubicBezTo>
                  <a:pt x="899630" y="98328"/>
                  <a:pt x="904101" y="94312"/>
                  <a:pt x="910470" y="90547"/>
                </a:cubicBezTo>
                <a:cubicBezTo>
                  <a:pt x="916839" y="86783"/>
                  <a:pt x="927428" y="82202"/>
                  <a:pt x="942237" y="76805"/>
                </a:cubicBezTo>
                <a:lnTo>
                  <a:pt x="942237" y="73417"/>
                </a:lnTo>
                <a:cubicBezTo>
                  <a:pt x="942237" y="64820"/>
                  <a:pt x="940872" y="58922"/>
                  <a:pt x="938143" y="55722"/>
                </a:cubicBezTo>
                <a:cubicBezTo>
                  <a:pt x="935413" y="52521"/>
                  <a:pt x="931444" y="50921"/>
                  <a:pt x="926236" y="50921"/>
                </a:cubicBezTo>
                <a:cubicBezTo>
                  <a:pt x="922283" y="50921"/>
                  <a:pt x="919145" y="51984"/>
                  <a:pt x="916823" y="54110"/>
                </a:cubicBezTo>
                <a:cubicBezTo>
                  <a:pt x="914439" y="56235"/>
                  <a:pt x="913247" y="58674"/>
                  <a:pt x="913247" y="61425"/>
                </a:cubicBezTo>
                <a:lnTo>
                  <a:pt x="913435" y="66863"/>
                </a:lnTo>
                <a:cubicBezTo>
                  <a:pt x="913435" y="69738"/>
                  <a:pt x="912698" y="71957"/>
                  <a:pt x="911223" y="73520"/>
                </a:cubicBezTo>
                <a:cubicBezTo>
                  <a:pt x="909748" y="75083"/>
                  <a:pt x="907819" y="75864"/>
                  <a:pt x="905434" y="75864"/>
                </a:cubicBezTo>
                <a:cubicBezTo>
                  <a:pt x="903113" y="75864"/>
                  <a:pt x="901215" y="75051"/>
                  <a:pt x="899740" y="73426"/>
                </a:cubicBezTo>
                <a:cubicBezTo>
                  <a:pt x="898265" y="71798"/>
                  <a:pt x="897528" y="69576"/>
                  <a:pt x="897528" y="66761"/>
                </a:cubicBezTo>
                <a:cubicBezTo>
                  <a:pt x="897528" y="61382"/>
                  <a:pt x="900289" y="56440"/>
                  <a:pt x="905811" y="51936"/>
                </a:cubicBezTo>
                <a:cubicBezTo>
                  <a:pt x="911333" y="47432"/>
                  <a:pt x="919082" y="45180"/>
                  <a:pt x="929060" y="45180"/>
                </a:cubicBezTo>
                <a:cubicBezTo>
                  <a:pt x="936715" y="45180"/>
                  <a:pt x="942990" y="46464"/>
                  <a:pt x="947884" y="49033"/>
                </a:cubicBezTo>
                <a:cubicBezTo>
                  <a:pt x="951587" y="50976"/>
                  <a:pt x="954316" y="54017"/>
                  <a:pt x="956073" y="58154"/>
                </a:cubicBezTo>
                <a:cubicBezTo>
                  <a:pt x="957203" y="60848"/>
                  <a:pt x="957767" y="66363"/>
                  <a:pt x="957767" y="74699"/>
                </a:cubicBezTo>
                <a:lnTo>
                  <a:pt x="957767" y="103937"/>
                </a:lnTo>
                <a:cubicBezTo>
                  <a:pt x="957767" y="112147"/>
                  <a:pt x="957924" y="117177"/>
                  <a:pt x="958238" y="119026"/>
                </a:cubicBezTo>
                <a:cubicBezTo>
                  <a:pt x="958552" y="120875"/>
                  <a:pt x="959070" y="122113"/>
                  <a:pt x="959791" y="122741"/>
                </a:cubicBezTo>
                <a:cubicBezTo>
                  <a:pt x="960513" y="123366"/>
                  <a:pt x="961344" y="123679"/>
                  <a:pt x="962285" y="123679"/>
                </a:cubicBezTo>
                <a:cubicBezTo>
                  <a:pt x="963289" y="123679"/>
                  <a:pt x="964168" y="123460"/>
                  <a:pt x="964921" y="123020"/>
                </a:cubicBezTo>
                <a:cubicBezTo>
                  <a:pt x="966239" y="122205"/>
                  <a:pt x="968780" y="119914"/>
                  <a:pt x="972545" y="116149"/>
                </a:cubicBezTo>
                <a:lnTo>
                  <a:pt x="972545" y="121420"/>
                </a:lnTo>
                <a:cubicBezTo>
                  <a:pt x="965517" y="130833"/>
                  <a:pt x="958803" y="135539"/>
                  <a:pt x="952402" y="135539"/>
                </a:cubicBezTo>
                <a:cubicBezTo>
                  <a:pt x="949328" y="135539"/>
                  <a:pt x="946880" y="134472"/>
                  <a:pt x="945061" y="132339"/>
                </a:cubicBezTo>
                <a:cubicBezTo>
                  <a:pt x="943241" y="130205"/>
                  <a:pt x="942300" y="126566"/>
                  <a:pt x="942237" y="121420"/>
                </a:cubicBezTo>
                <a:moveTo>
                  <a:pt x="942237" y="115249"/>
                </a:moveTo>
                <a:lnTo>
                  <a:pt x="942237" y="82547"/>
                </a:lnTo>
                <a:cubicBezTo>
                  <a:pt x="932762" y="86294"/>
                  <a:pt x="926644" y="88949"/>
                  <a:pt x="923883" y="90512"/>
                </a:cubicBezTo>
                <a:cubicBezTo>
                  <a:pt x="918926" y="93261"/>
                  <a:pt x="915380" y="96135"/>
                  <a:pt x="913247" y="99133"/>
                </a:cubicBezTo>
                <a:cubicBezTo>
                  <a:pt x="911113" y="102132"/>
                  <a:pt x="910047" y="105411"/>
                  <a:pt x="910047" y="108972"/>
                </a:cubicBezTo>
                <a:cubicBezTo>
                  <a:pt x="910047" y="113471"/>
                  <a:pt x="911396" y="117203"/>
                  <a:pt x="914094" y="120170"/>
                </a:cubicBezTo>
                <a:cubicBezTo>
                  <a:pt x="916792" y="123137"/>
                  <a:pt x="919898" y="124620"/>
                  <a:pt x="923412" y="124620"/>
                </a:cubicBezTo>
                <a:cubicBezTo>
                  <a:pt x="928181" y="124620"/>
                  <a:pt x="934456" y="121497"/>
                  <a:pt x="942237" y="115249"/>
                </a:cubicBezTo>
                <a:close/>
                <a:moveTo>
                  <a:pt x="1004106" y="63440"/>
                </a:moveTo>
                <a:cubicBezTo>
                  <a:pt x="1014208" y="51266"/>
                  <a:pt x="1023841" y="45180"/>
                  <a:pt x="1033002" y="45180"/>
                </a:cubicBezTo>
                <a:cubicBezTo>
                  <a:pt x="1037708" y="45180"/>
                  <a:pt x="1041755" y="46354"/>
                  <a:pt x="1045144" y="48703"/>
                </a:cubicBezTo>
                <a:cubicBezTo>
                  <a:pt x="1048532" y="51051"/>
                  <a:pt x="1051231" y="54917"/>
                  <a:pt x="1053239" y="60301"/>
                </a:cubicBezTo>
                <a:cubicBezTo>
                  <a:pt x="1054619" y="64056"/>
                  <a:pt x="1055309" y="69817"/>
                  <a:pt x="1055309" y="77582"/>
                </a:cubicBezTo>
                <a:lnTo>
                  <a:pt x="1055309" y="114302"/>
                </a:lnTo>
                <a:cubicBezTo>
                  <a:pt x="1055309" y="119750"/>
                  <a:pt x="1055749" y="123444"/>
                  <a:pt x="1056627" y="125385"/>
                </a:cubicBezTo>
                <a:cubicBezTo>
                  <a:pt x="1057317" y="126950"/>
                  <a:pt x="1058431" y="128171"/>
                  <a:pt x="1059969" y="129047"/>
                </a:cubicBezTo>
                <a:cubicBezTo>
                  <a:pt x="1061506" y="129924"/>
                  <a:pt x="1064345" y="130362"/>
                  <a:pt x="1068487" y="130362"/>
                </a:cubicBezTo>
                <a:lnTo>
                  <a:pt x="1068487" y="133845"/>
                </a:lnTo>
                <a:lnTo>
                  <a:pt x="1025849" y="133845"/>
                </a:lnTo>
                <a:lnTo>
                  <a:pt x="1025849" y="130362"/>
                </a:lnTo>
                <a:lnTo>
                  <a:pt x="1027637" y="130362"/>
                </a:lnTo>
                <a:cubicBezTo>
                  <a:pt x="1031653" y="130362"/>
                  <a:pt x="1034461" y="129753"/>
                  <a:pt x="1036061" y="128535"/>
                </a:cubicBezTo>
                <a:cubicBezTo>
                  <a:pt x="1037661" y="127318"/>
                  <a:pt x="1038775" y="125523"/>
                  <a:pt x="1039402" y="123153"/>
                </a:cubicBezTo>
                <a:cubicBezTo>
                  <a:pt x="1039653" y="122215"/>
                  <a:pt x="1039779" y="119281"/>
                  <a:pt x="1039779" y="114349"/>
                </a:cubicBezTo>
                <a:lnTo>
                  <a:pt x="1039779" y="79232"/>
                </a:lnTo>
                <a:cubicBezTo>
                  <a:pt x="1039779" y="71429"/>
                  <a:pt x="1038759" y="65764"/>
                  <a:pt x="1036720" y="62237"/>
                </a:cubicBezTo>
                <a:cubicBezTo>
                  <a:pt x="1034680" y="58709"/>
                  <a:pt x="1031245" y="56945"/>
                  <a:pt x="1026413" y="56945"/>
                </a:cubicBezTo>
                <a:cubicBezTo>
                  <a:pt x="1018946" y="56945"/>
                  <a:pt x="1011510" y="61003"/>
                  <a:pt x="1004106" y="69120"/>
                </a:cubicBezTo>
                <a:lnTo>
                  <a:pt x="1004106" y="114349"/>
                </a:lnTo>
                <a:cubicBezTo>
                  <a:pt x="1004106" y="120155"/>
                  <a:pt x="1004451" y="123745"/>
                  <a:pt x="1005141" y="125118"/>
                </a:cubicBezTo>
                <a:cubicBezTo>
                  <a:pt x="1006020" y="126927"/>
                  <a:pt x="1007228" y="128254"/>
                  <a:pt x="1008765" y="129097"/>
                </a:cubicBezTo>
                <a:cubicBezTo>
                  <a:pt x="1010302" y="129940"/>
                  <a:pt x="1013424" y="130362"/>
                  <a:pt x="1018130" y="130362"/>
                </a:cubicBezTo>
                <a:lnTo>
                  <a:pt x="1018130" y="133845"/>
                </a:lnTo>
                <a:lnTo>
                  <a:pt x="975492" y="133845"/>
                </a:lnTo>
                <a:lnTo>
                  <a:pt x="975492" y="130362"/>
                </a:lnTo>
                <a:lnTo>
                  <a:pt x="977375" y="130362"/>
                </a:lnTo>
                <a:cubicBezTo>
                  <a:pt x="981767" y="130362"/>
                  <a:pt x="984732" y="129251"/>
                  <a:pt x="986269" y="127029"/>
                </a:cubicBezTo>
                <a:cubicBezTo>
                  <a:pt x="987807" y="124806"/>
                  <a:pt x="988575" y="120563"/>
                  <a:pt x="988575" y="114302"/>
                </a:cubicBezTo>
                <a:lnTo>
                  <a:pt x="988575" y="82370"/>
                </a:lnTo>
                <a:cubicBezTo>
                  <a:pt x="988575" y="72040"/>
                  <a:pt x="988340" y="65749"/>
                  <a:pt x="987869" y="63496"/>
                </a:cubicBezTo>
                <a:cubicBezTo>
                  <a:pt x="987399" y="61241"/>
                  <a:pt x="986677" y="59706"/>
                  <a:pt x="985705" y="58892"/>
                </a:cubicBezTo>
                <a:cubicBezTo>
                  <a:pt x="984732" y="58079"/>
                  <a:pt x="983430" y="57672"/>
                  <a:pt x="981798" y="57672"/>
                </a:cubicBezTo>
                <a:cubicBezTo>
                  <a:pt x="980041" y="57672"/>
                  <a:pt x="977939" y="58141"/>
                  <a:pt x="975492" y="59081"/>
                </a:cubicBezTo>
                <a:lnTo>
                  <a:pt x="974080" y="55698"/>
                </a:lnTo>
                <a:lnTo>
                  <a:pt x="1000058" y="45180"/>
                </a:lnTo>
                <a:lnTo>
                  <a:pt x="1004106" y="45180"/>
                </a:lnTo>
                <a:lnTo>
                  <a:pt x="1004106" y="63440"/>
                </a:lnTo>
                <a:close/>
                <a:moveTo>
                  <a:pt x="1098418" y="102428"/>
                </a:moveTo>
                <a:cubicBezTo>
                  <a:pt x="1093147" y="99859"/>
                  <a:pt x="1089100" y="96271"/>
                  <a:pt x="1086276" y="91665"/>
                </a:cubicBezTo>
                <a:cubicBezTo>
                  <a:pt x="1083453" y="87059"/>
                  <a:pt x="1082041" y="81966"/>
                  <a:pt x="1082041" y="76388"/>
                </a:cubicBezTo>
                <a:cubicBezTo>
                  <a:pt x="1082041" y="67866"/>
                  <a:pt x="1085257" y="60534"/>
                  <a:pt x="1091688" y="54392"/>
                </a:cubicBezTo>
                <a:cubicBezTo>
                  <a:pt x="1098120" y="48250"/>
                  <a:pt x="1106356" y="45180"/>
                  <a:pt x="1116396" y="45180"/>
                </a:cubicBezTo>
                <a:cubicBezTo>
                  <a:pt x="1124616" y="45180"/>
                  <a:pt x="1131738" y="47188"/>
                  <a:pt x="1137762" y="51204"/>
                </a:cubicBezTo>
                <a:lnTo>
                  <a:pt x="1156022" y="51204"/>
                </a:lnTo>
                <a:cubicBezTo>
                  <a:pt x="1158721" y="51204"/>
                  <a:pt x="1160289" y="51281"/>
                  <a:pt x="1160728" y="51436"/>
                </a:cubicBezTo>
                <a:cubicBezTo>
                  <a:pt x="1161168" y="51591"/>
                  <a:pt x="1161481" y="51855"/>
                  <a:pt x="1161670" y="52227"/>
                </a:cubicBezTo>
                <a:cubicBezTo>
                  <a:pt x="1162046" y="52786"/>
                  <a:pt x="1162234" y="53779"/>
                  <a:pt x="1162234" y="55207"/>
                </a:cubicBezTo>
                <a:cubicBezTo>
                  <a:pt x="1162234" y="56819"/>
                  <a:pt x="1162078" y="57935"/>
                  <a:pt x="1161764" y="58557"/>
                </a:cubicBezTo>
                <a:cubicBezTo>
                  <a:pt x="1161576" y="58867"/>
                  <a:pt x="1161246" y="59115"/>
                  <a:pt x="1160776" y="59301"/>
                </a:cubicBezTo>
                <a:cubicBezTo>
                  <a:pt x="1160305" y="59487"/>
                  <a:pt x="1158721" y="59581"/>
                  <a:pt x="1156022" y="59581"/>
                </a:cubicBezTo>
                <a:lnTo>
                  <a:pt x="1144821" y="59581"/>
                </a:lnTo>
                <a:cubicBezTo>
                  <a:pt x="1148335" y="64108"/>
                  <a:pt x="1150092" y="69893"/>
                  <a:pt x="1150092" y="76935"/>
                </a:cubicBezTo>
                <a:cubicBezTo>
                  <a:pt x="1150092" y="84982"/>
                  <a:pt x="1147018" y="91867"/>
                  <a:pt x="1140868" y="97589"/>
                </a:cubicBezTo>
                <a:cubicBezTo>
                  <a:pt x="1134719" y="103311"/>
                  <a:pt x="1126467" y="106172"/>
                  <a:pt x="1116114" y="106172"/>
                </a:cubicBezTo>
                <a:cubicBezTo>
                  <a:pt x="1111847" y="106172"/>
                  <a:pt x="1107486" y="105532"/>
                  <a:pt x="1103030" y="104251"/>
                </a:cubicBezTo>
                <a:cubicBezTo>
                  <a:pt x="1100269" y="106634"/>
                  <a:pt x="1098403" y="108719"/>
                  <a:pt x="1097430" y="110508"/>
                </a:cubicBezTo>
                <a:cubicBezTo>
                  <a:pt x="1096457" y="112294"/>
                  <a:pt x="1095971" y="113814"/>
                  <a:pt x="1095971" y="115067"/>
                </a:cubicBezTo>
                <a:cubicBezTo>
                  <a:pt x="1095971" y="116134"/>
                  <a:pt x="1096489" y="117169"/>
                  <a:pt x="1097524" y="118173"/>
                </a:cubicBezTo>
                <a:cubicBezTo>
                  <a:pt x="1098559" y="119175"/>
                  <a:pt x="1100583" y="119896"/>
                  <a:pt x="1103595" y="120335"/>
                </a:cubicBezTo>
                <a:cubicBezTo>
                  <a:pt x="1105352" y="120586"/>
                  <a:pt x="1109745" y="120805"/>
                  <a:pt x="1116772" y="120994"/>
                </a:cubicBezTo>
                <a:cubicBezTo>
                  <a:pt x="1129699" y="121306"/>
                  <a:pt x="1138076" y="121744"/>
                  <a:pt x="1141904" y="122309"/>
                </a:cubicBezTo>
                <a:cubicBezTo>
                  <a:pt x="1147739" y="123124"/>
                  <a:pt x="1152398" y="125288"/>
                  <a:pt x="1155881" y="128800"/>
                </a:cubicBezTo>
                <a:cubicBezTo>
                  <a:pt x="1159364" y="132310"/>
                  <a:pt x="1161105" y="136636"/>
                  <a:pt x="1161105" y="141778"/>
                </a:cubicBezTo>
                <a:cubicBezTo>
                  <a:pt x="1161105" y="148862"/>
                  <a:pt x="1157779" y="155509"/>
                  <a:pt x="1151128" y="161717"/>
                </a:cubicBezTo>
                <a:cubicBezTo>
                  <a:pt x="1141339" y="170871"/>
                  <a:pt x="1128569" y="175448"/>
                  <a:pt x="1112819" y="175448"/>
                </a:cubicBezTo>
                <a:cubicBezTo>
                  <a:pt x="1100709" y="175448"/>
                  <a:pt x="1090480" y="172722"/>
                  <a:pt x="1082135" y="167270"/>
                </a:cubicBezTo>
                <a:cubicBezTo>
                  <a:pt x="1077429" y="164137"/>
                  <a:pt x="1075075" y="160878"/>
                  <a:pt x="1075075" y="157493"/>
                </a:cubicBezTo>
                <a:cubicBezTo>
                  <a:pt x="1075075" y="155991"/>
                  <a:pt x="1075421" y="154488"/>
                  <a:pt x="1076111" y="152984"/>
                </a:cubicBezTo>
                <a:cubicBezTo>
                  <a:pt x="1077178" y="150664"/>
                  <a:pt x="1079374" y="147437"/>
                  <a:pt x="1082700" y="143301"/>
                </a:cubicBezTo>
                <a:cubicBezTo>
                  <a:pt x="1083139" y="142738"/>
                  <a:pt x="1086339" y="139355"/>
                  <a:pt x="1092300" y="133150"/>
                </a:cubicBezTo>
                <a:cubicBezTo>
                  <a:pt x="1089037" y="131203"/>
                  <a:pt x="1086731" y="129460"/>
                  <a:pt x="1085382" y="127921"/>
                </a:cubicBezTo>
                <a:cubicBezTo>
                  <a:pt x="1084033" y="126381"/>
                  <a:pt x="1083358" y="124638"/>
                  <a:pt x="1083358" y="122691"/>
                </a:cubicBezTo>
                <a:cubicBezTo>
                  <a:pt x="1083358" y="120491"/>
                  <a:pt x="1084253" y="117914"/>
                  <a:pt x="1086041" y="114961"/>
                </a:cubicBezTo>
                <a:cubicBezTo>
                  <a:pt x="1087829" y="112008"/>
                  <a:pt x="1091955" y="107830"/>
                  <a:pt x="1098418" y="102428"/>
                </a:cubicBezTo>
                <a:moveTo>
                  <a:pt x="1114796" y="49886"/>
                </a:moveTo>
                <a:cubicBezTo>
                  <a:pt x="1110152" y="49886"/>
                  <a:pt x="1106262" y="51727"/>
                  <a:pt x="1103124" y="55410"/>
                </a:cubicBezTo>
                <a:cubicBezTo>
                  <a:pt x="1099987" y="59090"/>
                  <a:pt x="1098418" y="64738"/>
                  <a:pt x="1098418" y="72352"/>
                </a:cubicBezTo>
                <a:cubicBezTo>
                  <a:pt x="1098418" y="82214"/>
                  <a:pt x="1100552" y="89858"/>
                  <a:pt x="1104819" y="95286"/>
                </a:cubicBezTo>
                <a:cubicBezTo>
                  <a:pt x="1108082" y="99406"/>
                  <a:pt x="1112223" y="101466"/>
                  <a:pt x="1117243" y="101466"/>
                </a:cubicBezTo>
                <a:cubicBezTo>
                  <a:pt x="1122012" y="101466"/>
                  <a:pt x="1125934" y="99687"/>
                  <a:pt x="1129009" y="96130"/>
                </a:cubicBezTo>
                <a:cubicBezTo>
                  <a:pt x="1132083" y="92573"/>
                  <a:pt x="1133621" y="86987"/>
                  <a:pt x="1133621" y="79373"/>
                </a:cubicBezTo>
                <a:cubicBezTo>
                  <a:pt x="1133621" y="69451"/>
                  <a:pt x="1131456" y="61681"/>
                  <a:pt x="1127126" y="56063"/>
                </a:cubicBezTo>
                <a:cubicBezTo>
                  <a:pt x="1123926" y="51945"/>
                  <a:pt x="1119816" y="49886"/>
                  <a:pt x="1114796" y="49886"/>
                </a:cubicBezTo>
                <a:moveTo>
                  <a:pt x="1097477" y="133900"/>
                </a:moveTo>
                <a:cubicBezTo>
                  <a:pt x="1094528" y="137095"/>
                  <a:pt x="1092300" y="140070"/>
                  <a:pt x="1090794" y="142825"/>
                </a:cubicBezTo>
                <a:cubicBezTo>
                  <a:pt x="1089288" y="145582"/>
                  <a:pt x="1088535" y="148119"/>
                  <a:pt x="1088535" y="150437"/>
                </a:cubicBezTo>
                <a:cubicBezTo>
                  <a:pt x="1088535" y="153443"/>
                  <a:pt x="1090355" y="156074"/>
                  <a:pt x="1093994" y="158329"/>
                </a:cubicBezTo>
                <a:cubicBezTo>
                  <a:pt x="1100269" y="162211"/>
                  <a:pt x="1109337" y="164153"/>
                  <a:pt x="1121196" y="164153"/>
                </a:cubicBezTo>
                <a:cubicBezTo>
                  <a:pt x="1132491" y="164153"/>
                  <a:pt x="1140821" y="162163"/>
                  <a:pt x="1146186" y="158185"/>
                </a:cubicBezTo>
                <a:cubicBezTo>
                  <a:pt x="1151551" y="154208"/>
                  <a:pt x="1154234" y="149965"/>
                  <a:pt x="1154234" y="145457"/>
                </a:cubicBezTo>
                <a:cubicBezTo>
                  <a:pt x="1154234" y="142200"/>
                  <a:pt x="1152634" y="139882"/>
                  <a:pt x="1149434" y="138504"/>
                </a:cubicBezTo>
                <a:cubicBezTo>
                  <a:pt x="1146171" y="137125"/>
                  <a:pt x="1139707" y="136311"/>
                  <a:pt x="1130044" y="136062"/>
                </a:cubicBezTo>
                <a:cubicBezTo>
                  <a:pt x="1115925" y="135686"/>
                  <a:pt x="1105070" y="134965"/>
                  <a:pt x="1097477" y="133900"/>
                </a:cubicBezTo>
                <a:close/>
                <a:moveTo>
                  <a:pt x="1186236" y="80194"/>
                </a:moveTo>
                <a:cubicBezTo>
                  <a:pt x="1186173" y="92965"/>
                  <a:pt x="1189280" y="102983"/>
                  <a:pt x="1195554" y="110246"/>
                </a:cubicBezTo>
                <a:cubicBezTo>
                  <a:pt x="1201829" y="117507"/>
                  <a:pt x="1209202" y="121138"/>
                  <a:pt x="1217674" y="121138"/>
                </a:cubicBezTo>
                <a:cubicBezTo>
                  <a:pt x="1223321" y="121138"/>
                  <a:pt x="1228231" y="119585"/>
                  <a:pt x="1232404" y="116479"/>
                </a:cubicBezTo>
                <a:cubicBezTo>
                  <a:pt x="1236577" y="113373"/>
                  <a:pt x="1240075" y="108055"/>
                  <a:pt x="1242899" y="100525"/>
                </a:cubicBezTo>
                <a:lnTo>
                  <a:pt x="1245817" y="102407"/>
                </a:lnTo>
                <a:cubicBezTo>
                  <a:pt x="1244499" y="111004"/>
                  <a:pt x="1240671" y="118832"/>
                  <a:pt x="1234334" y="125891"/>
                </a:cubicBezTo>
                <a:cubicBezTo>
                  <a:pt x="1227996" y="132950"/>
                  <a:pt x="1220058" y="136480"/>
                  <a:pt x="1210520" y="136480"/>
                </a:cubicBezTo>
                <a:cubicBezTo>
                  <a:pt x="1200167" y="136480"/>
                  <a:pt x="1191303" y="132457"/>
                  <a:pt x="1183930" y="124412"/>
                </a:cubicBezTo>
                <a:cubicBezTo>
                  <a:pt x="1176557" y="116364"/>
                  <a:pt x="1172871" y="105546"/>
                  <a:pt x="1172871" y="91956"/>
                </a:cubicBezTo>
                <a:cubicBezTo>
                  <a:pt x="1172871" y="77242"/>
                  <a:pt x="1176651" y="65767"/>
                  <a:pt x="1184212" y="57533"/>
                </a:cubicBezTo>
                <a:cubicBezTo>
                  <a:pt x="1191774" y="49298"/>
                  <a:pt x="1201265" y="45180"/>
                  <a:pt x="1212685" y="45180"/>
                </a:cubicBezTo>
                <a:cubicBezTo>
                  <a:pt x="1222348" y="45180"/>
                  <a:pt x="1230286" y="48356"/>
                  <a:pt x="1236498" y="54710"/>
                </a:cubicBezTo>
                <a:cubicBezTo>
                  <a:pt x="1242711" y="61061"/>
                  <a:pt x="1245817" y="69556"/>
                  <a:pt x="1245817" y="80194"/>
                </a:cubicBezTo>
                <a:lnTo>
                  <a:pt x="1186236" y="80194"/>
                </a:lnTo>
                <a:moveTo>
                  <a:pt x="1186236" y="74735"/>
                </a:moveTo>
                <a:lnTo>
                  <a:pt x="1226145" y="74735"/>
                </a:lnTo>
                <a:cubicBezTo>
                  <a:pt x="1225831" y="69213"/>
                  <a:pt x="1225172" y="65322"/>
                  <a:pt x="1224168" y="63063"/>
                </a:cubicBezTo>
                <a:cubicBezTo>
                  <a:pt x="1222599" y="59549"/>
                  <a:pt x="1220262" y="56788"/>
                  <a:pt x="1217156" y="54780"/>
                </a:cubicBezTo>
                <a:cubicBezTo>
                  <a:pt x="1214050" y="52772"/>
                  <a:pt x="1210803" y="51768"/>
                  <a:pt x="1207414" y="51768"/>
                </a:cubicBezTo>
                <a:cubicBezTo>
                  <a:pt x="1202206" y="51768"/>
                  <a:pt x="1197547" y="53792"/>
                  <a:pt x="1193437" y="57839"/>
                </a:cubicBezTo>
                <a:cubicBezTo>
                  <a:pt x="1189327" y="61887"/>
                  <a:pt x="1186926" y="67518"/>
                  <a:pt x="1186236" y="74735"/>
                </a:cubicBezTo>
                <a:close/>
                <a:moveTo>
                  <a:pt x="1347688" y="45180"/>
                </a:moveTo>
                <a:cubicBezTo>
                  <a:pt x="1360740" y="45180"/>
                  <a:pt x="1371219" y="50132"/>
                  <a:pt x="1379126" y="60037"/>
                </a:cubicBezTo>
                <a:cubicBezTo>
                  <a:pt x="1385840" y="68498"/>
                  <a:pt x="1389197" y="78214"/>
                  <a:pt x="1389197" y="89186"/>
                </a:cubicBezTo>
                <a:cubicBezTo>
                  <a:pt x="1389197" y="96896"/>
                  <a:pt x="1387346" y="104700"/>
                  <a:pt x="1383644" y="112599"/>
                </a:cubicBezTo>
                <a:cubicBezTo>
                  <a:pt x="1379941" y="120496"/>
                  <a:pt x="1374843" y="126450"/>
                  <a:pt x="1368349" y="130462"/>
                </a:cubicBezTo>
                <a:cubicBezTo>
                  <a:pt x="1361854" y="134474"/>
                  <a:pt x="1354622" y="136480"/>
                  <a:pt x="1346653" y="136480"/>
                </a:cubicBezTo>
                <a:cubicBezTo>
                  <a:pt x="1333664" y="136480"/>
                  <a:pt x="1323341" y="131308"/>
                  <a:pt x="1315686" y="120964"/>
                </a:cubicBezTo>
                <a:cubicBezTo>
                  <a:pt x="1309223" y="112252"/>
                  <a:pt x="1305991" y="102474"/>
                  <a:pt x="1305991" y="91630"/>
                </a:cubicBezTo>
                <a:cubicBezTo>
                  <a:pt x="1305991" y="83731"/>
                  <a:pt x="1307952" y="75880"/>
                  <a:pt x="1311874" y="68075"/>
                </a:cubicBezTo>
                <a:cubicBezTo>
                  <a:pt x="1315796" y="60271"/>
                  <a:pt x="1320957" y="54504"/>
                  <a:pt x="1327357" y="50774"/>
                </a:cubicBezTo>
                <a:cubicBezTo>
                  <a:pt x="1333758" y="47044"/>
                  <a:pt x="1340535" y="45180"/>
                  <a:pt x="1347688" y="45180"/>
                </a:cubicBezTo>
                <a:moveTo>
                  <a:pt x="1344770" y="51392"/>
                </a:moveTo>
                <a:cubicBezTo>
                  <a:pt x="1341445" y="51392"/>
                  <a:pt x="1338103" y="52379"/>
                  <a:pt x="1334746" y="54354"/>
                </a:cubicBezTo>
                <a:cubicBezTo>
                  <a:pt x="1331389" y="56328"/>
                  <a:pt x="1328675" y="59791"/>
                  <a:pt x="1326604" y="64743"/>
                </a:cubicBezTo>
                <a:cubicBezTo>
                  <a:pt x="1324534" y="69694"/>
                  <a:pt x="1323498" y="76055"/>
                  <a:pt x="1323498" y="83826"/>
                </a:cubicBezTo>
                <a:cubicBezTo>
                  <a:pt x="1323498" y="96361"/>
                  <a:pt x="1325993" y="107172"/>
                  <a:pt x="1330981" y="116261"/>
                </a:cubicBezTo>
                <a:cubicBezTo>
                  <a:pt x="1335970" y="125348"/>
                  <a:pt x="1342543" y="129891"/>
                  <a:pt x="1350700" y="129891"/>
                </a:cubicBezTo>
                <a:cubicBezTo>
                  <a:pt x="1356787" y="129891"/>
                  <a:pt x="1361807" y="127384"/>
                  <a:pt x="1365760" y="122370"/>
                </a:cubicBezTo>
                <a:cubicBezTo>
                  <a:pt x="1369713" y="117356"/>
                  <a:pt x="1371690" y="108739"/>
                  <a:pt x="1371690" y="96518"/>
                </a:cubicBezTo>
                <a:cubicBezTo>
                  <a:pt x="1371690" y="81225"/>
                  <a:pt x="1368396" y="69191"/>
                  <a:pt x="1361807" y="60416"/>
                </a:cubicBezTo>
                <a:cubicBezTo>
                  <a:pt x="1357352" y="54400"/>
                  <a:pt x="1351673" y="51392"/>
                  <a:pt x="1344770" y="51392"/>
                </a:cubicBezTo>
                <a:close/>
                <a:moveTo>
                  <a:pt x="1435600" y="54216"/>
                </a:moveTo>
                <a:lnTo>
                  <a:pt x="1435600" y="110949"/>
                </a:lnTo>
                <a:cubicBezTo>
                  <a:pt x="1435600" y="118991"/>
                  <a:pt x="1436478" y="124079"/>
                  <a:pt x="1438235" y="126215"/>
                </a:cubicBezTo>
                <a:cubicBezTo>
                  <a:pt x="1440557" y="128980"/>
                  <a:pt x="1443663" y="130362"/>
                  <a:pt x="1447554" y="130362"/>
                </a:cubicBezTo>
                <a:lnTo>
                  <a:pt x="1455366" y="130362"/>
                </a:lnTo>
                <a:lnTo>
                  <a:pt x="1455366" y="133845"/>
                </a:lnTo>
                <a:lnTo>
                  <a:pt x="1403880" y="133845"/>
                </a:lnTo>
                <a:lnTo>
                  <a:pt x="1403880" y="130362"/>
                </a:lnTo>
                <a:lnTo>
                  <a:pt x="1407739" y="130362"/>
                </a:lnTo>
                <a:cubicBezTo>
                  <a:pt x="1410249" y="130362"/>
                  <a:pt x="1412540" y="129734"/>
                  <a:pt x="1414610" y="128477"/>
                </a:cubicBezTo>
                <a:cubicBezTo>
                  <a:pt x="1416681" y="127220"/>
                  <a:pt x="1418109" y="125523"/>
                  <a:pt x="1418893" y="123388"/>
                </a:cubicBezTo>
                <a:cubicBezTo>
                  <a:pt x="1419677" y="121253"/>
                  <a:pt x="1420069" y="117106"/>
                  <a:pt x="1420069" y="110949"/>
                </a:cubicBezTo>
                <a:lnTo>
                  <a:pt x="1420069" y="54216"/>
                </a:lnTo>
                <a:lnTo>
                  <a:pt x="1403315" y="54216"/>
                </a:lnTo>
                <a:lnTo>
                  <a:pt x="1403315" y="47627"/>
                </a:lnTo>
                <a:lnTo>
                  <a:pt x="1420069" y="47627"/>
                </a:lnTo>
                <a:lnTo>
                  <a:pt x="1420069" y="41956"/>
                </a:lnTo>
                <a:cubicBezTo>
                  <a:pt x="1420069" y="33326"/>
                  <a:pt x="1421450" y="26018"/>
                  <a:pt x="1424211" y="20034"/>
                </a:cubicBezTo>
                <a:cubicBezTo>
                  <a:pt x="1426972" y="14049"/>
                  <a:pt x="1431192" y="9214"/>
                  <a:pt x="1436871" y="5530"/>
                </a:cubicBezTo>
                <a:cubicBezTo>
                  <a:pt x="1442549" y="1843"/>
                  <a:pt x="1448934" y="0"/>
                  <a:pt x="1456025" y="0"/>
                </a:cubicBezTo>
                <a:cubicBezTo>
                  <a:pt x="1462614" y="0"/>
                  <a:pt x="1468669" y="2133"/>
                  <a:pt x="1474191" y="6400"/>
                </a:cubicBezTo>
                <a:cubicBezTo>
                  <a:pt x="1477830" y="9224"/>
                  <a:pt x="1479650" y="12393"/>
                  <a:pt x="1479650" y="15907"/>
                </a:cubicBezTo>
                <a:cubicBezTo>
                  <a:pt x="1479650" y="17789"/>
                  <a:pt x="1478834" y="19562"/>
                  <a:pt x="1477203" y="21225"/>
                </a:cubicBezTo>
                <a:cubicBezTo>
                  <a:pt x="1475571" y="22888"/>
                  <a:pt x="1473814" y="23719"/>
                  <a:pt x="1471932" y="23719"/>
                </a:cubicBezTo>
                <a:cubicBezTo>
                  <a:pt x="1470489" y="23719"/>
                  <a:pt x="1468967" y="23196"/>
                  <a:pt x="1467367" y="22149"/>
                </a:cubicBezTo>
                <a:cubicBezTo>
                  <a:pt x="1465767" y="21101"/>
                  <a:pt x="1463806" y="18849"/>
                  <a:pt x="1461484" y="15392"/>
                </a:cubicBezTo>
                <a:cubicBezTo>
                  <a:pt x="1459162" y="11935"/>
                  <a:pt x="1457029" y="9604"/>
                  <a:pt x="1455084" y="8398"/>
                </a:cubicBezTo>
                <a:cubicBezTo>
                  <a:pt x="1453138" y="7192"/>
                  <a:pt x="1450974" y="6589"/>
                  <a:pt x="1448589" y="6589"/>
                </a:cubicBezTo>
                <a:cubicBezTo>
                  <a:pt x="1445703" y="6589"/>
                  <a:pt x="1443255" y="7365"/>
                  <a:pt x="1441247" y="8918"/>
                </a:cubicBezTo>
                <a:cubicBezTo>
                  <a:pt x="1439239" y="10469"/>
                  <a:pt x="1437796" y="12875"/>
                  <a:pt x="1436918" y="16136"/>
                </a:cubicBezTo>
                <a:cubicBezTo>
                  <a:pt x="1436039" y="19397"/>
                  <a:pt x="1435600" y="27804"/>
                  <a:pt x="1435600" y="41356"/>
                </a:cubicBezTo>
                <a:lnTo>
                  <a:pt x="1435600" y="47627"/>
                </a:lnTo>
                <a:lnTo>
                  <a:pt x="1457813" y="47627"/>
                </a:lnTo>
                <a:lnTo>
                  <a:pt x="1457813" y="54216"/>
                </a:lnTo>
                <a:lnTo>
                  <a:pt x="1435600" y="54216"/>
                </a:lnTo>
                <a:close/>
                <a:moveTo>
                  <a:pt x="1539324" y="19201"/>
                </a:moveTo>
                <a:lnTo>
                  <a:pt x="1539324" y="47627"/>
                </a:lnTo>
                <a:lnTo>
                  <a:pt x="1559467" y="47627"/>
                </a:lnTo>
                <a:lnTo>
                  <a:pt x="1559467" y="54216"/>
                </a:lnTo>
                <a:lnTo>
                  <a:pt x="1539324" y="54216"/>
                </a:lnTo>
                <a:lnTo>
                  <a:pt x="1539324" y="110049"/>
                </a:lnTo>
                <a:cubicBezTo>
                  <a:pt x="1539324" y="115628"/>
                  <a:pt x="1540124" y="119389"/>
                  <a:pt x="1541724" y="121332"/>
                </a:cubicBezTo>
                <a:cubicBezTo>
                  <a:pt x="1543324" y="123273"/>
                  <a:pt x="1545379" y="124244"/>
                  <a:pt x="1547889" y="124244"/>
                </a:cubicBezTo>
                <a:cubicBezTo>
                  <a:pt x="1549960" y="124244"/>
                  <a:pt x="1551968" y="123601"/>
                  <a:pt x="1553913" y="122314"/>
                </a:cubicBezTo>
                <a:cubicBezTo>
                  <a:pt x="1555859" y="121028"/>
                  <a:pt x="1557364" y="119130"/>
                  <a:pt x="1558431" y="116620"/>
                </a:cubicBezTo>
                <a:lnTo>
                  <a:pt x="1562102" y="116620"/>
                </a:lnTo>
                <a:cubicBezTo>
                  <a:pt x="1559906" y="122787"/>
                  <a:pt x="1556800" y="127451"/>
                  <a:pt x="1552784" y="130612"/>
                </a:cubicBezTo>
                <a:cubicBezTo>
                  <a:pt x="1548768" y="133771"/>
                  <a:pt x="1544626" y="135351"/>
                  <a:pt x="1540359" y="135351"/>
                </a:cubicBezTo>
                <a:cubicBezTo>
                  <a:pt x="1537473" y="135351"/>
                  <a:pt x="1534649" y="134550"/>
                  <a:pt x="1531888" y="132947"/>
                </a:cubicBezTo>
                <a:cubicBezTo>
                  <a:pt x="1529127" y="131345"/>
                  <a:pt x="1527088" y="129053"/>
                  <a:pt x="1525770" y="126071"/>
                </a:cubicBezTo>
                <a:cubicBezTo>
                  <a:pt x="1524452" y="123086"/>
                  <a:pt x="1523794" y="118484"/>
                  <a:pt x="1523794" y="112264"/>
                </a:cubicBezTo>
                <a:lnTo>
                  <a:pt x="1523794" y="54216"/>
                </a:lnTo>
                <a:lnTo>
                  <a:pt x="1510146" y="54216"/>
                </a:lnTo>
                <a:lnTo>
                  <a:pt x="1510146" y="51109"/>
                </a:lnTo>
                <a:cubicBezTo>
                  <a:pt x="1513597" y="49725"/>
                  <a:pt x="1517126" y="47381"/>
                  <a:pt x="1520734" y="44077"/>
                </a:cubicBezTo>
                <a:cubicBezTo>
                  <a:pt x="1524343" y="40772"/>
                  <a:pt x="1527558" y="36855"/>
                  <a:pt x="1530382" y="32323"/>
                </a:cubicBezTo>
                <a:cubicBezTo>
                  <a:pt x="1531825" y="29932"/>
                  <a:pt x="1533833" y="25559"/>
                  <a:pt x="1536406" y="19201"/>
                </a:cubicBezTo>
                <a:lnTo>
                  <a:pt x="1539324" y="19201"/>
                </a:lnTo>
                <a:close/>
                <a:moveTo>
                  <a:pt x="1616727" y="121420"/>
                </a:moveTo>
                <a:cubicBezTo>
                  <a:pt x="1607879" y="128260"/>
                  <a:pt x="1602326" y="132213"/>
                  <a:pt x="1600067" y="133280"/>
                </a:cubicBezTo>
                <a:cubicBezTo>
                  <a:pt x="1596678" y="134911"/>
                  <a:pt x="1593070" y="135727"/>
                  <a:pt x="1589242" y="135727"/>
                </a:cubicBezTo>
                <a:cubicBezTo>
                  <a:pt x="1583281" y="135727"/>
                  <a:pt x="1578371" y="133688"/>
                  <a:pt x="1574512" y="129609"/>
                </a:cubicBezTo>
                <a:cubicBezTo>
                  <a:pt x="1570653" y="125530"/>
                  <a:pt x="1568723" y="120165"/>
                  <a:pt x="1568723" y="113514"/>
                </a:cubicBezTo>
                <a:cubicBezTo>
                  <a:pt x="1568723" y="109310"/>
                  <a:pt x="1569665" y="105670"/>
                  <a:pt x="1571547" y="102595"/>
                </a:cubicBezTo>
                <a:cubicBezTo>
                  <a:pt x="1574120" y="98328"/>
                  <a:pt x="1578591" y="94312"/>
                  <a:pt x="1584960" y="90547"/>
                </a:cubicBezTo>
                <a:cubicBezTo>
                  <a:pt x="1591329" y="86783"/>
                  <a:pt x="1601918" y="82202"/>
                  <a:pt x="1616727" y="76805"/>
                </a:cubicBezTo>
                <a:lnTo>
                  <a:pt x="1616727" y="73417"/>
                </a:lnTo>
                <a:cubicBezTo>
                  <a:pt x="1616727" y="64820"/>
                  <a:pt x="1615362" y="58922"/>
                  <a:pt x="1612632" y="55722"/>
                </a:cubicBezTo>
                <a:cubicBezTo>
                  <a:pt x="1609903" y="52521"/>
                  <a:pt x="1605934" y="50921"/>
                  <a:pt x="1600726" y="50921"/>
                </a:cubicBezTo>
                <a:cubicBezTo>
                  <a:pt x="1596772" y="50921"/>
                  <a:pt x="1593635" y="51984"/>
                  <a:pt x="1591313" y="54110"/>
                </a:cubicBezTo>
                <a:cubicBezTo>
                  <a:pt x="1588929" y="56235"/>
                  <a:pt x="1587736" y="58674"/>
                  <a:pt x="1587736" y="61425"/>
                </a:cubicBezTo>
                <a:lnTo>
                  <a:pt x="1587925" y="66863"/>
                </a:lnTo>
                <a:cubicBezTo>
                  <a:pt x="1587925" y="69738"/>
                  <a:pt x="1587187" y="71957"/>
                  <a:pt x="1585713" y="73520"/>
                </a:cubicBezTo>
                <a:cubicBezTo>
                  <a:pt x="1584238" y="75083"/>
                  <a:pt x="1582309" y="75864"/>
                  <a:pt x="1579924" y="75864"/>
                </a:cubicBezTo>
                <a:cubicBezTo>
                  <a:pt x="1577602" y="75864"/>
                  <a:pt x="1575704" y="75051"/>
                  <a:pt x="1574230" y="73426"/>
                </a:cubicBezTo>
                <a:cubicBezTo>
                  <a:pt x="1572755" y="71798"/>
                  <a:pt x="1572018" y="69576"/>
                  <a:pt x="1572018" y="66761"/>
                </a:cubicBezTo>
                <a:cubicBezTo>
                  <a:pt x="1572018" y="61382"/>
                  <a:pt x="1574779" y="56440"/>
                  <a:pt x="1580301" y="51936"/>
                </a:cubicBezTo>
                <a:cubicBezTo>
                  <a:pt x="1585823" y="47432"/>
                  <a:pt x="1593572" y="45180"/>
                  <a:pt x="1603549" y="45180"/>
                </a:cubicBezTo>
                <a:cubicBezTo>
                  <a:pt x="1611205" y="45180"/>
                  <a:pt x="1617480" y="46464"/>
                  <a:pt x="1622374" y="49033"/>
                </a:cubicBezTo>
                <a:cubicBezTo>
                  <a:pt x="1626076" y="50976"/>
                  <a:pt x="1628806" y="54017"/>
                  <a:pt x="1630563" y="58154"/>
                </a:cubicBezTo>
                <a:cubicBezTo>
                  <a:pt x="1631692" y="60848"/>
                  <a:pt x="1632257" y="66363"/>
                  <a:pt x="1632257" y="74699"/>
                </a:cubicBezTo>
                <a:lnTo>
                  <a:pt x="1632257" y="103937"/>
                </a:lnTo>
                <a:cubicBezTo>
                  <a:pt x="1632257" y="112147"/>
                  <a:pt x="1632414" y="117177"/>
                  <a:pt x="1632728" y="119026"/>
                </a:cubicBezTo>
                <a:cubicBezTo>
                  <a:pt x="1633042" y="120875"/>
                  <a:pt x="1633559" y="122113"/>
                  <a:pt x="1634281" y="122741"/>
                </a:cubicBezTo>
                <a:cubicBezTo>
                  <a:pt x="1635002" y="123366"/>
                  <a:pt x="1635834" y="123679"/>
                  <a:pt x="1636775" y="123679"/>
                </a:cubicBezTo>
                <a:cubicBezTo>
                  <a:pt x="1637779" y="123679"/>
                  <a:pt x="1638658" y="123460"/>
                  <a:pt x="1639411" y="123020"/>
                </a:cubicBezTo>
                <a:cubicBezTo>
                  <a:pt x="1640728" y="122205"/>
                  <a:pt x="1643270" y="119914"/>
                  <a:pt x="1647035" y="116149"/>
                </a:cubicBezTo>
                <a:lnTo>
                  <a:pt x="1647035" y="121420"/>
                </a:lnTo>
                <a:cubicBezTo>
                  <a:pt x="1640007" y="130833"/>
                  <a:pt x="1633293" y="135539"/>
                  <a:pt x="1626892" y="135539"/>
                </a:cubicBezTo>
                <a:cubicBezTo>
                  <a:pt x="1623817" y="135539"/>
                  <a:pt x="1621370" y="134472"/>
                  <a:pt x="1619550" y="132339"/>
                </a:cubicBezTo>
                <a:cubicBezTo>
                  <a:pt x="1617731" y="130205"/>
                  <a:pt x="1616789" y="126566"/>
                  <a:pt x="1616727" y="121420"/>
                </a:cubicBezTo>
                <a:moveTo>
                  <a:pt x="1616727" y="115249"/>
                </a:moveTo>
                <a:lnTo>
                  <a:pt x="1616727" y="82547"/>
                </a:lnTo>
                <a:cubicBezTo>
                  <a:pt x="1607252" y="86294"/>
                  <a:pt x="1601133" y="88949"/>
                  <a:pt x="1598372" y="90512"/>
                </a:cubicBezTo>
                <a:cubicBezTo>
                  <a:pt x="1593415" y="93261"/>
                  <a:pt x="1589870" y="96135"/>
                  <a:pt x="1587736" y="99133"/>
                </a:cubicBezTo>
                <a:cubicBezTo>
                  <a:pt x="1585603" y="102132"/>
                  <a:pt x="1584536" y="105411"/>
                  <a:pt x="1584536" y="108972"/>
                </a:cubicBezTo>
                <a:cubicBezTo>
                  <a:pt x="1584536" y="113471"/>
                  <a:pt x="1585885" y="117203"/>
                  <a:pt x="1588584" y="120170"/>
                </a:cubicBezTo>
                <a:cubicBezTo>
                  <a:pt x="1591282" y="123137"/>
                  <a:pt x="1594388" y="124620"/>
                  <a:pt x="1597902" y="124620"/>
                </a:cubicBezTo>
                <a:cubicBezTo>
                  <a:pt x="1602671" y="124620"/>
                  <a:pt x="1608946" y="121497"/>
                  <a:pt x="1616727" y="115249"/>
                </a:cubicBezTo>
                <a:close/>
                <a:moveTo>
                  <a:pt x="1709186" y="45180"/>
                </a:moveTo>
                <a:lnTo>
                  <a:pt x="1709186" y="74358"/>
                </a:lnTo>
                <a:lnTo>
                  <a:pt x="1706080" y="74358"/>
                </a:lnTo>
                <a:cubicBezTo>
                  <a:pt x="1703695" y="65206"/>
                  <a:pt x="1700636" y="58982"/>
                  <a:pt x="1696903" y="55683"/>
                </a:cubicBezTo>
                <a:cubicBezTo>
                  <a:pt x="1693169" y="52383"/>
                  <a:pt x="1688416" y="50733"/>
                  <a:pt x="1682643" y="50733"/>
                </a:cubicBezTo>
                <a:cubicBezTo>
                  <a:pt x="1678250" y="50733"/>
                  <a:pt x="1674705" y="51893"/>
                  <a:pt x="1672007" y="54213"/>
                </a:cubicBezTo>
                <a:cubicBezTo>
                  <a:pt x="1669309" y="56530"/>
                  <a:pt x="1667960" y="59100"/>
                  <a:pt x="1667960" y="61922"/>
                </a:cubicBezTo>
                <a:cubicBezTo>
                  <a:pt x="1667960" y="65432"/>
                  <a:pt x="1668963" y="68440"/>
                  <a:pt x="1670971" y="70946"/>
                </a:cubicBezTo>
                <a:cubicBezTo>
                  <a:pt x="1672917" y="73517"/>
                  <a:pt x="1676870" y="76244"/>
                  <a:pt x="1682831" y="79126"/>
                </a:cubicBezTo>
                <a:lnTo>
                  <a:pt x="1696573" y="85803"/>
                </a:lnTo>
                <a:cubicBezTo>
                  <a:pt x="1709311" y="92007"/>
                  <a:pt x="1715680" y="100187"/>
                  <a:pt x="1715680" y="110343"/>
                </a:cubicBezTo>
                <a:cubicBezTo>
                  <a:pt x="1715680" y="118177"/>
                  <a:pt x="1712716" y="124492"/>
                  <a:pt x="1706786" y="129288"/>
                </a:cubicBezTo>
                <a:cubicBezTo>
                  <a:pt x="1700856" y="134083"/>
                  <a:pt x="1694220" y="136480"/>
                  <a:pt x="1686878" y="136480"/>
                </a:cubicBezTo>
                <a:cubicBezTo>
                  <a:pt x="1681608" y="136480"/>
                  <a:pt x="1675584" y="135539"/>
                  <a:pt x="1668807" y="133656"/>
                </a:cubicBezTo>
                <a:cubicBezTo>
                  <a:pt x="1666736" y="133029"/>
                  <a:pt x="1665042" y="132715"/>
                  <a:pt x="1663724" y="132715"/>
                </a:cubicBezTo>
                <a:cubicBezTo>
                  <a:pt x="1662281" y="132715"/>
                  <a:pt x="1661151" y="133531"/>
                  <a:pt x="1660335" y="135162"/>
                </a:cubicBezTo>
                <a:lnTo>
                  <a:pt x="1657229" y="135162"/>
                </a:lnTo>
                <a:lnTo>
                  <a:pt x="1657229" y="104290"/>
                </a:lnTo>
                <a:lnTo>
                  <a:pt x="1660335" y="104290"/>
                </a:lnTo>
                <a:cubicBezTo>
                  <a:pt x="1662092" y="113106"/>
                  <a:pt x="1665450" y="119750"/>
                  <a:pt x="1670407" y="124220"/>
                </a:cubicBezTo>
                <a:cubicBezTo>
                  <a:pt x="1675364" y="128691"/>
                  <a:pt x="1680917" y="130927"/>
                  <a:pt x="1687067" y="130927"/>
                </a:cubicBezTo>
                <a:cubicBezTo>
                  <a:pt x="1691396" y="130927"/>
                  <a:pt x="1694926" y="129658"/>
                  <a:pt x="1697656" y="127121"/>
                </a:cubicBezTo>
                <a:cubicBezTo>
                  <a:pt x="1700385" y="124581"/>
                  <a:pt x="1701750" y="121525"/>
                  <a:pt x="1701750" y="117952"/>
                </a:cubicBezTo>
                <a:cubicBezTo>
                  <a:pt x="1701750" y="113627"/>
                  <a:pt x="1700228" y="109991"/>
                  <a:pt x="1697185" y="107046"/>
                </a:cubicBezTo>
                <a:cubicBezTo>
                  <a:pt x="1694142" y="104100"/>
                  <a:pt x="1688071" y="100372"/>
                  <a:pt x="1678972" y="95860"/>
                </a:cubicBezTo>
                <a:cubicBezTo>
                  <a:pt x="1669873" y="91346"/>
                  <a:pt x="1663912" y="87271"/>
                  <a:pt x="1661088" y="83635"/>
                </a:cubicBezTo>
                <a:cubicBezTo>
                  <a:pt x="1658265" y="80062"/>
                  <a:pt x="1656853" y="75549"/>
                  <a:pt x="1656853" y="70096"/>
                </a:cubicBezTo>
                <a:cubicBezTo>
                  <a:pt x="1656853" y="63013"/>
                  <a:pt x="1659284" y="57090"/>
                  <a:pt x="1664147" y="52327"/>
                </a:cubicBezTo>
                <a:cubicBezTo>
                  <a:pt x="1669011" y="47562"/>
                  <a:pt x="1675301" y="45180"/>
                  <a:pt x="1683019" y="45180"/>
                </a:cubicBezTo>
                <a:cubicBezTo>
                  <a:pt x="1686408" y="45180"/>
                  <a:pt x="1690518" y="45901"/>
                  <a:pt x="1695350" y="47344"/>
                </a:cubicBezTo>
                <a:cubicBezTo>
                  <a:pt x="1698550" y="48286"/>
                  <a:pt x="1700683" y="48756"/>
                  <a:pt x="1701750" y="48756"/>
                </a:cubicBezTo>
                <a:cubicBezTo>
                  <a:pt x="1702754" y="48756"/>
                  <a:pt x="1703538" y="48537"/>
                  <a:pt x="1704103" y="48097"/>
                </a:cubicBezTo>
                <a:cubicBezTo>
                  <a:pt x="1704668" y="47658"/>
                  <a:pt x="1705327" y="46686"/>
                  <a:pt x="1706080" y="45180"/>
                </a:cubicBezTo>
                <a:lnTo>
                  <a:pt x="1709186" y="45180"/>
                </a:lnTo>
                <a:close/>
                <a:moveTo>
                  <a:pt x="1753958" y="0"/>
                </a:moveTo>
                <a:lnTo>
                  <a:pt x="1753958" y="85747"/>
                </a:lnTo>
                <a:lnTo>
                  <a:pt x="1775889" y="65793"/>
                </a:lnTo>
                <a:cubicBezTo>
                  <a:pt x="1780532" y="61526"/>
                  <a:pt x="1783231" y="58828"/>
                  <a:pt x="1783984" y="57698"/>
                </a:cubicBezTo>
                <a:cubicBezTo>
                  <a:pt x="1784486" y="56945"/>
                  <a:pt x="1784737" y="56192"/>
                  <a:pt x="1784737" y="55439"/>
                </a:cubicBezTo>
                <a:cubicBezTo>
                  <a:pt x="1784737" y="54184"/>
                  <a:pt x="1784219" y="53102"/>
                  <a:pt x="1783184" y="52192"/>
                </a:cubicBezTo>
                <a:cubicBezTo>
                  <a:pt x="1782148" y="51282"/>
                  <a:pt x="1780438" y="50764"/>
                  <a:pt x="1778054" y="50639"/>
                </a:cubicBezTo>
                <a:lnTo>
                  <a:pt x="1778054" y="47627"/>
                </a:lnTo>
                <a:lnTo>
                  <a:pt x="1815515" y="47627"/>
                </a:lnTo>
                <a:lnTo>
                  <a:pt x="1815515" y="50639"/>
                </a:lnTo>
                <a:cubicBezTo>
                  <a:pt x="1810370" y="50764"/>
                  <a:pt x="1806087" y="51549"/>
                  <a:pt x="1802667" y="52992"/>
                </a:cubicBezTo>
                <a:cubicBezTo>
                  <a:pt x="1799247" y="54435"/>
                  <a:pt x="1795498" y="57008"/>
                  <a:pt x="1791419" y="60710"/>
                </a:cubicBezTo>
                <a:lnTo>
                  <a:pt x="1769300" y="81135"/>
                </a:lnTo>
                <a:lnTo>
                  <a:pt x="1791419" y="109037"/>
                </a:lnTo>
                <a:cubicBezTo>
                  <a:pt x="1797569" y="116739"/>
                  <a:pt x="1801710" y="121624"/>
                  <a:pt x="1803844" y="123691"/>
                </a:cubicBezTo>
                <a:cubicBezTo>
                  <a:pt x="1806856" y="126634"/>
                  <a:pt x="1809491" y="128545"/>
                  <a:pt x="1811750" y="129424"/>
                </a:cubicBezTo>
                <a:cubicBezTo>
                  <a:pt x="1813319" y="130049"/>
                  <a:pt x="1816049" y="130362"/>
                  <a:pt x="1819939" y="130362"/>
                </a:cubicBezTo>
                <a:lnTo>
                  <a:pt x="1819939" y="133845"/>
                </a:lnTo>
                <a:lnTo>
                  <a:pt x="1778054" y="133845"/>
                </a:lnTo>
                <a:lnTo>
                  <a:pt x="1778054" y="130362"/>
                </a:lnTo>
                <a:cubicBezTo>
                  <a:pt x="1780438" y="130299"/>
                  <a:pt x="1782054" y="129939"/>
                  <a:pt x="1782901" y="129283"/>
                </a:cubicBezTo>
                <a:cubicBezTo>
                  <a:pt x="1783748" y="128624"/>
                  <a:pt x="1784172" y="127700"/>
                  <a:pt x="1784172" y="126512"/>
                </a:cubicBezTo>
                <a:cubicBezTo>
                  <a:pt x="1784172" y="125070"/>
                  <a:pt x="1782917" y="122754"/>
                  <a:pt x="1780407" y="119561"/>
                </a:cubicBezTo>
                <a:lnTo>
                  <a:pt x="1753958" y="85841"/>
                </a:lnTo>
                <a:lnTo>
                  <a:pt x="1753958" y="114393"/>
                </a:lnTo>
                <a:cubicBezTo>
                  <a:pt x="1753958" y="119966"/>
                  <a:pt x="1754350" y="123630"/>
                  <a:pt x="1755135" y="125385"/>
                </a:cubicBezTo>
                <a:cubicBezTo>
                  <a:pt x="1755919" y="127138"/>
                  <a:pt x="1757033" y="128390"/>
                  <a:pt x="1758476" y="129141"/>
                </a:cubicBezTo>
                <a:cubicBezTo>
                  <a:pt x="1759919" y="129892"/>
                  <a:pt x="1763057" y="130299"/>
                  <a:pt x="1767888" y="130362"/>
                </a:cubicBezTo>
                <a:lnTo>
                  <a:pt x="1767888" y="133845"/>
                </a:lnTo>
                <a:lnTo>
                  <a:pt x="1724026" y="133845"/>
                </a:lnTo>
                <a:lnTo>
                  <a:pt x="1724026" y="130362"/>
                </a:lnTo>
                <a:cubicBezTo>
                  <a:pt x="1728419" y="130362"/>
                  <a:pt x="1731713" y="129829"/>
                  <a:pt x="1733910" y="128762"/>
                </a:cubicBezTo>
                <a:cubicBezTo>
                  <a:pt x="1735227" y="128074"/>
                  <a:pt x="1736231" y="127008"/>
                  <a:pt x="1736922" y="125565"/>
                </a:cubicBezTo>
                <a:cubicBezTo>
                  <a:pt x="1737863" y="123496"/>
                  <a:pt x="1738333" y="119922"/>
                  <a:pt x="1738333" y="114843"/>
                </a:cubicBezTo>
                <a:lnTo>
                  <a:pt x="1738333" y="36400"/>
                </a:lnTo>
                <a:cubicBezTo>
                  <a:pt x="1738333" y="26430"/>
                  <a:pt x="1738114" y="20333"/>
                  <a:pt x="1737674" y="18107"/>
                </a:cubicBezTo>
                <a:cubicBezTo>
                  <a:pt x="1737235" y="15880"/>
                  <a:pt x="1736514" y="14343"/>
                  <a:pt x="1735510" y="13498"/>
                </a:cubicBezTo>
                <a:cubicBezTo>
                  <a:pt x="1734506" y="12651"/>
                  <a:pt x="1733188" y="12227"/>
                  <a:pt x="1731556" y="12227"/>
                </a:cubicBezTo>
                <a:cubicBezTo>
                  <a:pt x="1730239" y="12227"/>
                  <a:pt x="1728262" y="12761"/>
                  <a:pt x="1725627" y="13827"/>
                </a:cubicBezTo>
                <a:lnTo>
                  <a:pt x="1724026" y="10533"/>
                </a:lnTo>
                <a:lnTo>
                  <a:pt x="1749628" y="0"/>
                </a:lnTo>
                <a:lnTo>
                  <a:pt x="1753958" y="0"/>
                </a:lnTo>
                <a:close/>
                <a:moveTo>
                  <a:pt x="1880555" y="45180"/>
                </a:moveTo>
                <a:lnTo>
                  <a:pt x="1880555" y="74358"/>
                </a:lnTo>
                <a:lnTo>
                  <a:pt x="1877449" y="74358"/>
                </a:lnTo>
                <a:cubicBezTo>
                  <a:pt x="1875064" y="65206"/>
                  <a:pt x="1872005" y="58982"/>
                  <a:pt x="1868272" y="55683"/>
                </a:cubicBezTo>
                <a:cubicBezTo>
                  <a:pt x="1864538" y="52383"/>
                  <a:pt x="1859785" y="50733"/>
                  <a:pt x="1854012" y="50733"/>
                </a:cubicBezTo>
                <a:cubicBezTo>
                  <a:pt x="1849619" y="50733"/>
                  <a:pt x="1846074" y="51893"/>
                  <a:pt x="1843376" y="54213"/>
                </a:cubicBezTo>
                <a:cubicBezTo>
                  <a:pt x="1840677" y="56530"/>
                  <a:pt x="1839328" y="59100"/>
                  <a:pt x="1839328" y="61922"/>
                </a:cubicBezTo>
                <a:cubicBezTo>
                  <a:pt x="1839328" y="65432"/>
                  <a:pt x="1840332" y="68440"/>
                  <a:pt x="1842340" y="70946"/>
                </a:cubicBezTo>
                <a:cubicBezTo>
                  <a:pt x="1844286" y="73517"/>
                  <a:pt x="1848239" y="76244"/>
                  <a:pt x="1854200" y="79126"/>
                </a:cubicBezTo>
                <a:lnTo>
                  <a:pt x="1867942" y="85803"/>
                </a:lnTo>
                <a:cubicBezTo>
                  <a:pt x="1880680" y="92007"/>
                  <a:pt x="1887049" y="100187"/>
                  <a:pt x="1887049" y="110343"/>
                </a:cubicBezTo>
                <a:cubicBezTo>
                  <a:pt x="1887049" y="118177"/>
                  <a:pt x="1884084" y="124492"/>
                  <a:pt x="1878155" y="129288"/>
                </a:cubicBezTo>
                <a:cubicBezTo>
                  <a:pt x="1872225" y="134083"/>
                  <a:pt x="1865589" y="136480"/>
                  <a:pt x="1858247" y="136480"/>
                </a:cubicBezTo>
                <a:cubicBezTo>
                  <a:pt x="1852976" y="136480"/>
                  <a:pt x="1846952" y="135539"/>
                  <a:pt x="1840175" y="133656"/>
                </a:cubicBezTo>
                <a:cubicBezTo>
                  <a:pt x="1838105" y="133029"/>
                  <a:pt x="1836411" y="132715"/>
                  <a:pt x="1835093" y="132715"/>
                </a:cubicBezTo>
                <a:cubicBezTo>
                  <a:pt x="1833650" y="132715"/>
                  <a:pt x="1832520" y="133531"/>
                  <a:pt x="1831704" y="135162"/>
                </a:cubicBezTo>
                <a:lnTo>
                  <a:pt x="1828598" y="135162"/>
                </a:lnTo>
                <a:lnTo>
                  <a:pt x="1828598" y="104290"/>
                </a:lnTo>
                <a:lnTo>
                  <a:pt x="1831704" y="104290"/>
                </a:lnTo>
                <a:cubicBezTo>
                  <a:pt x="1833461" y="113106"/>
                  <a:pt x="1836818" y="119750"/>
                  <a:pt x="1841776" y="124220"/>
                </a:cubicBezTo>
                <a:cubicBezTo>
                  <a:pt x="1846733" y="128691"/>
                  <a:pt x="1852286" y="130927"/>
                  <a:pt x="1858436" y="130927"/>
                </a:cubicBezTo>
                <a:cubicBezTo>
                  <a:pt x="1862765" y="130927"/>
                  <a:pt x="1866295" y="129658"/>
                  <a:pt x="1869025" y="127121"/>
                </a:cubicBezTo>
                <a:cubicBezTo>
                  <a:pt x="1871754" y="124581"/>
                  <a:pt x="1873119" y="121525"/>
                  <a:pt x="1873119" y="117952"/>
                </a:cubicBezTo>
                <a:cubicBezTo>
                  <a:pt x="1873119" y="113627"/>
                  <a:pt x="1871597" y="109991"/>
                  <a:pt x="1868554" y="107046"/>
                </a:cubicBezTo>
                <a:cubicBezTo>
                  <a:pt x="1865511" y="104100"/>
                  <a:pt x="1859440" y="100372"/>
                  <a:pt x="1850341" y="95860"/>
                </a:cubicBezTo>
                <a:cubicBezTo>
                  <a:pt x="1841242" y="91346"/>
                  <a:pt x="1835281" y="87271"/>
                  <a:pt x="1832457" y="83635"/>
                </a:cubicBezTo>
                <a:cubicBezTo>
                  <a:pt x="1829634" y="80062"/>
                  <a:pt x="1828222" y="75549"/>
                  <a:pt x="1828222" y="70096"/>
                </a:cubicBezTo>
                <a:cubicBezTo>
                  <a:pt x="1828222" y="63013"/>
                  <a:pt x="1830653" y="57090"/>
                  <a:pt x="1835516" y="52327"/>
                </a:cubicBezTo>
                <a:cubicBezTo>
                  <a:pt x="1840379" y="47562"/>
                  <a:pt x="1846670" y="45180"/>
                  <a:pt x="1854388" y="45180"/>
                </a:cubicBezTo>
                <a:cubicBezTo>
                  <a:pt x="1857777" y="45180"/>
                  <a:pt x="1861887" y="45901"/>
                  <a:pt x="1866718" y="47344"/>
                </a:cubicBezTo>
                <a:cubicBezTo>
                  <a:pt x="1869919" y="48286"/>
                  <a:pt x="1872052" y="48756"/>
                  <a:pt x="1873119" y="48756"/>
                </a:cubicBezTo>
                <a:cubicBezTo>
                  <a:pt x="1874123" y="48756"/>
                  <a:pt x="1874907" y="48537"/>
                  <a:pt x="1875472" y="48097"/>
                </a:cubicBezTo>
                <a:cubicBezTo>
                  <a:pt x="1876037" y="47658"/>
                  <a:pt x="1876696" y="46686"/>
                  <a:pt x="1877449" y="45180"/>
                </a:cubicBezTo>
                <a:lnTo>
                  <a:pt x="1880555" y="45180"/>
                </a:lnTo>
                <a:close/>
                <a:moveTo>
                  <a:pt x="1904149" y="166035"/>
                </a:moveTo>
                <a:lnTo>
                  <a:pt x="1904149" y="161894"/>
                </a:lnTo>
                <a:cubicBezTo>
                  <a:pt x="1910612" y="159752"/>
                  <a:pt x="1915616" y="156430"/>
                  <a:pt x="1919162" y="151925"/>
                </a:cubicBezTo>
                <a:cubicBezTo>
                  <a:pt x="1922707" y="147423"/>
                  <a:pt x="1924480" y="142652"/>
                  <a:pt x="1924480" y="137613"/>
                </a:cubicBezTo>
                <a:cubicBezTo>
                  <a:pt x="1924480" y="136418"/>
                  <a:pt x="1924197" y="135413"/>
                  <a:pt x="1923633" y="134598"/>
                </a:cubicBezTo>
                <a:cubicBezTo>
                  <a:pt x="1923193" y="134033"/>
                  <a:pt x="1922754" y="133750"/>
                  <a:pt x="1922315" y="133750"/>
                </a:cubicBezTo>
                <a:cubicBezTo>
                  <a:pt x="1921625" y="133750"/>
                  <a:pt x="1920119" y="134378"/>
                  <a:pt x="1917797" y="135633"/>
                </a:cubicBezTo>
                <a:cubicBezTo>
                  <a:pt x="1916667" y="136198"/>
                  <a:pt x="1915475" y="136480"/>
                  <a:pt x="1914220" y="136480"/>
                </a:cubicBezTo>
                <a:cubicBezTo>
                  <a:pt x="1911145" y="136480"/>
                  <a:pt x="1908698" y="135570"/>
                  <a:pt x="1906878" y="133750"/>
                </a:cubicBezTo>
                <a:cubicBezTo>
                  <a:pt x="1905059" y="131931"/>
                  <a:pt x="1904149" y="129421"/>
                  <a:pt x="1904149" y="126221"/>
                </a:cubicBezTo>
                <a:cubicBezTo>
                  <a:pt x="1904149" y="123146"/>
                  <a:pt x="1905325" y="120510"/>
                  <a:pt x="1907679" y="118314"/>
                </a:cubicBezTo>
                <a:cubicBezTo>
                  <a:pt x="1910032" y="116118"/>
                  <a:pt x="1912902" y="115020"/>
                  <a:pt x="1916291" y="115020"/>
                </a:cubicBezTo>
                <a:cubicBezTo>
                  <a:pt x="1920432" y="115020"/>
                  <a:pt x="1924119" y="116828"/>
                  <a:pt x="1927350" y="120444"/>
                </a:cubicBezTo>
                <a:cubicBezTo>
                  <a:pt x="1930582" y="124058"/>
                  <a:pt x="1932198" y="128850"/>
                  <a:pt x="1932198" y="134821"/>
                </a:cubicBezTo>
                <a:cubicBezTo>
                  <a:pt x="1932198" y="141298"/>
                  <a:pt x="1929955" y="147318"/>
                  <a:pt x="1925468" y="152881"/>
                </a:cubicBezTo>
                <a:cubicBezTo>
                  <a:pt x="1920981" y="158444"/>
                  <a:pt x="1913875" y="162829"/>
                  <a:pt x="1904149" y="166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ref">
            <a:extLst xmlns:a="http://schemas.openxmlformats.org/drawingml/2006/main">
              <a:ext uri="{FF2B5EF4-FFF2-40B4-BE49-F238E27FC236}">
                <a16:creationId xmlns:a16="http://schemas.microsoft.com/office/drawing/2014/main" id="{0930A449-6FAF-42E4-A119-DB29837B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626" y="2480770"/>
            <a:ext cx="232326" cy="136480"/>
          </a:xfrm>
          <a:custGeom xmlns:a="http://schemas.openxmlformats.org/drawingml/2006/main">
            <a:pathLst>
              <a:path w="232326" h="136480">
                <a:moveTo>
                  <a:pt x="30026" y="45180"/>
                </a:moveTo>
                <a:lnTo>
                  <a:pt x="30026" y="64569"/>
                </a:lnTo>
                <a:cubicBezTo>
                  <a:pt x="37242" y="51643"/>
                  <a:pt x="44646" y="45180"/>
                  <a:pt x="52239" y="45180"/>
                </a:cubicBezTo>
                <a:cubicBezTo>
                  <a:pt x="55690" y="45180"/>
                  <a:pt x="58545" y="46231"/>
                  <a:pt x="60804" y="48333"/>
                </a:cubicBezTo>
                <a:cubicBezTo>
                  <a:pt x="63063" y="50435"/>
                  <a:pt x="64193" y="52866"/>
                  <a:pt x="64193" y="55627"/>
                </a:cubicBezTo>
                <a:cubicBezTo>
                  <a:pt x="64193" y="58075"/>
                  <a:pt x="63377" y="60145"/>
                  <a:pt x="61745" y="61840"/>
                </a:cubicBezTo>
                <a:cubicBezTo>
                  <a:pt x="60114" y="63534"/>
                  <a:pt x="58169" y="64381"/>
                  <a:pt x="55910" y="64381"/>
                </a:cubicBezTo>
                <a:cubicBezTo>
                  <a:pt x="53714" y="64381"/>
                  <a:pt x="51251" y="63299"/>
                  <a:pt x="48521" y="61134"/>
                </a:cubicBezTo>
                <a:cubicBezTo>
                  <a:pt x="45791" y="58969"/>
                  <a:pt x="43768" y="57886"/>
                  <a:pt x="42450" y="57886"/>
                </a:cubicBezTo>
                <a:cubicBezTo>
                  <a:pt x="41321" y="57886"/>
                  <a:pt x="40097" y="58512"/>
                  <a:pt x="38779" y="59763"/>
                </a:cubicBezTo>
                <a:cubicBezTo>
                  <a:pt x="35955" y="62330"/>
                  <a:pt x="33038" y="66555"/>
                  <a:pt x="30026" y="72437"/>
                </a:cubicBezTo>
                <a:lnTo>
                  <a:pt x="30026" y="113652"/>
                </a:lnTo>
                <a:cubicBezTo>
                  <a:pt x="30026" y="118407"/>
                  <a:pt x="30622" y="122006"/>
                  <a:pt x="31814" y="124447"/>
                </a:cubicBezTo>
                <a:cubicBezTo>
                  <a:pt x="32630" y="126137"/>
                  <a:pt x="34073" y="127546"/>
                  <a:pt x="36144" y="128674"/>
                </a:cubicBezTo>
                <a:cubicBezTo>
                  <a:pt x="38214" y="129799"/>
                  <a:pt x="41195" y="130362"/>
                  <a:pt x="45085" y="130362"/>
                </a:cubicBezTo>
                <a:lnTo>
                  <a:pt x="45085" y="133845"/>
                </a:lnTo>
                <a:lnTo>
                  <a:pt x="941" y="133845"/>
                </a:lnTo>
                <a:lnTo>
                  <a:pt x="941" y="130362"/>
                </a:lnTo>
                <a:cubicBezTo>
                  <a:pt x="5334" y="130362"/>
                  <a:pt x="8597" y="129674"/>
                  <a:pt x="10730" y="128297"/>
                </a:cubicBezTo>
                <a:cubicBezTo>
                  <a:pt x="12299" y="127295"/>
                  <a:pt x="13397" y="125698"/>
                  <a:pt x="14025" y="123506"/>
                </a:cubicBezTo>
                <a:cubicBezTo>
                  <a:pt x="14338" y="122441"/>
                  <a:pt x="14495" y="119404"/>
                  <a:pt x="14495" y="114396"/>
                </a:cubicBezTo>
                <a:lnTo>
                  <a:pt x="14495" y="81056"/>
                </a:lnTo>
                <a:cubicBezTo>
                  <a:pt x="14495" y="71037"/>
                  <a:pt x="14291" y="65074"/>
                  <a:pt x="13883" y="63166"/>
                </a:cubicBezTo>
                <a:cubicBezTo>
                  <a:pt x="13475" y="61256"/>
                  <a:pt x="12722" y="59863"/>
                  <a:pt x="11624" y="58986"/>
                </a:cubicBezTo>
                <a:cubicBezTo>
                  <a:pt x="10526" y="58110"/>
                  <a:pt x="9161" y="57672"/>
                  <a:pt x="7530" y="57672"/>
                </a:cubicBezTo>
                <a:cubicBezTo>
                  <a:pt x="5585" y="57672"/>
                  <a:pt x="3388" y="58141"/>
                  <a:pt x="941" y="59081"/>
                </a:cubicBezTo>
                <a:lnTo>
                  <a:pt x="0" y="55698"/>
                </a:lnTo>
                <a:lnTo>
                  <a:pt x="26072" y="45180"/>
                </a:lnTo>
                <a:lnTo>
                  <a:pt x="30026" y="45180"/>
                </a:lnTo>
                <a:close/>
                <a:moveTo>
                  <a:pt x="83486" y="80194"/>
                </a:moveTo>
                <a:cubicBezTo>
                  <a:pt x="83424" y="92965"/>
                  <a:pt x="86530" y="102983"/>
                  <a:pt x="92805" y="110246"/>
                </a:cubicBezTo>
                <a:cubicBezTo>
                  <a:pt x="99080" y="117507"/>
                  <a:pt x="106453" y="121138"/>
                  <a:pt x="114924" y="121138"/>
                </a:cubicBezTo>
                <a:cubicBezTo>
                  <a:pt x="120571" y="121138"/>
                  <a:pt x="125481" y="119585"/>
                  <a:pt x="129654" y="116479"/>
                </a:cubicBezTo>
                <a:cubicBezTo>
                  <a:pt x="133827" y="113373"/>
                  <a:pt x="137325" y="108055"/>
                  <a:pt x="140149" y="100525"/>
                </a:cubicBezTo>
                <a:lnTo>
                  <a:pt x="143067" y="102407"/>
                </a:lnTo>
                <a:cubicBezTo>
                  <a:pt x="141749" y="111004"/>
                  <a:pt x="137921" y="118832"/>
                  <a:pt x="131584" y="125891"/>
                </a:cubicBezTo>
                <a:cubicBezTo>
                  <a:pt x="125246" y="132950"/>
                  <a:pt x="117308" y="136480"/>
                  <a:pt x="107770" y="136480"/>
                </a:cubicBezTo>
                <a:cubicBezTo>
                  <a:pt x="97417" y="136480"/>
                  <a:pt x="88553" y="132457"/>
                  <a:pt x="81180" y="124412"/>
                </a:cubicBezTo>
                <a:cubicBezTo>
                  <a:pt x="73807" y="116364"/>
                  <a:pt x="70121" y="105546"/>
                  <a:pt x="70121" y="91956"/>
                </a:cubicBezTo>
                <a:cubicBezTo>
                  <a:pt x="70121" y="77242"/>
                  <a:pt x="73901" y="65767"/>
                  <a:pt x="81463" y="57533"/>
                </a:cubicBezTo>
                <a:cubicBezTo>
                  <a:pt x="89024" y="49298"/>
                  <a:pt x="98515" y="45180"/>
                  <a:pt x="109935" y="45180"/>
                </a:cubicBezTo>
                <a:cubicBezTo>
                  <a:pt x="119599" y="45180"/>
                  <a:pt x="127536" y="48356"/>
                  <a:pt x="133749" y="54710"/>
                </a:cubicBezTo>
                <a:cubicBezTo>
                  <a:pt x="139961" y="61061"/>
                  <a:pt x="143067" y="69556"/>
                  <a:pt x="143067" y="80194"/>
                </a:cubicBezTo>
                <a:lnTo>
                  <a:pt x="83486" y="80194"/>
                </a:lnTo>
                <a:moveTo>
                  <a:pt x="83486" y="74735"/>
                </a:moveTo>
                <a:lnTo>
                  <a:pt x="123395" y="74735"/>
                </a:lnTo>
                <a:cubicBezTo>
                  <a:pt x="123081" y="69213"/>
                  <a:pt x="122422" y="65322"/>
                  <a:pt x="121418" y="63063"/>
                </a:cubicBezTo>
                <a:cubicBezTo>
                  <a:pt x="119850" y="59549"/>
                  <a:pt x="117512" y="56788"/>
                  <a:pt x="114406" y="54780"/>
                </a:cubicBezTo>
                <a:cubicBezTo>
                  <a:pt x="111300" y="52772"/>
                  <a:pt x="108053" y="51768"/>
                  <a:pt x="104664" y="51768"/>
                </a:cubicBezTo>
                <a:cubicBezTo>
                  <a:pt x="99456" y="51768"/>
                  <a:pt x="94797" y="53792"/>
                  <a:pt x="90687" y="57839"/>
                </a:cubicBezTo>
                <a:cubicBezTo>
                  <a:pt x="86577" y="61887"/>
                  <a:pt x="84177" y="67518"/>
                  <a:pt x="83486" y="74735"/>
                </a:cubicBezTo>
                <a:close/>
                <a:moveTo>
                  <a:pt x="188276" y="54216"/>
                </a:moveTo>
                <a:lnTo>
                  <a:pt x="188276" y="110949"/>
                </a:lnTo>
                <a:cubicBezTo>
                  <a:pt x="188276" y="118991"/>
                  <a:pt x="189154" y="124079"/>
                  <a:pt x="190911" y="126215"/>
                </a:cubicBezTo>
                <a:cubicBezTo>
                  <a:pt x="193233" y="128980"/>
                  <a:pt x="196339" y="130362"/>
                  <a:pt x="200230" y="130362"/>
                </a:cubicBezTo>
                <a:lnTo>
                  <a:pt x="208042" y="130362"/>
                </a:lnTo>
                <a:lnTo>
                  <a:pt x="208042" y="133845"/>
                </a:lnTo>
                <a:lnTo>
                  <a:pt x="156556" y="133845"/>
                </a:lnTo>
                <a:lnTo>
                  <a:pt x="156556" y="130362"/>
                </a:lnTo>
                <a:lnTo>
                  <a:pt x="160415" y="130362"/>
                </a:lnTo>
                <a:cubicBezTo>
                  <a:pt x="162925" y="130362"/>
                  <a:pt x="165215" y="129734"/>
                  <a:pt x="167286" y="128477"/>
                </a:cubicBezTo>
                <a:cubicBezTo>
                  <a:pt x="169357" y="127220"/>
                  <a:pt x="170784" y="125523"/>
                  <a:pt x="171569" y="123388"/>
                </a:cubicBezTo>
                <a:cubicBezTo>
                  <a:pt x="172353" y="121253"/>
                  <a:pt x="172745" y="117106"/>
                  <a:pt x="172745" y="110949"/>
                </a:cubicBezTo>
                <a:lnTo>
                  <a:pt x="172745" y="54216"/>
                </a:lnTo>
                <a:lnTo>
                  <a:pt x="155991" y="54216"/>
                </a:lnTo>
                <a:lnTo>
                  <a:pt x="155991" y="47627"/>
                </a:lnTo>
                <a:lnTo>
                  <a:pt x="172745" y="47627"/>
                </a:lnTo>
                <a:lnTo>
                  <a:pt x="172745" y="41956"/>
                </a:lnTo>
                <a:cubicBezTo>
                  <a:pt x="172745" y="33326"/>
                  <a:pt x="174126" y="26018"/>
                  <a:pt x="176887" y="20034"/>
                </a:cubicBezTo>
                <a:cubicBezTo>
                  <a:pt x="179648" y="14049"/>
                  <a:pt x="183868" y="9214"/>
                  <a:pt x="189546" y="5530"/>
                </a:cubicBezTo>
                <a:cubicBezTo>
                  <a:pt x="195225" y="1843"/>
                  <a:pt x="201610" y="0"/>
                  <a:pt x="208701" y="0"/>
                </a:cubicBezTo>
                <a:cubicBezTo>
                  <a:pt x="215289" y="0"/>
                  <a:pt x="221345" y="2133"/>
                  <a:pt x="226867" y="6400"/>
                </a:cubicBezTo>
                <a:cubicBezTo>
                  <a:pt x="230506" y="9224"/>
                  <a:pt x="232326" y="12393"/>
                  <a:pt x="232326" y="15907"/>
                </a:cubicBezTo>
                <a:cubicBezTo>
                  <a:pt x="232326" y="17789"/>
                  <a:pt x="231510" y="19562"/>
                  <a:pt x="229879" y="21225"/>
                </a:cubicBezTo>
                <a:cubicBezTo>
                  <a:pt x="228247" y="22888"/>
                  <a:pt x="226490" y="23719"/>
                  <a:pt x="224608" y="23719"/>
                </a:cubicBezTo>
                <a:cubicBezTo>
                  <a:pt x="223165" y="23719"/>
                  <a:pt x="221643" y="23196"/>
                  <a:pt x="220043" y="22149"/>
                </a:cubicBezTo>
                <a:cubicBezTo>
                  <a:pt x="218443" y="21101"/>
                  <a:pt x="216482" y="18849"/>
                  <a:pt x="214160" y="15392"/>
                </a:cubicBezTo>
                <a:cubicBezTo>
                  <a:pt x="211838" y="11935"/>
                  <a:pt x="209705" y="9604"/>
                  <a:pt x="207760" y="8398"/>
                </a:cubicBezTo>
                <a:cubicBezTo>
                  <a:pt x="205814" y="7192"/>
                  <a:pt x="203649" y="6589"/>
                  <a:pt x="201265" y="6589"/>
                </a:cubicBezTo>
                <a:cubicBezTo>
                  <a:pt x="198378" y="6589"/>
                  <a:pt x="195931" y="7365"/>
                  <a:pt x="193923" y="8918"/>
                </a:cubicBezTo>
                <a:cubicBezTo>
                  <a:pt x="191915" y="10469"/>
                  <a:pt x="190472" y="12875"/>
                  <a:pt x="189594" y="16136"/>
                </a:cubicBezTo>
                <a:cubicBezTo>
                  <a:pt x="188715" y="19397"/>
                  <a:pt x="188276" y="27804"/>
                  <a:pt x="188276" y="41356"/>
                </a:cubicBezTo>
                <a:lnTo>
                  <a:pt x="188276" y="47627"/>
                </a:lnTo>
                <a:lnTo>
                  <a:pt x="210489" y="47627"/>
                </a:lnTo>
                <a:lnTo>
                  <a:pt x="210489" y="54216"/>
                </a:lnTo>
                <a:lnTo>
                  <a:pt x="188276" y="54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lectingdeeperintegrationintodaily">
            <a:extLst xmlns:a="http://schemas.openxmlformats.org/drawingml/2006/main">
              <a:ext uri="{FF2B5EF4-FFF2-40B4-BE49-F238E27FC236}">
                <a16:creationId xmlns:a16="http://schemas.microsoft.com/office/drawing/2014/main" id="{85C60EF8-10C5-457A-A9D0-EFDB38B9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114" y="2480770"/>
            <a:ext cx="2745062" cy="175448"/>
          </a:xfrm>
          <a:custGeom xmlns:a="http://schemas.openxmlformats.org/drawingml/2006/main">
            <a:pathLst>
              <a:path w="2745062" h="175448">
                <a:moveTo>
                  <a:pt x="29931" y="0"/>
                </a:moveTo>
                <a:lnTo>
                  <a:pt x="29931" y="114279"/>
                </a:lnTo>
                <a:cubicBezTo>
                  <a:pt x="29931" y="119671"/>
                  <a:pt x="30324" y="123246"/>
                  <a:pt x="31108" y="125003"/>
                </a:cubicBezTo>
                <a:cubicBezTo>
                  <a:pt x="31892" y="126758"/>
                  <a:pt x="33100" y="128090"/>
                  <a:pt x="34732" y="129000"/>
                </a:cubicBezTo>
                <a:cubicBezTo>
                  <a:pt x="36363" y="129908"/>
                  <a:pt x="39407" y="130362"/>
                  <a:pt x="43862" y="130362"/>
                </a:cubicBezTo>
                <a:lnTo>
                  <a:pt x="43862" y="133845"/>
                </a:lnTo>
                <a:lnTo>
                  <a:pt x="1600" y="133845"/>
                </a:lnTo>
                <a:lnTo>
                  <a:pt x="1600" y="130362"/>
                </a:lnTo>
                <a:cubicBezTo>
                  <a:pt x="5553" y="130362"/>
                  <a:pt x="8252" y="129955"/>
                  <a:pt x="9695" y="129141"/>
                </a:cubicBezTo>
                <a:cubicBezTo>
                  <a:pt x="11138" y="128326"/>
                  <a:pt x="12268" y="126977"/>
                  <a:pt x="13083" y="125097"/>
                </a:cubicBezTo>
                <a:cubicBezTo>
                  <a:pt x="13899" y="123214"/>
                  <a:pt x="14307" y="119608"/>
                  <a:pt x="14307" y="114279"/>
                </a:cubicBezTo>
                <a:lnTo>
                  <a:pt x="14307" y="36023"/>
                </a:lnTo>
                <a:cubicBezTo>
                  <a:pt x="14307" y="26305"/>
                  <a:pt x="14087" y="20333"/>
                  <a:pt x="13648" y="18107"/>
                </a:cubicBezTo>
                <a:cubicBezTo>
                  <a:pt x="13209" y="15880"/>
                  <a:pt x="12503" y="14359"/>
                  <a:pt x="11530" y="13545"/>
                </a:cubicBezTo>
                <a:cubicBezTo>
                  <a:pt x="10558" y="12729"/>
                  <a:pt x="9318" y="12321"/>
                  <a:pt x="7812" y="12321"/>
                </a:cubicBezTo>
                <a:cubicBezTo>
                  <a:pt x="6181" y="12321"/>
                  <a:pt x="4110" y="12823"/>
                  <a:pt x="1600" y="13827"/>
                </a:cubicBezTo>
                <a:lnTo>
                  <a:pt x="0" y="10533"/>
                </a:lnTo>
                <a:lnTo>
                  <a:pt x="25696" y="0"/>
                </a:lnTo>
                <a:lnTo>
                  <a:pt x="29931" y="0"/>
                </a:lnTo>
                <a:close/>
                <a:moveTo>
                  <a:pt x="68367" y="80194"/>
                </a:moveTo>
                <a:cubicBezTo>
                  <a:pt x="68304" y="92965"/>
                  <a:pt x="71410" y="102983"/>
                  <a:pt x="77685" y="110246"/>
                </a:cubicBezTo>
                <a:cubicBezTo>
                  <a:pt x="83960" y="117507"/>
                  <a:pt x="91333" y="121138"/>
                  <a:pt x="99805" y="121138"/>
                </a:cubicBezTo>
                <a:cubicBezTo>
                  <a:pt x="105452" y="121138"/>
                  <a:pt x="110362" y="119585"/>
                  <a:pt x="114535" y="116479"/>
                </a:cubicBezTo>
                <a:cubicBezTo>
                  <a:pt x="118708" y="113373"/>
                  <a:pt x="122206" y="108055"/>
                  <a:pt x="125030" y="100525"/>
                </a:cubicBezTo>
                <a:lnTo>
                  <a:pt x="127948" y="102407"/>
                </a:lnTo>
                <a:cubicBezTo>
                  <a:pt x="126630" y="111004"/>
                  <a:pt x="122802" y="118832"/>
                  <a:pt x="116465" y="125891"/>
                </a:cubicBezTo>
                <a:cubicBezTo>
                  <a:pt x="110127" y="132950"/>
                  <a:pt x="102189" y="136480"/>
                  <a:pt x="92651" y="136480"/>
                </a:cubicBezTo>
                <a:cubicBezTo>
                  <a:pt x="82297" y="136480"/>
                  <a:pt x="73434" y="132457"/>
                  <a:pt x="66061" y="124412"/>
                </a:cubicBezTo>
                <a:cubicBezTo>
                  <a:pt x="58688" y="116364"/>
                  <a:pt x="55001" y="105546"/>
                  <a:pt x="55001" y="91956"/>
                </a:cubicBezTo>
                <a:cubicBezTo>
                  <a:pt x="55001" y="77242"/>
                  <a:pt x="58782" y="65767"/>
                  <a:pt x="66343" y="57533"/>
                </a:cubicBezTo>
                <a:cubicBezTo>
                  <a:pt x="73905" y="49298"/>
                  <a:pt x="83396" y="45180"/>
                  <a:pt x="94816" y="45180"/>
                </a:cubicBezTo>
                <a:cubicBezTo>
                  <a:pt x="104479" y="45180"/>
                  <a:pt x="112417" y="48356"/>
                  <a:pt x="118629" y="54710"/>
                </a:cubicBezTo>
                <a:cubicBezTo>
                  <a:pt x="124842" y="61061"/>
                  <a:pt x="127948" y="69556"/>
                  <a:pt x="127948" y="80194"/>
                </a:cubicBezTo>
                <a:lnTo>
                  <a:pt x="68367" y="80194"/>
                </a:lnTo>
                <a:moveTo>
                  <a:pt x="68367" y="74735"/>
                </a:moveTo>
                <a:lnTo>
                  <a:pt x="108276" y="74735"/>
                </a:lnTo>
                <a:cubicBezTo>
                  <a:pt x="107962" y="69213"/>
                  <a:pt x="107303" y="65322"/>
                  <a:pt x="106299" y="63063"/>
                </a:cubicBezTo>
                <a:cubicBezTo>
                  <a:pt x="104730" y="59549"/>
                  <a:pt x="102393" y="56788"/>
                  <a:pt x="99287" y="54780"/>
                </a:cubicBezTo>
                <a:cubicBezTo>
                  <a:pt x="96181" y="52772"/>
                  <a:pt x="92933" y="51768"/>
                  <a:pt x="89545" y="51768"/>
                </a:cubicBezTo>
                <a:cubicBezTo>
                  <a:pt x="84337" y="51768"/>
                  <a:pt x="79678" y="53792"/>
                  <a:pt x="75568" y="57839"/>
                </a:cubicBezTo>
                <a:cubicBezTo>
                  <a:pt x="71457" y="61887"/>
                  <a:pt x="69057" y="67518"/>
                  <a:pt x="68367" y="74735"/>
                </a:cubicBezTo>
                <a:close/>
                <a:moveTo>
                  <a:pt x="212689" y="101089"/>
                </a:moveTo>
                <a:cubicBezTo>
                  <a:pt x="210367" y="112447"/>
                  <a:pt x="205818" y="121185"/>
                  <a:pt x="199041" y="127303"/>
                </a:cubicBezTo>
                <a:cubicBezTo>
                  <a:pt x="192264" y="133421"/>
                  <a:pt x="184765" y="136480"/>
                  <a:pt x="176545" y="136480"/>
                </a:cubicBezTo>
                <a:cubicBezTo>
                  <a:pt x="166756" y="136480"/>
                  <a:pt x="158222" y="132375"/>
                  <a:pt x="150943" y="124165"/>
                </a:cubicBezTo>
                <a:cubicBezTo>
                  <a:pt x="143664" y="115952"/>
                  <a:pt x="140025" y="104856"/>
                  <a:pt x="140025" y="90877"/>
                </a:cubicBezTo>
                <a:cubicBezTo>
                  <a:pt x="140025" y="77337"/>
                  <a:pt x="144056" y="66336"/>
                  <a:pt x="152120" y="57875"/>
                </a:cubicBezTo>
                <a:cubicBezTo>
                  <a:pt x="160183" y="49411"/>
                  <a:pt x="169862" y="45180"/>
                  <a:pt x="181157" y="45180"/>
                </a:cubicBezTo>
                <a:cubicBezTo>
                  <a:pt x="189628" y="45180"/>
                  <a:pt x="196593" y="47416"/>
                  <a:pt x="202053" y="51889"/>
                </a:cubicBezTo>
                <a:cubicBezTo>
                  <a:pt x="207512" y="56360"/>
                  <a:pt x="210241" y="61003"/>
                  <a:pt x="210241" y="65819"/>
                </a:cubicBezTo>
                <a:cubicBezTo>
                  <a:pt x="210241" y="68196"/>
                  <a:pt x="209473" y="70120"/>
                  <a:pt x="207935" y="71590"/>
                </a:cubicBezTo>
                <a:cubicBezTo>
                  <a:pt x="206398" y="73059"/>
                  <a:pt x="204249" y="73793"/>
                  <a:pt x="201488" y="73793"/>
                </a:cubicBezTo>
                <a:cubicBezTo>
                  <a:pt x="197786" y="73793"/>
                  <a:pt x="194993" y="72601"/>
                  <a:pt x="193111" y="70217"/>
                </a:cubicBezTo>
                <a:cubicBezTo>
                  <a:pt x="192044" y="68899"/>
                  <a:pt x="191338" y="66389"/>
                  <a:pt x="190993" y="62687"/>
                </a:cubicBezTo>
                <a:cubicBezTo>
                  <a:pt x="190648" y="58985"/>
                  <a:pt x="189377" y="56161"/>
                  <a:pt x="187181" y="54216"/>
                </a:cubicBezTo>
                <a:cubicBezTo>
                  <a:pt x="184985" y="52333"/>
                  <a:pt x="181941" y="51392"/>
                  <a:pt x="178051" y="51392"/>
                </a:cubicBezTo>
                <a:cubicBezTo>
                  <a:pt x="171776" y="51392"/>
                  <a:pt x="166725" y="53714"/>
                  <a:pt x="162897" y="58357"/>
                </a:cubicBezTo>
                <a:cubicBezTo>
                  <a:pt x="157814" y="64506"/>
                  <a:pt x="155273" y="72633"/>
                  <a:pt x="155273" y="82735"/>
                </a:cubicBezTo>
                <a:cubicBezTo>
                  <a:pt x="155273" y="93026"/>
                  <a:pt x="157799" y="102109"/>
                  <a:pt x="162850" y="109984"/>
                </a:cubicBezTo>
                <a:cubicBezTo>
                  <a:pt x="167901" y="117859"/>
                  <a:pt x="174725" y="121797"/>
                  <a:pt x="183322" y="121797"/>
                </a:cubicBezTo>
                <a:cubicBezTo>
                  <a:pt x="189471" y="121797"/>
                  <a:pt x="194993" y="119695"/>
                  <a:pt x="199888" y="115490"/>
                </a:cubicBezTo>
                <a:cubicBezTo>
                  <a:pt x="203339" y="112604"/>
                  <a:pt x="206696" y="107364"/>
                  <a:pt x="209959" y="99772"/>
                </a:cubicBezTo>
                <a:lnTo>
                  <a:pt x="212689" y="101089"/>
                </a:lnTo>
                <a:close/>
                <a:moveTo>
                  <a:pt x="250085" y="19201"/>
                </a:moveTo>
                <a:lnTo>
                  <a:pt x="250085" y="47627"/>
                </a:lnTo>
                <a:lnTo>
                  <a:pt x="270228" y="47627"/>
                </a:lnTo>
                <a:lnTo>
                  <a:pt x="270228" y="54216"/>
                </a:lnTo>
                <a:lnTo>
                  <a:pt x="250085" y="54216"/>
                </a:lnTo>
                <a:lnTo>
                  <a:pt x="250085" y="110049"/>
                </a:lnTo>
                <a:cubicBezTo>
                  <a:pt x="250085" y="115628"/>
                  <a:pt x="250885" y="119389"/>
                  <a:pt x="252485" y="121332"/>
                </a:cubicBezTo>
                <a:cubicBezTo>
                  <a:pt x="254085" y="123273"/>
                  <a:pt x="256140" y="124244"/>
                  <a:pt x="258650" y="124244"/>
                </a:cubicBezTo>
                <a:cubicBezTo>
                  <a:pt x="260721" y="124244"/>
                  <a:pt x="262729" y="123601"/>
                  <a:pt x="264674" y="122314"/>
                </a:cubicBezTo>
                <a:cubicBezTo>
                  <a:pt x="266619" y="121028"/>
                  <a:pt x="268125" y="119130"/>
                  <a:pt x="269192" y="116620"/>
                </a:cubicBezTo>
                <a:lnTo>
                  <a:pt x="272863" y="116620"/>
                </a:lnTo>
                <a:cubicBezTo>
                  <a:pt x="270667" y="122787"/>
                  <a:pt x="267561" y="127451"/>
                  <a:pt x="263545" y="130612"/>
                </a:cubicBezTo>
                <a:cubicBezTo>
                  <a:pt x="259529" y="133771"/>
                  <a:pt x="255387" y="135351"/>
                  <a:pt x="251120" y="135351"/>
                </a:cubicBezTo>
                <a:cubicBezTo>
                  <a:pt x="248234" y="135351"/>
                  <a:pt x="245410" y="134550"/>
                  <a:pt x="242649" y="132947"/>
                </a:cubicBezTo>
                <a:cubicBezTo>
                  <a:pt x="239888" y="131345"/>
                  <a:pt x="237849" y="129053"/>
                  <a:pt x="236531" y="126071"/>
                </a:cubicBezTo>
                <a:cubicBezTo>
                  <a:pt x="235213" y="123086"/>
                  <a:pt x="234554" y="118484"/>
                  <a:pt x="234554" y="112264"/>
                </a:cubicBezTo>
                <a:lnTo>
                  <a:pt x="234554" y="54216"/>
                </a:lnTo>
                <a:lnTo>
                  <a:pt x="220906" y="54216"/>
                </a:lnTo>
                <a:lnTo>
                  <a:pt x="220906" y="51109"/>
                </a:lnTo>
                <a:cubicBezTo>
                  <a:pt x="224358" y="49725"/>
                  <a:pt x="227887" y="47381"/>
                  <a:pt x="231495" y="44077"/>
                </a:cubicBezTo>
                <a:cubicBezTo>
                  <a:pt x="235103" y="40772"/>
                  <a:pt x="238319" y="36855"/>
                  <a:pt x="241143" y="32323"/>
                </a:cubicBezTo>
                <a:cubicBezTo>
                  <a:pt x="242586" y="29932"/>
                  <a:pt x="244594" y="25559"/>
                  <a:pt x="247167" y="19201"/>
                </a:cubicBezTo>
                <a:lnTo>
                  <a:pt x="250085" y="19201"/>
                </a:lnTo>
                <a:close/>
                <a:moveTo>
                  <a:pt x="300568" y="0"/>
                </a:moveTo>
                <a:cubicBezTo>
                  <a:pt x="303204" y="0"/>
                  <a:pt x="305447" y="930"/>
                  <a:pt x="307298" y="2791"/>
                </a:cubicBezTo>
                <a:cubicBezTo>
                  <a:pt x="309149" y="4650"/>
                  <a:pt x="310075" y="6904"/>
                  <a:pt x="310075" y="9554"/>
                </a:cubicBezTo>
                <a:cubicBezTo>
                  <a:pt x="310075" y="12203"/>
                  <a:pt x="309149" y="14474"/>
                  <a:pt x="307298" y="16366"/>
                </a:cubicBezTo>
                <a:cubicBezTo>
                  <a:pt x="305447" y="18256"/>
                  <a:pt x="303204" y="19201"/>
                  <a:pt x="300568" y="19201"/>
                </a:cubicBezTo>
                <a:cubicBezTo>
                  <a:pt x="297933" y="19201"/>
                  <a:pt x="295674" y="18256"/>
                  <a:pt x="293791" y="16366"/>
                </a:cubicBezTo>
                <a:cubicBezTo>
                  <a:pt x="291909" y="14474"/>
                  <a:pt x="290968" y="12203"/>
                  <a:pt x="290968" y="9554"/>
                </a:cubicBezTo>
                <a:cubicBezTo>
                  <a:pt x="290968" y="6904"/>
                  <a:pt x="291893" y="4650"/>
                  <a:pt x="293744" y="2791"/>
                </a:cubicBezTo>
                <a:cubicBezTo>
                  <a:pt x="295595" y="930"/>
                  <a:pt x="297870" y="0"/>
                  <a:pt x="300568" y="0"/>
                </a:cubicBezTo>
                <a:moveTo>
                  <a:pt x="308381" y="45180"/>
                </a:moveTo>
                <a:lnTo>
                  <a:pt x="308381" y="114302"/>
                </a:lnTo>
                <a:cubicBezTo>
                  <a:pt x="308381" y="119687"/>
                  <a:pt x="308773" y="123271"/>
                  <a:pt x="309557" y="125056"/>
                </a:cubicBezTo>
                <a:cubicBezTo>
                  <a:pt x="310342" y="126840"/>
                  <a:pt x="311502" y="128171"/>
                  <a:pt x="313040" y="129047"/>
                </a:cubicBezTo>
                <a:cubicBezTo>
                  <a:pt x="314577" y="129924"/>
                  <a:pt x="317385" y="130362"/>
                  <a:pt x="321464" y="130362"/>
                </a:cubicBezTo>
                <a:lnTo>
                  <a:pt x="321464" y="133845"/>
                </a:lnTo>
                <a:lnTo>
                  <a:pt x="279579" y="133845"/>
                </a:lnTo>
                <a:lnTo>
                  <a:pt x="279579" y="130362"/>
                </a:lnTo>
                <a:cubicBezTo>
                  <a:pt x="283783" y="130362"/>
                  <a:pt x="286607" y="129955"/>
                  <a:pt x="288050" y="129141"/>
                </a:cubicBezTo>
                <a:cubicBezTo>
                  <a:pt x="289493" y="128328"/>
                  <a:pt x="290638" y="126981"/>
                  <a:pt x="291485" y="125103"/>
                </a:cubicBezTo>
                <a:cubicBezTo>
                  <a:pt x="292333" y="123224"/>
                  <a:pt x="292756" y="119624"/>
                  <a:pt x="292756" y="114302"/>
                </a:cubicBezTo>
                <a:lnTo>
                  <a:pt x="292756" y="81150"/>
                </a:lnTo>
                <a:cubicBezTo>
                  <a:pt x="292756" y="71820"/>
                  <a:pt x="292474" y="65778"/>
                  <a:pt x="291909" y="63025"/>
                </a:cubicBezTo>
                <a:cubicBezTo>
                  <a:pt x="291470" y="61021"/>
                  <a:pt x="290779" y="59628"/>
                  <a:pt x="289838" y="58845"/>
                </a:cubicBezTo>
                <a:cubicBezTo>
                  <a:pt x="288897" y="58063"/>
                  <a:pt x="287611" y="57672"/>
                  <a:pt x="285979" y="57672"/>
                </a:cubicBezTo>
                <a:cubicBezTo>
                  <a:pt x="284222" y="57672"/>
                  <a:pt x="282089" y="58141"/>
                  <a:pt x="279579" y="59081"/>
                </a:cubicBezTo>
                <a:lnTo>
                  <a:pt x="278261" y="55698"/>
                </a:lnTo>
                <a:lnTo>
                  <a:pt x="304239" y="45180"/>
                </a:lnTo>
                <a:lnTo>
                  <a:pt x="308381" y="45180"/>
                </a:lnTo>
                <a:close/>
                <a:moveTo>
                  <a:pt x="357358" y="63440"/>
                </a:moveTo>
                <a:cubicBezTo>
                  <a:pt x="367461" y="51266"/>
                  <a:pt x="377093" y="45180"/>
                  <a:pt x="386254" y="45180"/>
                </a:cubicBezTo>
                <a:cubicBezTo>
                  <a:pt x="390961" y="45180"/>
                  <a:pt x="395008" y="46354"/>
                  <a:pt x="398396" y="48703"/>
                </a:cubicBezTo>
                <a:cubicBezTo>
                  <a:pt x="401785" y="51051"/>
                  <a:pt x="404483" y="54917"/>
                  <a:pt x="406491" y="60301"/>
                </a:cubicBezTo>
                <a:cubicBezTo>
                  <a:pt x="407871" y="64056"/>
                  <a:pt x="408562" y="69817"/>
                  <a:pt x="408562" y="77582"/>
                </a:cubicBezTo>
                <a:lnTo>
                  <a:pt x="408562" y="114302"/>
                </a:lnTo>
                <a:cubicBezTo>
                  <a:pt x="408562" y="119750"/>
                  <a:pt x="409001" y="123444"/>
                  <a:pt x="409879" y="125385"/>
                </a:cubicBezTo>
                <a:cubicBezTo>
                  <a:pt x="410570" y="126950"/>
                  <a:pt x="411684" y="128171"/>
                  <a:pt x="413221" y="129047"/>
                </a:cubicBezTo>
                <a:cubicBezTo>
                  <a:pt x="414758" y="129924"/>
                  <a:pt x="417598" y="130362"/>
                  <a:pt x="421739" y="130362"/>
                </a:cubicBezTo>
                <a:lnTo>
                  <a:pt x="421739" y="133845"/>
                </a:lnTo>
                <a:lnTo>
                  <a:pt x="379101" y="133845"/>
                </a:lnTo>
                <a:lnTo>
                  <a:pt x="379101" y="130362"/>
                </a:lnTo>
                <a:lnTo>
                  <a:pt x="380889" y="130362"/>
                </a:lnTo>
                <a:cubicBezTo>
                  <a:pt x="384905" y="130362"/>
                  <a:pt x="387713" y="129753"/>
                  <a:pt x="389313" y="128535"/>
                </a:cubicBezTo>
                <a:cubicBezTo>
                  <a:pt x="390913" y="127318"/>
                  <a:pt x="392027" y="125523"/>
                  <a:pt x="392655" y="123153"/>
                </a:cubicBezTo>
                <a:cubicBezTo>
                  <a:pt x="392906" y="122215"/>
                  <a:pt x="393031" y="119281"/>
                  <a:pt x="393031" y="114349"/>
                </a:cubicBezTo>
                <a:lnTo>
                  <a:pt x="393031" y="79232"/>
                </a:lnTo>
                <a:cubicBezTo>
                  <a:pt x="393031" y="71429"/>
                  <a:pt x="392012" y="65764"/>
                  <a:pt x="389972" y="62237"/>
                </a:cubicBezTo>
                <a:cubicBezTo>
                  <a:pt x="387933" y="58709"/>
                  <a:pt x="384497" y="56945"/>
                  <a:pt x="379666" y="56945"/>
                </a:cubicBezTo>
                <a:cubicBezTo>
                  <a:pt x="372198" y="56945"/>
                  <a:pt x="364763" y="61003"/>
                  <a:pt x="357358" y="69120"/>
                </a:cubicBezTo>
                <a:lnTo>
                  <a:pt x="357358" y="114349"/>
                </a:lnTo>
                <a:cubicBezTo>
                  <a:pt x="357358" y="120155"/>
                  <a:pt x="357703" y="123745"/>
                  <a:pt x="358394" y="125118"/>
                </a:cubicBezTo>
                <a:cubicBezTo>
                  <a:pt x="359272" y="126927"/>
                  <a:pt x="360480" y="128254"/>
                  <a:pt x="362017" y="129097"/>
                </a:cubicBezTo>
                <a:cubicBezTo>
                  <a:pt x="363555" y="129940"/>
                  <a:pt x="366676" y="130362"/>
                  <a:pt x="371383" y="130362"/>
                </a:cubicBezTo>
                <a:lnTo>
                  <a:pt x="371383" y="133845"/>
                </a:lnTo>
                <a:lnTo>
                  <a:pt x="328744" y="133845"/>
                </a:lnTo>
                <a:lnTo>
                  <a:pt x="328744" y="130362"/>
                </a:lnTo>
                <a:lnTo>
                  <a:pt x="330627" y="130362"/>
                </a:lnTo>
                <a:cubicBezTo>
                  <a:pt x="335019" y="130362"/>
                  <a:pt x="337984" y="129251"/>
                  <a:pt x="339522" y="127029"/>
                </a:cubicBezTo>
                <a:cubicBezTo>
                  <a:pt x="341059" y="124806"/>
                  <a:pt x="341828" y="120563"/>
                  <a:pt x="341828" y="114302"/>
                </a:cubicBezTo>
                <a:lnTo>
                  <a:pt x="341828" y="82370"/>
                </a:lnTo>
                <a:cubicBezTo>
                  <a:pt x="341828" y="72040"/>
                  <a:pt x="341592" y="65749"/>
                  <a:pt x="341122" y="63496"/>
                </a:cubicBezTo>
                <a:cubicBezTo>
                  <a:pt x="340651" y="61241"/>
                  <a:pt x="339929" y="59706"/>
                  <a:pt x="338957" y="58892"/>
                </a:cubicBezTo>
                <a:cubicBezTo>
                  <a:pt x="337984" y="58079"/>
                  <a:pt x="336682" y="57672"/>
                  <a:pt x="335051" y="57672"/>
                </a:cubicBezTo>
                <a:cubicBezTo>
                  <a:pt x="333294" y="57672"/>
                  <a:pt x="331192" y="58141"/>
                  <a:pt x="328744" y="59081"/>
                </a:cubicBezTo>
                <a:lnTo>
                  <a:pt x="327333" y="55698"/>
                </a:lnTo>
                <a:lnTo>
                  <a:pt x="353311" y="45180"/>
                </a:lnTo>
                <a:lnTo>
                  <a:pt x="357358" y="45180"/>
                </a:lnTo>
                <a:lnTo>
                  <a:pt x="357358" y="63440"/>
                </a:lnTo>
                <a:close/>
                <a:moveTo>
                  <a:pt x="451670" y="102428"/>
                </a:moveTo>
                <a:cubicBezTo>
                  <a:pt x="446399" y="99859"/>
                  <a:pt x="442352" y="96271"/>
                  <a:pt x="439528" y="91665"/>
                </a:cubicBezTo>
                <a:cubicBezTo>
                  <a:pt x="436705" y="87059"/>
                  <a:pt x="435293" y="81966"/>
                  <a:pt x="435293" y="76388"/>
                </a:cubicBezTo>
                <a:cubicBezTo>
                  <a:pt x="435293" y="67866"/>
                  <a:pt x="438509" y="60534"/>
                  <a:pt x="444940" y="54392"/>
                </a:cubicBezTo>
                <a:cubicBezTo>
                  <a:pt x="451372" y="48250"/>
                  <a:pt x="459608" y="45180"/>
                  <a:pt x="469648" y="45180"/>
                </a:cubicBezTo>
                <a:cubicBezTo>
                  <a:pt x="477868" y="45180"/>
                  <a:pt x="484990" y="47188"/>
                  <a:pt x="491014" y="51204"/>
                </a:cubicBezTo>
                <a:lnTo>
                  <a:pt x="509274" y="51204"/>
                </a:lnTo>
                <a:cubicBezTo>
                  <a:pt x="511973" y="51204"/>
                  <a:pt x="513541" y="51281"/>
                  <a:pt x="513981" y="51436"/>
                </a:cubicBezTo>
                <a:cubicBezTo>
                  <a:pt x="514420" y="51591"/>
                  <a:pt x="514734" y="51855"/>
                  <a:pt x="514922" y="52227"/>
                </a:cubicBezTo>
                <a:cubicBezTo>
                  <a:pt x="515298" y="52786"/>
                  <a:pt x="515487" y="53779"/>
                  <a:pt x="515487" y="55207"/>
                </a:cubicBezTo>
                <a:cubicBezTo>
                  <a:pt x="515487" y="56819"/>
                  <a:pt x="515330" y="57935"/>
                  <a:pt x="515016" y="58557"/>
                </a:cubicBezTo>
                <a:cubicBezTo>
                  <a:pt x="514828" y="58867"/>
                  <a:pt x="514498" y="59115"/>
                  <a:pt x="514028" y="59301"/>
                </a:cubicBezTo>
                <a:cubicBezTo>
                  <a:pt x="513557" y="59487"/>
                  <a:pt x="511973" y="59581"/>
                  <a:pt x="509274" y="59581"/>
                </a:cubicBezTo>
                <a:lnTo>
                  <a:pt x="498074" y="59581"/>
                </a:lnTo>
                <a:cubicBezTo>
                  <a:pt x="501588" y="64108"/>
                  <a:pt x="503345" y="69893"/>
                  <a:pt x="503345" y="76935"/>
                </a:cubicBezTo>
                <a:cubicBezTo>
                  <a:pt x="503345" y="84982"/>
                  <a:pt x="500270" y="91867"/>
                  <a:pt x="494120" y="97589"/>
                </a:cubicBezTo>
                <a:cubicBezTo>
                  <a:pt x="487971" y="103311"/>
                  <a:pt x="479719" y="106172"/>
                  <a:pt x="469366" y="106172"/>
                </a:cubicBezTo>
                <a:cubicBezTo>
                  <a:pt x="465099" y="106172"/>
                  <a:pt x="460738" y="105532"/>
                  <a:pt x="456282" y="104251"/>
                </a:cubicBezTo>
                <a:cubicBezTo>
                  <a:pt x="453521" y="106634"/>
                  <a:pt x="451655" y="108719"/>
                  <a:pt x="450682" y="110508"/>
                </a:cubicBezTo>
                <a:cubicBezTo>
                  <a:pt x="449709" y="112294"/>
                  <a:pt x="449223" y="113814"/>
                  <a:pt x="449223" y="115067"/>
                </a:cubicBezTo>
                <a:cubicBezTo>
                  <a:pt x="449223" y="116134"/>
                  <a:pt x="449741" y="117169"/>
                  <a:pt x="450776" y="118173"/>
                </a:cubicBezTo>
                <a:cubicBezTo>
                  <a:pt x="451812" y="119175"/>
                  <a:pt x="453835" y="119896"/>
                  <a:pt x="456847" y="120335"/>
                </a:cubicBezTo>
                <a:cubicBezTo>
                  <a:pt x="458604" y="120586"/>
                  <a:pt x="462997" y="120805"/>
                  <a:pt x="470025" y="120994"/>
                </a:cubicBezTo>
                <a:cubicBezTo>
                  <a:pt x="482951" y="121306"/>
                  <a:pt x="491328" y="121744"/>
                  <a:pt x="495156" y="122309"/>
                </a:cubicBezTo>
                <a:cubicBezTo>
                  <a:pt x="500991" y="123124"/>
                  <a:pt x="505651" y="125288"/>
                  <a:pt x="509133" y="128800"/>
                </a:cubicBezTo>
                <a:cubicBezTo>
                  <a:pt x="512616" y="132310"/>
                  <a:pt x="514357" y="136636"/>
                  <a:pt x="514357" y="141778"/>
                </a:cubicBezTo>
                <a:cubicBezTo>
                  <a:pt x="514357" y="148862"/>
                  <a:pt x="511031" y="155509"/>
                  <a:pt x="504380" y="161717"/>
                </a:cubicBezTo>
                <a:cubicBezTo>
                  <a:pt x="494591" y="170871"/>
                  <a:pt x="481821" y="175448"/>
                  <a:pt x="466071" y="175448"/>
                </a:cubicBezTo>
                <a:cubicBezTo>
                  <a:pt x="453961" y="175448"/>
                  <a:pt x="443733" y="172722"/>
                  <a:pt x="435387" y="167270"/>
                </a:cubicBezTo>
                <a:cubicBezTo>
                  <a:pt x="430681" y="164137"/>
                  <a:pt x="428328" y="160878"/>
                  <a:pt x="428328" y="157493"/>
                </a:cubicBezTo>
                <a:cubicBezTo>
                  <a:pt x="428328" y="155991"/>
                  <a:pt x="428673" y="154488"/>
                  <a:pt x="429363" y="152984"/>
                </a:cubicBezTo>
                <a:cubicBezTo>
                  <a:pt x="430430" y="150664"/>
                  <a:pt x="432626" y="147437"/>
                  <a:pt x="435952" y="143301"/>
                </a:cubicBezTo>
                <a:cubicBezTo>
                  <a:pt x="436391" y="142738"/>
                  <a:pt x="439591" y="139355"/>
                  <a:pt x="445552" y="133150"/>
                </a:cubicBezTo>
                <a:cubicBezTo>
                  <a:pt x="442289" y="131203"/>
                  <a:pt x="439983" y="129460"/>
                  <a:pt x="438634" y="127921"/>
                </a:cubicBezTo>
                <a:cubicBezTo>
                  <a:pt x="437285" y="126381"/>
                  <a:pt x="436610" y="124638"/>
                  <a:pt x="436610" y="122691"/>
                </a:cubicBezTo>
                <a:cubicBezTo>
                  <a:pt x="436610" y="120491"/>
                  <a:pt x="437505" y="117914"/>
                  <a:pt x="439293" y="114961"/>
                </a:cubicBezTo>
                <a:cubicBezTo>
                  <a:pt x="441081" y="112008"/>
                  <a:pt x="445207" y="107830"/>
                  <a:pt x="451670" y="102428"/>
                </a:cubicBezTo>
                <a:moveTo>
                  <a:pt x="468048" y="49886"/>
                </a:moveTo>
                <a:cubicBezTo>
                  <a:pt x="463404" y="49886"/>
                  <a:pt x="459514" y="51727"/>
                  <a:pt x="456377" y="55410"/>
                </a:cubicBezTo>
                <a:cubicBezTo>
                  <a:pt x="453239" y="59090"/>
                  <a:pt x="451670" y="64738"/>
                  <a:pt x="451670" y="72352"/>
                </a:cubicBezTo>
                <a:cubicBezTo>
                  <a:pt x="451670" y="82214"/>
                  <a:pt x="453804" y="89858"/>
                  <a:pt x="458071" y="95286"/>
                </a:cubicBezTo>
                <a:cubicBezTo>
                  <a:pt x="461334" y="99406"/>
                  <a:pt x="465475" y="101466"/>
                  <a:pt x="470495" y="101466"/>
                </a:cubicBezTo>
                <a:cubicBezTo>
                  <a:pt x="475264" y="101466"/>
                  <a:pt x="479186" y="99687"/>
                  <a:pt x="482261" y="96130"/>
                </a:cubicBezTo>
                <a:cubicBezTo>
                  <a:pt x="485335" y="92573"/>
                  <a:pt x="486873" y="86987"/>
                  <a:pt x="486873" y="79373"/>
                </a:cubicBezTo>
                <a:cubicBezTo>
                  <a:pt x="486873" y="69451"/>
                  <a:pt x="484708" y="61681"/>
                  <a:pt x="480378" y="56063"/>
                </a:cubicBezTo>
                <a:cubicBezTo>
                  <a:pt x="477178" y="51945"/>
                  <a:pt x="473068" y="49886"/>
                  <a:pt x="468048" y="49886"/>
                </a:cubicBezTo>
                <a:moveTo>
                  <a:pt x="450729" y="133900"/>
                </a:moveTo>
                <a:cubicBezTo>
                  <a:pt x="447780" y="137095"/>
                  <a:pt x="445552" y="140070"/>
                  <a:pt x="444046" y="142825"/>
                </a:cubicBezTo>
                <a:cubicBezTo>
                  <a:pt x="442540" y="145582"/>
                  <a:pt x="441787" y="148119"/>
                  <a:pt x="441787" y="150437"/>
                </a:cubicBezTo>
                <a:cubicBezTo>
                  <a:pt x="441787" y="153443"/>
                  <a:pt x="443607" y="156074"/>
                  <a:pt x="447246" y="158329"/>
                </a:cubicBezTo>
                <a:cubicBezTo>
                  <a:pt x="453521" y="162211"/>
                  <a:pt x="462589" y="164153"/>
                  <a:pt x="474448" y="164153"/>
                </a:cubicBezTo>
                <a:cubicBezTo>
                  <a:pt x="485743" y="164153"/>
                  <a:pt x="494073" y="162163"/>
                  <a:pt x="499438" y="158185"/>
                </a:cubicBezTo>
                <a:cubicBezTo>
                  <a:pt x="504803" y="154208"/>
                  <a:pt x="507486" y="149965"/>
                  <a:pt x="507486" y="145457"/>
                </a:cubicBezTo>
                <a:cubicBezTo>
                  <a:pt x="507486" y="142200"/>
                  <a:pt x="505886" y="139882"/>
                  <a:pt x="502686" y="138504"/>
                </a:cubicBezTo>
                <a:cubicBezTo>
                  <a:pt x="499423" y="137125"/>
                  <a:pt x="492959" y="136311"/>
                  <a:pt x="483296" y="136062"/>
                </a:cubicBezTo>
                <a:cubicBezTo>
                  <a:pt x="469177" y="135686"/>
                  <a:pt x="458322" y="134965"/>
                  <a:pt x="450729" y="133900"/>
                </a:cubicBezTo>
                <a:close/>
                <a:moveTo>
                  <a:pt x="634083" y="124150"/>
                </a:moveTo>
                <a:cubicBezTo>
                  <a:pt x="629879" y="128542"/>
                  <a:pt x="625769" y="131695"/>
                  <a:pt x="621753" y="133609"/>
                </a:cubicBezTo>
                <a:cubicBezTo>
                  <a:pt x="617737" y="135523"/>
                  <a:pt x="613407" y="136480"/>
                  <a:pt x="608763" y="136480"/>
                </a:cubicBezTo>
                <a:cubicBezTo>
                  <a:pt x="599351" y="136480"/>
                  <a:pt x="591131" y="132551"/>
                  <a:pt x="584103" y="124694"/>
                </a:cubicBezTo>
                <a:cubicBezTo>
                  <a:pt x="577075" y="116835"/>
                  <a:pt x="573561" y="106736"/>
                  <a:pt x="573561" y="94398"/>
                </a:cubicBezTo>
                <a:cubicBezTo>
                  <a:pt x="573561" y="82062"/>
                  <a:pt x="577452" y="70775"/>
                  <a:pt x="585232" y="60537"/>
                </a:cubicBezTo>
                <a:cubicBezTo>
                  <a:pt x="593013" y="50299"/>
                  <a:pt x="603022" y="45180"/>
                  <a:pt x="615258" y="45180"/>
                </a:cubicBezTo>
                <a:cubicBezTo>
                  <a:pt x="622851" y="45180"/>
                  <a:pt x="629126" y="47595"/>
                  <a:pt x="634083" y="52427"/>
                </a:cubicBezTo>
                <a:lnTo>
                  <a:pt x="634083" y="36485"/>
                </a:lnTo>
                <a:cubicBezTo>
                  <a:pt x="634083" y="26592"/>
                  <a:pt x="633848" y="20511"/>
                  <a:pt x="633377" y="18242"/>
                </a:cubicBezTo>
                <a:cubicBezTo>
                  <a:pt x="632906" y="15974"/>
                  <a:pt x="632169" y="14430"/>
                  <a:pt x="631165" y="13613"/>
                </a:cubicBezTo>
                <a:cubicBezTo>
                  <a:pt x="630161" y="12793"/>
                  <a:pt x="628906" y="12383"/>
                  <a:pt x="627400" y="12383"/>
                </a:cubicBezTo>
                <a:cubicBezTo>
                  <a:pt x="625769" y="12383"/>
                  <a:pt x="623604" y="12887"/>
                  <a:pt x="620906" y="13895"/>
                </a:cubicBezTo>
                <a:lnTo>
                  <a:pt x="619682" y="10586"/>
                </a:lnTo>
                <a:lnTo>
                  <a:pt x="645378" y="0"/>
                </a:lnTo>
                <a:lnTo>
                  <a:pt x="649613" y="0"/>
                </a:lnTo>
                <a:lnTo>
                  <a:pt x="649613" y="99678"/>
                </a:lnTo>
                <a:cubicBezTo>
                  <a:pt x="649613" y="109780"/>
                  <a:pt x="649849" y="115945"/>
                  <a:pt x="650319" y="118173"/>
                </a:cubicBezTo>
                <a:cubicBezTo>
                  <a:pt x="650790" y="120401"/>
                  <a:pt x="651543" y="121954"/>
                  <a:pt x="652578" y="122832"/>
                </a:cubicBezTo>
                <a:cubicBezTo>
                  <a:pt x="653614" y="123711"/>
                  <a:pt x="654822" y="124150"/>
                  <a:pt x="656202" y="124150"/>
                </a:cubicBezTo>
                <a:cubicBezTo>
                  <a:pt x="657896" y="124150"/>
                  <a:pt x="660155" y="123616"/>
                  <a:pt x="662979" y="122550"/>
                </a:cubicBezTo>
                <a:lnTo>
                  <a:pt x="664014" y="125844"/>
                </a:lnTo>
                <a:lnTo>
                  <a:pt x="638413" y="136480"/>
                </a:lnTo>
                <a:lnTo>
                  <a:pt x="634083" y="136480"/>
                </a:lnTo>
                <a:lnTo>
                  <a:pt x="634083" y="124150"/>
                </a:lnTo>
                <a:moveTo>
                  <a:pt x="634083" y="117582"/>
                </a:moveTo>
                <a:lnTo>
                  <a:pt x="634083" y="73267"/>
                </a:lnTo>
                <a:cubicBezTo>
                  <a:pt x="633706" y="69010"/>
                  <a:pt x="632577" y="65129"/>
                  <a:pt x="630694" y="61625"/>
                </a:cubicBezTo>
                <a:cubicBezTo>
                  <a:pt x="628812" y="58119"/>
                  <a:pt x="626318" y="55474"/>
                  <a:pt x="623212" y="53692"/>
                </a:cubicBezTo>
                <a:cubicBezTo>
                  <a:pt x="620105" y="51908"/>
                  <a:pt x="617078" y="51015"/>
                  <a:pt x="614129" y="51015"/>
                </a:cubicBezTo>
                <a:cubicBezTo>
                  <a:pt x="608607" y="51015"/>
                  <a:pt x="603681" y="53488"/>
                  <a:pt x="599351" y="58433"/>
                </a:cubicBezTo>
                <a:cubicBezTo>
                  <a:pt x="593641" y="64942"/>
                  <a:pt x="590786" y="74455"/>
                  <a:pt x="590786" y="86974"/>
                </a:cubicBezTo>
                <a:cubicBezTo>
                  <a:pt x="590786" y="99618"/>
                  <a:pt x="593547" y="109305"/>
                  <a:pt x="599069" y="116035"/>
                </a:cubicBezTo>
                <a:cubicBezTo>
                  <a:pt x="604591" y="122762"/>
                  <a:pt x="610740" y="126126"/>
                  <a:pt x="617517" y="126126"/>
                </a:cubicBezTo>
                <a:cubicBezTo>
                  <a:pt x="623227" y="126126"/>
                  <a:pt x="628749" y="123278"/>
                  <a:pt x="634083" y="117582"/>
                </a:cubicBezTo>
                <a:close/>
                <a:moveTo>
                  <a:pt x="684063" y="80194"/>
                </a:moveTo>
                <a:cubicBezTo>
                  <a:pt x="684000" y="92965"/>
                  <a:pt x="687106" y="102983"/>
                  <a:pt x="693381" y="110246"/>
                </a:cubicBezTo>
                <a:cubicBezTo>
                  <a:pt x="699656" y="117507"/>
                  <a:pt x="707029" y="121138"/>
                  <a:pt x="715500" y="121138"/>
                </a:cubicBezTo>
                <a:cubicBezTo>
                  <a:pt x="721148" y="121138"/>
                  <a:pt x="726058" y="119585"/>
                  <a:pt x="730231" y="116479"/>
                </a:cubicBezTo>
                <a:cubicBezTo>
                  <a:pt x="734404" y="113373"/>
                  <a:pt x="737902" y="108055"/>
                  <a:pt x="740726" y="100525"/>
                </a:cubicBezTo>
                <a:lnTo>
                  <a:pt x="743643" y="102407"/>
                </a:lnTo>
                <a:cubicBezTo>
                  <a:pt x="742326" y="111004"/>
                  <a:pt x="738498" y="118832"/>
                  <a:pt x="732160" y="125891"/>
                </a:cubicBezTo>
                <a:cubicBezTo>
                  <a:pt x="725823" y="132950"/>
                  <a:pt x="717885" y="136480"/>
                  <a:pt x="708347" y="136480"/>
                </a:cubicBezTo>
                <a:cubicBezTo>
                  <a:pt x="697993" y="136480"/>
                  <a:pt x="689130" y="132457"/>
                  <a:pt x="681757" y="124412"/>
                </a:cubicBezTo>
                <a:cubicBezTo>
                  <a:pt x="674384" y="116364"/>
                  <a:pt x="670697" y="105546"/>
                  <a:pt x="670697" y="91956"/>
                </a:cubicBezTo>
                <a:cubicBezTo>
                  <a:pt x="670697" y="77242"/>
                  <a:pt x="674478" y="65767"/>
                  <a:pt x="682039" y="57533"/>
                </a:cubicBezTo>
                <a:cubicBezTo>
                  <a:pt x="689601" y="49298"/>
                  <a:pt x="699091" y="45180"/>
                  <a:pt x="710512" y="45180"/>
                </a:cubicBezTo>
                <a:cubicBezTo>
                  <a:pt x="720175" y="45180"/>
                  <a:pt x="728113" y="48356"/>
                  <a:pt x="734325" y="54710"/>
                </a:cubicBezTo>
                <a:cubicBezTo>
                  <a:pt x="740537" y="61061"/>
                  <a:pt x="743643" y="69556"/>
                  <a:pt x="743643" y="80194"/>
                </a:cubicBezTo>
                <a:lnTo>
                  <a:pt x="684063" y="80194"/>
                </a:lnTo>
                <a:moveTo>
                  <a:pt x="684063" y="74735"/>
                </a:moveTo>
                <a:lnTo>
                  <a:pt x="723972" y="74735"/>
                </a:lnTo>
                <a:cubicBezTo>
                  <a:pt x="723658" y="69213"/>
                  <a:pt x="722999" y="65322"/>
                  <a:pt x="721995" y="63063"/>
                </a:cubicBezTo>
                <a:cubicBezTo>
                  <a:pt x="720426" y="59549"/>
                  <a:pt x="718089" y="56788"/>
                  <a:pt x="714983" y="54780"/>
                </a:cubicBezTo>
                <a:cubicBezTo>
                  <a:pt x="711877" y="52772"/>
                  <a:pt x="708629" y="51768"/>
                  <a:pt x="705241" y="51768"/>
                </a:cubicBezTo>
                <a:cubicBezTo>
                  <a:pt x="700033" y="51768"/>
                  <a:pt x="695373" y="53792"/>
                  <a:pt x="691263" y="57839"/>
                </a:cubicBezTo>
                <a:cubicBezTo>
                  <a:pt x="687153" y="61887"/>
                  <a:pt x="684753" y="67518"/>
                  <a:pt x="684063" y="74735"/>
                </a:cubicBezTo>
                <a:close/>
                <a:moveTo>
                  <a:pt x="769650" y="80194"/>
                </a:moveTo>
                <a:cubicBezTo>
                  <a:pt x="769587" y="92965"/>
                  <a:pt x="772693" y="102983"/>
                  <a:pt x="778968" y="110246"/>
                </a:cubicBezTo>
                <a:cubicBezTo>
                  <a:pt x="785243" y="117507"/>
                  <a:pt x="792616" y="121138"/>
                  <a:pt x="801088" y="121138"/>
                </a:cubicBezTo>
                <a:cubicBezTo>
                  <a:pt x="806735" y="121138"/>
                  <a:pt x="811645" y="119585"/>
                  <a:pt x="815818" y="116479"/>
                </a:cubicBezTo>
                <a:cubicBezTo>
                  <a:pt x="819991" y="113373"/>
                  <a:pt x="823489" y="108055"/>
                  <a:pt x="826313" y="100525"/>
                </a:cubicBezTo>
                <a:lnTo>
                  <a:pt x="829231" y="102407"/>
                </a:lnTo>
                <a:cubicBezTo>
                  <a:pt x="827913" y="111004"/>
                  <a:pt x="824085" y="118832"/>
                  <a:pt x="817748" y="125891"/>
                </a:cubicBezTo>
                <a:cubicBezTo>
                  <a:pt x="811410" y="132950"/>
                  <a:pt x="803472" y="136480"/>
                  <a:pt x="793934" y="136480"/>
                </a:cubicBezTo>
                <a:cubicBezTo>
                  <a:pt x="783581" y="136480"/>
                  <a:pt x="774717" y="132457"/>
                  <a:pt x="767344" y="124412"/>
                </a:cubicBezTo>
                <a:cubicBezTo>
                  <a:pt x="759971" y="116364"/>
                  <a:pt x="756284" y="105546"/>
                  <a:pt x="756284" y="91956"/>
                </a:cubicBezTo>
                <a:cubicBezTo>
                  <a:pt x="756284" y="77242"/>
                  <a:pt x="760065" y="65767"/>
                  <a:pt x="767626" y="57533"/>
                </a:cubicBezTo>
                <a:cubicBezTo>
                  <a:pt x="775188" y="49298"/>
                  <a:pt x="784679" y="45180"/>
                  <a:pt x="796099" y="45180"/>
                </a:cubicBezTo>
                <a:cubicBezTo>
                  <a:pt x="805762" y="45180"/>
                  <a:pt x="813700" y="48356"/>
                  <a:pt x="819912" y="54710"/>
                </a:cubicBezTo>
                <a:cubicBezTo>
                  <a:pt x="826125" y="61061"/>
                  <a:pt x="829231" y="69556"/>
                  <a:pt x="829231" y="80194"/>
                </a:cubicBezTo>
                <a:lnTo>
                  <a:pt x="769650" y="80194"/>
                </a:lnTo>
                <a:moveTo>
                  <a:pt x="769650" y="74735"/>
                </a:moveTo>
                <a:lnTo>
                  <a:pt x="809559" y="74735"/>
                </a:lnTo>
                <a:cubicBezTo>
                  <a:pt x="809245" y="69213"/>
                  <a:pt x="808586" y="65322"/>
                  <a:pt x="807582" y="63063"/>
                </a:cubicBezTo>
                <a:cubicBezTo>
                  <a:pt x="806013" y="59549"/>
                  <a:pt x="803676" y="56788"/>
                  <a:pt x="800570" y="54780"/>
                </a:cubicBezTo>
                <a:cubicBezTo>
                  <a:pt x="797464" y="52772"/>
                  <a:pt x="794217" y="51768"/>
                  <a:pt x="790828" y="51768"/>
                </a:cubicBezTo>
                <a:cubicBezTo>
                  <a:pt x="785620" y="51768"/>
                  <a:pt x="780961" y="53792"/>
                  <a:pt x="776851" y="57839"/>
                </a:cubicBezTo>
                <a:cubicBezTo>
                  <a:pt x="772741" y="61887"/>
                  <a:pt x="770340" y="67518"/>
                  <a:pt x="769650" y="74735"/>
                </a:cubicBezTo>
                <a:close/>
                <a:moveTo>
                  <a:pt x="834531" y="56107"/>
                </a:moveTo>
                <a:lnTo>
                  <a:pt x="861074" y="45368"/>
                </a:lnTo>
                <a:lnTo>
                  <a:pt x="864650" y="45368"/>
                </a:lnTo>
                <a:lnTo>
                  <a:pt x="864650" y="65510"/>
                </a:lnTo>
                <a:cubicBezTo>
                  <a:pt x="869106" y="57918"/>
                  <a:pt x="873577" y="52631"/>
                  <a:pt x="878063" y="49651"/>
                </a:cubicBezTo>
                <a:cubicBezTo>
                  <a:pt x="882550" y="46670"/>
                  <a:pt x="887272" y="45180"/>
                  <a:pt x="892229" y="45180"/>
                </a:cubicBezTo>
                <a:cubicBezTo>
                  <a:pt x="900888" y="45180"/>
                  <a:pt x="908104" y="48564"/>
                  <a:pt x="913877" y="55333"/>
                </a:cubicBezTo>
                <a:cubicBezTo>
                  <a:pt x="920968" y="63608"/>
                  <a:pt x="924513" y="74390"/>
                  <a:pt x="924513" y="87680"/>
                </a:cubicBezTo>
                <a:cubicBezTo>
                  <a:pt x="924513" y="102536"/>
                  <a:pt x="920246" y="114822"/>
                  <a:pt x="911712" y="124538"/>
                </a:cubicBezTo>
                <a:cubicBezTo>
                  <a:pt x="904685" y="132499"/>
                  <a:pt x="895837" y="136480"/>
                  <a:pt x="885169" y="136480"/>
                </a:cubicBezTo>
                <a:cubicBezTo>
                  <a:pt x="880526" y="136480"/>
                  <a:pt x="876510" y="135821"/>
                  <a:pt x="873122" y="134503"/>
                </a:cubicBezTo>
                <a:cubicBezTo>
                  <a:pt x="870612" y="133562"/>
                  <a:pt x="867788" y="131680"/>
                  <a:pt x="864650" y="128856"/>
                </a:cubicBezTo>
                <a:lnTo>
                  <a:pt x="864650" y="155117"/>
                </a:lnTo>
                <a:cubicBezTo>
                  <a:pt x="864650" y="161015"/>
                  <a:pt x="865011" y="164764"/>
                  <a:pt x="865733" y="166365"/>
                </a:cubicBezTo>
                <a:cubicBezTo>
                  <a:pt x="866454" y="167965"/>
                  <a:pt x="867709" y="169235"/>
                  <a:pt x="869498" y="170177"/>
                </a:cubicBezTo>
                <a:cubicBezTo>
                  <a:pt x="871286" y="171118"/>
                  <a:pt x="874533" y="171588"/>
                  <a:pt x="879240" y="171588"/>
                </a:cubicBezTo>
                <a:lnTo>
                  <a:pt x="879240" y="175071"/>
                </a:lnTo>
                <a:lnTo>
                  <a:pt x="834060" y="175071"/>
                </a:lnTo>
                <a:lnTo>
                  <a:pt x="834060" y="171588"/>
                </a:lnTo>
                <a:lnTo>
                  <a:pt x="836413" y="171588"/>
                </a:lnTo>
                <a:cubicBezTo>
                  <a:pt x="839864" y="171651"/>
                  <a:pt x="842814" y="170991"/>
                  <a:pt x="845261" y="169609"/>
                </a:cubicBezTo>
                <a:cubicBezTo>
                  <a:pt x="846453" y="168919"/>
                  <a:pt x="847379" y="167804"/>
                  <a:pt x="848037" y="166265"/>
                </a:cubicBezTo>
                <a:cubicBezTo>
                  <a:pt x="848696" y="164727"/>
                  <a:pt x="849026" y="160819"/>
                  <a:pt x="849026" y="154540"/>
                </a:cubicBezTo>
                <a:lnTo>
                  <a:pt x="849026" y="72967"/>
                </a:lnTo>
                <a:cubicBezTo>
                  <a:pt x="849026" y="67378"/>
                  <a:pt x="848775" y="63831"/>
                  <a:pt x="848273" y="62325"/>
                </a:cubicBezTo>
                <a:cubicBezTo>
                  <a:pt x="847771" y="60817"/>
                  <a:pt x="846971" y="59687"/>
                  <a:pt x="845873" y="58934"/>
                </a:cubicBezTo>
                <a:cubicBezTo>
                  <a:pt x="844774" y="58179"/>
                  <a:pt x="843284" y="57801"/>
                  <a:pt x="841402" y="57801"/>
                </a:cubicBezTo>
                <a:cubicBezTo>
                  <a:pt x="839896" y="57801"/>
                  <a:pt x="837982" y="58240"/>
                  <a:pt x="835660" y="59119"/>
                </a:cubicBezTo>
                <a:lnTo>
                  <a:pt x="834531" y="56107"/>
                </a:lnTo>
                <a:moveTo>
                  <a:pt x="864650" y="71234"/>
                </a:moveTo>
                <a:lnTo>
                  <a:pt x="864650" y="103384"/>
                </a:lnTo>
                <a:cubicBezTo>
                  <a:pt x="864650" y="110341"/>
                  <a:pt x="864933" y="114916"/>
                  <a:pt x="865498" y="117108"/>
                </a:cubicBezTo>
                <a:cubicBezTo>
                  <a:pt x="866376" y="120744"/>
                  <a:pt x="868525" y="123940"/>
                  <a:pt x="871945" y="126697"/>
                </a:cubicBezTo>
                <a:cubicBezTo>
                  <a:pt x="875365" y="129454"/>
                  <a:pt x="879679" y="130833"/>
                  <a:pt x="884887" y="130833"/>
                </a:cubicBezTo>
                <a:cubicBezTo>
                  <a:pt x="891162" y="130833"/>
                  <a:pt x="896245" y="128388"/>
                  <a:pt x="900135" y="123500"/>
                </a:cubicBezTo>
                <a:cubicBezTo>
                  <a:pt x="905218" y="117109"/>
                  <a:pt x="907759" y="108116"/>
                  <a:pt x="907759" y="96521"/>
                </a:cubicBezTo>
                <a:cubicBezTo>
                  <a:pt x="907759" y="83362"/>
                  <a:pt x="904873" y="73241"/>
                  <a:pt x="899100" y="66160"/>
                </a:cubicBezTo>
                <a:cubicBezTo>
                  <a:pt x="895084" y="61272"/>
                  <a:pt x="890315" y="58828"/>
                  <a:pt x="884793" y="58828"/>
                </a:cubicBezTo>
                <a:cubicBezTo>
                  <a:pt x="881781" y="58828"/>
                  <a:pt x="878800" y="59580"/>
                  <a:pt x="875851" y="61084"/>
                </a:cubicBezTo>
                <a:cubicBezTo>
                  <a:pt x="873592" y="62211"/>
                  <a:pt x="869859" y="65595"/>
                  <a:pt x="864650" y="71234"/>
                </a:cubicBezTo>
                <a:close/>
                <a:moveTo>
                  <a:pt x="951621" y="80194"/>
                </a:moveTo>
                <a:cubicBezTo>
                  <a:pt x="951558" y="92965"/>
                  <a:pt x="954665" y="102983"/>
                  <a:pt x="960939" y="110246"/>
                </a:cubicBezTo>
                <a:cubicBezTo>
                  <a:pt x="967214" y="117507"/>
                  <a:pt x="974587" y="121138"/>
                  <a:pt x="983059" y="121138"/>
                </a:cubicBezTo>
                <a:cubicBezTo>
                  <a:pt x="988706" y="121138"/>
                  <a:pt x="993616" y="119585"/>
                  <a:pt x="997789" y="116479"/>
                </a:cubicBezTo>
                <a:cubicBezTo>
                  <a:pt x="1001962" y="113373"/>
                  <a:pt x="1005460" y="108055"/>
                  <a:pt x="1008284" y="100525"/>
                </a:cubicBezTo>
                <a:lnTo>
                  <a:pt x="1011202" y="102407"/>
                </a:lnTo>
                <a:cubicBezTo>
                  <a:pt x="1009884" y="111004"/>
                  <a:pt x="1006056" y="118832"/>
                  <a:pt x="999719" y="125891"/>
                </a:cubicBezTo>
                <a:cubicBezTo>
                  <a:pt x="993381" y="132950"/>
                  <a:pt x="985443" y="136480"/>
                  <a:pt x="975905" y="136480"/>
                </a:cubicBezTo>
                <a:cubicBezTo>
                  <a:pt x="965552" y="136480"/>
                  <a:pt x="956688" y="132457"/>
                  <a:pt x="949315" y="124412"/>
                </a:cubicBezTo>
                <a:cubicBezTo>
                  <a:pt x="941942" y="116364"/>
                  <a:pt x="938256" y="105546"/>
                  <a:pt x="938256" y="91956"/>
                </a:cubicBezTo>
                <a:cubicBezTo>
                  <a:pt x="938256" y="77242"/>
                  <a:pt x="942036" y="65767"/>
                  <a:pt x="949597" y="57533"/>
                </a:cubicBezTo>
                <a:cubicBezTo>
                  <a:pt x="957159" y="49298"/>
                  <a:pt x="966650" y="45180"/>
                  <a:pt x="978070" y="45180"/>
                </a:cubicBezTo>
                <a:cubicBezTo>
                  <a:pt x="987733" y="45180"/>
                  <a:pt x="995671" y="48356"/>
                  <a:pt x="1001883" y="54710"/>
                </a:cubicBezTo>
                <a:cubicBezTo>
                  <a:pt x="1008096" y="61061"/>
                  <a:pt x="1011202" y="69556"/>
                  <a:pt x="1011202" y="80194"/>
                </a:cubicBezTo>
                <a:lnTo>
                  <a:pt x="951621" y="80194"/>
                </a:lnTo>
                <a:moveTo>
                  <a:pt x="951621" y="74735"/>
                </a:moveTo>
                <a:lnTo>
                  <a:pt x="991530" y="74735"/>
                </a:lnTo>
                <a:cubicBezTo>
                  <a:pt x="991216" y="69213"/>
                  <a:pt x="990557" y="65322"/>
                  <a:pt x="989553" y="63063"/>
                </a:cubicBezTo>
                <a:cubicBezTo>
                  <a:pt x="987984" y="59549"/>
                  <a:pt x="985647" y="56788"/>
                  <a:pt x="982541" y="54780"/>
                </a:cubicBezTo>
                <a:cubicBezTo>
                  <a:pt x="979435" y="52772"/>
                  <a:pt x="976188" y="51768"/>
                  <a:pt x="972799" y="51768"/>
                </a:cubicBezTo>
                <a:cubicBezTo>
                  <a:pt x="967591" y="51768"/>
                  <a:pt x="962932" y="53792"/>
                  <a:pt x="958822" y="57839"/>
                </a:cubicBezTo>
                <a:cubicBezTo>
                  <a:pt x="954712" y="61887"/>
                  <a:pt x="952311" y="67518"/>
                  <a:pt x="951621" y="74735"/>
                </a:cubicBezTo>
                <a:close/>
                <a:moveTo>
                  <a:pt x="1047939" y="45180"/>
                </a:moveTo>
                <a:lnTo>
                  <a:pt x="1047939" y="64569"/>
                </a:lnTo>
                <a:cubicBezTo>
                  <a:pt x="1055156" y="51643"/>
                  <a:pt x="1062560" y="45180"/>
                  <a:pt x="1070153" y="45180"/>
                </a:cubicBezTo>
                <a:cubicBezTo>
                  <a:pt x="1073604" y="45180"/>
                  <a:pt x="1076459" y="46231"/>
                  <a:pt x="1078718" y="48333"/>
                </a:cubicBezTo>
                <a:cubicBezTo>
                  <a:pt x="1080977" y="50435"/>
                  <a:pt x="1082107" y="52866"/>
                  <a:pt x="1082107" y="55627"/>
                </a:cubicBezTo>
                <a:cubicBezTo>
                  <a:pt x="1082107" y="58075"/>
                  <a:pt x="1081291" y="60145"/>
                  <a:pt x="1079659" y="61840"/>
                </a:cubicBezTo>
                <a:cubicBezTo>
                  <a:pt x="1078028" y="63534"/>
                  <a:pt x="1076083" y="64381"/>
                  <a:pt x="1073824" y="64381"/>
                </a:cubicBezTo>
                <a:cubicBezTo>
                  <a:pt x="1071627" y="64381"/>
                  <a:pt x="1069164" y="63299"/>
                  <a:pt x="1066435" y="61134"/>
                </a:cubicBezTo>
                <a:cubicBezTo>
                  <a:pt x="1063705" y="58969"/>
                  <a:pt x="1061682" y="57886"/>
                  <a:pt x="1060364" y="57886"/>
                </a:cubicBezTo>
                <a:cubicBezTo>
                  <a:pt x="1059234" y="57886"/>
                  <a:pt x="1058011" y="58512"/>
                  <a:pt x="1056693" y="59763"/>
                </a:cubicBezTo>
                <a:cubicBezTo>
                  <a:pt x="1053869" y="62330"/>
                  <a:pt x="1050951" y="66555"/>
                  <a:pt x="1047939" y="72437"/>
                </a:cubicBezTo>
                <a:lnTo>
                  <a:pt x="1047939" y="113652"/>
                </a:lnTo>
                <a:cubicBezTo>
                  <a:pt x="1047939" y="118407"/>
                  <a:pt x="1048536" y="122006"/>
                  <a:pt x="1049728" y="124447"/>
                </a:cubicBezTo>
                <a:cubicBezTo>
                  <a:pt x="1050544" y="126137"/>
                  <a:pt x="1051987" y="127546"/>
                  <a:pt x="1054058" y="128674"/>
                </a:cubicBezTo>
                <a:cubicBezTo>
                  <a:pt x="1056128" y="129799"/>
                  <a:pt x="1059109" y="130362"/>
                  <a:pt x="1062999" y="130362"/>
                </a:cubicBezTo>
                <a:lnTo>
                  <a:pt x="1062999" y="133845"/>
                </a:lnTo>
                <a:lnTo>
                  <a:pt x="1018855" y="133845"/>
                </a:lnTo>
                <a:lnTo>
                  <a:pt x="1018855" y="130362"/>
                </a:lnTo>
                <a:cubicBezTo>
                  <a:pt x="1023248" y="130362"/>
                  <a:pt x="1026511" y="129674"/>
                  <a:pt x="1028644" y="128297"/>
                </a:cubicBezTo>
                <a:cubicBezTo>
                  <a:pt x="1030213" y="127295"/>
                  <a:pt x="1031311" y="125698"/>
                  <a:pt x="1031938" y="123506"/>
                </a:cubicBezTo>
                <a:cubicBezTo>
                  <a:pt x="1032252" y="122441"/>
                  <a:pt x="1032409" y="119404"/>
                  <a:pt x="1032409" y="114396"/>
                </a:cubicBezTo>
                <a:lnTo>
                  <a:pt x="1032409" y="81056"/>
                </a:lnTo>
                <a:cubicBezTo>
                  <a:pt x="1032409" y="71037"/>
                  <a:pt x="1032205" y="65074"/>
                  <a:pt x="1031797" y="63166"/>
                </a:cubicBezTo>
                <a:cubicBezTo>
                  <a:pt x="1031389" y="61256"/>
                  <a:pt x="1030636" y="59863"/>
                  <a:pt x="1029538" y="58986"/>
                </a:cubicBezTo>
                <a:cubicBezTo>
                  <a:pt x="1028440" y="58110"/>
                  <a:pt x="1027075" y="57672"/>
                  <a:pt x="1025444" y="57672"/>
                </a:cubicBezTo>
                <a:cubicBezTo>
                  <a:pt x="1023499" y="57672"/>
                  <a:pt x="1021302" y="58141"/>
                  <a:pt x="1018855" y="59081"/>
                </a:cubicBezTo>
                <a:lnTo>
                  <a:pt x="1017914" y="55698"/>
                </a:lnTo>
                <a:lnTo>
                  <a:pt x="1043986" y="45180"/>
                </a:lnTo>
                <a:lnTo>
                  <a:pt x="1047939" y="45180"/>
                </a:lnTo>
                <a:close/>
                <a:moveTo>
                  <a:pt x="1157028" y="0"/>
                </a:moveTo>
                <a:cubicBezTo>
                  <a:pt x="1159664" y="0"/>
                  <a:pt x="1161907" y="930"/>
                  <a:pt x="1163758" y="2791"/>
                </a:cubicBezTo>
                <a:cubicBezTo>
                  <a:pt x="1165609" y="4650"/>
                  <a:pt x="1166535" y="6904"/>
                  <a:pt x="1166535" y="9554"/>
                </a:cubicBezTo>
                <a:cubicBezTo>
                  <a:pt x="1166535" y="12203"/>
                  <a:pt x="1165609" y="14474"/>
                  <a:pt x="1163758" y="16366"/>
                </a:cubicBezTo>
                <a:cubicBezTo>
                  <a:pt x="1161907" y="18256"/>
                  <a:pt x="1159664" y="19201"/>
                  <a:pt x="1157028" y="19201"/>
                </a:cubicBezTo>
                <a:cubicBezTo>
                  <a:pt x="1154393" y="19201"/>
                  <a:pt x="1152134" y="18256"/>
                  <a:pt x="1150251" y="16366"/>
                </a:cubicBezTo>
                <a:cubicBezTo>
                  <a:pt x="1148369" y="14474"/>
                  <a:pt x="1147428" y="12203"/>
                  <a:pt x="1147428" y="9554"/>
                </a:cubicBezTo>
                <a:cubicBezTo>
                  <a:pt x="1147428" y="6904"/>
                  <a:pt x="1148353" y="4650"/>
                  <a:pt x="1150204" y="2791"/>
                </a:cubicBezTo>
                <a:cubicBezTo>
                  <a:pt x="1152055" y="930"/>
                  <a:pt x="1154330" y="0"/>
                  <a:pt x="1157028" y="0"/>
                </a:cubicBezTo>
                <a:moveTo>
                  <a:pt x="1164841" y="45180"/>
                </a:moveTo>
                <a:lnTo>
                  <a:pt x="1164841" y="114302"/>
                </a:lnTo>
                <a:cubicBezTo>
                  <a:pt x="1164841" y="119687"/>
                  <a:pt x="1165233" y="123271"/>
                  <a:pt x="1166017" y="125056"/>
                </a:cubicBezTo>
                <a:cubicBezTo>
                  <a:pt x="1166802" y="126840"/>
                  <a:pt x="1167962" y="128171"/>
                  <a:pt x="1169500" y="129047"/>
                </a:cubicBezTo>
                <a:cubicBezTo>
                  <a:pt x="1171037" y="129924"/>
                  <a:pt x="1173845" y="130362"/>
                  <a:pt x="1177924" y="130362"/>
                </a:cubicBezTo>
                <a:lnTo>
                  <a:pt x="1177924" y="133845"/>
                </a:lnTo>
                <a:lnTo>
                  <a:pt x="1136039" y="133845"/>
                </a:lnTo>
                <a:lnTo>
                  <a:pt x="1136039" y="130362"/>
                </a:lnTo>
                <a:cubicBezTo>
                  <a:pt x="1140243" y="130362"/>
                  <a:pt x="1143067" y="129955"/>
                  <a:pt x="1144510" y="129141"/>
                </a:cubicBezTo>
                <a:cubicBezTo>
                  <a:pt x="1145953" y="128328"/>
                  <a:pt x="1147098" y="126981"/>
                  <a:pt x="1147945" y="125103"/>
                </a:cubicBezTo>
                <a:cubicBezTo>
                  <a:pt x="1148792" y="123224"/>
                  <a:pt x="1149216" y="119624"/>
                  <a:pt x="1149216" y="114302"/>
                </a:cubicBezTo>
                <a:lnTo>
                  <a:pt x="1149216" y="81150"/>
                </a:lnTo>
                <a:cubicBezTo>
                  <a:pt x="1149216" y="71820"/>
                  <a:pt x="1148934" y="65778"/>
                  <a:pt x="1148369" y="63025"/>
                </a:cubicBezTo>
                <a:cubicBezTo>
                  <a:pt x="1147930" y="61021"/>
                  <a:pt x="1147239" y="59628"/>
                  <a:pt x="1146298" y="58845"/>
                </a:cubicBezTo>
                <a:cubicBezTo>
                  <a:pt x="1145357" y="58063"/>
                  <a:pt x="1144071" y="57672"/>
                  <a:pt x="1142439" y="57672"/>
                </a:cubicBezTo>
                <a:cubicBezTo>
                  <a:pt x="1140682" y="57672"/>
                  <a:pt x="1138549" y="58141"/>
                  <a:pt x="1136039" y="59081"/>
                </a:cubicBezTo>
                <a:lnTo>
                  <a:pt x="1134721" y="55698"/>
                </a:lnTo>
                <a:lnTo>
                  <a:pt x="1160699" y="45180"/>
                </a:lnTo>
                <a:lnTo>
                  <a:pt x="1164841" y="45180"/>
                </a:lnTo>
                <a:close/>
                <a:moveTo>
                  <a:pt x="1213818" y="63440"/>
                </a:moveTo>
                <a:cubicBezTo>
                  <a:pt x="1223921" y="51266"/>
                  <a:pt x="1233553" y="45180"/>
                  <a:pt x="1242714" y="45180"/>
                </a:cubicBezTo>
                <a:cubicBezTo>
                  <a:pt x="1247420" y="45180"/>
                  <a:pt x="1251468" y="46354"/>
                  <a:pt x="1254856" y="48703"/>
                </a:cubicBezTo>
                <a:cubicBezTo>
                  <a:pt x="1258245" y="51051"/>
                  <a:pt x="1260943" y="54917"/>
                  <a:pt x="1262951" y="60301"/>
                </a:cubicBezTo>
                <a:cubicBezTo>
                  <a:pt x="1264331" y="64056"/>
                  <a:pt x="1265022" y="69817"/>
                  <a:pt x="1265022" y="77582"/>
                </a:cubicBezTo>
                <a:lnTo>
                  <a:pt x="1265022" y="114302"/>
                </a:lnTo>
                <a:cubicBezTo>
                  <a:pt x="1265022" y="119750"/>
                  <a:pt x="1265461" y="123444"/>
                  <a:pt x="1266339" y="125385"/>
                </a:cubicBezTo>
                <a:cubicBezTo>
                  <a:pt x="1267030" y="126950"/>
                  <a:pt x="1268143" y="128171"/>
                  <a:pt x="1269681" y="129047"/>
                </a:cubicBezTo>
                <a:cubicBezTo>
                  <a:pt x="1271218" y="129924"/>
                  <a:pt x="1274058" y="130362"/>
                  <a:pt x="1278199" y="130362"/>
                </a:cubicBezTo>
                <a:lnTo>
                  <a:pt x="1278199" y="133845"/>
                </a:lnTo>
                <a:lnTo>
                  <a:pt x="1235561" y="133845"/>
                </a:lnTo>
                <a:lnTo>
                  <a:pt x="1235561" y="130362"/>
                </a:lnTo>
                <a:lnTo>
                  <a:pt x="1237349" y="130362"/>
                </a:lnTo>
                <a:cubicBezTo>
                  <a:pt x="1241365" y="130362"/>
                  <a:pt x="1244173" y="129753"/>
                  <a:pt x="1245773" y="128535"/>
                </a:cubicBezTo>
                <a:cubicBezTo>
                  <a:pt x="1247373" y="127318"/>
                  <a:pt x="1248487" y="125523"/>
                  <a:pt x="1249115" y="123153"/>
                </a:cubicBezTo>
                <a:cubicBezTo>
                  <a:pt x="1249366" y="122215"/>
                  <a:pt x="1249491" y="119281"/>
                  <a:pt x="1249491" y="114349"/>
                </a:cubicBezTo>
                <a:lnTo>
                  <a:pt x="1249491" y="79232"/>
                </a:lnTo>
                <a:cubicBezTo>
                  <a:pt x="1249491" y="71429"/>
                  <a:pt x="1248471" y="65764"/>
                  <a:pt x="1246432" y="62237"/>
                </a:cubicBezTo>
                <a:cubicBezTo>
                  <a:pt x="1244393" y="58709"/>
                  <a:pt x="1240957" y="56945"/>
                  <a:pt x="1236126" y="56945"/>
                </a:cubicBezTo>
                <a:cubicBezTo>
                  <a:pt x="1228658" y="56945"/>
                  <a:pt x="1221223" y="61003"/>
                  <a:pt x="1213818" y="69120"/>
                </a:cubicBezTo>
                <a:lnTo>
                  <a:pt x="1213818" y="114349"/>
                </a:lnTo>
                <a:cubicBezTo>
                  <a:pt x="1213818" y="120155"/>
                  <a:pt x="1214163" y="123745"/>
                  <a:pt x="1214853" y="125118"/>
                </a:cubicBezTo>
                <a:cubicBezTo>
                  <a:pt x="1215732" y="126927"/>
                  <a:pt x="1216940" y="128254"/>
                  <a:pt x="1218477" y="129097"/>
                </a:cubicBezTo>
                <a:cubicBezTo>
                  <a:pt x="1220015" y="129940"/>
                  <a:pt x="1223136" y="130362"/>
                  <a:pt x="1227843" y="130362"/>
                </a:cubicBezTo>
                <a:lnTo>
                  <a:pt x="1227843" y="133845"/>
                </a:lnTo>
                <a:lnTo>
                  <a:pt x="1185204" y="133845"/>
                </a:lnTo>
                <a:lnTo>
                  <a:pt x="1185204" y="130362"/>
                </a:lnTo>
                <a:lnTo>
                  <a:pt x="1187087" y="130362"/>
                </a:lnTo>
                <a:cubicBezTo>
                  <a:pt x="1191479" y="130362"/>
                  <a:pt x="1194444" y="129251"/>
                  <a:pt x="1195982" y="127029"/>
                </a:cubicBezTo>
                <a:cubicBezTo>
                  <a:pt x="1197519" y="124806"/>
                  <a:pt x="1198288" y="120563"/>
                  <a:pt x="1198288" y="114302"/>
                </a:cubicBezTo>
                <a:lnTo>
                  <a:pt x="1198288" y="82370"/>
                </a:lnTo>
                <a:cubicBezTo>
                  <a:pt x="1198288" y="72040"/>
                  <a:pt x="1198052" y="65749"/>
                  <a:pt x="1197582" y="63496"/>
                </a:cubicBezTo>
                <a:cubicBezTo>
                  <a:pt x="1197111" y="61241"/>
                  <a:pt x="1196389" y="59706"/>
                  <a:pt x="1195417" y="58892"/>
                </a:cubicBezTo>
                <a:cubicBezTo>
                  <a:pt x="1194444" y="58079"/>
                  <a:pt x="1193142" y="57672"/>
                  <a:pt x="1191511" y="57672"/>
                </a:cubicBezTo>
                <a:cubicBezTo>
                  <a:pt x="1189754" y="57672"/>
                  <a:pt x="1187652" y="58141"/>
                  <a:pt x="1185204" y="59081"/>
                </a:cubicBezTo>
                <a:lnTo>
                  <a:pt x="1183792" y="55698"/>
                </a:lnTo>
                <a:lnTo>
                  <a:pt x="1209771" y="45180"/>
                </a:lnTo>
                <a:lnTo>
                  <a:pt x="1213818" y="45180"/>
                </a:lnTo>
                <a:lnTo>
                  <a:pt x="1213818" y="63440"/>
                </a:lnTo>
                <a:close/>
                <a:moveTo>
                  <a:pt x="1310107" y="19201"/>
                </a:moveTo>
                <a:lnTo>
                  <a:pt x="1310107" y="47627"/>
                </a:lnTo>
                <a:lnTo>
                  <a:pt x="1330249" y="47627"/>
                </a:lnTo>
                <a:lnTo>
                  <a:pt x="1330249" y="54216"/>
                </a:lnTo>
                <a:lnTo>
                  <a:pt x="1310107" y="54216"/>
                </a:lnTo>
                <a:lnTo>
                  <a:pt x="1310107" y="110049"/>
                </a:lnTo>
                <a:cubicBezTo>
                  <a:pt x="1310107" y="115628"/>
                  <a:pt x="1310907" y="119389"/>
                  <a:pt x="1312507" y="121332"/>
                </a:cubicBezTo>
                <a:cubicBezTo>
                  <a:pt x="1314107" y="123273"/>
                  <a:pt x="1316162" y="124244"/>
                  <a:pt x="1318672" y="124244"/>
                </a:cubicBezTo>
                <a:cubicBezTo>
                  <a:pt x="1320743" y="124244"/>
                  <a:pt x="1322751" y="123601"/>
                  <a:pt x="1324696" y="122314"/>
                </a:cubicBezTo>
                <a:cubicBezTo>
                  <a:pt x="1326641" y="121028"/>
                  <a:pt x="1328147" y="119130"/>
                  <a:pt x="1329214" y="116620"/>
                </a:cubicBezTo>
                <a:lnTo>
                  <a:pt x="1332885" y="116620"/>
                </a:lnTo>
                <a:cubicBezTo>
                  <a:pt x="1330689" y="122787"/>
                  <a:pt x="1327583" y="127451"/>
                  <a:pt x="1323567" y="130612"/>
                </a:cubicBezTo>
                <a:cubicBezTo>
                  <a:pt x="1319551" y="133771"/>
                  <a:pt x="1315409" y="135351"/>
                  <a:pt x="1311142" y="135351"/>
                </a:cubicBezTo>
                <a:cubicBezTo>
                  <a:pt x="1308256" y="135351"/>
                  <a:pt x="1305432" y="134550"/>
                  <a:pt x="1302671" y="132947"/>
                </a:cubicBezTo>
                <a:cubicBezTo>
                  <a:pt x="1299910" y="131345"/>
                  <a:pt x="1297871" y="129053"/>
                  <a:pt x="1296553" y="126071"/>
                </a:cubicBezTo>
                <a:cubicBezTo>
                  <a:pt x="1295235" y="123086"/>
                  <a:pt x="1294576" y="118484"/>
                  <a:pt x="1294576" y="112264"/>
                </a:cubicBezTo>
                <a:lnTo>
                  <a:pt x="1294576" y="54216"/>
                </a:lnTo>
                <a:lnTo>
                  <a:pt x="1280928" y="54216"/>
                </a:lnTo>
                <a:lnTo>
                  <a:pt x="1280928" y="51109"/>
                </a:lnTo>
                <a:cubicBezTo>
                  <a:pt x="1284380" y="49725"/>
                  <a:pt x="1287909" y="47381"/>
                  <a:pt x="1291517" y="44077"/>
                </a:cubicBezTo>
                <a:cubicBezTo>
                  <a:pt x="1295125" y="40772"/>
                  <a:pt x="1298341" y="36855"/>
                  <a:pt x="1301165" y="32323"/>
                </a:cubicBezTo>
                <a:cubicBezTo>
                  <a:pt x="1302608" y="29932"/>
                  <a:pt x="1304616" y="25559"/>
                  <a:pt x="1307189" y="19201"/>
                </a:cubicBezTo>
                <a:lnTo>
                  <a:pt x="1310107" y="19201"/>
                </a:lnTo>
                <a:close/>
                <a:moveTo>
                  <a:pt x="1353154" y="80194"/>
                </a:moveTo>
                <a:cubicBezTo>
                  <a:pt x="1353091" y="92965"/>
                  <a:pt x="1356197" y="102983"/>
                  <a:pt x="1362472" y="110246"/>
                </a:cubicBezTo>
                <a:cubicBezTo>
                  <a:pt x="1368747" y="117507"/>
                  <a:pt x="1376120" y="121138"/>
                  <a:pt x="1384591" y="121138"/>
                </a:cubicBezTo>
                <a:cubicBezTo>
                  <a:pt x="1390239" y="121138"/>
                  <a:pt x="1395149" y="119585"/>
                  <a:pt x="1399322" y="116479"/>
                </a:cubicBezTo>
                <a:cubicBezTo>
                  <a:pt x="1403494" y="113373"/>
                  <a:pt x="1406993" y="108055"/>
                  <a:pt x="1409816" y="100525"/>
                </a:cubicBezTo>
                <a:lnTo>
                  <a:pt x="1412734" y="102407"/>
                </a:lnTo>
                <a:cubicBezTo>
                  <a:pt x="1411417" y="111004"/>
                  <a:pt x="1407589" y="118832"/>
                  <a:pt x="1401251" y="125891"/>
                </a:cubicBezTo>
                <a:cubicBezTo>
                  <a:pt x="1394913" y="132950"/>
                  <a:pt x="1386976" y="136480"/>
                  <a:pt x="1377438" y="136480"/>
                </a:cubicBezTo>
                <a:cubicBezTo>
                  <a:pt x="1367084" y="136480"/>
                  <a:pt x="1358221" y="132457"/>
                  <a:pt x="1350848" y="124412"/>
                </a:cubicBezTo>
                <a:cubicBezTo>
                  <a:pt x="1343475" y="116364"/>
                  <a:pt x="1339788" y="105546"/>
                  <a:pt x="1339788" y="91956"/>
                </a:cubicBezTo>
                <a:cubicBezTo>
                  <a:pt x="1339788" y="77242"/>
                  <a:pt x="1343569" y="65767"/>
                  <a:pt x="1351130" y="57533"/>
                </a:cubicBezTo>
                <a:cubicBezTo>
                  <a:pt x="1358691" y="49298"/>
                  <a:pt x="1368182" y="45180"/>
                  <a:pt x="1379603" y="45180"/>
                </a:cubicBezTo>
                <a:cubicBezTo>
                  <a:pt x="1389266" y="45180"/>
                  <a:pt x="1397204" y="48356"/>
                  <a:pt x="1403416" y="54710"/>
                </a:cubicBezTo>
                <a:cubicBezTo>
                  <a:pt x="1409628" y="61061"/>
                  <a:pt x="1412734" y="69556"/>
                  <a:pt x="1412734" y="80194"/>
                </a:cubicBezTo>
                <a:lnTo>
                  <a:pt x="1353154" y="80194"/>
                </a:lnTo>
                <a:moveTo>
                  <a:pt x="1353154" y="74735"/>
                </a:moveTo>
                <a:lnTo>
                  <a:pt x="1393062" y="74735"/>
                </a:lnTo>
                <a:cubicBezTo>
                  <a:pt x="1392749" y="69213"/>
                  <a:pt x="1392090" y="65322"/>
                  <a:pt x="1391086" y="63063"/>
                </a:cubicBezTo>
                <a:cubicBezTo>
                  <a:pt x="1389517" y="59549"/>
                  <a:pt x="1387180" y="56788"/>
                  <a:pt x="1384073" y="54780"/>
                </a:cubicBezTo>
                <a:cubicBezTo>
                  <a:pt x="1380967" y="52772"/>
                  <a:pt x="1377720" y="51768"/>
                  <a:pt x="1374332" y="51768"/>
                </a:cubicBezTo>
                <a:cubicBezTo>
                  <a:pt x="1369123" y="51768"/>
                  <a:pt x="1364464" y="53792"/>
                  <a:pt x="1360354" y="57839"/>
                </a:cubicBezTo>
                <a:cubicBezTo>
                  <a:pt x="1356244" y="61887"/>
                  <a:pt x="1353844" y="67518"/>
                  <a:pt x="1353154" y="74735"/>
                </a:cubicBezTo>
                <a:close/>
                <a:moveTo>
                  <a:pt x="1447307" y="102428"/>
                </a:moveTo>
                <a:cubicBezTo>
                  <a:pt x="1442036" y="99859"/>
                  <a:pt x="1437989" y="96271"/>
                  <a:pt x="1435165" y="91665"/>
                </a:cubicBezTo>
                <a:cubicBezTo>
                  <a:pt x="1432341" y="87059"/>
                  <a:pt x="1430929" y="81966"/>
                  <a:pt x="1430929" y="76388"/>
                </a:cubicBezTo>
                <a:cubicBezTo>
                  <a:pt x="1430929" y="67866"/>
                  <a:pt x="1434145" y="60534"/>
                  <a:pt x="1440577" y="54392"/>
                </a:cubicBezTo>
                <a:cubicBezTo>
                  <a:pt x="1447009" y="48250"/>
                  <a:pt x="1455245" y="45180"/>
                  <a:pt x="1465285" y="45180"/>
                </a:cubicBezTo>
                <a:cubicBezTo>
                  <a:pt x="1473505" y="45180"/>
                  <a:pt x="1480627" y="47188"/>
                  <a:pt x="1486651" y="51204"/>
                </a:cubicBezTo>
                <a:lnTo>
                  <a:pt x="1504911" y="51204"/>
                </a:lnTo>
                <a:cubicBezTo>
                  <a:pt x="1507609" y="51204"/>
                  <a:pt x="1509178" y="51281"/>
                  <a:pt x="1509617" y="51436"/>
                </a:cubicBezTo>
                <a:cubicBezTo>
                  <a:pt x="1510057" y="51591"/>
                  <a:pt x="1510370" y="51855"/>
                  <a:pt x="1510559" y="52227"/>
                </a:cubicBezTo>
                <a:cubicBezTo>
                  <a:pt x="1510935" y="52786"/>
                  <a:pt x="1511123" y="53779"/>
                  <a:pt x="1511123" y="55207"/>
                </a:cubicBezTo>
                <a:cubicBezTo>
                  <a:pt x="1511123" y="56819"/>
                  <a:pt x="1510966" y="57935"/>
                  <a:pt x="1510653" y="58557"/>
                </a:cubicBezTo>
                <a:cubicBezTo>
                  <a:pt x="1510464" y="58867"/>
                  <a:pt x="1510135" y="59115"/>
                  <a:pt x="1509664" y="59301"/>
                </a:cubicBezTo>
                <a:cubicBezTo>
                  <a:pt x="1509194" y="59487"/>
                  <a:pt x="1507609" y="59581"/>
                  <a:pt x="1504911" y="59581"/>
                </a:cubicBezTo>
                <a:lnTo>
                  <a:pt x="1493710" y="59581"/>
                </a:lnTo>
                <a:cubicBezTo>
                  <a:pt x="1497224" y="64108"/>
                  <a:pt x="1498981" y="69893"/>
                  <a:pt x="1498981" y="76935"/>
                </a:cubicBezTo>
                <a:cubicBezTo>
                  <a:pt x="1498981" y="84982"/>
                  <a:pt x="1495907" y="91867"/>
                  <a:pt x="1489757" y="97589"/>
                </a:cubicBezTo>
                <a:cubicBezTo>
                  <a:pt x="1483608" y="103311"/>
                  <a:pt x="1475356" y="106172"/>
                  <a:pt x="1465002" y="106172"/>
                </a:cubicBezTo>
                <a:cubicBezTo>
                  <a:pt x="1460735" y="106172"/>
                  <a:pt x="1456374" y="105532"/>
                  <a:pt x="1451919" y="104251"/>
                </a:cubicBezTo>
                <a:cubicBezTo>
                  <a:pt x="1449158" y="106634"/>
                  <a:pt x="1447291" y="108719"/>
                  <a:pt x="1446319" y="110508"/>
                </a:cubicBezTo>
                <a:cubicBezTo>
                  <a:pt x="1445346" y="112294"/>
                  <a:pt x="1444860" y="113814"/>
                  <a:pt x="1444860" y="115067"/>
                </a:cubicBezTo>
                <a:cubicBezTo>
                  <a:pt x="1444860" y="116134"/>
                  <a:pt x="1445378" y="117169"/>
                  <a:pt x="1446413" y="118173"/>
                </a:cubicBezTo>
                <a:cubicBezTo>
                  <a:pt x="1447448" y="119175"/>
                  <a:pt x="1449472" y="119896"/>
                  <a:pt x="1452484" y="120335"/>
                </a:cubicBezTo>
                <a:cubicBezTo>
                  <a:pt x="1454241" y="120586"/>
                  <a:pt x="1458633" y="120805"/>
                  <a:pt x="1465661" y="120994"/>
                </a:cubicBezTo>
                <a:cubicBezTo>
                  <a:pt x="1478588" y="121306"/>
                  <a:pt x="1486965" y="121744"/>
                  <a:pt x="1490792" y="122309"/>
                </a:cubicBezTo>
                <a:cubicBezTo>
                  <a:pt x="1496628" y="123124"/>
                  <a:pt x="1501287" y="125288"/>
                  <a:pt x="1504770" y="128800"/>
                </a:cubicBezTo>
                <a:cubicBezTo>
                  <a:pt x="1508252" y="132310"/>
                  <a:pt x="1509994" y="136636"/>
                  <a:pt x="1509994" y="141778"/>
                </a:cubicBezTo>
                <a:cubicBezTo>
                  <a:pt x="1509994" y="148862"/>
                  <a:pt x="1506668" y="155509"/>
                  <a:pt x="1500017" y="161717"/>
                </a:cubicBezTo>
                <a:cubicBezTo>
                  <a:pt x="1490228" y="170871"/>
                  <a:pt x="1477458" y="175448"/>
                  <a:pt x="1461708" y="175448"/>
                </a:cubicBezTo>
                <a:cubicBezTo>
                  <a:pt x="1449597" y="175448"/>
                  <a:pt x="1439369" y="172722"/>
                  <a:pt x="1431024" y="167270"/>
                </a:cubicBezTo>
                <a:cubicBezTo>
                  <a:pt x="1426317" y="164137"/>
                  <a:pt x="1423964" y="160878"/>
                  <a:pt x="1423964" y="157493"/>
                </a:cubicBezTo>
                <a:cubicBezTo>
                  <a:pt x="1423964" y="155991"/>
                  <a:pt x="1424309" y="154488"/>
                  <a:pt x="1425000" y="152984"/>
                </a:cubicBezTo>
                <a:cubicBezTo>
                  <a:pt x="1426066" y="150664"/>
                  <a:pt x="1428263" y="147437"/>
                  <a:pt x="1431588" y="143301"/>
                </a:cubicBezTo>
                <a:cubicBezTo>
                  <a:pt x="1432028" y="142738"/>
                  <a:pt x="1435228" y="139355"/>
                  <a:pt x="1441189" y="133150"/>
                </a:cubicBezTo>
                <a:cubicBezTo>
                  <a:pt x="1437926" y="131203"/>
                  <a:pt x="1435620" y="129460"/>
                  <a:pt x="1434271" y="127921"/>
                </a:cubicBezTo>
                <a:cubicBezTo>
                  <a:pt x="1432922" y="126381"/>
                  <a:pt x="1432247" y="124638"/>
                  <a:pt x="1432247" y="122691"/>
                </a:cubicBezTo>
                <a:cubicBezTo>
                  <a:pt x="1432247" y="120491"/>
                  <a:pt x="1433141" y="117914"/>
                  <a:pt x="1434930" y="114961"/>
                </a:cubicBezTo>
                <a:cubicBezTo>
                  <a:pt x="1436718" y="112008"/>
                  <a:pt x="1440844" y="107830"/>
                  <a:pt x="1447307" y="102428"/>
                </a:cubicBezTo>
                <a:moveTo>
                  <a:pt x="1463685" y="49886"/>
                </a:moveTo>
                <a:cubicBezTo>
                  <a:pt x="1459041" y="49886"/>
                  <a:pt x="1455151" y="51727"/>
                  <a:pt x="1452013" y="55410"/>
                </a:cubicBezTo>
                <a:cubicBezTo>
                  <a:pt x="1448876" y="59090"/>
                  <a:pt x="1447307" y="64738"/>
                  <a:pt x="1447307" y="72352"/>
                </a:cubicBezTo>
                <a:cubicBezTo>
                  <a:pt x="1447307" y="82214"/>
                  <a:pt x="1449441" y="89858"/>
                  <a:pt x="1453708" y="95286"/>
                </a:cubicBezTo>
                <a:cubicBezTo>
                  <a:pt x="1456970" y="99406"/>
                  <a:pt x="1461112" y="101466"/>
                  <a:pt x="1466132" y="101466"/>
                </a:cubicBezTo>
                <a:cubicBezTo>
                  <a:pt x="1470901" y="101466"/>
                  <a:pt x="1474823" y="99687"/>
                  <a:pt x="1477897" y="96130"/>
                </a:cubicBezTo>
                <a:cubicBezTo>
                  <a:pt x="1480972" y="92573"/>
                  <a:pt x="1482510" y="86987"/>
                  <a:pt x="1482510" y="79373"/>
                </a:cubicBezTo>
                <a:cubicBezTo>
                  <a:pt x="1482510" y="69451"/>
                  <a:pt x="1480345" y="61681"/>
                  <a:pt x="1476015" y="56063"/>
                </a:cubicBezTo>
                <a:cubicBezTo>
                  <a:pt x="1472815" y="51945"/>
                  <a:pt x="1468705" y="49886"/>
                  <a:pt x="1463685" y="49886"/>
                </a:cubicBezTo>
                <a:moveTo>
                  <a:pt x="1446366" y="133900"/>
                </a:moveTo>
                <a:cubicBezTo>
                  <a:pt x="1443417" y="137095"/>
                  <a:pt x="1441189" y="140070"/>
                  <a:pt x="1439683" y="142825"/>
                </a:cubicBezTo>
                <a:cubicBezTo>
                  <a:pt x="1438177" y="145582"/>
                  <a:pt x="1437424" y="148119"/>
                  <a:pt x="1437424" y="150437"/>
                </a:cubicBezTo>
                <a:cubicBezTo>
                  <a:pt x="1437424" y="153443"/>
                  <a:pt x="1439244" y="156074"/>
                  <a:pt x="1442883" y="158329"/>
                </a:cubicBezTo>
                <a:cubicBezTo>
                  <a:pt x="1449158" y="162211"/>
                  <a:pt x="1458225" y="164153"/>
                  <a:pt x="1470085" y="164153"/>
                </a:cubicBezTo>
                <a:cubicBezTo>
                  <a:pt x="1481380" y="164153"/>
                  <a:pt x="1489710" y="162163"/>
                  <a:pt x="1495075" y="158185"/>
                </a:cubicBezTo>
                <a:cubicBezTo>
                  <a:pt x="1500440" y="154208"/>
                  <a:pt x="1503123" y="149965"/>
                  <a:pt x="1503123" y="145457"/>
                </a:cubicBezTo>
                <a:cubicBezTo>
                  <a:pt x="1503123" y="142200"/>
                  <a:pt x="1501523" y="139882"/>
                  <a:pt x="1498322" y="138504"/>
                </a:cubicBezTo>
                <a:cubicBezTo>
                  <a:pt x="1495059" y="137125"/>
                  <a:pt x="1488596" y="136311"/>
                  <a:pt x="1478933" y="136062"/>
                </a:cubicBezTo>
                <a:cubicBezTo>
                  <a:pt x="1464814" y="135686"/>
                  <a:pt x="1453959" y="134965"/>
                  <a:pt x="1446366" y="133900"/>
                </a:cubicBezTo>
                <a:close/>
                <a:moveTo>
                  <a:pt x="1545855" y="45180"/>
                </a:moveTo>
                <a:lnTo>
                  <a:pt x="1545855" y="64569"/>
                </a:lnTo>
                <a:cubicBezTo>
                  <a:pt x="1553071" y="51643"/>
                  <a:pt x="1560476" y="45180"/>
                  <a:pt x="1568068" y="45180"/>
                </a:cubicBezTo>
                <a:cubicBezTo>
                  <a:pt x="1571520" y="45180"/>
                  <a:pt x="1574375" y="46231"/>
                  <a:pt x="1576634" y="48333"/>
                </a:cubicBezTo>
                <a:cubicBezTo>
                  <a:pt x="1578893" y="50435"/>
                  <a:pt x="1580022" y="52866"/>
                  <a:pt x="1580022" y="55627"/>
                </a:cubicBezTo>
                <a:cubicBezTo>
                  <a:pt x="1580022" y="58075"/>
                  <a:pt x="1579206" y="60145"/>
                  <a:pt x="1577575" y="61840"/>
                </a:cubicBezTo>
                <a:cubicBezTo>
                  <a:pt x="1575943" y="63534"/>
                  <a:pt x="1573998" y="64381"/>
                  <a:pt x="1571739" y="64381"/>
                </a:cubicBezTo>
                <a:cubicBezTo>
                  <a:pt x="1569543" y="64381"/>
                  <a:pt x="1567080" y="63299"/>
                  <a:pt x="1564351" y="61134"/>
                </a:cubicBezTo>
                <a:cubicBezTo>
                  <a:pt x="1561621" y="58969"/>
                  <a:pt x="1559597" y="57886"/>
                  <a:pt x="1558279" y="57886"/>
                </a:cubicBezTo>
                <a:cubicBezTo>
                  <a:pt x="1557150" y="57886"/>
                  <a:pt x="1555926" y="58512"/>
                  <a:pt x="1554609" y="59763"/>
                </a:cubicBezTo>
                <a:cubicBezTo>
                  <a:pt x="1551785" y="62330"/>
                  <a:pt x="1548867" y="66555"/>
                  <a:pt x="1545855" y="72437"/>
                </a:cubicBezTo>
                <a:lnTo>
                  <a:pt x="1545855" y="113652"/>
                </a:lnTo>
                <a:cubicBezTo>
                  <a:pt x="1545855" y="118407"/>
                  <a:pt x="1546451" y="122006"/>
                  <a:pt x="1547643" y="124447"/>
                </a:cubicBezTo>
                <a:cubicBezTo>
                  <a:pt x="1548459" y="126137"/>
                  <a:pt x="1549902" y="127546"/>
                  <a:pt x="1551973" y="128674"/>
                </a:cubicBezTo>
                <a:cubicBezTo>
                  <a:pt x="1554044" y="129799"/>
                  <a:pt x="1557025" y="130362"/>
                  <a:pt x="1560915" y="130362"/>
                </a:cubicBezTo>
                <a:lnTo>
                  <a:pt x="1560915" y="133845"/>
                </a:lnTo>
                <a:lnTo>
                  <a:pt x="1516771" y="133845"/>
                </a:lnTo>
                <a:lnTo>
                  <a:pt x="1516771" y="130362"/>
                </a:lnTo>
                <a:cubicBezTo>
                  <a:pt x="1521163" y="130362"/>
                  <a:pt x="1524426" y="129674"/>
                  <a:pt x="1526560" y="128297"/>
                </a:cubicBezTo>
                <a:cubicBezTo>
                  <a:pt x="1528128" y="127295"/>
                  <a:pt x="1529226" y="125698"/>
                  <a:pt x="1529854" y="123506"/>
                </a:cubicBezTo>
                <a:cubicBezTo>
                  <a:pt x="1530168" y="122441"/>
                  <a:pt x="1530325" y="119404"/>
                  <a:pt x="1530325" y="114396"/>
                </a:cubicBezTo>
                <a:lnTo>
                  <a:pt x="1530325" y="81056"/>
                </a:lnTo>
                <a:cubicBezTo>
                  <a:pt x="1530325" y="71037"/>
                  <a:pt x="1530121" y="65074"/>
                  <a:pt x="1529713" y="63166"/>
                </a:cubicBezTo>
                <a:cubicBezTo>
                  <a:pt x="1529305" y="61256"/>
                  <a:pt x="1528552" y="59863"/>
                  <a:pt x="1527454" y="58986"/>
                </a:cubicBezTo>
                <a:cubicBezTo>
                  <a:pt x="1526356" y="58110"/>
                  <a:pt x="1524991" y="57672"/>
                  <a:pt x="1523359" y="57672"/>
                </a:cubicBezTo>
                <a:cubicBezTo>
                  <a:pt x="1521414" y="57672"/>
                  <a:pt x="1519218" y="58141"/>
                  <a:pt x="1516771" y="59081"/>
                </a:cubicBezTo>
                <a:lnTo>
                  <a:pt x="1515829" y="55698"/>
                </a:lnTo>
                <a:lnTo>
                  <a:pt x="1541902" y="45180"/>
                </a:lnTo>
                <a:lnTo>
                  <a:pt x="1545855" y="45180"/>
                </a:lnTo>
                <a:close/>
                <a:moveTo>
                  <a:pt x="1633672" y="121420"/>
                </a:moveTo>
                <a:cubicBezTo>
                  <a:pt x="1624824" y="128260"/>
                  <a:pt x="1619271" y="132213"/>
                  <a:pt x="1617012" y="133280"/>
                </a:cubicBezTo>
                <a:cubicBezTo>
                  <a:pt x="1613623" y="134911"/>
                  <a:pt x="1610015" y="135727"/>
                  <a:pt x="1606187" y="135727"/>
                </a:cubicBezTo>
                <a:cubicBezTo>
                  <a:pt x="1600226" y="135727"/>
                  <a:pt x="1595316" y="133688"/>
                  <a:pt x="1591457" y="129609"/>
                </a:cubicBezTo>
                <a:cubicBezTo>
                  <a:pt x="1587598" y="125530"/>
                  <a:pt x="1585668" y="120165"/>
                  <a:pt x="1585668" y="113514"/>
                </a:cubicBezTo>
                <a:cubicBezTo>
                  <a:pt x="1585668" y="109310"/>
                  <a:pt x="1586610" y="105670"/>
                  <a:pt x="1588492" y="102595"/>
                </a:cubicBezTo>
                <a:cubicBezTo>
                  <a:pt x="1591065" y="98328"/>
                  <a:pt x="1595536" y="94312"/>
                  <a:pt x="1601905" y="90547"/>
                </a:cubicBezTo>
                <a:cubicBezTo>
                  <a:pt x="1608274" y="86783"/>
                  <a:pt x="1618863" y="82202"/>
                  <a:pt x="1633672" y="76805"/>
                </a:cubicBezTo>
                <a:lnTo>
                  <a:pt x="1633672" y="73417"/>
                </a:lnTo>
                <a:cubicBezTo>
                  <a:pt x="1633672" y="64820"/>
                  <a:pt x="1632307" y="58922"/>
                  <a:pt x="1629577" y="55722"/>
                </a:cubicBezTo>
                <a:cubicBezTo>
                  <a:pt x="1626848" y="52521"/>
                  <a:pt x="1622879" y="50921"/>
                  <a:pt x="1617671" y="50921"/>
                </a:cubicBezTo>
                <a:cubicBezTo>
                  <a:pt x="1613717" y="50921"/>
                  <a:pt x="1610580" y="51984"/>
                  <a:pt x="1608258" y="54110"/>
                </a:cubicBezTo>
                <a:cubicBezTo>
                  <a:pt x="1605874" y="56235"/>
                  <a:pt x="1604681" y="58674"/>
                  <a:pt x="1604681" y="61425"/>
                </a:cubicBezTo>
                <a:lnTo>
                  <a:pt x="1604870" y="66863"/>
                </a:lnTo>
                <a:cubicBezTo>
                  <a:pt x="1604870" y="69738"/>
                  <a:pt x="1604132" y="71957"/>
                  <a:pt x="1602658" y="73520"/>
                </a:cubicBezTo>
                <a:cubicBezTo>
                  <a:pt x="1601183" y="75083"/>
                  <a:pt x="1599254" y="75864"/>
                  <a:pt x="1596869" y="75864"/>
                </a:cubicBezTo>
                <a:cubicBezTo>
                  <a:pt x="1594547" y="75864"/>
                  <a:pt x="1592649" y="75051"/>
                  <a:pt x="1591175" y="73426"/>
                </a:cubicBezTo>
                <a:cubicBezTo>
                  <a:pt x="1589700" y="71798"/>
                  <a:pt x="1588963" y="69576"/>
                  <a:pt x="1588963" y="66761"/>
                </a:cubicBezTo>
                <a:cubicBezTo>
                  <a:pt x="1588963" y="61382"/>
                  <a:pt x="1591724" y="56440"/>
                  <a:pt x="1597246" y="51936"/>
                </a:cubicBezTo>
                <a:cubicBezTo>
                  <a:pt x="1602768" y="47432"/>
                  <a:pt x="1610517" y="45180"/>
                  <a:pt x="1620494" y="45180"/>
                </a:cubicBezTo>
                <a:cubicBezTo>
                  <a:pt x="1628150" y="45180"/>
                  <a:pt x="1634425" y="46464"/>
                  <a:pt x="1639319" y="49033"/>
                </a:cubicBezTo>
                <a:cubicBezTo>
                  <a:pt x="1643021" y="50976"/>
                  <a:pt x="1645751" y="54017"/>
                  <a:pt x="1647508" y="58154"/>
                </a:cubicBezTo>
                <a:cubicBezTo>
                  <a:pt x="1648637" y="60848"/>
                  <a:pt x="1649202" y="66363"/>
                  <a:pt x="1649202" y="74699"/>
                </a:cubicBezTo>
                <a:lnTo>
                  <a:pt x="1649202" y="103937"/>
                </a:lnTo>
                <a:cubicBezTo>
                  <a:pt x="1649202" y="112147"/>
                  <a:pt x="1649359" y="117177"/>
                  <a:pt x="1649673" y="119026"/>
                </a:cubicBezTo>
                <a:cubicBezTo>
                  <a:pt x="1649987" y="120875"/>
                  <a:pt x="1650504" y="122113"/>
                  <a:pt x="1651226" y="122741"/>
                </a:cubicBezTo>
                <a:cubicBezTo>
                  <a:pt x="1651948" y="123366"/>
                  <a:pt x="1652779" y="123679"/>
                  <a:pt x="1653720" y="123679"/>
                </a:cubicBezTo>
                <a:cubicBezTo>
                  <a:pt x="1654724" y="123679"/>
                  <a:pt x="1655603" y="123460"/>
                  <a:pt x="1656356" y="123020"/>
                </a:cubicBezTo>
                <a:cubicBezTo>
                  <a:pt x="1657673" y="122205"/>
                  <a:pt x="1660215" y="119914"/>
                  <a:pt x="1663980" y="116149"/>
                </a:cubicBezTo>
                <a:lnTo>
                  <a:pt x="1663980" y="121420"/>
                </a:lnTo>
                <a:cubicBezTo>
                  <a:pt x="1656952" y="130833"/>
                  <a:pt x="1650238" y="135539"/>
                  <a:pt x="1643837" y="135539"/>
                </a:cubicBezTo>
                <a:cubicBezTo>
                  <a:pt x="1640762" y="135539"/>
                  <a:pt x="1638315" y="134472"/>
                  <a:pt x="1636495" y="132339"/>
                </a:cubicBezTo>
                <a:cubicBezTo>
                  <a:pt x="1634676" y="130205"/>
                  <a:pt x="1633734" y="126566"/>
                  <a:pt x="1633672" y="121420"/>
                </a:cubicBezTo>
                <a:moveTo>
                  <a:pt x="1633672" y="115249"/>
                </a:moveTo>
                <a:lnTo>
                  <a:pt x="1633672" y="82547"/>
                </a:lnTo>
                <a:cubicBezTo>
                  <a:pt x="1624197" y="86294"/>
                  <a:pt x="1618078" y="88949"/>
                  <a:pt x="1615318" y="90512"/>
                </a:cubicBezTo>
                <a:cubicBezTo>
                  <a:pt x="1610360" y="93261"/>
                  <a:pt x="1606815" y="96135"/>
                  <a:pt x="1604681" y="99133"/>
                </a:cubicBezTo>
                <a:cubicBezTo>
                  <a:pt x="1602548" y="102132"/>
                  <a:pt x="1601481" y="105411"/>
                  <a:pt x="1601481" y="108972"/>
                </a:cubicBezTo>
                <a:cubicBezTo>
                  <a:pt x="1601481" y="113471"/>
                  <a:pt x="1602830" y="117203"/>
                  <a:pt x="1605529" y="120170"/>
                </a:cubicBezTo>
                <a:cubicBezTo>
                  <a:pt x="1608227" y="123137"/>
                  <a:pt x="1611333" y="124620"/>
                  <a:pt x="1614847" y="124620"/>
                </a:cubicBezTo>
                <a:cubicBezTo>
                  <a:pt x="1619616" y="124620"/>
                  <a:pt x="1625891" y="121497"/>
                  <a:pt x="1633672" y="115249"/>
                </a:cubicBezTo>
                <a:close/>
                <a:moveTo>
                  <a:pt x="1695446" y="19201"/>
                </a:moveTo>
                <a:lnTo>
                  <a:pt x="1695446" y="47627"/>
                </a:lnTo>
                <a:lnTo>
                  <a:pt x="1715589" y="47627"/>
                </a:lnTo>
                <a:lnTo>
                  <a:pt x="1715589" y="54216"/>
                </a:lnTo>
                <a:lnTo>
                  <a:pt x="1695446" y="54216"/>
                </a:lnTo>
                <a:lnTo>
                  <a:pt x="1695446" y="110049"/>
                </a:lnTo>
                <a:cubicBezTo>
                  <a:pt x="1695446" y="115628"/>
                  <a:pt x="1696246" y="119389"/>
                  <a:pt x="1697847" y="121332"/>
                </a:cubicBezTo>
                <a:cubicBezTo>
                  <a:pt x="1699447" y="123273"/>
                  <a:pt x="1701502" y="124244"/>
                  <a:pt x="1704012" y="124244"/>
                </a:cubicBezTo>
                <a:cubicBezTo>
                  <a:pt x="1706082" y="124244"/>
                  <a:pt x="1708090" y="123601"/>
                  <a:pt x="1710036" y="122314"/>
                </a:cubicBezTo>
                <a:cubicBezTo>
                  <a:pt x="1711981" y="121028"/>
                  <a:pt x="1713487" y="119130"/>
                  <a:pt x="1714554" y="116620"/>
                </a:cubicBezTo>
                <a:lnTo>
                  <a:pt x="1718224" y="116620"/>
                </a:lnTo>
                <a:cubicBezTo>
                  <a:pt x="1716028" y="122787"/>
                  <a:pt x="1712922" y="127451"/>
                  <a:pt x="1708906" y="130612"/>
                </a:cubicBezTo>
                <a:cubicBezTo>
                  <a:pt x="1704890" y="133771"/>
                  <a:pt x="1700749" y="135351"/>
                  <a:pt x="1696482" y="135351"/>
                </a:cubicBezTo>
                <a:cubicBezTo>
                  <a:pt x="1693595" y="135351"/>
                  <a:pt x="1690772" y="134550"/>
                  <a:pt x="1688011" y="132947"/>
                </a:cubicBezTo>
                <a:cubicBezTo>
                  <a:pt x="1685250" y="131345"/>
                  <a:pt x="1683210" y="129053"/>
                  <a:pt x="1681893" y="126071"/>
                </a:cubicBezTo>
                <a:cubicBezTo>
                  <a:pt x="1680575" y="123086"/>
                  <a:pt x="1679916" y="118484"/>
                  <a:pt x="1679916" y="112264"/>
                </a:cubicBezTo>
                <a:lnTo>
                  <a:pt x="1679916" y="54216"/>
                </a:lnTo>
                <a:lnTo>
                  <a:pt x="1666268" y="54216"/>
                </a:lnTo>
                <a:lnTo>
                  <a:pt x="1666268" y="51109"/>
                </a:lnTo>
                <a:cubicBezTo>
                  <a:pt x="1669719" y="49725"/>
                  <a:pt x="1673249" y="47381"/>
                  <a:pt x="1676857" y="44077"/>
                </a:cubicBezTo>
                <a:cubicBezTo>
                  <a:pt x="1680465" y="40772"/>
                  <a:pt x="1683681" y="36855"/>
                  <a:pt x="1686505" y="32323"/>
                </a:cubicBezTo>
                <a:cubicBezTo>
                  <a:pt x="1687948" y="29932"/>
                  <a:pt x="1689956" y="25559"/>
                  <a:pt x="1692529" y="19201"/>
                </a:cubicBezTo>
                <a:lnTo>
                  <a:pt x="1695446" y="19201"/>
                </a:lnTo>
                <a:close/>
                <a:moveTo>
                  <a:pt x="1745929" y="0"/>
                </a:moveTo>
                <a:cubicBezTo>
                  <a:pt x="1748565" y="0"/>
                  <a:pt x="1750808" y="930"/>
                  <a:pt x="1752659" y="2791"/>
                </a:cubicBezTo>
                <a:cubicBezTo>
                  <a:pt x="1754510" y="4650"/>
                  <a:pt x="1755436" y="6904"/>
                  <a:pt x="1755436" y="9554"/>
                </a:cubicBezTo>
                <a:cubicBezTo>
                  <a:pt x="1755436" y="12203"/>
                  <a:pt x="1754510" y="14474"/>
                  <a:pt x="1752659" y="16366"/>
                </a:cubicBezTo>
                <a:cubicBezTo>
                  <a:pt x="1750808" y="18256"/>
                  <a:pt x="1748565" y="19201"/>
                  <a:pt x="1745929" y="19201"/>
                </a:cubicBezTo>
                <a:cubicBezTo>
                  <a:pt x="1743294" y="19201"/>
                  <a:pt x="1741035" y="18256"/>
                  <a:pt x="1739152" y="16366"/>
                </a:cubicBezTo>
                <a:cubicBezTo>
                  <a:pt x="1737270" y="14474"/>
                  <a:pt x="1736328" y="12203"/>
                  <a:pt x="1736328" y="9554"/>
                </a:cubicBezTo>
                <a:cubicBezTo>
                  <a:pt x="1736328" y="6904"/>
                  <a:pt x="1737254" y="4650"/>
                  <a:pt x="1739105" y="2791"/>
                </a:cubicBezTo>
                <a:cubicBezTo>
                  <a:pt x="1740956" y="930"/>
                  <a:pt x="1743231" y="0"/>
                  <a:pt x="1745929" y="0"/>
                </a:cubicBezTo>
                <a:moveTo>
                  <a:pt x="1753741" y="45180"/>
                </a:moveTo>
                <a:lnTo>
                  <a:pt x="1753741" y="114302"/>
                </a:lnTo>
                <a:cubicBezTo>
                  <a:pt x="1753741" y="119687"/>
                  <a:pt x="1754134" y="123271"/>
                  <a:pt x="1754918" y="125056"/>
                </a:cubicBezTo>
                <a:cubicBezTo>
                  <a:pt x="1755702" y="126840"/>
                  <a:pt x="1756863" y="128171"/>
                  <a:pt x="1758400" y="129047"/>
                </a:cubicBezTo>
                <a:cubicBezTo>
                  <a:pt x="1759938" y="129924"/>
                  <a:pt x="1762746" y="130362"/>
                  <a:pt x="1766825" y="130362"/>
                </a:cubicBezTo>
                <a:lnTo>
                  <a:pt x="1766825" y="133845"/>
                </a:lnTo>
                <a:lnTo>
                  <a:pt x="1724939" y="133845"/>
                </a:lnTo>
                <a:lnTo>
                  <a:pt x="1724939" y="130362"/>
                </a:lnTo>
                <a:cubicBezTo>
                  <a:pt x="1729144" y="130362"/>
                  <a:pt x="1731967" y="129955"/>
                  <a:pt x="1733411" y="129141"/>
                </a:cubicBezTo>
                <a:cubicBezTo>
                  <a:pt x="1734854" y="128328"/>
                  <a:pt x="1735999" y="126981"/>
                  <a:pt x="1736846" y="125103"/>
                </a:cubicBezTo>
                <a:cubicBezTo>
                  <a:pt x="1737693" y="123224"/>
                  <a:pt x="1738117" y="119624"/>
                  <a:pt x="1738117" y="114302"/>
                </a:cubicBezTo>
                <a:lnTo>
                  <a:pt x="1738117" y="81150"/>
                </a:lnTo>
                <a:cubicBezTo>
                  <a:pt x="1738117" y="71820"/>
                  <a:pt x="1737834" y="65778"/>
                  <a:pt x="1737270" y="63025"/>
                </a:cubicBezTo>
                <a:cubicBezTo>
                  <a:pt x="1736830" y="61021"/>
                  <a:pt x="1736140" y="59628"/>
                  <a:pt x="1735199" y="58845"/>
                </a:cubicBezTo>
                <a:cubicBezTo>
                  <a:pt x="1734258" y="58063"/>
                  <a:pt x="1732971" y="57672"/>
                  <a:pt x="1731340" y="57672"/>
                </a:cubicBezTo>
                <a:cubicBezTo>
                  <a:pt x="1729583" y="57672"/>
                  <a:pt x="1727449" y="58141"/>
                  <a:pt x="1724939" y="59081"/>
                </a:cubicBezTo>
                <a:lnTo>
                  <a:pt x="1723622" y="55698"/>
                </a:lnTo>
                <a:lnTo>
                  <a:pt x="1749600" y="45180"/>
                </a:lnTo>
                <a:lnTo>
                  <a:pt x="1753741" y="45180"/>
                </a:lnTo>
                <a:close/>
                <a:moveTo>
                  <a:pt x="1819755" y="45180"/>
                </a:moveTo>
                <a:cubicBezTo>
                  <a:pt x="1832807" y="45180"/>
                  <a:pt x="1843286" y="50132"/>
                  <a:pt x="1851193" y="60037"/>
                </a:cubicBezTo>
                <a:cubicBezTo>
                  <a:pt x="1857907" y="68498"/>
                  <a:pt x="1861264" y="78214"/>
                  <a:pt x="1861264" y="89186"/>
                </a:cubicBezTo>
                <a:cubicBezTo>
                  <a:pt x="1861264" y="96896"/>
                  <a:pt x="1859413" y="104700"/>
                  <a:pt x="1855711" y="112599"/>
                </a:cubicBezTo>
                <a:cubicBezTo>
                  <a:pt x="1852009" y="120496"/>
                  <a:pt x="1846910" y="126450"/>
                  <a:pt x="1840416" y="130462"/>
                </a:cubicBezTo>
                <a:cubicBezTo>
                  <a:pt x="1833921" y="134474"/>
                  <a:pt x="1826689" y="136480"/>
                  <a:pt x="1818720" y="136480"/>
                </a:cubicBezTo>
                <a:cubicBezTo>
                  <a:pt x="1805731" y="136480"/>
                  <a:pt x="1795408" y="131308"/>
                  <a:pt x="1787753" y="120964"/>
                </a:cubicBezTo>
                <a:cubicBezTo>
                  <a:pt x="1781290" y="112252"/>
                  <a:pt x="1778058" y="102474"/>
                  <a:pt x="1778058" y="91630"/>
                </a:cubicBezTo>
                <a:cubicBezTo>
                  <a:pt x="1778058" y="83731"/>
                  <a:pt x="1780019" y="75880"/>
                  <a:pt x="1783941" y="68075"/>
                </a:cubicBezTo>
                <a:cubicBezTo>
                  <a:pt x="1787863" y="60271"/>
                  <a:pt x="1793024" y="54504"/>
                  <a:pt x="1799424" y="50774"/>
                </a:cubicBezTo>
                <a:cubicBezTo>
                  <a:pt x="1805825" y="47044"/>
                  <a:pt x="1812602" y="45180"/>
                  <a:pt x="1819755" y="45180"/>
                </a:cubicBezTo>
                <a:moveTo>
                  <a:pt x="1816837" y="51392"/>
                </a:moveTo>
                <a:cubicBezTo>
                  <a:pt x="1813512" y="51392"/>
                  <a:pt x="1810170" y="52379"/>
                  <a:pt x="1806813" y="54354"/>
                </a:cubicBezTo>
                <a:cubicBezTo>
                  <a:pt x="1803456" y="56328"/>
                  <a:pt x="1800742" y="59791"/>
                  <a:pt x="1798671" y="64743"/>
                </a:cubicBezTo>
                <a:cubicBezTo>
                  <a:pt x="1796601" y="69694"/>
                  <a:pt x="1795565" y="76055"/>
                  <a:pt x="1795565" y="83826"/>
                </a:cubicBezTo>
                <a:cubicBezTo>
                  <a:pt x="1795565" y="96361"/>
                  <a:pt x="1798060" y="107172"/>
                  <a:pt x="1803048" y="116261"/>
                </a:cubicBezTo>
                <a:cubicBezTo>
                  <a:pt x="1808037" y="125348"/>
                  <a:pt x="1814610" y="129891"/>
                  <a:pt x="1822767" y="129891"/>
                </a:cubicBezTo>
                <a:cubicBezTo>
                  <a:pt x="1828854" y="129891"/>
                  <a:pt x="1833874" y="127384"/>
                  <a:pt x="1837827" y="122370"/>
                </a:cubicBezTo>
                <a:cubicBezTo>
                  <a:pt x="1841780" y="117356"/>
                  <a:pt x="1843757" y="108739"/>
                  <a:pt x="1843757" y="96518"/>
                </a:cubicBezTo>
                <a:cubicBezTo>
                  <a:pt x="1843757" y="81225"/>
                  <a:pt x="1840463" y="69191"/>
                  <a:pt x="1833874" y="60416"/>
                </a:cubicBezTo>
                <a:cubicBezTo>
                  <a:pt x="1829419" y="54400"/>
                  <a:pt x="1823740" y="51392"/>
                  <a:pt x="1816837" y="51392"/>
                </a:cubicBezTo>
                <a:close/>
                <a:moveTo>
                  <a:pt x="1899102" y="63440"/>
                </a:moveTo>
                <a:cubicBezTo>
                  <a:pt x="1909204" y="51266"/>
                  <a:pt x="1918836" y="45180"/>
                  <a:pt x="1927998" y="45180"/>
                </a:cubicBezTo>
                <a:cubicBezTo>
                  <a:pt x="1932704" y="45180"/>
                  <a:pt x="1936751" y="46354"/>
                  <a:pt x="1940140" y="48703"/>
                </a:cubicBezTo>
                <a:cubicBezTo>
                  <a:pt x="1943528" y="51051"/>
                  <a:pt x="1946227" y="54917"/>
                  <a:pt x="1948235" y="60301"/>
                </a:cubicBezTo>
                <a:cubicBezTo>
                  <a:pt x="1949615" y="64056"/>
                  <a:pt x="1950305" y="69817"/>
                  <a:pt x="1950305" y="77582"/>
                </a:cubicBezTo>
                <a:lnTo>
                  <a:pt x="1950305" y="114302"/>
                </a:lnTo>
                <a:cubicBezTo>
                  <a:pt x="1950305" y="119750"/>
                  <a:pt x="1950745" y="123444"/>
                  <a:pt x="1951623" y="125385"/>
                </a:cubicBezTo>
                <a:cubicBezTo>
                  <a:pt x="1952313" y="126950"/>
                  <a:pt x="1953427" y="128171"/>
                  <a:pt x="1954964" y="129047"/>
                </a:cubicBezTo>
                <a:cubicBezTo>
                  <a:pt x="1956502" y="129924"/>
                  <a:pt x="1959341" y="130362"/>
                  <a:pt x="1963483" y="130362"/>
                </a:cubicBezTo>
                <a:lnTo>
                  <a:pt x="1963483" y="133845"/>
                </a:lnTo>
                <a:lnTo>
                  <a:pt x="1920844" y="133845"/>
                </a:lnTo>
                <a:lnTo>
                  <a:pt x="1920844" y="130362"/>
                </a:lnTo>
                <a:lnTo>
                  <a:pt x="1922633" y="130362"/>
                </a:lnTo>
                <a:cubicBezTo>
                  <a:pt x="1926649" y="130362"/>
                  <a:pt x="1929457" y="129753"/>
                  <a:pt x="1931057" y="128535"/>
                </a:cubicBezTo>
                <a:cubicBezTo>
                  <a:pt x="1932657" y="127318"/>
                  <a:pt x="1933771" y="125523"/>
                  <a:pt x="1934398" y="123153"/>
                </a:cubicBezTo>
                <a:cubicBezTo>
                  <a:pt x="1934649" y="122215"/>
                  <a:pt x="1934775" y="119281"/>
                  <a:pt x="1934775" y="114349"/>
                </a:cubicBezTo>
                <a:lnTo>
                  <a:pt x="1934775" y="79232"/>
                </a:lnTo>
                <a:cubicBezTo>
                  <a:pt x="1934775" y="71429"/>
                  <a:pt x="1933755" y="65764"/>
                  <a:pt x="1931716" y="62237"/>
                </a:cubicBezTo>
                <a:cubicBezTo>
                  <a:pt x="1929676" y="58709"/>
                  <a:pt x="1926241" y="56945"/>
                  <a:pt x="1921409" y="56945"/>
                </a:cubicBezTo>
                <a:cubicBezTo>
                  <a:pt x="1913942" y="56945"/>
                  <a:pt x="1906506" y="61003"/>
                  <a:pt x="1899102" y="69120"/>
                </a:cubicBezTo>
                <a:lnTo>
                  <a:pt x="1899102" y="114349"/>
                </a:lnTo>
                <a:cubicBezTo>
                  <a:pt x="1899102" y="120155"/>
                  <a:pt x="1899447" y="123745"/>
                  <a:pt x="1900137" y="125118"/>
                </a:cubicBezTo>
                <a:cubicBezTo>
                  <a:pt x="1901016" y="126927"/>
                  <a:pt x="1902223" y="128254"/>
                  <a:pt x="1903761" y="129097"/>
                </a:cubicBezTo>
                <a:cubicBezTo>
                  <a:pt x="1905298" y="129940"/>
                  <a:pt x="1908420" y="130362"/>
                  <a:pt x="1913126" y="130362"/>
                </a:cubicBezTo>
                <a:lnTo>
                  <a:pt x="1913126" y="133845"/>
                </a:lnTo>
                <a:lnTo>
                  <a:pt x="1870488" y="133845"/>
                </a:lnTo>
                <a:lnTo>
                  <a:pt x="1870488" y="130362"/>
                </a:lnTo>
                <a:lnTo>
                  <a:pt x="1872370" y="130362"/>
                </a:lnTo>
                <a:cubicBezTo>
                  <a:pt x="1876763" y="130362"/>
                  <a:pt x="1879728" y="129251"/>
                  <a:pt x="1881265" y="127029"/>
                </a:cubicBezTo>
                <a:cubicBezTo>
                  <a:pt x="1882803" y="124806"/>
                  <a:pt x="1883571" y="120563"/>
                  <a:pt x="1883571" y="114302"/>
                </a:cubicBezTo>
                <a:lnTo>
                  <a:pt x="1883571" y="82370"/>
                </a:lnTo>
                <a:cubicBezTo>
                  <a:pt x="1883571" y="72040"/>
                  <a:pt x="1883336" y="65749"/>
                  <a:pt x="1882865" y="63496"/>
                </a:cubicBezTo>
                <a:cubicBezTo>
                  <a:pt x="1882395" y="61241"/>
                  <a:pt x="1881673" y="59706"/>
                  <a:pt x="1880700" y="58892"/>
                </a:cubicBezTo>
                <a:cubicBezTo>
                  <a:pt x="1879728" y="58079"/>
                  <a:pt x="1878426" y="57672"/>
                  <a:pt x="1876794" y="57672"/>
                </a:cubicBezTo>
                <a:cubicBezTo>
                  <a:pt x="1875037" y="57672"/>
                  <a:pt x="1872935" y="58141"/>
                  <a:pt x="1870488" y="59081"/>
                </a:cubicBezTo>
                <a:lnTo>
                  <a:pt x="1869076" y="55698"/>
                </a:lnTo>
                <a:lnTo>
                  <a:pt x="1895054" y="45180"/>
                </a:lnTo>
                <a:lnTo>
                  <a:pt x="1899102" y="45180"/>
                </a:lnTo>
                <a:lnTo>
                  <a:pt x="1899102" y="63440"/>
                </a:lnTo>
                <a:close/>
                <a:moveTo>
                  <a:pt x="2040476" y="0"/>
                </a:moveTo>
                <a:cubicBezTo>
                  <a:pt x="2043112" y="0"/>
                  <a:pt x="2045355" y="930"/>
                  <a:pt x="2047206" y="2791"/>
                </a:cubicBezTo>
                <a:cubicBezTo>
                  <a:pt x="2049057" y="4650"/>
                  <a:pt x="2049983" y="6904"/>
                  <a:pt x="2049983" y="9554"/>
                </a:cubicBezTo>
                <a:cubicBezTo>
                  <a:pt x="2049983" y="12203"/>
                  <a:pt x="2049057" y="14474"/>
                  <a:pt x="2047206" y="16366"/>
                </a:cubicBezTo>
                <a:cubicBezTo>
                  <a:pt x="2045355" y="18256"/>
                  <a:pt x="2043112" y="19201"/>
                  <a:pt x="2040476" y="19201"/>
                </a:cubicBezTo>
                <a:cubicBezTo>
                  <a:pt x="2037841" y="19201"/>
                  <a:pt x="2035582" y="18256"/>
                  <a:pt x="2033699" y="16366"/>
                </a:cubicBezTo>
                <a:cubicBezTo>
                  <a:pt x="2031817" y="14474"/>
                  <a:pt x="2030875" y="12203"/>
                  <a:pt x="2030875" y="9554"/>
                </a:cubicBezTo>
                <a:cubicBezTo>
                  <a:pt x="2030875" y="6904"/>
                  <a:pt x="2031801" y="4650"/>
                  <a:pt x="2033652" y="2791"/>
                </a:cubicBezTo>
                <a:cubicBezTo>
                  <a:pt x="2035503" y="930"/>
                  <a:pt x="2037778" y="0"/>
                  <a:pt x="2040476" y="0"/>
                </a:cubicBezTo>
                <a:moveTo>
                  <a:pt x="2048288" y="45180"/>
                </a:moveTo>
                <a:lnTo>
                  <a:pt x="2048288" y="114302"/>
                </a:lnTo>
                <a:cubicBezTo>
                  <a:pt x="2048288" y="119687"/>
                  <a:pt x="2048681" y="123271"/>
                  <a:pt x="2049465" y="125056"/>
                </a:cubicBezTo>
                <a:cubicBezTo>
                  <a:pt x="2050249" y="126840"/>
                  <a:pt x="2051410" y="128171"/>
                  <a:pt x="2052948" y="129047"/>
                </a:cubicBezTo>
                <a:cubicBezTo>
                  <a:pt x="2054485" y="129924"/>
                  <a:pt x="2057293" y="130362"/>
                  <a:pt x="2061372" y="130362"/>
                </a:cubicBezTo>
                <a:lnTo>
                  <a:pt x="2061372" y="133845"/>
                </a:lnTo>
                <a:lnTo>
                  <a:pt x="2019486" y="133845"/>
                </a:lnTo>
                <a:lnTo>
                  <a:pt x="2019486" y="130362"/>
                </a:lnTo>
                <a:cubicBezTo>
                  <a:pt x="2023691" y="130362"/>
                  <a:pt x="2026514" y="129955"/>
                  <a:pt x="2027958" y="129141"/>
                </a:cubicBezTo>
                <a:cubicBezTo>
                  <a:pt x="2029401" y="128328"/>
                  <a:pt x="2030546" y="126981"/>
                  <a:pt x="2031393" y="125103"/>
                </a:cubicBezTo>
                <a:cubicBezTo>
                  <a:pt x="2032240" y="123224"/>
                  <a:pt x="2032664" y="119624"/>
                  <a:pt x="2032664" y="114302"/>
                </a:cubicBezTo>
                <a:lnTo>
                  <a:pt x="2032664" y="81150"/>
                </a:lnTo>
                <a:cubicBezTo>
                  <a:pt x="2032664" y="71820"/>
                  <a:pt x="2032381" y="65778"/>
                  <a:pt x="2031817" y="63025"/>
                </a:cubicBezTo>
                <a:cubicBezTo>
                  <a:pt x="2031377" y="61021"/>
                  <a:pt x="2030687" y="59628"/>
                  <a:pt x="2029746" y="58845"/>
                </a:cubicBezTo>
                <a:cubicBezTo>
                  <a:pt x="2028805" y="58063"/>
                  <a:pt x="2027518" y="57672"/>
                  <a:pt x="2025887" y="57672"/>
                </a:cubicBezTo>
                <a:cubicBezTo>
                  <a:pt x="2024130" y="57672"/>
                  <a:pt x="2021996" y="58141"/>
                  <a:pt x="2019486" y="59081"/>
                </a:cubicBezTo>
                <a:lnTo>
                  <a:pt x="2018169" y="55698"/>
                </a:lnTo>
                <a:lnTo>
                  <a:pt x="2044147" y="45180"/>
                </a:lnTo>
                <a:lnTo>
                  <a:pt x="2048288" y="45180"/>
                </a:lnTo>
                <a:close/>
                <a:moveTo>
                  <a:pt x="2097266" y="63440"/>
                </a:moveTo>
                <a:cubicBezTo>
                  <a:pt x="2107369" y="51266"/>
                  <a:pt x="2117001" y="45180"/>
                  <a:pt x="2126162" y="45180"/>
                </a:cubicBezTo>
                <a:cubicBezTo>
                  <a:pt x="2130868" y="45180"/>
                  <a:pt x="2134916" y="46354"/>
                  <a:pt x="2138304" y="48703"/>
                </a:cubicBezTo>
                <a:cubicBezTo>
                  <a:pt x="2141693" y="51051"/>
                  <a:pt x="2144391" y="54917"/>
                  <a:pt x="2146399" y="60301"/>
                </a:cubicBezTo>
                <a:cubicBezTo>
                  <a:pt x="2147779" y="64056"/>
                  <a:pt x="2148469" y="69817"/>
                  <a:pt x="2148469" y="77582"/>
                </a:cubicBezTo>
                <a:lnTo>
                  <a:pt x="2148469" y="114302"/>
                </a:lnTo>
                <a:cubicBezTo>
                  <a:pt x="2148469" y="119750"/>
                  <a:pt x="2148909" y="123444"/>
                  <a:pt x="2149787" y="125385"/>
                </a:cubicBezTo>
                <a:cubicBezTo>
                  <a:pt x="2150477" y="126950"/>
                  <a:pt x="2151591" y="128171"/>
                  <a:pt x="2153129" y="129047"/>
                </a:cubicBezTo>
                <a:cubicBezTo>
                  <a:pt x="2154666" y="129924"/>
                  <a:pt x="2157505" y="130362"/>
                  <a:pt x="2161647" y="130362"/>
                </a:cubicBezTo>
                <a:lnTo>
                  <a:pt x="2161647" y="133845"/>
                </a:lnTo>
                <a:lnTo>
                  <a:pt x="2119009" y="133845"/>
                </a:lnTo>
                <a:lnTo>
                  <a:pt x="2119009" y="130362"/>
                </a:lnTo>
                <a:lnTo>
                  <a:pt x="2120797" y="130362"/>
                </a:lnTo>
                <a:cubicBezTo>
                  <a:pt x="2124813" y="130362"/>
                  <a:pt x="2127621" y="129753"/>
                  <a:pt x="2129221" y="128535"/>
                </a:cubicBezTo>
                <a:cubicBezTo>
                  <a:pt x="2130821" y="127318"/>
                  <a:pt x="2131935" y="125523"/>
                  <a:pt x="2132562" y="123153"/>
                </a:cubicBezTo>
                <a:cubicBezTo>
                  <a:pt x="2132813" y="122215"/>
                  <a:pt x="2132939" y="119281"/>
                  <a:pt x="2132939" y="114349"/>
                </a:cubicBezTo>
                <a:lnTo>
                  <a:pt x="2132939" y="79232"/>
                </a:lnTo>
                <a:cubicBezTo>
                  <a:pt x="2132939" y="71429"/>
                  <a:pt x="2131919" y="65764"/>
                  <a:pt x="2129880" y="62237"/>
                </a:cubicBezTo>
                <a:cubicBezTo>
                  <a:pt x="2127841" y="58709"/>
                  <a:pt x="2124405" y="56945"/>
                  <a:pt x="2119573" y="56945"/>
                </a:cubicBezTo>
                <a:cubicBezTo>
                  <a:pt x="2112106" y="56945"/>
                  <a:pt x="2104670" y="61003"/>
                  <a:pt x="2097266" y="69120"/>
                </a:cubicBezTo>
                <a:lnTo>
                  <a:pt x="2097266" y="114349"/>
                </a:lnTo>
                <a:cubicBezTo>
                  <a:pt x="2097266" y="120155"/>
                  <a:pt x="2097611" y="123745"/>
                  <a:pt x="2098301" y="125118"/>
                </a:cubicBezTo>
                <a:cubicBezTo>
                  <a:pt x="2099180" y="126927"/>
                  <a:pt x="2100388" y="128254"/>
                  <a:pt x="2101925" y="129097"/>
                </a:cubicBezTo>
                <a:cubicBezTo>
                  <a:pt x="2103462" y="129940"/>
                  <a:pt x="2106584" y="130362"/>
                  <a:pt x="2111290" y="130362"/>
                </a:cubicBezTo>
                <a:lnTo>
                  <a:pt x="2111290" y="133845"/>
                </a:lnTo>
                <a:lnTo>
                  <a:pt x="2068652" y="133845"/>
                </a:lnTo>
                <a:lnTo>
                  <a:pt x="2068652" y="130362"/>
                </a:lnTo>
                <a:lnTo>
                  <a:pt x="2070535" y="130362"/>
                </a:lnTo>
                <a:cubicBezTo>
                  <a:pt x="2074927" y="130362"/>
                  <a:pt x="2077892" y="129251"/>
                  <a:pt x="2079429" y="127029"/>
                </a:cubicBezTo>
                <a:cubicBezTo>
                  <a:pt x="2080967" y="124806"/>
                  <a:pt x="2081735" y="120563"/>
                  <a:pt x="2081735" y="114302"/>
                </a:cubicBezTo>
                <a:lnTo>
                  <a:pt x="2081735" y="82370"/>
                </a:lnTo>
                <a:cubicBezTo>
                  <a:pt x="2081735" y="72040"/>
                  <a:pt x="2081500" y="65749"/>
                  <a:pt x="2081029" y="63496"/>
                </a:cubicBezTo>
                <a:cubicBezTo>
                  <a:pt x="2080559" y="61241"/>
                  <a:pt x="2079837" y="59706"/>
                  <a:pt x="2078865" y="58892"/>
                </a:cubicBezTo>
                <a:cubicBezTo>
                  <a:pt x="2077892" y="58079"/>
                  <a:pt x="2076590" y="57672"/>
                  <a:pt x="2074958" y="57672"/>
                </a:cubicBezTo>
                <a:cubicBezTo>
                  <a:pt x="2073201" y="57672"/>
                  <a:pt x="2071099" y="58141"/>
                  <a:pt x="2068652" y="59081"/>
                </a:cubicBezTo>
                <a:lnTo>
                  <a:pt x="2067240" y="55698"/>
                </a:lnTo>
                <a:lnTo>
                  <a:pt x="2093219" y="45180"/>
                </a:lnTo>
                <a:lnTo>
                  <a:pt x="2097266" y="45180"/>
                </a:lnTo>
                <a:lnTo>
                  <a:pt x="2097266" y="63440"/>
                </a:lnTo>
                <a:close/>
                <a:moveTo>
                  <a:pt x="2193555" y="19201"/>
                </a:moveTo>
                <a:lnTo>
                  <a:pt x="2193555" y="47627"/>
                </a:lnTo>
                <a:lnTo>
                  <a:pt x="2213697" y="47627"/>
                </a:lnTo>
                <a:lnTo>
                  <a:pt x="2213697" y="54216"/>
                </a:lnTo>
                <a:lnTo>
                  <a:pt x="2193555" y="54216"/>
                </a:lnTo>
                <a:lnTo>
                  <a:pt x="2193555" y="110049"/>
                </a:lnTo>
                <a:cubicBezTo>
                  <a:pt x="2193555" y="115628"/>
                  <a:pt x="2194355" y="119389"/>
                  <a:pt x="2195955" y="121332"/>
                </a:cubicBezTo>
                <a:cubicBezTo>
                  <a:pt x="2197555" y="123273"/>
                  <a:pt x="2199610" y="124244"/>
                  <a:pt x="2202120" y="124244"/>
                </a:cubicBezTo>
                <a:cubicBezTo>
                  <a:pt x="2204191" y="124244"/>
                  <a:pt x="2206199" y="123601"/>
                  <a:pt x="2208144" y="122314"/>
                </a:cubicBezTo>
                <a:cubicBezTo>
                  <a:pt x="2210089" y="121028"/>
                  <a:pt x="2211595" y="119130"/>
                  <a:pt x="2212662" y="116620"/>
                </a:cubicBezTo>
                <a:lnTo>
                  <a:pt x="2216333" y="116620"/>
                </a:lnTo>
                <a:cubicBezTo>
                  <a:pt x="2214137" y="122787"/>
                  <a:pt x="2211030" y="127451"/>
                  <a:pt x="2207014" y="130612"/>
                </a:cubicBezTo>
                <a:cubicBezTo>
                  <a:pt x="2202998" y="133771"/>
                  <a:pt x="2198857" y="135351"/>
                  <a:pt x="2194590" y="135351"/>
                </a:cubicBezTo>
                <a:cubicBezTo>
                  <a:pt x="2191704" y="135351"/>
                  <a:pt x="2188880" y="134550"/>
                  <a:pt x="2186119" y="132947"/>
                </a:cubicBezTo>
                <a:cubicBezTo>
                  <a:pt x="2183358" y="131345"/>
                  <a:pt x="2181319" y="129053"/>
                  <a:pt x="2180001" y="126071"/>
                </a:cubicBezTo>
                <a:cubicBezTo>
                  <a:pt x="2178683" y="123086"/>
                  <a:pt x="2178024" y="118484"/>
                  <a:pt x="2178024" y="112264"/>
                </a:cubicBezTo>
                <a:lnTo>
                  <a:pt x="2178024" y="54216"/>
                </a:lnTo>
                <a:lnTo>
                  <a:pt x="2164376" y="54216"/>
                </a:lnTo>
                <a:lnTo>
                  <a:pt x="2164376" y="51109"/>
                </a:lnTo>
                <a:cubicBezTo>
                  <a:pt x="2167827" y="49725"/>
                  <a:pt x="2171357" y="47381"/>
                  <a:pt x="2174965" y="44077"/>
                </a:cubicBezTo>
                <a:cubicBezTo>
                  <a:pt x="2178573" y="40772"/>
                  <a:pt x="2181789" y="36855"/>
                  <a:pt x="2184613" y="32323"/>
                </a:cubicBezTo>
                <a:cubicBezTo>
                  <a:pt x="2186056" y="29932"/>
                  <a:pt x="2188064" y="25559"/>
                  <a:pt x="2190637" y="19201"/>
                </a:cubicBezTo>
                <a:lnTo>
                  <a:pt x="2193555" y="19201"/>
                </a:lnTo>
                <a:close/>
                <a:moveTo>
                  <a:pt x="2264275" y="45180"/>
                </a:moveTo>
                <a:cubicBezTo>
                  <a:pt x="2277327" y="45180"/>
                  <a:pt x="2287806" y="50132"/>
                  <a:pt x="2295712" y="60037"/>
                </a:cubicBezTo>
                <a:cubicBezTo>
                  <a:pt x="2302427" y="68498"/>
                  <a:pt x="2305784" y="78214"/>
                  <a:pt x="2305784" y="89186"/>
                </a:cubicBezTo>
                <a:cubicBezTo>
                  <a:pt x="2305784" y="96896"/>
                  <a:pt x="2303933" y="104700"/>
                  <a:pt x="2300230" y="112599"/>
                </a:cubicBezTo>
                <a:cubicBezTo>
                  <a:pt x="2296528" y="120496"/>
                  <a:pt x="2291430" y="126450"/>
                  <a:pt x="2284935" y="130462"/>
                </a:cubicBezTo>
                <a:cubicBezTo>
                  <a:pt x="2278441" y="134474"/>
                  <a:pt x="2271209" y="136480"/>
                  <a:pt x="2263239" y="136480"/>
                </a:cubicBezTo>
                <a:cubicBezTo>
                  <a:pt x="2250250" y="136480"/>
                  <a:pt x="2239928" y="131308"/>
                  <a:pt x="2232273" y="120964"/>
                </a:cubicBezTo>
                <a:cubicBezTo>
                  <a:pt x="2225809" y="112252"/>
                  <a:pt x="2222578" y="102474"/>
                  <a:pt x="2222578" y="91630"/>
                </a:cubicBezTo>
                <a:cubicBezTo>
                  <a:pt x="2222578" y="83731"/>
                  <a:pt x="2224539" y="75880"/>
                  <a:pt x="2228461" y="68075"/>
                </a:cubicBezTo>
                <a:cubicBezTo>
                  <a:pt x="2232382" y="60271"/>
                  <a:pt x="2237544" y="54504"/>
                  <a:pt x="2243944" y="50774"/>
                </a:cubicBezTo>
                <a:cubicBezTo>
                  <a:pt x="2250344" y="47044"/>
                  <a:pt x="2257121" y="45180"/>
                  <a:pt x="2264275" y="45180"/>
                </a:cubicBezTo>
                <a:moveTo>
                  <a:pt x="2261357" y="51392"/>
                </a:moveTo>
                <a:cubicBezTo>
                  <a:pt x="2258031" y="51392"/>
                  <a:pt x="2254690" y="52379"/>
                  <a:pt x="2251333" y="54354"/>
                </a:cubicBezTo>
                <a:cubicBezTo>
                  <a:pt x="2247976" y="56328"/>
                  <a:pt x="2245262" y="59791"/>
                  <a:pt x="2243191" y="64743"/>
                </a:cubicBezTo>
                <a:cubicBezTo>
                  <a:pt x="2241120" y="69694"/>
                  <a:pt x="2240085" y="76055"/>
                  <a:pt x="2240085" y="83826"/>
                </a:cubicBezTo>
                <a:cubicBezTo>
                  <a:pt x="2240085" y="96361"/>
                  <a:pt x="2242579" y="107172"/>
                  <a:pt x="2247568" y="116261"/>
                </a:cubicBezTo>
                <a:cubicBezTo>
                  <a:pt x="2252556" y="125348"/>
                  <a:pt x="2259129" y="129891"/>
                  <a:pt x="2267287" y="129891"/>
                </a:cubicBezTo>
                <a:cubicBezTo>
                  <a:pt x="2273374" y="129891"/>
                  <a:pt x="2278393" y="127384"/>
                  <a:pt x="2282347" y="122370"/>
                </a:cubicBezTo>
                <a:cubicBezTo>
                  <a:pt x="2286300" y="117356"/>
                  <a:pt x="2288277" y="108739"/>
                  <a:pt x="2288277" y="96518"/>
                </a:cubicBezTo>
                <a:cubicBezTo>
                  <a:pt x="2288277" y="81225"/>
                  <a:pt x="2284982" y="69191"/>
                  <a:pt x="2278393" y="60416"/>
                </a:cubicBezTo>
                <a:cubicBezTo>
                  <a:pt x="2273938" y="54400"/>
                  <a:pt x="2268259" y="51392"/>
                  <a:pt x="2261357" y="51392"/>
                </a:cubicBezTo>
                <a:close/>
                <a:moveTo>
                  <a:pt x="2427580" y="124150"/>
                </a:moveTo>
                <a:cubicBezTo>
                  <a:pt x="2423376" y="128542"/>
                  <a:pt x="2419266" y="131695"/>
                  <a:pt x="2415250" y="133609"/>
                </a:cubicBezTo>
                <a:cubicBezTo>
                  <a:pt x="2411234" y="135523"/>
                  <a:pt x="2406904" y="136480"/>
                  <a:pt x="2402261" y="136480"/>
                </a:cubicBezTo>
                <a:cubicBezTo>
                  <a:pt x="2392848" y="136480"/>
                  <a:pt x="2384628" y="132551"/>
                  <a:pt x="2377600" y="124694"/>
                </a:cubicBezTo>
                <a:cubicBezTo>
                  <a:pt x="2370572" y="116835"/>
                  <a:pt x="2367058" y="106736"/>
                  <a:pt x="2367058" y="94398"/>
                </a:cubicBezTo>
                <a:cubicBezTo>
                  <a:pt x="2367058" y="82062"/>
                  <a:pt x="2370949" y="70775"/>
                  <a:pt x="2378729" y="60537"/>
                </a:cubicBezTo>
                <a:cubicBezTo>
                  <a:pt x="2386510" y="50299"/>
                  <a:pt x="2396519" y="45180"/>
                  <a:pt x="2408755" y="45180"/>
                </a:cubicBezTo>
                <a:cubicBezTo>
                  <a:pt x="2416348" y="45180"/>
                  <a:pt x="2422623" y="47595"/>
                  <a:pt x="2427580" y="52427"/>
                </a:cubicBezTo>
                <a:lnTo>
                  <a:pt x="2427580" y="36485"/>
                </a:lnTo>
                <a:cubicBezTo>
                  <a:pt x="2427580" y="26592"/>
                  <a:pt x="2427345" y="20511"/>
                  <a:pt x="2426874" y="18242"/>
                </a:cubicBezTo>
                <a:cubicBezTo>
                  <a:pt x="2426403" y="15974"/>
                  <a:pt x="2425666" y="14430"/>
                  <a:pt x="2424662" y="13613"/>
                </a:cubicBezTo>
                <a:cubicBezTo>
                  <a:pt x="2423658" y="12793"/>
                  <a:pt x="2422403" y="12383"/>
                  <a:pt x="2420897" y="12383"/>
                </a:cubicBezTo>
                <a:cubicBezTo>
                  <a:pt x="2419266" y="12383"/>
                  <a:pt x="2417101" y="12887"/>
                  <a:pt x="2414403" y="13895"/>
                </a:cubicBezTo>
                <a:lnTo>
                  <a:pt x="2413179" y="10586"/>
                </a:lnTo>
                <a:lnTo>
                  <a:pt x="2438875" y="0"/>
                </a:lnTo>
                <a:lnTo>
                  <a:pt x="2443110" y="0"/>
                </a:lnTo>
                <a:lnTo>
                  <a:pt x="2443110" y="99678"/>
                </a:lnTo>
                <a:cubicBezTo>
                  <a:pt x="2443110" y="109780"/>
                  <a:pt x="2443346" y="115945"/>
                  <a:pt x="2443816" y="118173"/>
                </a:cubicBezTo>
                <a:cubicBezTo>
                  <a:pt x="2444287" y="120401"/>
                  <a:pt x="2445040" y="121954"/>
                  <a:pt x="2446075" y="122832"/>
                </a:cubicBezTo>
                <a:cubicBezTo>
                  <a:pt x="2447111" y="123711"/>
                  <a:pt x="2448319" y="124150"/>
                  <a:pt x="2449699" y="124150"/>
                </a:cubicBezTo>
                <a:cubicBezTo>
                  <a:pt x="2451393" y="124150"/>
                  <a:pt x="2453652" y="123616"/>
                  <a:pt x="2456476" y="122550"/>
                </a:cubicBezTo>
                <a:lnTo>
                  <a:pt x="2457511" y="125844"/>
                </a:lnTo>
                <a:lnTo>
                  <a:pt x="2431910" y="136480"/>
                </a:lnTo>
                <a:lnTo>
                  <a:pt x="2427580" y="136480"/>
                </a:lnTo>
                <a:lnTo>
                  <a:pt x="2427580" y="124150"/>
                </a:lnTo>
                <a:moveTo>
                  <a:pt x="2427580" y="117582"/>
                </a:moveTo>
                <a:lnTo>
                  <a:pt x="2427580" y="73267"/>
                </a:lnTo>
                <a:cubicBezTo>
                  <a:pt x="2427203" y="69010"/>
                  <a:pt x="2426074" y="65129"/>
                  <a:pt x="2424191" y="61625"/>
                </a:cubicBezTo>
                <a:cubicBezTo>
                  <a:pt x="2422309" y="58119"/>
                  <a:pt x="2419815" y="55474"/>
                  <a:pt x="2416709" y="53692"/>
                </a:cubicBezTo>
                <a:cubicBezTo>
                  <a:pt x="2413602" y="51908"/>
                  <a:pt x="2410575" y="51015"/>
                  <a:pt x="2407626" y="51015"/>
                </a:cubicBezTo>
                <a:cubicBezTo>
                  <a:pt x="2402104" y="51015"/>
                  <a:pt x="2397178" y="53488"/>
                  <a:pt x="2392848" y="58433"/>
                </a:cubicBezTo>
                <a:cubicBezTo>
                  <a:pt x="2387138" y="64942"/>
                  <a:pt x="2384283" y="74455"/>
                  <a:pt x="2384283" y="86974"/>
                </a:cubicBezTo>
                <a:cubicBezTo>
                  <a:pt x="2384283" y="99618"/>
                  <a:pt x="2387044" y="109305"/>
                  <a:pt x="2392566" y="116035"/>
                </a:cubicBezTo>
                <a:cubicBezTo>
                  <a:pt x="2398088" y="122762"/>
                  <a:pt x="2404237" y="126126"/>
                  <a:pt x="2411014" y="126126"/>
                </a:cubicBezTo>
                <a:cubicBezTo>
                  <a:pt x="2416724" y="126126"/>
                  <a:pt x="2422246" y="123278"/>
                  <a:pt x="2427580" y="117582"/>
                </a:cubicBezTo>
                <a:close/>
                <a:moveTo>
                  <a:pt x="2511915" y="121420"/>
                </a:moveTo>
                <a:cubicBezTo>
                  <a:pt x="2503068" y="128260"/>
                  <a:pt x="2497514" y="132213"/>
                  <a:pt x="2495255" y="133280"/>
                </a:cubicBezTo>
                <a:cubicBezTo>
                  <a:pt x="2491867" y="134911"/>
                  <a:pt x="2488259" y="135727"/>
                  <a:pt x="2484431" y="135727"/>
                </a:cubicBezTo>
                <a:cubicBezTo>
                  <a:pt x="2478470" y="135727"/>
                  <a:pt x="2473560" y="133688"/>
                  <a:pt x="2469701" y="129609"/>
                </a:cubicBezTo>
                <a:cubicBezTo>
                  <a:pt x="2465841" y="125530"/>
                  <a:pt x="2463912" y="120165"/>
                  <a:pt x="2463912" y="113514"/>
                </a:cubicBezTo>
                <a:cubicBezTo>
                  <a:pt x="2463912" y="109310"/>
                  <a:pt x="2464853" y="105670"/>
                  <a:pt x="2466736" y="102595"/>
                </a:cubicBezTo>
                <a:cubicBezTo>
                  <a:pt x="2469308" y="98328"/>
                  <a:pt x="2473779" y="94312"/>
                  <a:pt x="2480148" y="90547"/>
                </a:cubicBezTo>
                <a:cubicBezTo>
                  <a:pt x="2486517" y="86783"/>
                  <a:pt x="2497106" y="82202"/>
                  <a:pt x="2511915" y="76805"/>
                </a:cubicBezTo>
                <a:lnTo>
                  <a:pt x="2511915" y="73417"/>
                </a:lnTo>
                <a:cubicBezTo>
                  <a:pt x="2511915" y="64820"/>
                  <a:pt x="2510550" y="58922"/>
                  <a:pt x="2507821" y="55722"/>
                </a:cubicBezTo>
                <a:cubicBezTo>
                  <a:pt x="2505091" y="52521"/>
                  <a:pt x="2501122" y="50921"/>
                  <a:pt x="2495914" y="50921"/>
                </a:cubicBezTo>
                <a:cubicBezTo>
                  <a:pt x="2491961" y="50921"/>
                  <a:pt x="2488823" y="51984"/>
                  <a:pt x="2486502" y="54110"/>
                </a:cubicBezTo>
                <a:cubicBezTo>
                  <a:pt x="2484117" y="56235"/>
                  <a:pt x="2482925" y="58674"/>
                  <a:pt x="2482925" y="61425"/>
                </a:cubicBezTo>
                <a:lnTo>
                  <a:pt x="2483113" y="66863"/>
                </a:lnTo>
                <a:cubicBezTo>
                  <a:pt x="2483113" y="69738"/>
                  <a:pt x="2482376" y="71957"/>
                  <a:pt x="2480901" y="73520"/>
                </a:cubicBezTo>
                <a:cubicBezTo>
                  <a:pt x="2479427" y="75083"/>
                  <a:pt x="2477497" y="75864"/>
                  <a:pt x="2475113" y="75864"/>
                </a:cubicBezTo>
                <a:cubicBezTo>
                  <a:pt x="2472791" y="75864"/>
                  <a:pt x="2470893" y="75051"/>
                  <a:pt x="2469418" y="73426"/>
                </a:cubicBezTo>
                <a:cubicBezTo>
                  <a:pt x="2467944" y="71798"/>
                  <a:pt x="2467206" y="69576"/>
                  <a:pt x="2467206" y="66761"/>
                </a:cubicBezTo>
                <a:cubicBezTo>
                  <a:pt x="2467206" y="61382"/>
                  <a:pt x="2469967" y="56440"/>
                  <a:pt x="2475489" y="51936"/>
                </a:cubicBezTo>
                <a:cubicBezTo>
                  <a:pt x="2481011" y="47432"/>
                  <a:pt x="2488761" y="45180"/>
                  <a:pt x="2498738" y="45180"/>
                </a:cubicBezTo>
                <a:cubicBezTo>
                  <a:pt x="2506393" y="45180"/>
                  <a:pt x="2512668" y="46464"/>
                  <a:pt x="2517563" y="49033"/>
                </a:cubicBezTo>
                <a:cubicBezTo>
                  <a:pt x="2521265" y="50976"/>
                  <a:pt x="2523994" y="54017"/>
                  <a:pt x="2525751" y="58154"/>
                </a:cubicBezTo>
                <a:cubicBezTo>
                  <a:pt x="2526881" y="60848"/>
                  <a:pt x="2527446" y="66363"/>
                  <a:pt x="2527446" y="74699"/>
                </a:cubicBezTo>
                <a:lnTo>
                  <a:pt x="2527446" y="103937"/>
                </a:lnTo>
                <a:cubicBezTo>
                  <a:pt x="2527446" y="112147"/>
                  <a:pt x="2527603" y="117177"/>
                  <a:pt x="2527916" y="119026"/>
                </a:cubicBezTo>
                <a:cubicBezTo>
                  <a:pt x="2528230" y="120875"/>
                  <a:pt x="2528748" y="122113"/>
                  <a:pt x="2529469" y="122741"/>
                </a:cubicBezTo>
                <a:cubicBezTo>
                  <a:pt x="2530191" y="123366"/>
                  <a:pt x="2531022" y="123679"/>
                  <a:pt x="2531964" y="123679"/>
                </a:cubicBezTo>
                <a:cubicBezTo>
                  <a:pt x="2532968" y="123679"/>
                  <a:pt x="2533846" y="123460"/>
                  <a:pt x="2534599" y="123020"/>
                </a:cubicBezTo>
                <a:cubicBezTo>
                  <a:pt x="2535917" y="122205"/>
                  <a:pt x="2538458" y="119914"/>
                  <a:pt x="2542223" y="116149"/>
                </a:cubicBezTo>
                <a:lnTo>
                  <a:pt x="2542223" y="121420"/>
                </a:lnTo>
                <a:cubicBezTo>
                  <a:pt x="2535195" y="130833"/>
                  <a:pt x="2528481" y="135539"/>
                  <a:pt x="2522081" y="135539"/>
                </a:cubicBezTo>
                <a:cubicBezTo>
                  <a:pt x="2519006" y="135539"/>
                  <a:pt x="2516559" y="134472"/>
                  <a:pt x="2514739" y="132339"/>
                </a:cubicBezTo>
                <a:cubicBezTo>
                  <a:pt x="2512919" y="130205"/>
                  <a:pt x="2511978" y="126566"/>
                  <a:pt x="2511915" y="121420"/>
                </a:cubicBezTo>
                <a:moveTo>
                  <a:pt x="2511915" y="115249"/>
                </a:moveTo>
                <a:lnTo>
                  <a:pt x="2511915" y="82547"/>
                </a:lnTo>
                <a:cubicBezTo>
                  <a:pt x="2502440" y="86294"/>
                  <a:pt x="2496322" y="88949"/>
                  <a:pt x="2493561" y="90512"/>
                </a:cubicBezTo>
                <a:cubicBezTo>
                  <a:pt x="2488604" y="93261"/>
                  <a:pt x="2485058" y="96135"/>
                  <a:pt x="2482925" y="99133"/>
                </a:cubicBezTo>
                <a:cubicBezTo>
                  <a:pt x="2480791" y="102132"/>
                  <a:pt x="2479725" y="105411"/>
                  <a:pt x="2479725" y="108972"/>
                </a:cubicBezTo>
                <a:cubicBezTo>
                  <a:pt x="2479725" y="113471"/>
                  <a:pt x="2481074" y="117203"/>
                  <a:pt x="2483772" y="120170"/>
                </a:cubicBezTo>
                <a:cubicBezTo>
                  <a:pt x="2486470" y="123137"/>
                  <a:pt x="2489576" y="124620"/>
                  <a:pt x="2493090" y="124620"/>
                </a:cubicBezTo>
                <a:cubicBezTo>
                  <a:pt x="2497859" y="124620"/>
                  <a:pt x="2504134" y="121497"/>
                  <a:pt x="2511915" y="115249"/>
                </a:cubicBezTo>
                <a:close/>
                <a:moveTo>
                  <a:pt x="2570584" y="0"/>
                </a:moveTo>
                <a:cubicBezTo>
                  <a:pt x="2573219" y="0"/>
                  <a:pt x="2575463" y="930"/>
                  <a:pt x="2577314" y="2791"/>
                </a:cubicBezTo>
                <a:cubicBezTo>
                  <a:pt x="2579165" y="4650"/>
                  <a:pt x="2580090" y="6904"/>
                  <a:pt x="2580090" y="9554"/>
                </a:cubicBezTo>
                <a:cubicBezTo>
                  <a:pt x="2580090" y="12203"/>
                  <a:pt x="2579165" y="14474"/>
                  <a:pt x="2577314" y="16366"/>
                </a:cubicBezTo>
                <a:cubicBezTo>
                  <a:pt x="2575463" y="18256"/>
                  <a:pt x="2573219" y="19201"/>
                  <a:pt x="2570584" y="19201"/>
                </a:cubicBezTo>
                <a:cubicBezTo>
                  <a:pt x="2567948" y="19201"/>
                  <a:pt x="2565689" y="18256"/>
                  <a:pt x="2563807" y="16366"/>
                </a:cubicBezTo>
                <a:cubicBezTo>
                  <a:pt x="2561924" y="14474"/>
                  <a:pt x="2560983" y="12203"/>
                  <a:pt x="2560983" y="9554"/>
                </a:cubicBezTo>
                <a:cubicBezTo>
                  <a:pt x="2560983" y="6904"/>
                  <a:pt x="2561909" y="4650"/>
                  <a:pt x="2563760" y="2791"/>
                </a:cubicBezTo>
                <a:cubicBezTo>
                  <a:pt x="2565611" y="930"/>
                  <a:pt x="2567886" y="0"/>
                  <a:pt x="2570584" y="0"/>
                </a:cubicBezTo>
                <a:moveTo>
                  <a:pt x="2578396" y="45180"/>
                </a:moveTo>
                <a:lnTo>
                  <a:pt x="2578396" y="114302"/>
                </a:lnTo>
                <a:cubicBezTo>
                  <a:pt x="2578396" y="119687"/>
                  <a:pt x="2578788" y="123271"/>
                  <a:pt x="2579573" y="125056"/>
                </a:cubicBezTo>
                <a:cubicBezTo>
                  <a:pt x="2580357" y="126840"/>
                  <a:pt x="2581518" y="128171"/>
                  <a:pt x="2583055" y="129047"/>
                </a:cubicBezTo>
                <a:cubicBezTo>
                  <a:pt x="2584593" y="129924"/>
                  <a:pt x="2587401" y="130362"/>
                  <a:pt x="2591479" y="130362"/>
                </a:cubicBezTo>
                <a:lnTo>
                  <a:pt x="2591479" y="133845"/>
                </a:lnTo>
                <a:lnTo>
                  <a:pt x="2549594" y="133845"/>
                </a:lnTo>
                <a:lnTo>
                  <a:pt x="2549594" y="130362"/>
                </a:lnTo>
                <a:cubicBezTo>
                  <a:pt x="2553798" y="130362"/>
                  <a:pt x="2556622" y="129955"/>
                  <a:pt x="2558065" y="129141"/>
                </a:cubicBezTo>
                <a:cubicBezTo>
                  <a:pt x="2559509" y="128328"/>
                  <a:pt x="2560654" y="126981"/>
                  <a:pt x="2561501" y="125103"/>
                </a:cubicBezTo>
                <a:cubicBezTo>
                  <a:pt x="2562348" y="123224"/>
                  <a:pt x="2562772" y="119624"/>
                  <a:pt x="2562772" y="114302"/>
                </a:cubicBezTo>
                <a:lnTo>
                  <a:pt x="2562772" y="81150"/>
                </a:lnTo>
                <a:cubicBezTo>
                  <a:pt x="2562772" y="71820"/>
                  <a:pt x="2562489" y="65778"/>
                  <a:pt x="2561924" y="63025"/>
                </a:cubicBezTo>
                <a:cubicBezTo>
                  <a:pt x="2561485" y="61021"/>
                  <a:pt x="2560795" y="59628"/>
                  <a:pt x="2559854" y="58845"/>
                </a:cubicBezTo>
                <a:cubicBezTo>
                  <a:pt x="2558912" y="58063"/>
                  <a:pt x="2557626" y="57672"/>
                  <a:pt x="2555995" y="57672"/>
                </a:cubicBezTo>
                <a:cubicBezTo>
                  <a:pt x="2554238" y="57672"/>
                  <a:pt x="2552104" y="58141"/>
                  <a:pt x="2549594" y="59081"/>
                </a:cubicBezTo>
                <a:lnTo>
                  <a:pt x="2548276" y="55698"/>
                </a:lnTo>
                <a:lnTo>
                  <a:pt x="2574255" y="45180"/>
                </a:lnTo>
                <a:lnTo>
                  <a:pt x="2578396" y="45180"/>
                </a:lnTo>
                <a:close/>
                <a:moveTo>
                  <a:pt x="2631892" y="0"/>
                </a:moveTo>
                <a:lnTo>
                  <a:pt x="2631892" y="114279"/>
                </a:lnTo>
                <a:cubicBezTo>
                  <a:pt x="2631892" y="119671"/>
                  <a:pt x="2632284" y="123246"/>
                  <a:pt x="2633068" y="125003"/>
                </a:cubicBezTo>
                <a:cubicBezTo>
                  <a:pt x="2633852" y="126758"/>
                  <a:pt x="2635060" y="128090"/>
                  <a:pt x="2636692" y="129000"/>
                </a:cubicBezTo>
                <a:cubicBezTo>
                  <a:pt x="2638323" y="129908"/>
                  <a:pt x="2641367" y="130362"/>
                  <a:pt x="2645822" y="130362"/>
                </a:cubicBezTo>
                <a:lnTo>
                  <a:pt x="2645822" y="133845"/>
                </a:lnTo>
                <a:lnTo>
                  <a:pt x="2603560" y="133845"/>
                </a:lnTo>
                <a:lnTo>
                  <a:pt x="2603560" y="130362"/>
                </a:lnTo>
                <a:cubicBezTo>
                  <a:pt x="2607513" y="130362"/>
                  <a:pt x="2610212" y="129955"/>
                  <a:pt x="2611655" y="129141"/>
                </a:cubicBezTo>
                <a:cubicBezTo>
                  <a:pt x="2613098" y="128326"/>
                  <a:pt x="2614228" y="126977"/>
                  <a:pt x="2615043" y="125097"/>
                </a:cubicBezTo>
                <a:cubicBezTo>
                  <a:pt x="2615859" y="123214"/>
                  <a:pt x="2616267" y="119608"/>
                  <a:pt x="2616267" y="114279"/>
                </a:cubicBezTo>
                <a:lnTo>
                  <a:pt x="2616267" y="36023"/>
                </a:lnTo>
                <a:cubicBezTo>
                  <a:pt x="2616267" y="26305"/>
                  <a:pt x="2616047" y="20333"/>
                  <a:pt x="2615608" y="18107"/>
                </a:cubicBezTo>
                <a:cubicBezTo>
                  <a:pt x="2615169" y="15880"/>
                  <a:pt x="2614463" y="14359"/>
                  <a:pt x="2613490" y="13545"/>
                </a:cubicBezTo>
                <a:cubicBezTo>
                  <a:pt x="2612518" y="12729"/>
                  <a:pt x="2611278" y="12321"/>
                  <a:pt x="2609772" y="12321"/>
                </a:cubicBezTo>
                <a:cubicBezTo>
                  <a:pt x="2608141" y="12321"/>
                  <a:pt x="2606070" y="12823"/>
                  <a:pt x="2603560" y="13827"/>
                </a:cubicBezTo>
                <a:lnTo>
                  <a:pt x="2601960" y="10533"/>
                </a:lnTo>
                <a:lnTo>
                  <a:pt x="2627656" y="0"/>
                </a:lnTo>
                <a:lnTo>
                  <a:pt x="2631892" y="0"/>
                </a:lnTo>
                <a:close/>
                <a:moveTo>
                  <a:pt x="2650938" y="47627"/>
                </a:moveTo>
                <a:lnTo>
                  <a:pt x="2691129" y="47627"/>
                </a:lnTo>
                <a:lnTo>
                  <a:pt x="2691129" y="51109"/>
                </a:lnTo>
                <a:lnTo>
                  <a:pt x="2689152" y="51109"/>
                </a:lnTo>
                <a:cubicBezTo>
                  <a:pt x="2686328" y="51109"/>
                  <a:pt x="2684210" y="51721"/>
                  <a:pt x="2682799" y="52945"/>
                </a:cubicBezTo>
                <a:cubicBezTo>
                  <a:pt x="2681387" y="54168"/>
                  <a:pt x="2680681" y="55690"/>
                  <a:pt x="2680681" y="57510"/>
                </a:cubicBezTo>
                <a:cubicBezTo>
                  <a:pt x="2680681" y="59957"/>
                  <a:pt x="2681716" y="63346"/>
                  <a:pt x="2683787" y="67675"/>
                </a:cubicBezTo>
                <a:lnTo>
                  <a:pt x="2704777" y="111161"/>
                </a:lnTo>
                <a:lnTo>
                  <a:pt x="2724072" y="63534"/>
                </a:lnTo>
                <a:cubicBezTo>
                  <a:pt x="2725139" y="60961"/>
                  <a:pt x="2725672" y="58420"/>
                  <a:pt x="2725672" y="55910"/>
                </a:cubicBezTo>
                <a:cubicBezTo>
                  <a:pt x="2725672" y="54780"/>
                  <a:pt x="2725453" y="53933"/>
                  <a:pt x="2725013" y="53368"/>
                </a:cubicBezTo>
                <a:cubicBezTo>
                  <a:pt x="2724511" y="52678"/>
                  <a:pt x="2723727" y="52129"/>
                  <a:pt x="2722660" y="51721"/>
                </a:cubicBezTo>
                <a:cubicBezTo>
                  <a:pt x="2721593" y="51313"/>
                  <a:pt x="2719711" y="51109"/>
                  <a:pt x="2717013" y="51109"/>
                </a:cubicBezTo>
                <a:lnTo>
                  <a:pt x="2717013" y="47627"/>
                </a:lnTo>
                <a:lnTo>
                  <a:pt x="2745062" y="47627"/>
                </a:lnTo>
                <a:lnTo>
                  <a:pt x="2745062" y="51109"/>
                </a:lnTo>
                <a:cubicBezTo>
                  <a:pt x="2742740" y="51360"/>
                  <a:pt x="2740952" y="51862"/>
                  <a:pt x="2739697" y="52615"/>
                </a:cubicBezTo>
                <a:cubicBezTo>
                  <a:pt x="2738442" y="53368"/>
                  <a:pt x="2737061" y="54780"/>
                  <a:pt x="2735555" y="56851"/>
                </a:cubicBezTo>
                <a:cubicBezTo>
                  <a:pt x="2734990" y="57730"/>
                  <a:pt x="2733924" y="60145"/>
                  <a:pt x="2732355" y="64099"/>
                </a:cubicBezTo>
                <a:lnTo>
                  <a:pt x="2697247" y="150128"/>
                </a:lnTo>
                <a:cubicBezTo>
                  <a:pt x="2693858" y="158474"/>
                  <a:pt x="2689419" y="164780"/>
                  <a:pt x="2683928" y="169047"/>
                </a:cubicBezTo>
                <a:cubicBezTo>
                  <a:pt x="2678437" y="173314"/>
                  <a:pt x="2673151" y="175448"/>
                  <a:pt x="2668068" y="175448"/>
                </a:cubicBezTo>
                <a:cubicBezTo>
                  <a:pt x="2664366" y="175448"/>
                  <a:pt x="2661323" y="174394"/>
                  <a:pt x="2658938" y="172286"/>
                </a:cubicBezTo>
                <a:cubicBezTo>
                  <a:pt x="2656554" y="170178"/>
                  <a:pt x="2655361" y="167760"/>
                  <a:pt x="2655361" y="165032"/>
                </a:cubicBezTo>
                <a:cubicBezTo>
                  <a:pt x="2655361" y="162428"/>
                  <a:pt x="2656224" y="160328"/>
                  <a:pt x="2657950" y="158732"/>
                </a:cubicBezTo>
                <a:cubicBezTo>
                  <a:pt x="2659675" y="157137"/>
                  <a:pt x="2662044" y="156340"/>
                  <a:pt x="2665056" y="156340"/>
                </a:cubicBezTo>
                <a:cubicBezTo>
                  <a:pt x="2667127" y="156340"/>
                  <a:pt x="2669951" y="157031"/>
                  <a:pt x="2673527" y="158411"/>
                </a:cubicBezTo>
                <a:cubicBezTo>
                  <a:pt x="2676037" y="159352"/>
                  <a:pt x="2677606" y="159823"/>
                  <a:pt x="2678234" y="159823"/>
                </a:cubicBezTo>
                <a:cubicBezTo>
                  <a:pt x="2680116" y="159823"/>
                  <a:pt x="2682171" y="158843"/>
                  <a:pt x="2684399" y="156884"/>
                </a:cubicBezTo>
                <a:cubicBezTo>
                  <a:pt x="2686626" y="154927"/>
                  <a:pt x="2688870" y="151139"/>
                  <a:pt x="2691129" y="145519"/>
                </a:cubicBezTo>
                <a:lnTo>
                  <a:pt x="2697247" y="130456"/>
                </a:lnTo>
                <a:lnTo>
                  <a:pt x="2666280" y="65416"/>
                </a:lnTo>
                <a:cubicBezTo>
                  <a:pt x="2665339" y="63471"/>
                  <a:pt x="2663833" y="61055"/>
                  <a:pt x="2661762" y="58169"/>
                </a:cubicBezTo>
                <a:cubicBezTo>
                  <a:pt x="2660193" y="55973"/>
                  <a:pt x="2658907" y="54498"/>
                  <a:pt x="2657903" y="53745"/>
                </a:cubicBezTo>
                <a:cubicBezTo>
                  <a:pt x="2656459" y="52741"/>
                  <a:pt x="2654138" y="51862"/>
                  <a:pt x="2650938" y="51109"/>
                </a:cubicBezTo>
                <a:lnTo>
                  <a:pt x="2650938" y="476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workf">
            <a:extLst xmlns:a="http://schemas.openxmlformats.org/drawingml/2006/main">
              <a:ext uri="{FF2B5EF4-FFF2-40B4-BE49-F238E27FC236}">
                <a16:creationId xmlns:a16="http://schemas.microsoft.com/office/drawing/2014/main" id="{ACED28C6-3F83-4512-B2AE-44AFBBD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20" y="2650857"/>
            <a:ext cx="478682" cy="136480"/>
          </a:xfrm>
          <a:custGeom xmlns:a="http://schemas.openxmlformats.org/drawingml/2006/main">
            <a:pathLst>
              <a:path w="478682" h="136480">
                <a:moveTo>
                  <a:pt x="0" y="47627"/>
                </a:moveTo>
                <a:lnTo>
                  <a:pt x="36144" y="47627"/>
                </a:lnTo>
                <a:lnTo>
                  <a:pt x="36144" y="51109"/>
                </a:lnTo>
                <a:cubicBezTo>
                  <a:pt x="32818" y="51360"/>
                  <a:pt x="30637" y="51957"/>
                  <a:pt x="29602" y="52898"/>
                </a:cubicBezTo>
                <a:cubicBezTo>
                  <a:pt x="28567" y="53839"/>
                  <a:pt x="28049" y="55188"/>
                  <a:pt x="28049" y="56945"/>
                </a:cubicBezTo>
                <a:cubicBezTo>
                  <a:pt x="28049" y="58890"/>
                  <a:pt x="28582" y="61243"/>
                  <a:pt x="29649" y="64004"/>
                </a:cubicBezTo>
                <a:lnTo>
                  <a:pt x="48097" y="113608"/>
                </a:lnTo>
                <a:lnTo>
                  <a:pt x="66640" y="73229"/>
                </a:lnTo>
                <a:lnTo>
                  <a:pt x="61745" y="60522"/>
                </a:lnTo>
                <a:cubicBezTo>
                  <a:pt x="60239" y="56757"/>
                  <a:pt x="58263" y="54153"/>
                  <a:pt x="55816" y="52710"/>
                </a:cubicBezTo>
                <a:cubicBezTo>
                  <a:pt x="54435" y="51831"/>
                  <a:pt x="51862" y="51298"/>
                  <a:pt x="48097" y="51109"/>
                </a:cubicBezTo>
                <a:lnTo>
                  <a:pt x="48097" y="47627"/>
                </a:lnTo>
                <a:lnTo>
                  <a:pt x="89136" y="47627"/>
                </a:lnTo>
                <a:lnTo>
                  <a:pt x="89136" y="51109"/>
                </a:lnTo>
                <a:cubicBezTo>
                  <a:pt x="84618" y="51298"/>
                  <a:pt x="81417" y="52113"/>
                  <a:pt x="79535" y="53557"/>
                </a:cubicBezTo>
                <a:cubicBezTo>
                  <a:pt x="78280" y="54561"/>
                  <a:pt x="77652" y="56161"/>
                  <a:pt x="77652" y="58357"/>
                </a:cubicBezTo>
                <a:cubicBezTo>
                  <a:pt x="77652" y="59612"/>
                  <a:pt x="77903" y="60898"/>
                  <a:pt x="78405" y="62216"/>
                </a:cubicBezTo>
                <a:lnTo>
                  <a:pt x="97983" y="111725"/>
                </a:lnTo>
                <a:lnTo>
                  <a:pt x="116149" y="64004"/>
                </a:lnTo>
                <a:cubicBezTo>
                  <a:pt x="117404" y="60616"/>
                  <a:pt x="118032" y="57918"/>
                  <a:pt x="118032" y="55910"/>
                </a:cubicBezTo>
                <a:cubicBezTo>
                  <a:pt x="118032" y="54718"/>
                  <a:pt x="117420" y="53651"/>
                  <a:pt x="116196" y="52710"/>
                </a:cubicBezTo>
                <a:cubicBezTo>
                  <a:pt x="114973" y="51768"/>
                  <a:pt x="112573" y="51235"/>
                  <a:pt x="108996" y="51109"/>
                </a:cubicBezTo>
                <a:lnTo>
                  <a:pt x="108996" y="47627"/>
                </a:lnTo>
                <a:lnTo>
                  <a:pt x="136198" y="47627"/>
                </a:lnTo>
                <a:lnTo>
                  <a:pt x="136198" y="51109"/>
                </a:lnTo>
                <a:cubicBezTo>
                  <a:pt x="130739" y="51925"/>
                  <a:pt x="126723" y="55627"/>
                  <a:pt x="124150" y="62216"/>
                </a:cubicBezTo>
                <a:lnTo>
                  <a:pt x="95348" y="136480"/>
                </a:lnTo>
                <a:lnTo>
                  <a:pt x="91489" y="136480"/>
                </a:lnTo>
                <a:lnTo>
                  <a:pt x="69934" y="81417"/>
                </a:lnTo>
                <a:lnTo>
                  <a:pt x="44803" y="136480"/>
                </a:lnTo>
                <a:lnTo>
                  <a:pt x="41321" y="136480"/>
                </a:lnTo>
                <a:lnTo>
                  <a:pt x="13648" y="64004"/>
                </a:lnTo>
                <a:cubicBezTo>
                  <a:pt x="11828" y="59424"/>
                  <a:pt x="10040" y="56333"/>
                  <a:pt x="8283" y="54733"/>
                </a:cubicBezTo>
                <a:cubicBezTo>
                  <a:pt x="6526" y="53133"/>
                  <a:pt x="3765" y="51925"/>
                  <a:pt x="0" y="51109"/>
                </a:cubicBezTo>
                <a:lnTo>
                  <a:pt x="0" y="47627"/>
                </a:lnTo>
                <a:close/>
                <a:moveTo>
                  <a:pt x="186146" y="45180"/>
                </a:moveTo>
                <a:cubicBezTo>
                  <a:pt x="199198" y="45180"/>
                  <a:pt x="209677" y="50132"/>
                  <a:pt x="217583" y="60037"/>
                </a:cubicBezTo>
                <a:cubicBezTo>
                  <a:pt x="224297" y="68498"/>
                  <a:pt x="227654" y="78214"/>
                  <a:pt x="227654" y="89186"/>
                </a:cubicBezTo>
                <a:cubicBezTo>
                  <a:pt x="227654" y="96896"/>
                  <a:pt x="225803" y="104700"/>
                  <a:pt x="222101" y="112599"/>
                </a:cubicBezTo>
                <a:cubicBezTo>
                  <a:pt x="218399" y="120496"/>
                  <a:pt x="213300" y="126450"/>
                  <a:pt x="206806" y="130462"/>
                </a:cubicBezTo>
                <a:cubicBezTo>
                  <a:pt x="200311" y="134474"/>
                  <a:pt x="193079" y="136480"/>
                  <a:pt x="185110" y="136480"/>
                </a:cubicBezTo>
                <a:cubicBezTo>
                  <a:pt x="172121" y="136480"/>
                  <a:pt x="161799" y="131308"/>
                  <a:pt x="154143" y="120964"/>
                </a:cubicBezTo>
                <a:cubicBezTo>
                  <a:pt x="147680" y="112252"/>
                  <a:pt x="144449" y="102474"/>
                  <a:pt x="144449" y="91630"/>
                </a:cubicBezTo>
                <a:cubicBezTo>
                  <a:pt x="144449" y="83731"/>
                  <a:pt x="146410" y="75880"/>
                  <a:pt x="150331" y="68075"/>
                </a:cubicBezTo>
                <a:cubicBezTo>
                  <a:pt x="154253" y="60271"/>
                  <a:pt x="159414" y="54504"/>
                  <a:pt x="165815" y="50774"/>
                </a:cubicBezTo>
                <a:cubicBezTo>
                  <a:pt x="172215" y="47044"/>
                  <a:pt x="178992" y="45180"/>
                  <a:pt x="186146" y="45180"/>
                </a:cubicBezTo>
                <a:moveTo>
                  <a:pt x="183228" y="51392"/>
                </a:moveTo>
                <a:cubicBezTo>
                  <a:pt x="179902" y="51392"/>
                  <a:pt x="176561" y="52379"/>
                  <a:pt x="173204" y="54354"/>
                </a:cubicBezTo>
                <a:cubicBezTo>
                  <a:pt x="169846" y="56328"/>
                  <a:pt x="167133" y="59791"/>
                  <a:pt x="165062" y="64743"/>
                </a:cubicBezTo>
                <a:cubicBezTo>
                  <a:pt x="162991" y="69694"/>
                  <a:pt x="161956" y="76055"/>
                  <a:pt x="161956" y="83826"/>
                </a:cubicBezTo>
                <a:cubicBezTo>
                  <a:pt x="161956" y="96361"/>
                  <a:pt x="164450" y="107172"/>
                  <a:pt x="169439" y="116261"/>
                </a:cubicBezTo>
                <a:cubicBezTo>
                  <a:pt x="174427" y="125348"/>
                  <a:pt x="181000" y="129891"/>
                  <a:pt x="189158" y="129891"/>
                </a:cubicBezTo>
                <a:cubicBezTo>
                  <a:pt x="195244" y="129891"/>
                  <a:pt x="200264" y="127384"/>
                  <a:pt x="204217" y="122370"/>
                </a:cubicBezTo>
                <a:cubicBezTo>
                  <a:pt x="208171" y="117356"/>
                  <a:pt x="210147" y="108739"/>
                  <a:pt x="210147" y="96518"/>
                </a:cubicBezTo>
                <a:cubicBezTo>
                  <a:pt x="210147" y="81225"/>
                  <a:pt x="206853" y="69191"/>
                  <a:pt x="200264" y="60416"/>
                </a:cubicBezTo>
                <a:cubicBezTo>
                  <a:pt x="195809" y="54400"/>
                  <a:pt x="190130" y="51392"/>
                  <a:pt x="183228" y="51392"/>
                </a:cubicBezTo>
                <a:close/>
                <a:moveTo>
                  <a:pt x="265586" y="45180"/>
                </a:moveTo>
                <a:lnTo>
                  <a:pt x="265586" y="64569"/>
                </a:lnTo>
                <a:cubicBezTo>
                  <a:pt x="272803" y="51643"/>
                  <a:pt x="280207" y="45180"/>
                  <a:pt x="287800" y="45180"/>
                </a:cubicBezTo>
                <a:cubicBezTo>
                  <a:pt x="291251" y="45180"/>
                  <a:pt x="294106" y="46231"/>
                  <a:pt x="296365" y="48333"/>
                </a:cubicBezTo>
                <a:cubicBezTo>
                  <a:pt x="298624" y="50435"/>
                  <a:pt x="299754" y="52866"/>
                  <a:pt x="299754" y="55627"/>
                </a:cubicBezTo>
                <a:cubicBezTo>
                  <a:pt x="299754" y="58075"/>
                  <a:pt x="298938" y="60145"/>
                  <a:pt x="297306" y="61840"/>
                </a:cubicBezTo>
                <a:cubicBezTo>
                  <a:pt x="295675" y="63534"/>
                  <a:pt x="293730" y="64381"/>
                  <a:pt x="291471" y="64381"/>
                </a:cubicBezTo>
                <a:cubicBezTo>
                  <a:pt x="289274" y="64381"/>
                  <a:pt x="286811" y="63299"/>
                  <a:pt x="284082" y="61134"/>
                </a:cubicBezTo>
                <a:cubicBezTo>
                  <a:pt x="281352" y="58969"/>
                  <a:pt x="279329" y="57886"/>
                  <a:pt x="278011" y="57886"/>
                </a:cubicBezTo>
                <a:cubicBezTo>
                  <a:pt x="276881" y="57886"/>
                  <a:pt x="275658" y="58512"/>
                  <a:pt x="274340" y="59763"/>
                </a:cubicBezTo>
                <a:cubicBezTo>
                  <a:pt x="271516" y="62330"/>
                  <a:pt x="268598" y="66555"/>
                  <a:pt x="265586" y="72437"/>
                </a:cubicBezTo>
                <a:lnTo>
                  <a:pt x="265586" y="113652"/>
                </a:lnTo>
                <a:cubicBezTo>
                  <a:pt x="265586" y="118407"/>
                  <a:pt x="266183" y="122006"/>
                  <a:pt x="267375" y="124447"/>
                </a:cubicBezTo>
                <a:cubicBezTo>
                  <a:pt x="268191" y="126137"/>
                  <a:pt x="269634" y="127546"/>
                  <a:pt x="271705" y="128674"/>
                </a:cubicBezTo>
                <a:cubicBezTo>
                  <a:pt x="273775" y="129799"/>
                  <a:pt x="276756" y="130362"/>
                  <a:pt x="280646" y="130362"/>
                </a:cubicBezTo>
                <a:lnTo>
                  <a:pt x="280646" y="133845"/>
                </a:lnTo>
                <a:lnTo>
                  <a:pt x="236502" y="133845"/>
                </a:lnTo>
                <a:lnTo>
                  <a:pt x="236502" y="130362"/>
                </a:lnTo>
                <a:cubicBezTo>
                  <a:pt x="240895" y="130362"/>
                  <a:pt x="244158" y="129674"/>
                  <a:pt x="246291" y="128297"/>
                </a:cubicBezTo>
                <a:cubicBezTo>
                  <a:pt x="247860" y="127295"/>
                  <a:pt x="248958" y="125698"/>
                  <a:pt x="249585" y="123506"/>
                </a:cubicBezTo>
                <a:cubicBezTo>
                  <a:pt x="249899" y="122441"/>
                  <a:pt x="250056" y="119404"/>
                  <a:pt x="250056" y="114396"/>
                </a:cubicBezTo>
                <a:lnTo>
                  <a:pt x="250056" y="81056"/>
                </a:lnTo>
                <a:cubicBezTo>
                  <a:pt x="250056" y="71037"/>
                  <a:pt x="249852" y="65074"/>
                  <a:pt x="249444" y="63166"/>
                </a:cubicBezTo>
                <a:cubicBezTo>
                  <a:pt x="249036" y="61256"/>
                  <a:pt x="248283" y="59863"/>
                  <a:pt x="247185" y="58986"/>
                </a:cubicBezTo>
                <a:cubicBezTo>
                  <a:pt x="246087" y="58110"/>
                  <a:pt x="244722" y="57672"/>
                  <a:pt x="243091" y="57672"/>
                </a:cubicBezTo>
                <a:cubicBezTo>
                  <a:pt x="241146" y="57672"/>
                  <a:pt x="238949" y="58141"/>
                  <a:pt x="236502" y="59081"/>
                </a:cubicBezTo>
                <a:lnTo>
                  <a:pt x="235561" y="55698"/>
                </a:lnTo>
                <a:lnTo>
                  <a:pt x="261633" y="45180"/>
                </a:lnTo>
                <a:lnTo>
                  <a:pt x="265586" y="45180"/>
                </a:lnTo>
                <a:close/>
                <a:moveTo>
                  <a:pt x="330061" y="0"/>
                </a:moveTo>
                <a:lnTo>
                  <a:pt x="330061" y="85747"/>
                </a:lnTo>
                <a:lnTo>
                  <a:pt x="351992" y="65793"/>
                </a:lnTo>
                <a:cubicBezTo>
                  <a:pt x="356635" y="61526"/>
                  <a:pt x="359333" y="58828"/>
                  <a:pt x="360086" y="57698"/>
                </a:cubicBezTo>
                <a:cubicBezTo>
                  <a:pt x="360588" y="56945"/>
                  <a:pt x="360839" y="56192"/>
                  <a:pt x="360839" y="55439"/>
                </a:cubicBezTo>
                <a:cubicBezTo>
                  <a:pt x="360839" y="54184"/>
                  <a:pt x="360322" y="53102"/>
                  <a:pt x="359286" y="52192"/>
                </a:cubicBezTo>
                <a:cubicBezTo>
                  <a:pt x="358251" y="51282"/>
                  <a:pt x="356541" y="50764"/>
                  <a:pt x="354156" y="50639"/>
                </a:cubicBezTo>
                <a:lnTo>
                  <a:pt x="354156" y="47627"/>
                </a:lnTo>
                <a:lnTo>
                  <a:pt x="391618" y="47627"/>
                </a:lnTo>
                <a:lnTo>
                  <a:pt x="391618" y="50639"/>
                </a:lnTo>
                <a:cubicBezTo>
                  <a:pt x="386472" y="50764"/>
                  <a:pt x="382190" y="51549"/>
                  <a:pt x="378770" y="52992"/>
                </a:cubicBezTo>
                <a:cubicBezTo>
                  <a:pt x="375350" y="54435"/>
                  <a:pt x="371601" y="57008"/>
                  <a:pt x="367522" y="60710"/>
                </a:cubicBezTo>
                <a:lnTo>
                  <a:pt x="345403" y="81135"/>
                </a:lnTo>
                <a:lnTo>
                  <a:pt x="367522" y="109037"/>
                </a:lnTo>
                <a:cubicBezTo>
                  <a:pt x="373671" y="116739"/>
                  <a:pt x="377813" y="121624"/>
                  <a:pt x="379946" y="123691"/>
                </a:cubicBezTo>
                <a:cubicBezTo>
                  <a:pt x="382958" y="126634"/>
                  <a:pt x="385594" y="128545"/>
                  <a:pt x="387853" y="129424"/>
                </a:cubicBezTo>
                <a:cubicBezTo>
                  <a:pt x="389422" y="130049"/>
                  <a:pt x="392151" y="130362"/>
                  <a:pt x="396042" y="130362"/>
                </a:cubicBezTo>
                <a:lnTo>
                  <a:pt x="396042" y="133845"/>
                </a:lnTo>
                <a:lnTo>
                  <a:pt x="354156" y="133845"/>
                </a:lnTo>
                <a:lnTo>
                  <a:pt x="354156" y="130362"/>
                </a:lnTo>
                <a:cubicBezTo>
                  <a:pt x="356541" y="130299"/>
                  <a:pt x="358157" y="129939"/>
                  <a:pt x="359004" y="129283"/>
                </a:cubicBezTo>
                <a:cubicBezTo>
                  <a:pt x="359851" y="128624"/>
                  <a:pt x="360274" y="127700"/>
                  <a:pt x="360274" y="126512"/>
                </a:cubicBezTo>
                <a:cubicBezTo>
                  <a:pt x="360274" y="125070"/>
                  <a:pt x="359019" y="122754"/>
                  <a:pt x="356509" y="119561"/>
                </a:cubicBezTo>
                <a:lnTo>
                  <a:pt x="330061" y="85841"/>
                </a:lnTo>
                <a:lnTo>
                  <a:pt x="330061" y="114393"/>
                </a:lnTo>
                <a:cubicBezTo>
                  <a:pt x="330061" y="119966"/>
                  <a:pt x="330453" y="123630"/>
                  <a:pt x="331237" y="125385"/>
                </a:cubicBezTo>
                <a:cubicBezTo>
                  <a:pt x="332022" y="127138"/>
                  <a:pt x="333135" y="128390"/>
                  <a:pt x="334579" y="129141"/>
                </a:cubicBezTo>
                <a:cubicBezTo>
                  <a:pt x="336022" y="129892"/>
                  <a:pt x="339159" y="130299"/>
                  <a:pt x="343991" y="130362"/>
                </a:cubicBezTo>
                <a:lnTo>
                  <a:pt x="343991" y="133845"/>
                </a:lnTo>
                <a:lnTo>
                  <a:pt x="300129" y="133845"/>
                </a:lnTo>
                <a:lnTo>
                  <a:pt x="300129" y="130362"/>
                </a:lnTo>
                <a:cubicBezTo>
                  <a:pt x="304522" y="130362"/>
                  <a:pt x="307816" y="129829"/>
                  <a:pt x="310012" y="128762"/>
                </a:cubicBezTo>
                <a:cubicBezTo>
                  <a:pt x="311330" y="128074"/>
                  <a:pt x="312334" y="127008"/>
                  <a:pt x="313024" y="125565"/>
                </a:cubicBezTo>
                <a:cubicBezTo>
                  <a:pt x="313965" y="123496"/>
                  <a:pt x="314436" y="119922"/>
                  <a:pt x="314436" y="114843"/>
                </a:cubicBezTo>
                <a:lnTo>
                  <a:pt x="314436" y="36400"/>
                </a:lnTo>
                <a:cubicBezTo>
                  <a:pt x="314436" y="26430"/>
                  <a:pt x="314216" y="20333"/>
                  <a:pt x="313777" y="18107"/>
                </a:cubicBezTo>
                <a:cubicBezTo>
                  <a:pt x="313338" y="15880"/>
                  <a:pt x="312616" y="14343"/>
                  <a:pt x="311612" y="13498"/>
                </a:cubicBezTo>
                <a:cubicBezTo>
                  <a:pt x="310608" y="12651"/>
                  <a:pt x="309291" y="12227"/>
                  <a:pt x="307659" y="12227"/>
                </a:cubicBezTo>
                <a:cubicBezTo>
                  <a:pt x="306341" y="12227"/>
                  <a:pt x="304365" y="12761"/>
                  <a:pt x="301729" y="13827"/>
                </a:cubicBezTo>
                <a:lnTo>
                  <a:pt x="300129" y="10533"/>
                </a:lnTo>
                <a:lnTo>
                  <a:pt x="325731" y="0"/>
                </a:lnTo>
                <a:lnTo>
                  <a:pt x="330061" y="0"/>
                </a:lnTo>
                <a:close/>
                <a:moveTo>
                  <a:pt x="434632" y="54216"/>
                </a:moveTo>
                <a:lnTo>
                  <a:pt x="434632" y="110949"/>
                </a:lnTo>
                <a:cubicBezTo>
                  <a:pt x="434632" y="118991"/>
                  <a:pt x="435511" y="124079"/>
                  <a:pt x="437268" y="126215"/>
                </a:cubicBezTo>
                <a:cubicBezTo>
                  <a:pt x="439590" y="128980"/>
                  <a:pt x="442696" y="130362"/>
                  <a:pt x="446586" y="130362"/>
                </a:cubicBezTo>
                <a:lnTo>
                  <a:pt x="454398" y="130362"/>
                </a:lnTo>
                <a:lnTo>
                  <a:pt x="454398" y="133845"/>
                </a:lnTo>
                <a:lnTo>
                  <a:pt x="402912" y="133845"/>
                </a:lnTo>
                <a:lnTo>
                  <a:pt x="402912" y="130362"/>
                </a:lnTo>
                <a:lnTo>
                  <a:pt x="406772" y="130362"/>
                </a:lnTo>
                <a:cubicBezTo>
                  <a:pt x="409282" y="130362"/>
                  <a:pt x="411572" y="129734"/>
                  <a:pt x="413643" y="128477"/>
                </a:cubicBezTo>
                <a:cubicBezTo>
                  <a:pt x="415713" y="127220"/>
                  <a:pt x="417141" y="125523"/>
                  <a:pt x="417925" y="123388"/>
                </a:cubicBezTo>
                <a:cubicBezTo>
                  <a:pt x="418710" y="121253"/>
                  <a:pt x="419102" y="117106"/>
                  <a:pt x="419102" y="110949"/>
                </a:cubicBezTo>
                <a:lnTo>
                  <a:pt x="419102" y="54216"/>
                </a:lnTo>
                <a:lnTo>
                  <a:pt x="402348" y="54216"/>
                </a:lnTo>
                <a:lnTo>
                  <a:pt x="402348" y="47627"/>
                </a:lnTo>
                <a:lnTo>
                  <a:pt x="419102" y="47627"/>
                </a:lnTo>
                <a:lnTo>
                  <a:pt x="419102" y="41956"/>
                </a:lnTo>
                <a:cubicBezTo>
                  <a:pt x="419102" y="33326"/>
                  <a:pt x="420482" y="26018"/>
                  <a:pt x="423243" y="20034"/>
                </a:cubicBezTo>
                <a:cubicBezTo>
                  <a:pt x="426004" y="14049"/>
                  <a:pt x="430224" y="9214"/>
                  <a:pt x="435903" y="5530"/>
                </a:cubicBezTo>
                <a:cubicBezTo>
                  <a:pt x="441582" y="1843"/>
                  <a:pt x="447967" y="0"/>
                  <a:pt x="455057" y="0"/>
                </a:cubicBezTo>
                <a:cubicBezTo>
                  <a:pt x="461646" y="0"/>
                  <a:pt x="467701" y="2133"/>
                  <a:pt x="473223" y="6400"/>
                </a:cubicBezTo>
                <a:cubicBezTo>
                  <a:pt x="476863" y="9224"/>
                  <a:pt x="478682" y="12393"/>
                  <a:pt x="478682" y="15907"/>
                </a:cubicBezTo>
                <a:cubicBezTo>
                  <a:pt x="478682" y="17789"/>
                  <a:pt x="477867" y="19562"/>
                  <a:pt x="476235" y="21225"/>
                </a:cubicBezTo>
                <a:cubicBezTo>
                  <a:pt x="474604" y="22888"/>
                  <a:pt x="472847" y="23719"/>
                  <a:pt x="470964" y="23719"/>
                </a:cubicBezTo>
                <a:cubicBezTo>
                  <a:pt x="469521" y="23719"/>
                  <a:pt x="467999" y="23196"/>
                  <a:pt x="466399" y="22149"/>
                </a:cubicBezTo>
                <a:cubicBezTo>
                  <a:pt x="464799" y="21101"/>
                  <a:pt x="462838" y="18849"/>
                  <a:pt x="460516" y="15392"/>
                </a:cubicBezTo>
                <a:cubicBezTo>
                  <a:pt x="458195" y="11935"/>
                  <a:pt x="456061" y="9604"/>
                  <a:pt x="454116" y="8398"/>
                </a:cubicBezTo>
                <a:cubicBezTo>
                  <a:pt x="452171" y="7192"/>
                  <a:pt x="450006" y="6589"/>
                  <a:pt x="447621" y="6589"/>
                </a:cubicBezTo>
                <a:cubicBezTo>
                  <a:pt x="444735" y="6589"/>
                  <a:pt x="442288" y="7365"/>
                  <a:pt x="440280" y="8918"/>
                </a:cubicBezTo>
                <a:cubicBezTo>
                  <a:pt x="438272" y="10469"/>
                  <a:pt x="436829" y="12875"/>
                  <a:pt x="435950" y="16136"/>
                </a:cubicBezTo>
                <a:cubicBezTo>
                  <a:pt x="435072" y="19397"/>
                  <a:pt x="434632" y="27804"/>
                  <a:pt x="434632" y="41356"/>
                </a:cubicBezTo>
                <a:lnTo>
                  <a:pt x="434632" y="47627"/>
                </a:lnTo>
                <a:lnTo>
                  <a:pt x="456846" y="47627"/>
                </a:lnTo>
                <a:lnTo>
                  <a:pt x="456846" y="54216"/>
                </a:lnTo>
                <a:lnTo>
                  <a:pt x="434632" y="54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lows.">
            <a:extLst xmlns:a="http://schemas.openxmlformats.org/drawingml/2006/main">
              <a:ext uri="{FF2B5EF4-FFF2-40B4-BE49-F238E27FC236}">
                <a16:creationId xmlns:a16="http://schemas.microsoft.com/office/drawing/2014/main" id="{F8546247-0AD8-42BA-8BF5-B0972D7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864" y="2650857"/>
            <a:ext cx="392938" cy="136480"/>
          </a:xfrm>
          <a:custGeom xmlns:a="http://schemas.openxmlformats.org/drawingml/2006/main">
            <a:pathLst>
              <a:path w="392938" h="136480">
                <a:moveTo>
                  <a:pt x="29931" y="0"/>
                </a:moveTo>
                <a:lnTo>
                  <a:pt x="29931" y="114279"/>
                </a:lnTo>
                <a:cubicBezTo>
                  <a:pt x="29931" y="119671"/>
                  <a:pt x="30324" y="123246"/>
                  <a:pt x="31108" y="125003"/>
                </a:cubicBezTo>
                <a:cubicBezTo>
                  <a:pt x="31892" y="126758"/>
                  <a:pt x="33100" y="128090"/>
                  <a:pt x="34732" y="129000"/>
                </a:cubicBezTo>
                <a:cubicBezTo>
                  <a:pt x="36363" y="129908"/>
                  <a:pt x="39407" y="130362"/>
                  <a:pt x="43862" y="130362"/>
                </a:cubicBezTo>
                <a:lnTo>
                  <a:pt x="43862" y="133845"/>
                </a:lnTo>
                <a:lnTo>
                  <a:pt x="1600" y="133845"/>
                </a:lnTo>
                <a:lnTo>
                  <a:pt x="1600" y="130362"/>
                </a:lnTo>
                <a:cubicBezTo>
                  <a:pt x="5553" y="130362"/>
                  <a:pt x="8252" y="129955"/>
                  <a:pt x="9695" y="129141"/>
                </a:cubicBezTo>
                <a:cubicBezTo>
                  <a:pt x="11138" y="128326"/>
                  <a:pt x="12268" y="126977"/>
                  <a:pt x="13083" y="125097"/>
                </a:cubicBezTo>
                <a:cubicBezTo>
                  <a:pt x="13899" y="123214"/>
                  <a:pt x="14307" y="119608"/>
                  <a:pt x="14307" y="114279"/>
                </a:cubicBezTo>
                <a:lnTo>
                  <a:pt x="14307" y="36023"/>
                </a:lnTo>
                <a:cubicBezTo>
                  <a:pt x="14307" y="26305"/>
                  <a:pt x="14087" y="20333"/>
                  <a:pt x="13648" y="18107"/>
                </a:cubicBezTo>
                <a:cubicBezTo>
                  <a:pt x="13209" y="15880"/>
                  <a:pt x="12503" y="14359"/>
                  <a:pt x="11530" y="13545"/>
                </a:cubicBezTo>
                <a:cubicBezTo>
                  <a:pt x="10558" y="12729"/>
                  <a:pt x="9318" y="12321"/>
                  <a:pt x="7812" y="12321"/>
                </a:cubicBezTo>
                <a:cubicBezTo>
                  <a:pt x="6181" y="12321"/>
                  <a:pt x="4110" y="12823"/>
                  <a:pt x="1600" y="13827"/>
                </a:cubicBezTo>
                <a:lnTo>
                  <a:pt x="0" y="10533"/>
                </a:lnTo>
                <a:lnTo>
                  <a:pt x="25696" y="0"/>
                </a:lnTo>
                <a:lnTo>
                  <a:pt x="29931" y="0"/>
                </a:lnTo>
                <a:close/>
                <a:moveTo>
                  <a:pt x="96040" y="45180"/>
                </a:moveTo>
                <a:cubicBezTo>
                  <a:pt x="109091" y="45180"/>
                  <a:pt x="119571" y="50132"/>
                  <a:pt x="127477" y="60037"/>
                </a:cubicBezTo>
                <a:cubicBezTo>
                  <a:pt x="134191" y="68498"/>
                  <a:pt x="137548" y="78214"/>
                  <a:pt x="137548" y="89186"/>
                </a:cubicBezTo>
                <a:cubicBezTo>
                  <a:pt x="137548" y="96896"/>
                  <a:pt x="135697" y="104700"/>
                  <a:pt x="131995" y="112599"/>
                </a:cubicBezTo>
                <a:cubicBezTo>
                  <a:pt x="128293" y="120496"/>
                  <a:pt x="123194" y="126450"/>
                  <a:pt x="116700" y="130462"/>
                </a:cubicBezTo>
                <a:cubicBezTo>
                  <a:pt x="110205" y="134474"/>
                  <a:pt x="102973" y="136480"/>
                  <a:pt x="95004" y="136480"/>
                </a:cubicBezTo>
                <a:cubicBezTo>
                  <a:pt x="82015" y="136480"/>
                  <a:pt x="71693" y="131308"/>
                  <a:pt x="64037" y="120964"/>
                </a:cubicBezTo>
                <a:cubicBezTo>
                  <a:pt x="57574" y="112252"/>
                  <a:pt x="54343" y="102474"/>
                  <a:pt x="54343" y="91630"/>
                </a:cubicBezTo>
                <a:cubicBezTo>
                  <a:pt x="54343" y="83731"/>
                  <a:pt x="56303" y="75880"/>
                  <a:pt x="60225" y="68075"/>
                </a:cubicBezTo>
                <a:cubicBezTo>
                  <a:pt x="64147" y="60271"/>
                  <a:pt x="69308" y="54504"/>
                  <a:pt x="75709" y="50774"/>
                </a:cubicBezTo>
                <a:cubicBezTo>
                  <a:pt x="82109" y="47044"/>
                  <a:pt x="88886" y="45180"/>
                  <a:pt x="96040" y="45180"/>
                </a:cubicBezTo>
                <a:moveTo>
                  <a:pt x="93122" y="51392"/>
                </a:moveTo>
                <a:cubicBezTo>
                  <a:pt x="89796" y="51392"/>
                  <a:pt x="86455" y="52379"/>
                  <a:pt x="83097" y="54354"/>
                </a:cubicBezTo>
                <a:cubicBezTo>
                  <a:pt x="79740" y="56328"/>
                  <a:pt x="77026" y="59791"/>
                  <a:pt x="74956" y="64743"/>
                </a:cubicBezTo>
                <a:cubicBezTo>
                  <a:pt x="72885" y="69694"/>
                  <a:pt x="71850" y="76055"/>
                  <a:pt x="71850" y="83826"/>
                </a:cubicBezTo>
                <a:cubicBezTo>
                  <a:pt x="71850" y="96361"/>
                  <a:pt x="74344" y="107172"/>
                  <a:pt x="79333" y="116261"/>
                </a:cubicBezTo>
                <a:cubicBezTo>
                  <a:pt x="84321" y="125348"/>
                  <a:pt x="90894" y="129891"/>
                  <a:pt x="99052" y="129891"/>
                </a:cubicBezTo>
                <a:cubicBezTo>
                  <a:pt x="105138" y="129891"/>
                  <a:pt x="110158" y="127384"/>
                  <a:pt x="114111" y="122370"/>
                </a:cubicBezTo>
                <a:cubicBezTo>
                  <a:pt x="118065" y="117356"/>
                  <a:pt x="120041" y="108739"/>
                  <a:pt x="120041" y="96518"/>
                </a:cubicBezTo>
                <a:cubicBezTo>
                  <a:pt x="120041" y="81225"/>
                  <a:pt x="116747" y="69191"/>
                  <a:pt x="110158" y="60416"/>
                </a:cubicBezTo>
                <a:cubicBezTo>
                  <a:pt x="105703" y="54400"/>
                  <a:pt x="100024" y="51392"/>
                  <a:pt x="93122" y="51392"/>
                </a:cubicBezTo>
                <a:close/>
                <a:moveTo>
                  <a:pt x="145454" y="47627"/>
                </a:moveTo>
                <a:lnTo>
                  <a:pt x="181598" y="47627"/>
                </a:lnTo>
                <a:lnTo>
                  <a:pt x="181598" y="51109"/>
                </a:lnTo>
                <a:cubicBezTo>
                  <a:pt x="178272" y="51360"/>
                  <a:pt x="176092" y="51957"/>
                  <a:pt x="175057" y="52898"/>
                </a:cubicBezTo>
                <a:cubicBezTo>
                  <a:pt x="174021" y="53839"/>
                  <a:pt x="173504" y="55188"/>
                  <a:pt x="173504" y="56945"/>
                </a:cubicBezTo>
                <a:cubicBezTo>
                  <a:pt x="173504" y="58890"/>
                  <a:pt x="174037" y="61243"/>
                  <a:pt x="175104" y="64004"/>
                </a:cubicBezTo>
                <a:lnTo>
                  <a:pt x="193552" y="113608"/>
                </a:lnTo>
                <a:lnTo>
                  <a:pt x="212094" y="73229"/>
                </a:lnTo>
                <a:lnTo>
                  <a:pt x="207200" y="60522"/>
                </a:lnTo>
                <a:cubicBezTo>
                  <a:pt x="205694" y="56757"/>
                  <a:pt x="203717" y="54153"/>
                  <a:pt x="201270" y="52710"/>
                </a:cubicBezTo>
                <a:cubicBezTo>
                  <a:pt x="199890" y="51831"/>
                  <a:pt x="197317" y="51298"/>
                  <a:pt x="193552" y="51109"/>
                </a:cubicBezTo>
                <a:lnTo>
                  <a:pt x="193552" y="47627"/>
                </a:lnTo>
                <a:lnTo>
                  <a:pt x="234590" y="47627"/>
                </a:lnTo>
                <a:lnTo>
                  <a:pt x="234590" y="51109"/>
                </a:lnTo>
                <a:cubicBezTo>
                  <a:pt x="230072" y="51298"/>
                  <a:pt x="226872" y="52113"/>
                  <a:pt x="224989" y="53557"/>
                </a:cubicBezTo>
                <a:cubicBezTo>
                  <a:pt x="223734" y="54561"/>
                  <a:pt x="223107" y="56161"/>
                  <a:pt x="223107" y="58357"/>
                </a:cubicBezTo>
                <a:cubicBezTo>
                  <a:pt x="223107" y="59612"/>
                  <a:pt x="223358" y="60898"/>
                  <a:pt x="223860" y="62216"/>
                </a:cubicBezTo>
                <a:lnTo>
                  <a:pt x="243438" y="111725"/>
                </a:lnTo>
                <a:lnTo>
                  <a:pt x="261604" y="64004"/>
                </a:lnTo>
                <a:cubicBezTo>
                  <a:pt x="262859" y="60616"/>
                  <a:pt x="263486" y="57918"/>
                  <a:pt x="263486" y="55910"/>
                </a:cubicBezTo>
                <a:cubicBezTo>
                  <a:pt x="263486" y="54718"/>
                  <a:pt x="262874" y="53651"/>
                  <a:pt x="261651" y="52710"/>
                </a:cubicBezTo>
                <a:cubicBezTo>
                  <a:pt x="260427" y="51768"/>
                  <a:pt x="258027" y="51235"/>
                  <a:pt x="254450" y="51109"/>
                </a:cubicBezTo>
                <a:lnTo>
                  <a:pt x="254450" y="47627"/>
                </a:lnTo>
                <a:lnTo>
                  <a:pt x="281652" y="47627"/>
                </a:lnTo>
                <a:lnTo>
                  <a:pt x="281652" y="51109"/>
                </a:lnTo>
                <a:cubicBezTo>
                  <a:pt x="276193" y="51925"/>
                  <a:pt x="272177" y="55627"/>
                  <a:pt x="269604" y="62216"/>
                </a:cubicBezTo>
                <a:lnTo>
                  <a:pt x="240802" y="136480"/>
                </a:lnTo>
                <a:lnTo>
                  <a:pt x="236943" y="136480"/>
                </a:lnTo>
                <a:lnTo>
                  <a:pt x="215389" y="81417"/>
                </a:lnTo>
                <a:lnTo>
                  <a:pt x="190258" y="136480"/>
                </a:lnTo>
                <a:lnTo>
                  <a:pt x="186775" y="136480"/>
                </a:lnTo>
                <a:lnTo>
                  <a:pt x="159103" y="64004"/>
                </a:lnTo>
                <a:cubicBezTo>
                  <a:pt x="157283" y="59424"/>
                  <a:pt x="155494" y="56333"/>
                  <a:pt x="153737" y="54733"/>
                </a:cubicBezTo>
                <a:cubicBezTo>
                  <a:pt x="151980" y="53133"/>
                  <a:pt x="149219" y="51925"/>
                  <a:pt x="145454" y="51109"/>
                </a:cubicBezTo>
                <a:lnTo>
                  <a:pt x="145454" y="47627"/>
                </a:lnTo>
                <a:close/>
                <a:moveTo>
                  <a:pt x="345154" y="45180"/>
                </a:moveTo>
                <a:lnTo>
                  <a:pt x="345154" y="74358"/>
                </a:lnTo>
                <a:lnTo>
                  <a:pt x="342048" y="74358"/>
                </a:lnTo>
                <a:cubicBezTo>
                  <a:pt x="339663" y="65206"/>
                  <a:pt x="336604" y="58982"/>
                  <a:pt x="332871" y="55683"/>
                </a:cubicBezTo>
                <a:cubicBezTo>
                  <a:pt x="329137" y="52383"/>
                  <a:pt x="324384" y="50733"/>
                  <a:pt x="318611" y="50733"/>
                </a:cubicBezTo>
                <a:cubicBezTo>
                  <a:pt x="314219" y="50733"/>
                  <a:pt x="310673" y="51893"/>
                  <a:pt x="307975" y="54213"/>
                </a:cubicBezTo>
                <a:cubicBezTo>
                  <a:pt x="305277" y="56530"/>
                  <a:pt x="303928" y="59100"/>
                  <a:pt x="303928" y="61922"/>
                </a:cubicBezTo>
                <a:cubicBezTo>
                  <a:pt x="303928" y="65432"/>
                  <a:pt x="304932" y="68440"/>
                  <a:pt x="306940" y="70946"/>
                </a:cubicBezTo>
                <a:cubicBezTo>
                  <a:pt x="308885" y="73517"/>
                  <a:pt x="312838" y="76244"/>
                  <a:pt x="318799" y="79126"/>
                </a:cubicBezTo>
                <a:lnTo>
                  <a:pt x="332541" y="85803"/>
                </a:lnTo>
                <a:cubicBezTo>
                  <a:pt x="345280" y="92007"/>
                  <a:pt x="351649" y="100187"/>
                  <a:pt x="351649" y="110343"/>
                </a:cubicBezTo>
                <a:cubicBezTo>
                  <a:pt x="351649" y="118177"/>
                  <a:pt x="348684" y="124492"/>
                  <a:pt x="342754" y="129288"/>
                </a:cubicBezTo>
                <a:cubicBezTo>
                  <a:pt x="336824" y="134083"/>
                  <a:pt x="330188" y="136480"/>
                  <a:pt x="322847" y="136480"/>
                </a:cubicBezTo>
                <a:cubicBezTo>
                  <a:pt x="317576" y="136480"/>
                  <a:pt x="311552" y="135539"/>
                  <a:pt x="304775" y="133656"/>
                </a:cubicBezTo>
                <a:cubicBezTo>
                  <a:pt x="302704" y="133029"/>
                  <a:pt x="301010" y="132715"/>
                  <a:pt x="299692" y="132715"/>
                </a:cubicBezTo>
                <a:cubicBezTo>
                  <a:pt x="298249" y="132715"/>
                  <a:pt x="297119" y="133531"/>
                  <a:pt x="296304" y="135162"/>
                </a:cubicBezTo>
                <a:lnTo>
                  <a:pt x="293197" y="135162"/>
                </a:lnTo>
                <a:lnTo>
                  <a:pt x="293197" y="104290"/>
                </a:lnTo>
                <a:lnTo>
                  <a:pt x="296304" y="104290"/>
                </a:lnTo>
                <a:cubicBezTo>
                  <a:pt x="298061" y="113106"/>
                  <a:pt x="301418" y="119750"/>
                  <a:pt x="306375" y="124220"/>
                </a:cubicBezTo>
                <a:cubicBezTo>
                  <a:pt x="311332" y="128691"/>
                  <a:pt x="316885" y="130927"/>
                  <a:pt x="323035" y="130927"/>
                </a:cubicBezTo>
                <a:cubicBezTo>
                  <a:pt x="327365" y="130927"/>
                  <a:pt x="330894" y="129658"/>
                  <a:pt x="333624" y="127121"/>
                </a:cubicBezTo>
                <a:cubicBezTo>
                  <a:pt x="336353" y="124581"/>
                  <a:pt x="337718" y="121525"/>
                  <a:pt x="337718" y="117952"/>
                </a:cubicBezTo>
                <a:cubicBezTo>
                  <a:pt x="337718" y="113627"/>
                  <a:pt x="336197" y="109991"/>
                  <a:pt x="333153" y="107046"/>
                </a:cubicBezTo>
                <a:cubicBezTo>
                  <a:pt x="330110" y="104100"/>
                  <a:pt x="324039" y="100372"/>
                  <a:pt x="314940" y="95860"/>
                </a:cubicBezTo>
                <a:cubicBezTo>
                  <a:pt x="305841" y="91346"/>
                  <a:pt x="299880" y="87271"/>
                  <a:pt x="297057" y="83635"/>
                </a:cubicBezTo>
                <a:cubicBezTo>
                  <a:pt x="294233" y="80062"/>
                  <a:pt x="292821" y="75549"/>
                  <a:pt x="292821" y="70096"/>
                </a:cubicBezTo>
                <a:cubicBezTo>
                  <a:pt x="292821" y="63013"/>
                  <a:pt x="295253" y="57090"/>
                  <a:pt x="300116" y="52327"/>
                </a:cubicBezTo>
                <a:cubicBezTo>
                  <a:pt x="304979" y="47562"/>
                  <a:pt x="311269" y="45180"/>
                  <a:pt x="318988" y="45180"/>
                </a:cubicBezTo>
                <a:cubicBezTo>
                  <a:pt x="322376" y="45180"/>
                  <a:pt x="326486" y="45901"/>
                  <a:pt x="331318" y="47344"/>
                </a:cubicBezTo>
                <a:cubicBezTo>
                  <a:pt x="334518" y="48286"/>
                  <a:pt x="336651" y="48756"/>
                  <a:pt x="337718" y="48756"/>
                </a:cubicBezTo>
                <a:cubicBezTo>
                  <a:pt x="338722" y="48756"/>
                  <a:pt x="339507" y="48537"/>
                  <a:pt x="340071" y="48097"/>
                </a:cubicBezTo>
                <a:cubicBezTo>
                  <a:pt x="340636" y="47658"/>
                  <a:pt x="341295" y="46686"/>
                  <a:pt x="342048" y="45180"/>
                </a:cubicBezTo>
                <a:lnTo>
                  <a:pt x="345154" y="45180"/>
                </a:lnTo>
                <a:close/>
                <a:moveTo>
                  <a:pt x="382490" y="115585"/>
                </a:moveTo>
                <a:cubicBezTo>
                  <a:pt x="385439" y="115585"/>
                  <a:pt x="387918" y="116604"/>
                  <a:pt x="389926" y="118644"/>
                </a:cubicBezTo>
                <a:cubicBezTo>
                  <a:pt x="391934" y="120683"/>
                  <a:pt x="392938" y="123146"/>
                  <a:pt x="392938" y="126032"/>
                </a:cubicBezTo>
                <a:cubicBezTo>
                  <a:pt x="392938" y="128919"/>
                  <a:pt x="391918" y="131382"/>
                  <a:pt x="389879" y="133421"/>
                </a:cubicBezTo>
                <a:cubicBezTo>
                  <a:pt x="387839" y="135460"/>
                  <a:pt x="385376" y="136480"/>
                  <a:pt x="382490" y="136480"/>
                </a:cubicBezTo>
                <a:cubicBezTo>
                  <a:pt x="379604" y="136480"/>
                  <a:pt x="377141" y="135460"/>
                  <a:pt x="375101" y="133421"/>
                </a:cubicBezTo>
                <a:cubicBezTo>
                  <a:pt x="373062" y="131382"/>
                  <a:pt x="372042" y="128919"/>
                  <a:pt x="372042" y="126032"/>
                </a:cubicBezTo>
                <a:cubicBezTo>
                  <a:pt x="372042" y="123083"/>
                  <a:pt x="373062" y="120604"/>
                  <a:pt x="375101" y="118596"/>
                </a:cubicBezTo>
                <a:cubicBezTo>
                  <a:pt x="377141" y="116589"/>
                  <a:pt x="379604" y="115585"/>
                  <a:pt x="382490" y="115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A901A-00BC-4F2F-81CD-B181F60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882" y="2019307"/>
            <a:ext cx="1247312" cy="340176"/>
          </a:xfrm>
          <a:custGeom xmlns:a="http://schemas.openxmlformats.org/drawingml/2006/main">
            <a:pathLst>
              <a:path w="1247312" h="340176">
                <a:moveTo>
                  <a:pt x="0" y="0"/>
                </a:moveTo>
                <a:lnTo>
                  <a:pt x="1247312" y="0"/>
                </a:lnTo>
                <a:lnTo>
                  <a:pt x="1247312" y="340176"/>
                </a:lnTo>
                <a:lnTo>
                  <a:pt x="0" y="3401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200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E6653-86DE-4A30-8D94-CC26C91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882" y="2019307"/>
            <a:ext cx="1247312" cy="340176"/>
          </a:xfrm>
          <a:custGeom xmlns:a="http://schemas.openxmlformats.org/drawingml/2006/main">
            <a:pathLst>
              <a:path w="1247312" h="340176" fill="none">
                <a:moveTo>
                  <a:pt x="0" y="0"/>
                </a:moveTo>
                <a:lnTo>
                  <a:pt x="1247312" y="0"/>
                </a:lnTo>
                <a:lnTo>
                  <a:pt x="1247312" y="340176"/>
                </a:lnTo>
                <a:lnTo>
                  <a:pt x="0" y="3401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6F0000"/>
            </a:solidFill>
            <a:miter/>
          </a:ln>
        </p:spPr>
      </p:sp>
      <p:sp>
        <p:nvSpPr>
          <p:cNvPr id="106" name="Text Study'sFocus">
            <a:extLst xmlns:a="http://schemas.openxmlformats.org/drawingml/2006/main">
              <a:ext uri="{FF2B5EF4-FFF2-40B4-BE49-F238E27FC236}">
                <a16:creationId xmlns:a16="http://schemas.microsoft.com/office/drawing/2014/main" id="{830F88E0-036F-4291-8AD3-7AC4070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733" y="2121647"/>
            <a:ext cx="925625" cy="141696"/>
          </a:xfrm>
          <a:custGeom xmlns:a="http://schemas.openxmlformats.org/drawingml/2006/main">
            <a:pathLst>
              <a:path w="925625" h="141696">
                <a:moveTo>
                  <a:pt x="66352" y="0"/>
                </a:moveTo>
                <a:lnTo>
                  <a:pt x="67205" y="35036"/>
                </a:lnTo>
                <a:lnTo>
                  <a:pt x="64027" y="35036"/>
                </a:lnTo>
                <a:cubicBezTo>
                  <a:pt x="62528" y="26274"/>
                  <a:pt x="58846" y="19226"/>
                  <a:pt x="52981" y="13892"/>
                </a:cubicBezTo>
                <a:cubicBezTo>
                  <a:pt x="47116" y="8558"/>
                  <a:pt x="40772" y="5891"/>
                  <a:pt x="33951" y="5891"/>
                </a:cubicBezTo>
                <a:cubicBezTo>
                  <a:pt x="28680" y="5891"/>
                  <a:pt x="24507" y="7295"/>
                  <a:pt x="21433" y="10103"/>
                </a:cubicBezTo>
                <a:cubicBezTo>
                  <a:pt x="18358" y="12910"/>
                  <a:pt x="16821" y="16142"/>
                  <a:pt x="16821" y="19800"/>
                </a:cubicBezTo>
                <a:cubicBezTo>
                  <a:pt x="16821" y="22117"/>
                  <a:pt x="17363" y="24178"/>
                  <a:pt x="18448" y="25982"/>
                </a:cubicBezTo>
                <a:cubicBezTo>
                  <a:pt x="19947" y="28402"/>
                  <a:pt x="22350" y="30797"/>
                  <a:pt x="25657" y="33166"/>
                </a:cubicBezTo>
                <a:cubicBezTo>
                  <a:pt x="28086" y="34867"/>
                  <a:pt x="33693" y="37881"/>
                  <a:pt x="42478" y="42209"/>
                </a:cubicBezTo>
                <a:cubicBezTo>
                  <a:pt x="54777" y="48236"/>
                  <a:pt x="63071" y="53929"/>
                  <a:pt x="67360" y="59289"/>
                </a:cubicBezTo>
                <a:cubicBezTo>
                  <a:pt x="71597" y="64647"/>
                  <a:pt x="73716" y="70778"/>
                  <a:pt x="73716" y="77684"/>
                </a:cubicBezTo>
                <a:cubicBezTo>
                  <a:pt x="73716" y="86443"/>
                  <a:pt x="70292" y="93979"/>
                  <a:pt x="63445" y="100291"/>
                </a:cubicBezTo>
                <a:cubicBezTo>
                  <a:pt x="56598" y="106604"/>
                  <a:pt x="47904" y="109760"/>
                  <a:pt x="37362" y="109760"/>
                </a:cubicBezTo>
                <a:cubicBezTo>
                  <a:pt x="34055" y="109760"/>
                  <a:pt x="30928" y="109424"/>
                  <a:pt x="27983" y="108752"/>
                </a:cubicBezTo>
                <a:cubicBezTo>
                  <a:pt x="25037" y="108080"/>
                  <a:pt x="21342" y="106814"/>
                  <a:pt x="16898" y="104954"/>
                </a:cubicBezTo>
                <a:cubicBezTo>
                  <a:pt x="14418" y="103920"/>
                  <a:pt x="12376" y="103404"/>
                  <a:pt x="10774" y="103404"/>
                </a:cubicBezTo>
                <a:cubicBezTo>
                  <a:pt x="9431" y="103404"/>
                  <a:pt x="8010" y="103927"/>
                  <a:pt x="6511" y="104973"/>
                </a:cubicBezTo>
                <a:cubicBezTo>
                  <a:pt x="5013" y="106020"/>
                  <a:pt x="3798" y="107615"/>
                  <a:pt x="2868" y="109760"/>
                </a:cubicBezTo>
                <a:lnTo>
                  <a:pt x="0" y="109760"/>
                </a:lnTo>
                <a:lnTo>
                  <a:pt x="0" y="70073"/>
                </a:lnTo>
                <a:lnTo>
                  <a:pt x="2868" y="70073"/>
                </a:lnTo>
                <a:cubicBezTo>
                  <a:pt x="5142" y="81209"/>
                  <a:pt x="9521" y="89703"/>
                  <a:pt x="16007" y="95555"/>
                </a:cubicBezTo>
                <a:cubicBezTo>
                  <a:pt x="22492" y="101408"/>
                  <a:pt x="29481" y="104334"/>
                  <a:pt x="36974" y="104334"/>
                </a:cubicBezTo>
                <a:cubicBezTo>
                  <a:pt x="42762" y="104334"/>
                  <a:pt x="47374" y="102763"/>
                  <a:pt x="50810" y="99620"/>
                </a:cubicBezTo>
                <a:cubicBezTo>
                  <a:pt x="54247" y="96478"/>
                  <a:pt x="55965" y="92820"/>
                  <a:pt x="55965" y="88647"/>
                </a:cubicBezTo>
                <a:cubicBezTo>
                  <a:pt x="55965" y="86175"/>
                  <a:pt x="55306" y="83780"/>
                  <a:pt x="53989" y="81462"/>
                </a:cubicBezTo>
                <a:cubicBezTo>
                  <a:pt x="52671" y="79143"/>
                  <a:pt x="50668" y="76941"/>
                  <a:pt x="47981" y="74854"/>
                </a:cubicBezTo>
                <a:cubicBezTo>
                  <a:pt x="45294" y="72768"/>
                  <a:pt x="40540" y="70051"/>
                  <a:pt x="33719" y="66703"/>
                </a:cubicBezTo>
                <a:cubicBezTo>
                  <a:pt x="24159" y="62015"/>
                  <a:pt x="17286" y="58020"/>
                  <a:pt x="13100" y="54718"/>
                </a:cubicBezTo>
                <a:cubicBezTo>
                  <a:pt x="8914" y="51415"/>
                  <a:pt x="5697" y="47726"/>
                  <a:pt x="3449" y="43650"/>
                </a:cubicBezTo>
                <a:cubicBezTo>
                  <a:pt x="1201" y="39574"/>
                  <a:pt x="78" y="35086"/>
                  <a:pt x="78" y="30184"/>
                </a:cubicBezTo>
                <a:cubicBezTo>
                  <a:pt x="78" y="21826"/>
                  <a:pt x="3152" y="14706"/>
                  <a:pt x="9302" y="8824"/>
                </a:cubicBezTo>
                <a:cubicBezTo>
                  <a:pt x="15451" y="2941"/>
                  <a:pt x="23203" y="0"/>
                  <a:pt x="32556" y="0"/>
                </a:cubicBezTo>
                <a:cubicBezTo>
                  <a:pt x="35967" y="0"/>
                  <a:pt x="39274" y="418"/>
                  <a:pt x="42478" y="1255"/>
                </a:cubicBezTo>
                <a:cubicBezTo>
                  <a:pt x="44906" y="1881"/>
                  <a:pt x="47865" y="3043"/>
                  <a:pt x="51353" y="4740"/>
                </a:cubicBezTo>
                <a:cubicBezTo>
                  <a:pt x="54841" y="6438"/>
                  <a:pt x="57283" y="7286"/>
                  <a:pt x="58678" y="7286"/>
                </a:cubicBezTo>
                <a:cubicBezTo>
                  <a:pt x="60022" y="7286"/>
                  <a:pt x="61081" y="6869"/>
                  <a:pt x="61856" y="6034"/>
                </a:cubicBezTo>
                <a:cubicBezTo>
                  <a:pt x="62631" y="5197"/>
                  <a:pt x="63355" y="3186"/>
                  <a:pt x="64027" y="0"/>
                </a:cubicBezTo>
                <a:lnTo>
                  <a:pt x="66352" y="0"/>
                </a:lnTo>
                <a:close/>
                <a:moveTo>
                  <a:pt x="114154" y="8216"/>
                </a:moveTo>
                <a:lnTo>
                  <a:pt x="114154" y="34881"/>
                </a:lnTo>
                <a:lnTo>
                  <a:pt x="131362" y="34881"/>
                </a:lnTo>
                <a:lnTo>
                  <a:pt x="131362" y="42478"/>
                </a:lnTo>
                <a:lnTo>
                  <a:pt x="114154" y="42478"/>
                </a:lnTo>
                <a:lnTo>
                  <a:pt x="114154" y="87324"/>
                </a:lnTo>
                <a:cubicBezTo>
                  <a:pt x="114154" y="91521"/>
                  <a:pt x="114348" y="94229"/>
                  <a:pt x="114736" y="95446"/>
                </a:cubicBezTo>
                <a:cubicBezTo>
                  <a:pt x="115123" y="96664"/>
                  <a:pt x="115808" y="97649"/>
                  <a:pt x="116790" y="98402"/>
                </a:cubicBezTo>
                <a:cubicBezTo>
                  <a:pt x="117771" y="99153"/>
                  <a:pt x="118676" y="99528"/>
                  <a:pt x="119503" y="99528"/>
                </a:cubicBezTo>
                <a:cubicBezTo>
                  <a:pt x="122862" y="99528"/>
                  <a:pt x="126040" y="96944"/>
                  <a:pt x="129037" y="91777"/>
                </a:cubicBezTo>
                <a:lnTo>
                  <a:pt x="131362" y="93499"/>
                </a:lnTo>
                <a:cubicBezTo>
                  <a:pt x="127177" y="103513"/>
                  <a:pt x="120381" y="108520"/>
                  <a:pt x="110976" y="108520"/>
                </a:cubicBezTo>
                <a:cubicBezTo>
                  <a:pt x="106377" y="108520"/>
                  <a:pt x="102488" y="107237"/>
                  <a:pt x="99310" y="104671"/>
                </a:cubicBezTo>
                <a:cubicBezTo>
                  <a:pt x="96132" y="102103"/>
                  <a:pt x="94104" y="99237"/>
                  <a:pt x="93225" y="96074"/>
                </a:cubicBezTo>
                <a:cubicBezTo>
                  <a:pt x="92709" y="94310"/>
                  <a:pt x="92450" y="89539"/>
                  <a:pt x="92450" y="81760"/>
                </a:cubicBezTo>
                <a:lnTo>
                  <a:pt x="92450" y="42478"/>
                </a:lnTo>
                <a:lnTo>
                  <a:pt x="82994" y="42478"/>
                </a:lnTo>
                <a:lnTo>
                  <a:pt x="82994" y="39757"/>
                </a:lnTo>
                <a:cubicBezTo>
                  <a:pt x="89505" y="35149"/>
                  <a:pt x="95047" y="30306"/>
                  <a:pt x="99620" y="25231"/>
                </a:cubicBezTo>
                <a:cubicBezTo>
                  <a:pt x="104194" y="20155"/>
                  <a:pt x="108186" y="14484"/>
                  <a:pt x="111596" y="8216"/>
                </a:cubicBezTo>
                <a:lnTo>
                  <a:pt x="114154" y="8216"/>
                </a:lnTo>
                <a:close/>
                <a:moveTo>
                  <a:pt x="208255" y="34881"/>
                </a:moveTo>
                <a:lnTo>
                  <a:pt x="208255" y="91622"/>
                </a:lnTo>
                <a:cubicBezTo>
                  <a:pt x="208255" y="97185"/>
                  <a:pt x="208772" y="100655"/>
                  <a:pt x="209805" y="102033"/>
                </a:cubicBezTo>
                <a:cubicBezTo>
                  <a:pt x="210839" y="103410"/>
                  <a:pt x="212931" y="104281"/>
                  <a:pt x="216084" y="104644"/>
                </a:cubicBezTo>
                <a:lnTo>
                  <a:pt x="216084" y="107434"/>
                </a:lnTo>
                <a:lnTo>
                  <a:pt x="186551" y="107434"/>
                </a:lnTo>
                <a:lnTo>
                  <a:pt x="186551" y="97745"/>
                </a:lnTo>
                <a:cubicBezTo>
                  <a:pt x="183089" y="101879"/>
                  <a:pt x="179626" y="104889"/>
                  <a:pt x="176164" y="106776"/>
                </a:cubicBezTo>
                <a:cubicBezTo>
                  <a:pt x="172702" y="108662"/>
                  <a:pt x="168826" y="109605"/>
                  <a:pt x="164537" y="109605"/>
                </a:cubicBezTo>
                <a:cubicBezTo>
                  <a:pt x="160454" y="109605"/>
                  <a:pt x="156824" y="108352"/>
                  <a:pt x="153646" y="105845"/>
                </a:cubicBezTo>
                <a:cubicBezTo>
                  <a:pt x="150468" y="103339"/>
                  <a:pt x="148336" y="100407"/>
                  <a:pt x="147251" y="97048"/>
                </a:cubicBezTo>
                <a:cubicBezTo>
                  <a:pt x="146166" y="93689"/>
                  <a:pt x="145623" y="87823"/>
                  <a:pt x="145623" y="79452"/>
                </a:cubicBezTo>
                <a:lnTo>
                  <a:pt x="145623" y="50694"/>
                </a:lnTo>
                <a:cubicBezTo>
                  <a:pt x="145623" y="45150"/>
                  <a:pt x="145120" y="41699"/>
                  <a:pt x="144112" y="40339"/>
                </a:cubicBezTo>
                <a:cubicBezTo>
                  <a:pt x="143104" y="38979"/>
                  <a:pt x="140998" y="38090"/>
                  <a:pt x="137795" y="37672"/>
                </a:cubicBezTo>
                <a:lnTo>
                  <a:pt x="137795" y="34881"/>
                </a:lnTo>
                <a:lnTo>
                  <a:pt x="167327" y="34881"/>
                </a:lnTo>
                <a:lnTo>
                  <a:pt x="167327" y="84473"/>
                </a:lnTo>
                <a:cubicBezTo>
                  <a:pt x="167327" y="89647"/>
                  <a:pt x="167573" y="92985"/>
                  <a:pt x="168064" y="94485"/>
                </a:cubicBezTo>
                <a:cubicBezTo>
                  <a:pt x="168555" y="95985"/>
                  <a:pt x="169330" y="97123"/>
                  <a:pt x="170389" y="97900"/>
                </a:cubicBezTo>
                <a:cubicBezTo>
                  <a:pt x="171449" y="98675"/>
                  <a:pt x="172676" y="99063"/>
                  <a:pt x="174071" y="99063"/>
                </a:cubicBezTo>
                <a:cubicBezTo>
                  <a:pt x="175931" y="99063"/>
                  <a:pt x="177611" y="98572"/>
                  <a:pt x="179110" y="97590"/>
                </a:cubicBezTo>
                <a:cubicBezTo>
                  <a:pt x="181177" y="96247"/>
                  <a:pt x="183657" y="93534"/>
                  <a:pt x="186551" y="89451"/>
                </a:cubicBezTo>
                <a:lnTo>
                  <a:pt x="186551" y="50694"/>
                </a:lnTo>
                <a:cubicBezTo>
                  <a:pt x="186551" y="45150"/>
                  <a:pt x="186047" y="41699"/>
                  <a:pt x="185039" y="40339"/>
                </a:cubicBezTo>
                <a:cubicBezTo>
                  <a:pt x="184032" y="38979"/>
                  <a:pt x="181926" y="38090"/>
                  <a:pt x="178722" y="37672"/>
                </a:cubicBezTo>
                <a:lnTo>
                  <a:pt x="178722" y="34881"/>
                </a:lnTo>
                <a:lnTo>
                  <a:pt x="208255" y="34881"/>
                </a:lnTo>
                <a:close/>
                <a:moveTo>
                  <a:pt x="296984" y="2325"/>
                </a:moveTo>
                <a:lnTo>
                  <a:pt x="296984" y="85731"/>
                </a:lnTo>
                <a:cubicBezTo>
                  <a:pt x="296984" y="91307"/>
                  <a:pt x="297139" y="94606"/>
                  <a:pt x="297449" y="95628"/>
                </a:cubicBezTo>
                <a:cubicBezTo>
                  <a:pt x="297863" y="97317"/>
                  <a:pt x="298651" y="98571"/>
                  <a:pt x="299813" y="99390"/>
                </a:cubicBezTo>
                <a:cubicBezTo>
                  <a:pt x="300976" y="100207"/>
                  <a:pt x="303004" y="100718"/>
                  <a:pt x="305898" y="100923"/>
                </a:cubicBezTo>
                <a:lnTo>
                  <a:pt x="305898" y="103714"/>
                </a:lnTo>
                <a:lnTo>
                  <a:pt x="275280" y="109605"/>
                </a:lnTo>
                <a:lnTo>
                  <a:pt x="275280" y="98133"/>
                </a:lnTo>
                <a:cubicBezTo>
                  <a:pt x="271611" y="102577"/>
                  <a:pt x="268343" y="105600"/>
                  <a:pt x="265475" y="107202"/>
                </a:cubicBezTo>
                <a:cubicBezTo>
                  <a:pt x="262607" y="108804"/>
                  <a:pt x="259364" y="109605"/>
                  <a:pt x="255747" y="109605"/>
                </a:cubicBezTo>
                <a:cubicBezTo>
                  <a:pt x="246497" y="109605"/>
                  <a:pt x="239184" y="105467"/>
                  <a:pt x="233810" y="97190"/>
                </a:cubicBezTo>
                <a:cubicBezTo>
                  <a:pt x="229469" y="90466"/>
                  <a:pt x="227299" y="82216"/>
                  <a:pt x="227299" y="72439"/>
                </a:cubicBezTo>
                <a:cubicBezTo>
                  <a:pt x="227299" y="64628"/>
                  <a:pt x="228643" y="57632"/>
                  <a:pt x="231330" y="51450"/>
                </a:cubicBezTo>
                <a:cubicBezTo>
                  <a:pt x="234017" y="45268"/>
                  <a:pt x="237699" y="40600"/>
                  <a:pt x="242375" y="37444"/>
                </a:cubicBezTo>
                <a:cubicBezTo>
                  <a:pt x="247052" y="34289"/>
                  <a:pt x="252078" y="32711"/>
                  <a:pt x="257452" y="32711"/>
                </a:cubicBezTo>
                <a:cubicBezTo>
                  <a:pt x="260914" y="32711"/>
                  <a:pt x="263989" y="33388"/>
                  <a:pt x="266676" y="34743"/>
                </a:cubicBezTo>
                <a:cubicBezTo>
                  <a:pt x="269363" y="36098"/>
                  <a:pt x="272231" y="38470"/>
                  <a:pt x="275280" y="41858"/>
                </a:cubicBezTo>
                <a:lnTo>
                  <a:pt x="275280" y="19999"/>
                </a:lnTo>
                <a:cubicBezTo>
                  <a:pt x="275280" y="14469"/>
                  <a:pt x="275048" y="11136"/>
                  <a:pt x="274583" y="9999"/>
                </a:cubicBezTo>
                <a:cubicBezTo>
                  <a:pt x="273962" y="8501"/>
                  <a:pt x="273032" y="7390"/>
                  <a:pt x="271792" y="6666"/>
                </a:cubicBezTo>
                <a:cubicBezTo>
                  <a:pt x="270552" y="5943"/>
                  <a:pt x="268226" y="5581"/>
                  <a:pt x="264816" y="5581"/>
                </a:cubicBezTo>
                <a:lnTo>
                  <a:pt x="264816" y="2325"/>
                </a:lnTo>
                <a:lnTo>
                  <a:pt x="296984" y="2325"/>
                </a:lnTo>
                <a:moveTo>
                  <a:pt x="275280" y="51314"/>
                </a:moveTo>
                <a:cubicBezTo>
                  <a:pt x="271456" y="44080"/>
                  <a:pt x="266779" y="40462"/>
                  <a:pt x="261250" y="40462"/>
                </a:cubicBezTo>
                <a:cubicBezTo>
                  <a:pt x="259338" y="40462"/>
                  <a:pt x="257762" y="40979"/>
                  <a:pt x="256522" y="42013"/>
                </a:cubicBezTo>
                <a:cubicBezTo>
                  <a:pt x="254610" y="43615"/>
                  <a:pt x="253047" y="46431"/>
                  <a:pt x="251832" y="50462"/>
                </a:cubicBezTo>
                <a:cubicBezTo>
                  <a:pt x="250618" y="54492"/>
                  <a:pt x="250011" y="60668"/>
                  <a:pt x="250011" y="68987"/>
                </a:cubicBezTo>
                <a:cubicBezTo>
                  <a:pt x="250011" y="78134"/>
                  <a:pt x="250682" y="84904"/>
                  <a:pt x="252026" y="89296"/>
                </a:cubicBezTo>
                <a:cubicBezTo>
                  <a:pt x="253369" y="93689"/>
                  <a:pt x="255204" y="96867"/>
                  <a:pt x="257529" y="98830"/>
                </a:cubicBezTo>
                <a:cubicBezTo>
                  <a:pt x="258718" y="99812"/>
                  <a:pt x="260346" y="100303"/>
                  <a:pt x="262413" y="100303"/>
                </a:cubicBezTo>
                <a:cubicBezTo>
                  <a:pt x="266960" y="100303"/>
                  <a:pt x="271249" y="96726"/>
                  <a:pt x="275280" y="89572"/>
                </a:cubicBezTo>
                <a:lnTo>
                  <a:pt x="275280" y="51314"/>
                </a:lnTo>
                <a:close/>
                <a:moveTo>
                  <a:pt x="348042" y="110450"/>
                </a:moveTo>
                <a:lnTo>
                  <a:pt x="324633" y="56607"/>
                </a:lnTo>
                <a:cubicBezTo>
                  <a:pt x="321119" y="48452"/>
                  <a:pt x="318522" y="43439"/>
                  <a:pt x="316842" y="41569"/>
                </a:cubicBezTo>
                <a:cubicBezTo>
                  <a:pt x="315163" y="39698"/>
                  <a:pt x="313135" y="38399"/>
                  <a:pt x="310758" y="37672"/>
                </a:cubicBezTo>
                <a:lnTo>
                  <a:pt x="310758" y="34881"/>
                </a:lnTo>
                <a:lnTo>
                  <a:pt x="349282" y="34881"/>
                </a:lnTo>
                <a:lnTo>
                  <a:pt x="349282" y="37672"/>
                </a:lnTo>
                <a:cubicBezTo>
                  <a:pt x="346750" y="37775"/>
                  <a:pt x="344967" y="38269"/>
                  <a:pt x="343934" y="39152"/>
                </a:cubicBezTo>
                <a:cubicBezTo>
                  <a:pt x="342900" y="40034"/>
                  <a:pt x="342383" y="41098"/>
                  <a:pt x="342383" y="42344"/>
                </a:cubicBezTo>
                <a:cubicBezTo>
                  <a:pt x="342383" y="44316"/>
                  <a:pt x="343675" y="48210"/>
                  <a:pt x="346259" y="54025"/>
                </a:cubicBezTo>
                <a:lnTo>
                  <a:pt x="358661" y="82528"/>
                </a:lnTo>
                <a:lnTo>
                  <a:pt x="367110" y="60502"/>
                </a:lnTo>
                <a:cubicBezTo>
                  <a:pt x="370159" y="52659"/>
                  <a:pt x="371684" y="47204"/>
                  <a:pt x="371684" y="44139"/>
                </a:cubicBezTo>
                <a:cubicBezTo>
                  <a:pt x="371684" y="42218"/>
                  <a:pt x="371051" y="40685"/>
                  <a:pt x="369784" y="39542"/>
                </a:cubicBezTo>
                <a:cubicBezTo>
                  <a:pt x="368518" y="38399"/>
                  <a:pt x="366283" y="37775"/>
                  <a:pt x="363080" y="37672"/>
                </a:cubicBezTo>
                <a:lnTo>
                  <a:pt x="363080" y="34881"/>
                </a:lnTo>
                <a:lnTo>
                  <a:pt x="387341" y="34881"/>
                </a:lnTo>
                <a:lnTo>
                  <a:pt x="387341" y="37672"/>
                </a:lnTo>
                <a:cubicBezTo>
                  <a:pt x="384964" y="37932"/>
                  <a:pt x="383026" y="38854"/>
                  <a:pt x="381528" y="40438"/>
                </a:cubicBezTo>
                <a:cubicBezTo>
                  <a:pt x="380029" y="42022"/>
                  <a:pt x="377523" y="47412"/>
                  <a:pt x="374009" y="56607"/>
                </a:cubicBezTo>
                <a:lnTo>
                  <a:pt x="353313" y="110380"/>
                </a:lnTo>
                <a:cubicBezTo>
                  <a:pt x="348093" y="123816"/>
                  <a:pt x="344218" y="132084"/>
                  <a:pt x="341686" y="135184"/>
                </a:cubicBezTo>
                <a:cubicBezTo>
                  <a:pt x="338120" y="139525"/>
                  <a:pt x="333650" y="141696"/>
                  <a:pt x="328276" y="141696"/>
                </a:cubicBezTo>
                <a:cubicBezTo>
                  <a:pt x="323987" y="141696"/>
                  <a:pt x="320511" y="140468"/>
                  <a:pt x="317850" y="138014"/>
                </a:cubicBezTo>
                <a:cubicBezTo>
                  <a:pt x="315189" y="135559"/>
                  <a:pt x="313858" y="132601"/>
                  <a:pt x="313858" y="129138"/>
                </a:cubicBezTo>
                <a:cubicBezTo>
                  <a:pt x="313858" y="126141"/>
                  <a:pt x="314775" y="123661"/>
                  <a:pt x="316610" y="121697"/>
                </a:cubicBezTo>
                <a:cubicBezTo>
                  <a:pt x="318444" y="119733"/>
                  <a:pt x="320705" y="118752"/>
                  <a:pt x="323392" y="118752"/>
                </a:cubicBezTo>
                <a:cubicBezTo>
                  <a:pt x="325976" y="118752"/>
                  <a:pt x="328056" y="119573"/>
                  <a:pt x="329632" y="121217"/>
                </a:cubicBezTo>
                <a:cubicBezTo>
                  <a:pt x="331208" y="122863"/>
                  <a:pt x="332022" y="125408"/>
                  <a:pt x="332074" y="128853"/>
                </a:cubicBezTo>
                <a:cubicBezTo>
                  <a:pt x="332126" y="130807"/>
                  <a:pt x="332358" y="132066"/>
                  <a:pt x="332772" y="132631"/>
                </a:cubicBezTo>
                <a:cubicBezTo>
                  <a:pt x="333185" y="133197"/>
                  <a:pt x="333779" y="133479"/>
                  <a:pt x="334554" y="133479"/>
                </a:cubicBezTo>
                <a:cubicBezTo>
                  <a:pt x="335795" y="133479"/>
                  <a:pt x="337112" y="132733"/>
                  <a:pt x="338508" y="131241"/>
                </a:cubicBezTo>
                <a:cubicBezTo>
                  <a:pt x="340575" y="129080"/>
                  <a:pt x="343003" y="124142"/>
                  <a:pt x="345794" y="116426"/>
                </a:cubicBezTo>
                <a:lnTo>
                  <a:pt x="348042" y="110450"/>
                </a:lnTo>
                <a:close/>
                <a:moveTo>
                  <a:pt x="413076" y="51624"/>
                </a:moveTo>
                <a:lnTo>
                  <a:pt x="409355" y="51624"/>
                </a:lnTo>
                <a:lnTo>
                  <a:pt x="401216" y="21970"/>
                </a:lnTo>
                <a:cubicBezTo>
                  <a:pt x="400183" y="18295"/>
                  <a:pt x="399666" y="14904"/>
                  <a:pt x="399666" y="11799"/>
                </a:cubicBezTo>
                <a:cubicBezTo>
                  <a:pt x="399666" y="8435"/>
                  <a:pt x="400764" y="5628"/>
                  <a:pt x="402961" y="3377"/>
                </a:cubicBezTo>
                <a:cubicBezTo>
                  <a:pt x="405157" y="1126"/>
                  <a:pt x="407857" y="0"/>
                  <a:pt x="411061" y="0"/>
                </a:cubicBezTo>
                <a:cubicBezTo>
                  <a:pt x="414730" y="0"/>
                  <a:pt x="417559" y="1190"/>
                  <a:pt x="419549" y="3570"/>
                </a:cubicBezTo>
                <a:cubicBezTo>
                  <a:pt x="421538" y="5951"/>
                  <a:pt x="422533" y="8539"/>
                  <a:pt x="422533" y="11334"/>
                </a:cubicBezTo>
                <a:cubicBezTo>
                  <a:pt x="422533" y="13663"/>
                  <a:pt x="421939" y="17182"/>
                  <a:pt x="420750" y="21893"/>
                </a:cubicBezTo>
                <a:lnTo>
                  <a:pt x="413076" y="51624"/>
                </a:lnTo>
                <a:close/>
                <a:moveTo>
                  <a:pt x="484106" y="33021"/>
                </a:moveTo>
                <a:lnTo>
                  <a:pt x="485268" y="57825"/>
                </a:lnTo>
                <a:lnTo>
                  <a:pt x="482633" y="57825"/>
                </a:lnTo>
                <a:cubicBezTo>
                  <a:pt x="479481" y="50428"/>
                  <a:pt x="476212" y="45375"/>
                  <a:pt x="472827" y="42667"/>
                </a:cubicBezTo>
                <a:cubicBezTo>
                  <a:pt x="469443" y="39957"/>
                  <a:pt x="466071" y="38602"/>
                  <a:pt x="462712" y="38602"/>
                </a:cubicBezTo>
                <a:cubicBezTo>
                  <a:pt x="460593" y="38602"/>
                  <a:pt x="458784" y="39313"/>
                  <a:pt x="457286" y="40734"/>
                </a:cubicBezTo>
                <a:cubicBezTo>
                  <a:pt x="455787" y="42155"/>
                  <a:pt x="455038" y="43795"/>
                  <a:pt x="455038" y="45656"/>
                </a:cubicBezTo>
                <a:cubicBezTo>
                  <a:pt x="455038" y="47051"/>
                  <a:pt x="455555" y="48395"/>
                  <a:pt x="456588" y="49686"/>
                </a:cubicBezTo>
                <a:cubicBezTo>
                  <a:pt x="458242" y="51805"/>
                  <a:pt x="462867" y="55435"/>
                  <a:pt x="470463" y="60577"/>
                </a:cubicBezTo>
                <a:cubicBezTo>
                  <a:pt x="478060" y="65719"/>
                  <a:pt x="483059" y="70086"/>
                  <a:pt x="485462" y="73677"/>
                </a:cubicBezTo>
                <a:cubicBezTo>
                  <a:pt x="487865" y="77269"/>
                  <a:pt x="489067" y="81286"/>
                  <a:pt x="489067" y="85731"/>
                </a:cubicBezTo>
                <a:cubicBezTo>
                  <a:pt x="489067" y="89761"/>
                  <a:pt x="488059" y="93714"/>
                  <a:pt x="486043" y="97590"/>
                </a:cubicBezTo>
                <a:cubicBezTo>
                  <a:pt x="484028" y="101466"/>
                  <a:pt x="481186" y="104437"/>
                  <a:pt x="477517" y="106504"/>
                </a:cubicBezTo>
                <a:cubicBezTo>
                  <a:pt x="473848" y="108571"/>
                  <a:pt x="469791" y="109605"/>
                  <a:pt x="465347" y="109605"/>
                </a:cubicBezTo>
                <a:cubicBezTo>
                  <a:pt x="461885" y="109605"/>
                  <a:pt x="457260" y="108499"/>
                  <a:pt x="451472" y="106289"/>
                </a:cubicBezTo>
                <a:cubicBezTo>
                  <a:pt x="449922" y="105709"/>
                  <a:pt x="448863" y="105419"/>
                  <a:pt x="448294" y="105419"/>
                </a:cubicBezTo>
                <a:cubicBezTo>
                  <a:pt x="446589" y="105419"/>
                  <a:pt x="445168" y="106711"/>
                  <a:pt x="444031" y="109295"/>
                </a:cubicBezTo>
                <a:lnTo>
                  <a:pt x="441473" y="109295"/>
                </a:lnTo>
                <a:lnTo>
                  <a:pt x="440233" y="83250"/>
                </a:lnTo>
                <a:lnTo>
                  <a:pt x="442868" y="83250"/>
                </a:lnTo>
                <a:cubicBezTo>
                  <a:pt x="445194" y="90071"/>
                  <a:pt x="448385" y="95187"/>
                  <a:pt x="452441" y="98598"/>
                </a:cubicBezTo>
                <a:cubicBezTo>
                  <a:pt x="456498" y="102008"/>
                  <a:pt x="460335" y="103714"/>
                  <a:pt x="463952" y="103714"/>
                </a:cubicBezTo>
                <a:cubicBezTo>
                  <a:pt x="466432" y="103714"/>
                  <a:pt x="468461" y="102952"/>
                  <a:pt x="470037" y="101427"/>
                </a:cubicBezTo>
                <a:cubicBezTo>
                  <a:pt x="471613" y="99903"/>
                  <a:pt x="472401" y="98055"/>
                  <a:pt x="472401" y="95885"/>
                </a:cubicBezTo>
                <a:cubicBezTo>
                  <a:pt x="472401" y="93404"/>
                  <a:pt x="471626" y="91260"/>
                  <a:pt x="470076" y="89451"/>
                </a:cubicBezTo>
                <a:cubicBezTo>
                  <a:pt x="468525" y="87643"/>
                  <a:pt x="465063" y="84904"/>
                  <a:pt x="459689" y="81235"/>
                </a:cubicBezTo>
                <a:cubicBezTo>
                  <a:pt x="451782" y="75757"/>
                  <a:pt x="446666" y="71571"/>
                  <a:pt x="444341" y="68677"/>
                </a:cubicBezTo>
                <a:cubicBezTo>
                  <a:pt x="440930" y="64440"/>
                  <a:pt x="439225" y="59763"/>
                  <a:pt x="439225" y="54647"/>
                </a:cubicBezTo>
                <a:cubicBezTo>
                  <a:pt x="439225" y="49066"/>
                  <a:pt x="441150" y="44015"/>
                  <a:pt x="445000" y="39493"/>
                </a:cubicBezTo>
                <a:cubicBezTo>
                  <a:pt x="448850" y="34972"/>
                  <a:pt x="454418" y="32711"/>
                  <a:pt x="461704" y="32711"/>
                </a:cubicBezTo>
                <a:cubicBezTo>
                  <a:pt x="465631" y="32711"/>
                  <a:pt x="469430" y="33704"/>
                  <a:pt x="473099" y="35690"/>
                </a:cubicBezTo>
                <a:cubicBezTo>
                  <a:pt x="474494" y="36495"/>
                  <a:pt x="475631" y="36897"/>
                  <a:pt x="476509" y="36897"/>
                </a:cubicBezTo>
                <a:cubicBezTo>
                  <a:pt x="477439" y="36897"/>
                  <a:pt x="478189" y="36703"/>
                  <a:pt x="478757" y="36315"/>
                </a:cubicBezTo>
                <a:cubicBezTo>
                  <a:pt x="479326" y="35928"/>
                  <a:pt x="480230" y="34830"/>
                  <a:pt x="481470" y="33021"/>
                </a:cubicBezTo>
                <a:lnTo>
                  <a:pt x="484106" y="33021"/>
                </a:lnTo>
                <a:close/>
                <a:moveTo>
                  <a:pt x="578027" y="8372"/>
                </a:moveTo>
                <a:lnTo>
                  <a:pt x="578027" y="51469"/>
                </a:lnTo>
                <a:lnTo>
                  <a:pt x="581050" y="51469"/>
                </a:lnTo>
                <a:cubicBezTo>
                  <a:pt x="585701" y="51469"/>
                  <a:pt x="589499" y="50769"/>
                  <a:pt x="592445" y="49369"/>
                </a:cubicBezTo>
                <a:cubicBezTo>
                  <a:pt x="595390" y="47969"/>
                  <a:pt x="597884" y="45610"/>
                  <a:pt x="599925" y="42291"/>
                </a:cubicBezTo>
                <a:cubicBezTo>
                  <a:pt x="601966" y="38973"/>
                  <a:pt x="603297" y="34487"/>
                  <a:pt x="603917" y="28835"/>
                </a:cubicBezTo>
                <a:lnTo>
                  <a:pt x="606630" y="28835"/>
                </a:lnTo>
                <a:lnTo>
                  <a:pt x="606630" y="81700"/>
                </a:lnTo>
                <a:lnTo>
                  <a:pt x="603917" y="81700"/>
                </a:lnTo>
                <a:cubicBezTo>
                  <a:pt x="602935" y="71726"/>
                  <a:pt x="600261" y="65151"/>
                  <a:pt x="595894" y="61972"/>
                </a:cubicBezTo>
                <a:cubicBezTo>
                  <a:pt x="591528" y="58794"/>
                  <a:pt x="586580" y="57205"/>
                  <a:pt x="581050" y="57205"/>
                </a:cubicBezTo>
                <a:lnTo>
                  <a:pt x="578027" y="57205"/>
                </a:lnTo>
                <a:lnTo>
                  <a:pt x="578027" y="89451"/>
                </a:lnTo>
                <a:cubicBezTo>
                  <a:pt x="578027" y="94853"/>
                  <a:pt x="578324" y="98230"/>
                  <a:pt x="578919" y="99581"/>
                </a:cubicBezTo>
                <a:cubicBezTo>
                  <a:pt x="579513" y="100931"/>
                  <a:pt x="580676" y="102113"/>
                  <a:pt x="582407" y="103125"/>
                </a:cubicBezTo>
                <a:cubicBezTo>
                  <a:pt x="584138" y="104138"/>
                  <a:pt x="586476" y="104644"/>
                  <a:pt x="589422" y="104644"/>
                </a:cubicBezTo>
                <a:lnTo>
                  <a:pt x="592910" y="104644"/>
                </a:lnTo>
                <a:lnTo>
                  <a:pt x="592910" y="107434"/>
                </a:lnTo>
                <a:lnTo>
                  <a:pt x="537952" y="107434"/>
                </a:lnTo>
                <a:lnTo>
                  <a:pt x="537952" y="104644"/>
                </a:lnTo>
                <a:lnTo>
                  <a:pt x="541441" y="104644"/>
                </a:lnTo>
                <a:cubicBezTo>
                  <a:pt x="544489" y="104644"/>
                  <a:pt x="546944" y="104099"/>
                  <a:pt x="548804" y="103009"/>
                </a:cubicBezTo>
                <a:cubicBezTo>
                  <a:pt x="550148" y="102281"/>
                  <a:pt x="551181" y="101034"/>
                  <a:pt x="551905" y="99269"/>
                </a:cubicBezTo>
                <a:cubicBezTo>
                  <a:pt x="552473" y="98022"/>
                  <a:pt x="552758" y="94750"/>
                  <a:pt x="552758" y="89451"/>
                </a:cubicBezTo>
                <a:lnTo>
                  <a:pt x="552758" y="20309"/>
                </a:lnTo>
                <a:cubicBezTo>
                  <a:pt x="552758" y="14907"/>
                  <a:pt x="552473" y="11531"/>
                  <a:pt x="551905" y="10181"/>
                </a:cubicBezTo>
                <a:cubicBezTo>
                  <a:pt x="551336" y="8829"/>
                  <a:pt x="550187" y="7647"/>
                  <a:pt x="548456" y="6635"/>
                </a:cubicBezTo>
                <a:cubicBezTo>
                  <a:pt x="546724" y="5622"/>
                  <a:pt x="544386" y="5116"/>
                  <a:pt x="541441" y="5116"/>
                </a:cubicBezTo>
                <a:lnTo>
                  <a:pt x="537952" y="5116"/>
                </a:lnTo>
                <a:lnTo>
                  <a:pt x="537952" y="2325"/>
                </a:lnTo>
                <a:lnTo>
                  <a:pt x="626628" y="2325"/>
                </a:lnTo>
                <a:lnTo>
                  <a:pt x="626628" y="32556"/>
                </a:lnTo>
                <a:lnTo>
                  <a:pt x="623450" y="32556"/>
                </a:lnTo>
                <a:cubicBezTo>
                  <a:pt x="622727" y="25454"/>
                  <a:pt x="620880" y="20192"/>
                  <a:pt x="617908" y="16770"/>
                </a:cubicBezTo>
                <a:cubicBezTo>
                  <a:pt x="614937" y="13348"/>
                  <a:pt x="610635" y="10938"/>
                  <a:pt x="605002" y="9539"/>
                </a:cubicBezTo>
                <a:cubicBezTo>
                  <a:pt x="601901" y="8761"/>
                  <a:pt x="596165" y="8372"/>
                  <a:pt x="587794" y="8372"/>
                </a:cubicBezTo>
                <a:lnTo>
                  <a:pt x="578027" y="8372"/>
                </a:lnTo>
                <a:close/>
                <a:moveTo>
                  <a:pt x="670914" y="32711"/>
                </a:moveTo>
                <a:cubicBezTo>
                  <a:pt x="677219" y="32711"/>
                  <a:pt x="683084" y="34340"/>
                  <a:pt x="688510" y="37599"/>
                </a:cubicBezTo>
                <a:cubicBezTo>
                  <a:pt x="693936" y="40858"/>
                  <a:pt x="698057" y="45488"/>
                  <a:pt x="700873" y="51489"/>
                </a:cubicBezTo>
                <a:cubicBezTo>
                  <a:pt x="703690" y="57490"/>
                  <a:pt x="705098" y="64059"/>
                  <a:pt x="705098" y="71197"/>
                </a:cubicBezTo>
                <a:cubicBezTo>
                  <a:pt x="705098" y="81490"/>
                  <a:pt x="702488" y="90103"/>
                  <a:pt x="697269" y="97035"/>
                </a:cubicBezTo>
                <a:cubicBezTo>
                  <a:pt x="690964" y="105415"/>
                  <a:pt x="682257" y="109605"/>
                  <a:pt x="671147" y="109605"/>
                </a:cubicBezTo>
                <a:cubicBezTo>
                  <a:pt x="660243" y="109605"/>
                  <a:pt x="651846" y="105777"/>
                  <a:pt x="645955" y="98121"/>
                </a:cubicBezTo>
                <a:cubicBezTo>
                  <a:pt x="640064" y="90465"/>
                  <a:pt x="637118" y="81593"/>
                  <a:pt x="637118" y="71507"/>
                </a:cubicBezTo>
                <a:cubicBezTo>
                  <a:pt x="637118" y="61110"/>
                  <a:pt x="640128" y="52045"/>
                  <a:pt x="646148" y="44311"/>
                </a:cubicBezTo>
                <a:cubicBezTo>
                  <a:pt x="652169" y="36578"/>
                  <a:pt x="660424" y="32711"/>
                  <a:pt x="670914" y="32711"/>
                </a:cubicBezTo>
                <a:moveTo>
                  <a:pt x="671224" y="38137"/>
                </a:moveTo>
                <a:cubicBezTo>
                  <a:pt x="668589" y="38137"/>
                  <a:pt x="666328" y="39133"/>
                  <a:pt x="664442" y="41126"/>
                </a:cubicBezTo>
                <a:cubicBezTo>
                  <a:pt x="662556" y="43117"/>
                  <a:pt x="661315" y="47049"/>
                  <a:pt x="660721" y="52920"/>
                </a:cubicBezTo>
                <a:cubicBezTo>
                  <a:pt x="660127" y="58792"/>
                  <a:pt x="659830" y="66954"/>
                  <a:pt x="659830" y="77405"/>
                </a:cubicBezTo>
                <a:cubicBezTo>
                  <a:pt x="659830" y="82941"/>
                  <a:pt x="660191" y="88115"/>
                  <a:pt x="660915" y="92927"/>
                </a:cubicBezTo>
                <a:cubicBezTo>
                  <a:pt x="661483" y="96599"/>
                  <a:pt x="662698" y="99393"/>
                  <a:pt x="664558" y="101308"/>
                </a:cubicBezTo>
                <a:cubicBezTo>
                  <a:pt x="666418" y="103222"/>
                  <a:pt x="668537" y="104179"/>
                  <a:pt x="670914" y="104179"/>
                </a:cubicBezTo>
                <a:cubicBezTo>
                  <a:pt x="673240" y="104179"/>
                  <a:pt x="675177" y="103532"/>
                  <a:pt x="676728" y="102239"/>
                </a:cubicBezTo>
                <a:cubicBezTo>
                  <a:pt x="678743" y="100480"/>
                  <a:pt x="680087" y="98022"/>
                  <a:pt x="680758" y="94865"/>
                </a:cubicBezTo>
                <a:cubicBezTo>
                  <a:pt x="681792" y="89951"/>
                  <a:pt x="682309" y="80018"/>
                  <a:pt x="682309" y="65066"/>
                </a:cubicBezTo>
                <a:cubicBezTo>
                  <a:pt x="682309" y="56271"/>
                  <a:pt x="681818" y="50232"/>
                  <a:pt x="680836" y="46947"/>
                </a:cubicBezTo>
                <a:cubicBezTo>
                  <a:pt x="679854" y="43661"/>
                  <a:pt x="678407" y="41267"/>
                  <a:pt x="676495" y="39767"/>
                </a:cubicBezTo>
                <a:cubicBezTo>
                  <a:pt x="675152" y="38680"/>
                  <a:pt x="673395" y="38137"/>
                  <a:pt x="671224" y="38137"/>
                </a:cubicBezTo>
                <a:close/>
                <a:moveTo>
                  <a:pt x="775248" y="88693"/>
                </a:moveTo>
                <a:lnTo>
                  <a:pt x="777651" y="90551"/>
                </a:lnTo>
                <a:cubicBezTo>
                  <a:pt x="774240" y="96980"/>
                  <a:pt x="769990" y="101763"/>
                  <a:pt x="764900" y="104901"/>
                </a:cubicBezTo>
                <a:cubicBezTo>
                  <a:pt x="759810" y="108037"/>
                  <a:pt x="754397" y="109605"/>
                  <a:pt x="748661" y="109605"/>
                </a:cubicBezTo>
                <a:cubicBezTo>
                  <a:pt x="738997" y="109605"/>
                  <a:pt x="731272" y="105958"/>
                  <a:pt x="725484" y="98666"/>
                </a:cubicBezTo>
                <a:cubicBezTo>
                  <a:pt x="719696" y="91371"/>
                  <a:pt x="716803" y="82603"/>
                  <a:pt x="716803" y="72362"/>
                </a:cubicBezTo>
                <a:cubicBezTo>
                  <a:pt x="716803" y="62480"/>
                  <a:pt x="719438" y="53790"/>
                  <a:pt x="724709" y="46290"/>
                </a:cubicBezTo>
                <a:cubicBezTo>
                  <a:pt x="731065" y="37237"/>
                  <a:pt x="739824" y="32711"/>
                  <a:pt x="750986" y="32711"/>
                </a:cubicBezTo>
                <a:cubicBezTo>
                  <a:pt x="758479" y="32711"/>
                  <a:pt x="764435" y="34603"/>
                  <a:pt x="768853" y="38386"/>
                </a:cubicBezTo>
                <a:cubicBezTo>
                  <a:pt x="773272" y="42168"/>
                  <a:pt x="775481" y="46391"/>
                  <a:pt x="775481" y="51055"/>
                </a:cubicBezTo>
                <a:cubicBezTo>
                  <a:pt x="775481" y="54009"/>
                  <a:pt x="774589" y="56366"/>
                  <a:pt x="772806" y="58128"/>
                </a:cubicBezTo>
                <a:cubicBezTo>
                  <a:pt x="771024" y="59890"/>
                  <a:pt x="768685" y="60771"/>
                  <a:pt x="765791" y="60771"/>
                </a:cubicBezTo>
                <a:cubicBezTo>
                  <a:pt x="762743" y="60771"/>
                  <a:pt x="760223" y="59760"/>
                  <a:pt x="758234" y="57738"/>
                </a:cubicBezTo>
                <a:cubicBezTo>
                  <a:pt x="756244" y="55715"/>
                  <a:pt x="755017" y="52110"/>
                  <a:pt x="754552" y="46925"/>
                </a:cubicBezTo>
                <a:cubicBezTo>
                  <a:pt x="754242" y="43658"/>
                  <a:pt x="753493" y="41376"/>
                  <a:pt x="752304" y="40080"/>
                </a:cubicBezTo>
                <a:cubicBezTo>
                  <a:pt x="751115" y="38784"/>
                  <a:pt x="749720" y="38137"/>
                  <a:pt x="748118" y="38137"/>
                </a:cubicBezTo>
                <a:cubicBezTo>
                  <a:pt x="745638" y="38137"/>
                  <a:pt x="743519" y="39455"/>
                  <a:pt x="741762" y="42090"/>
                </a:cubicBezTo>
                <a:cubicBezTo>
                  <a:pt x="739075" y="46069"/>
                  <a:pt x="737731" y="52167"/>
                  <a:pt x="737731" y="60383"/>
                </a:cubicBezTo>
                <a:cubicBezTo>
                  <a:pt x="737731" y="67205"/>
                  <a:pt x="738817" y="73729"/>
                  <a:pt x="740987" y="79956"/>
                </a:cubicBezTo>
                <a:cubicBezTo>
                  <a:pt x="743157" y="86183"/>
                  <a:pt x="746129" y="90821"/>
                  <a:pt x="749901" y="93870"/>
                </a:cubicBezTo>
                <a:cubicBezTo>
                  <a:pt x="752743" y="96092"/>
                  <a:pt x="756102" y="97203"/>
                  <a:pt x="759978" y="97203"/>
                </a:cubicBezTo>
                <a:cubicBezTo>
                  <a:pt x="762510" y="97203"/>
                  <a:pt x="764913" y="96610"/>
                  <a:pt x="767187" y="95425"/>
                </a:cubicBezTo>
                <a:cubicBezTo>
                  <a:pt x="769460" y="94238"/>
                  <a:pt x="772148" y="91994"/>
                  <a:pt x="775248" y="88693"/>
                </a:cubicBezTo>
                <a:close/>
                <a:moveTo>
                  <a:pt x="856584" y="34881"/>
                </a:moveTo>
                <a:lnTo>
                  <a:pt x="856584" y="91622"/>
                </a:lnTo>
                <a:cubicBezTo>
                  <a:pt x="856584" y="97185"/>
                  <a:pt x="857101" y="100655"/>
                  <a:pt x="858135" y="102033"/>
                </a:cubicBezTo>
                <a:cubicBezTo>
                  <a:pt x="859168" y="103410"/>
                  <a:pt x="861261" y="104281"/>
                  <a:pt x="864413" y="104644"/>
                </a:cubicBezTo>
                <a:lnTo>
                  <a:pt x="864413" y="107434"/>
                </a:lnTo>
                <a:lnTo>
                  <a:pt x="834880" y="107434"/>
                </a:lnTo>
                <a:lnTo>
                  <a:pt x="834880" y="97745"/>
                </a:lnTo>
                <a:cubicBezTo>
                  <a:pt x="831418" y="101879"/>
                  <a:pt x="827956" y="104889"/>
                  <a:pt x="824494" y="106776"/>
                </a:cubicBezTo>
                <a:cubicBezTo>
                  <a:pt x="821031" y="108662"/>
                  <a:pt x="817156" y="109605"/>
                  <a:pt x="812866" y="109605"/>
                </a:cubicBezTo>
                <a:cubicBezTo>
                  <a:pt x="808784" y="109605"/>
                  <a:pt x="805154" y="108352"/>
                  <a:pt x="801976" y="105845"/>
                </a:cubicBezTo>
                <a:cubicBezTo>
                  <a:pt x="798798" y="103339"/>
                  <a:pt x="796666" y="100407"/>
                  <a:pt x="795581" y="97048"/>
                </a:cubicBezTo>
                <a:cubicBezTo>
                  <a:pt x="794496" y="93689"/>
                  <a:pt x="793953" y="87823"/>
                  <a:pt x="793953" y="79452"/>
                </a:cubicBezTo>
                <a:lnTo>
                  <a:pt x="793953" y="50694"/>
                </a:lnTo>
                <a:cubicBezTo>
                  <a:pt x="793953" y="45150"/>
                  <a:pt x="793449" y="41699"/>
                  <a:pt x="792442" y="40339"/>
                </a:cubicBezTo>
                <a:cubicBezTo>
                  <a:pt x="791434" y="38979"/>
                  <a:pt x="789328" y="38090"/>
                  <a:pt x="786124" y="37672"/>
                </a:cubicBezTo>
                <a:lnTo>
                  <a:pt x="786124" y="34881"/>
                </a:lnTo>
                <a:lnTo>
                  <a:pt x="815657" y="34881"/>
                </a:lnTo>
                <a:lnTo>
                  <a:pt x="815657" y="84473"/>
                </a:lnTo>
                <a:cubicBezTo>
                  <a:pt x="815657" y="89647"/>
                  <a:pt x="815902" y="92985"/>
                  <a:pt x="816393" y="94485"/>
                </a:cubicBezTo>
                <a:cubicBezTo>
                  <a:pt x="816884" y="95985"/>
                  <a:pt x="817659" y="97123"/>
                  <a:pt x="818719" y="97900"/>
                </a:cubicBezTo>
                <a:cubicBezTo>
                  <a:pt x="819778" y="98675"/>
                  <a:pt x="821005" y="99063"/>
                  <a:pt x="822401" y="99063"/>
                </a:cubicBezTo>
                <a:cubicBezTo>
                  <a:pt x="824261" y="99063"/>
                  <a:pt x="825941" y="98572"/>
                  <a:pt x="827439" y="97590"/>
                </a:cubicBezTo>
                <a:cubicBezTo>
                  <a:pt x="829506" y="96247"/>
                  <a:pt x="831987" y="93534"/>
                  <a:pt x="834880" y="89451"/>
                </a:cubicBezTo>
                <a:lnTo>
                  <a:pt x="834880" y="50694"/>
                </a:lnTo>
                <a:cubicBezTo>
                  <a:pt x="834880" y="45150"/>
                  <a:pt x="834377" y="41699"/>
                  <a:pt x="833369" y="40339"/>
                </a:cubicBezTo>
                <a:cubicBezTo>
                  <a:pt x="832361" y="38979"/>
                  <a:pt x="830255" y="38090"/>
                  <a:pt x="827052" y="37672"/>
                </a:cubicBezTo>
                <a:lnTo>
                  <a:pt x="827052" y="34881"/>
                </a:lnTo>
                <a:lnTo>
                  <a:pt x="856584" y="34881"/>
                </a:lnTo>
                <a:close/>
                <a:moveTo>
                  <a:pt x="920664" y="33021"/>
                </a:moveTo>
                <a:lnTo>
                  <a:pt x="921827" y="57825"/>
                </a:lnTo>
                <a:lnTo>
                  <a:pt x="919192" y="57825"/>
                </a:lnTo>
                <a:cubicBezTo>
                  <a:pt x="916039" y="50428"/>
                  <a:pt x="912771" y="45375"/>
                  <a:pt x="909386" y="42667"/>
                </a:cubicBezTo>
                <a:cubicBezTo>
                  <a:pt x="906001" y="39957"/>
                  <a:pt x="902630" y="38602"/>
                  <a:pt x="899271" y="38602"/>
                </a:cubicBezTo>
                <a:cubicBezTo>
                  <a:pt x="897152" y="38602"/>
                  <a:pt x="895343" y="39313"/>
                  <a:pt x="893845" y="40734"/>
                </a:cubicBezTo>
                <a:cubicBezTo>
                  <a:pt x="892346" y="42155"/>
                  <a:pt x="891597" y="43795"/>
                  <a:pt x="891597" y="45656"/>
                </a:cubicBezTo>
                <a:cubicBezTo>
                  <a:pt x="891597" y="47051"/>
                  <a:pt x="892113" y="48395"/>
                  <a:pt x="893147" y="49686"/>
                </a:cubicBezTo>
                <a:cubicBezTo>
                  <a:pt x="894801" y="51805"/>
                  <a:pt x="899426" y="55435"/>
                  <a:pt x="907022" y="60577"/>
                </a:cubicBezTo>
                <a:cubicBezTo>
                  <a:pt x="914618" y="65719"/>
                  <a:pt x="919618" y="70086"/>
                  <a:pt x="922021" y="73677"/>
                </a:cubicBezTo>
                <a:cubicBezTo>
                  <a:pt x="924424" y="77269"/>
                  <a:pt x="925625" y="81286"/>
                  <a:pt x="925625" y="85731"/>
                </a:cubicBezTo>
                <a:cubicBezTo>
                  <a:pt x="925625" y="89761"/>
                  <a:pt x="924618" y="93714"/>
                  <a:pt x="922602" y="97590"/>
                </a:cubicBezTo>
                <a:cubicBezTo>
                  <a:pt x="920587" y="101466"/>
                  <a:pt x="917745" y="104437"/>
                  <a:pt x="914076" y="106504"/>
                </a:cubicBezTo>
                <a:cubicBezTo>
                  <a:pt x="910407" y="108571"/>
                  <a:pt x="906350" y="109605"/>
                  <a:pt x="901906" y="109605"/>
                </a:cubicBezTo>
                <a:cubicBezTo>
                  <a:pt x="898444" y="109605"/>
                  <a:pt x="893819" y="108499"/>
                  <a:pt x="888031" y="106289"/>
                </a:cubicBezTo>
                <a:cubicBezTo>
                  <a:pt x="886481" y="105709"/>
                  <a:pt x="885421" y="105419"/>
                  <a:pt x="884853" y="105419"/>
                </a:cubicBezTo>
                <a:cubicBezTo>
                  <a:pt x="883148" y="105419"/>
                  <a:pt x="881727" y="106711"/>
                  <a:pt x="880590" y="109295"/>
                </a:cubicBezTo>
                <a:lnTo>
                  <a:pt x="878032" y="109295"/>
                </a:lnTo>
                <a:lnTo>
                  <a:pt x="876792" y="83250"/>
                </a:lnTo>
                <a:lnTo>
                  <a:pt x="879427" y="83250"/>
                </a:lnTo>
                <a:cubicBezTo>
                  <a:pt x="881752" y="90071"/>
                  <a:pt x="884943" y="95187"/>
                  <a:pt x="889000" y="98598"/>
                </a:cubicBezTo>
                <a:cubicBezTo>
                  <a:pt x="893057" y="102008"/>
                  <a:pt x="896894" y="103714"/>
                  <a:pt x="900511" y="103714"/>
                </a:cubicBezTo>
                <a:cubicBezTo>
                  <a:pt x="902991" y="103714"/>
                  <a:pt x="905020" y="102952"/>
                  <a:pt x="906596" y="101427"/>
                </a:cubicBezTo>
                <a:cubicBezTo>
                  <a:pt x="908172" y="99903"/>
                  <a:pt x="908960" y="98055"/>
                  <a:pt x="908960" y="95885"/>
                </a:cubicBezTo>
                <a:cubicBezTo>
                  <a:pt x="908960" y="93404"/>
                  <a:pt x="908185" y="91260"/>
                  <a:pt x="906634" y="89451"/>
                </a:cubicBezTo>
                <a:cubicBezTo>
                  <a:pt x="905084" y="87643"/>
                  <a:pt x="901622" y="84904"/>
                  <a:pt x="896248" y="81235"/>
                </a:cubicBezTo>
                <a:cubicBezTo>
                  <a:pt x="888341" y="75757"/>
                  <a:pt x="883225" y="71571"/>
                  <a:pt x="880900" y="68677"/>
                </a:cubicBezTo>
                <a:cubicBezTo>
                  <a:pt x="877489" y="64440"/>
                  <a:pt x="875784" y="59763"/>
                  <a:pt x="875784" y="54647"/>
                </a:cubicBezTo>
                <a:cubicBezTo>
                  <a:pt x="875784" y="49066"/>
                  <a:pt x="877709" y="44015"/>
                  <a:pt x="881559" y="39493"/>
                </a:cubicBezTo>
                <a:cubicBezTo>
                  <a:pt x="885409" y="34972"/>
                  <a:pt x="890977" y="32711"/>
                  <a:pt x="898263" y="32711"/>
                </a:cubicBezTo>
                <a:cubicBezTo>
                  <a:pt x="902190" y="32711"/>
                  <a:pt x="905988" y="33704"/>
                  <a:pt x="909657" y="35690"/>
                </a:cubicBezTo>
                <a:cubicBezTo>
                  <a:pt x="911053" y="36495"/>
                  <a:pt x="912190" y="36897"/>
                  <a:pt x="913068" y="36897"/>
                </a:cubicBezTo>
                <a:cubicBezTo>
                  <a:pt x="913998" y="36897"/>
                  <a:pt x="914748" y="36703"/>
                  <a:pt x="915316" y="36315"/>
                </a:cubicBezTo>
                <a:cubicBezTo>
                  <a:pt x="915884" y="35928"/>
                  <a:pt x="916789" y="34830"/>
                  <a:pt x="918029" y="33021"/>
                </a:cubicBezTo>
                <a:lnTo>
                  <a:pt x="920664" y="330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6D5D8-C7B9-4592-BFAC-71016F7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57626"/>
            <a:ext cx="3288367" cy="691691"/>
          </a:xfrm>
          <a:custGeom xmlns:a="http://schemas.openxmlformats.org/drawingml/2006/main">
            <a:pathLst>
              <a:path w="3288367" h="691691">
                <a:moveTo>
                  <a:pt x="34585" y="0"/>
                </a:moveTo>
                <a:lnTo>
                  <a:pt x="3253783" y="0"/>
                </a:lnTo>
                <a:cubicBezTo>
                  <a:pt x="3258369" y="0"/>
                  <a:pt x="3262780" y="878"/>
                  <a:pt x="3267017" y="2633"/>
                </a:cubicBezTo>
                <a:cubicBezTo>
                  <a:pt x="3271253" y="4387"/>
                  <a:pt x="3274994" y="6886"/>
                  <a:pt x="3278237" y="10129"/>
                </a:cubicBezTo>
                <a:cubicBezTo>
                  <a:pt x="3281479" y="13372"/>
                  <a:pt x="3283978" y="17112"/>
                  <a:pt x="3285733" y="21349"/>
                </a:cubicBezTo>
                <a:cubicBezTo>
                  <a:pt x="3287488" y="25586"/>
                  <a:pt x="3288367" y="29998"/>
                  <a:pt x="3288367" y="34585"/>
                </a:cubicBezTo>
                <a:lnTo>
                  <a:pt x="3288367" y="657106"/>
                </a:lnTo>
                <a:cubicBezTo>
                  <a:pt x="3288367" y="661692"/>
                  <a:pt x="3287488" y="666104"/>
                  <a:pt x="3285733" y="670341"/>
                </a:cubicBezTo>
                <a:cubicBezTo>
                  <a:pt x="3283978" y="674578"/>
                  <a:pt x="3281479" y="678318"/>
                  <a:pt x="3278237" y="681561"/>
                </a:cubicBezTo>
                <a:cubicBezTo>
                  <a:pt x="3274994" y="684804"/>
                  <a:pt x="3271253" y="687303"/>
                  <a:pt x="3267017" y="689058"/>
                </a:cubicBezTo>
                <a:cubicBezTo>
                  <a:pt x="3262780" y="690813"/>
                  <a:pt x="3258369" y="691690"/>
                  <a:pt x="3253783" y="691691"/>
                </a:cubicBezTo>
                <a:lnTo>
                  <a:pt x="34585" y="691691"/>
                </a:lnTo>
                <a:cubicBezTo>
                  <a:pt x="29998" y="691690"/>
                  <a:pt x="25586" y="690813"/>
                  <a:pt x="21349" y="689057"/>
                </a:cubicBezTo>
                <a:cubicBezTo>
                  <a:pt x="17112" y="687302"/>
                  <a:pt x="13372" y="684803"/>
                  <a:pt x="10129" y="681561"/>
                </a:cubicBezTo>
                <a:cubicBezTo>
                  <a:pt x="6886" y="678318"/>
                  <a:pt x="4387" y="674578"/>
                  <a:pt x="2632" y="670340"/>
                </a:cubicBezTo>
                <a:cubicBezTo>
                  <a:pt x="878" y="666104"/>
                  <a:pt x="0" y="661692"/>
                  <a:pt x="0" y="657106"/>
                </a:cubicBezTo>
                <a:lnTo>
                  <a:pt x="0" y="34585"/>
                </a:lnTo>
                <a:cubicBezTo>
                  <a:pt x="0" y="29998"/>
                  <a:pt x="878" y="25586"/>
                  <a:pt x="2633" y="21349"/>
                </a:cubicBezTo>
                <a:cubicBezTo>
                  <a:pt x="4387" y="17112"/>
                  <a:pt x="6886" y="13372"/>
                  <a:pt x="10129" y="10129"/>
                </a:cubicBezTo>
                <a:cubicBezTo>
                  <a:pt x="13372" y="6886"/>
                  <a:pt x="17112" y="4387"/>
                  <a:pt x="21349" y="2633"/>
                </a:cubicBezTo>
                <a:cubicBezTo>
                  <a:pt x="25586" y="878"/>
                  <a:pt x="29998" y="0"/>
                  <a:pt x="34585" y="0"/>
                </a:cubicBez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6CD34-527B-44D1-A977-9E7E8F3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65" y="57626"/>
            <a:ext cx="3288367" cy="691691"/>
          </a:xfrm>
          <a:custGeom xmlns:a="http://schemas.openxmlformats.org/drawingml/2006/main">
            <a:pathLst>
              <a:path w="3288367" h="691691" fill="none">
                <a:moveTo>
                  <a:pt x="34585" y="0"/>
                </a:moveTo>
                <a:lnTo>
                  <a:pt x="3253783" y="0"/>
                </a:lnTo>
                <a:cubicBezTo>
                  <a:pt x="3258369" y="0"/>
                  <a:pt x="3262780" y="878"/>
                  <a:pt x="3267017" y="2633"/>
                </a:cubicBezTo>
                <a:cubicBezTo>
                  <a:pt x="3271253" y="4387"/>
                  <a:pt x="3274994" y="6886"/>
                  <a:pt x="3278237" y="10129"/>
                </a:cubicBezTo>
                <a:cubicBezTo>
                  <a:pt x="3281479" y="13372"/>
                  <a:pt x="3283978" y="17112"/>
                  <a:pt x="3285733" y="21349"/>
                </a:cubicBezTo>
                <a:cubicBezTo>
                  <a:pt x="3287488" y="25586"/>
                  <a:pt x="3288367" y="29998"/>
                  <a:pt x="3288367" y="34585"/>
                </a:cubicBezTo>
                <a:lnTo>
                  <a:pt x="3288367" y="657106"/>
                </a:lnTo>
                <a:cubicBezTo>
                  <a:pt x="3288367" y="661692"/>
                  <a:pt x="3287488" y="666104"/>
                  <a:pt x="3285733" y="670341"/>
                </a:cubicBezTo>
                <a:cubicBezTo>
                  <a:pt x="3283978" y="674578"/>
                  <a:pt x="3281479" y="678318"/>
                  <a:pt x="3278237" y="681561"/>
                </a:cubicBezTo>
                <a:cubicBezTo>
                  <a:pt x="3274994" y="684804"/>
                  <a:pt x="3271253" y="687303"/>
                  <a:pt x="3267017" y="689058"/>
                </a:cubicBezTo>
                <a:cubicBezTo>
                  <a:pt x="3262780" y="690813"/>
                  <a:pt x="3258369" y="691690"/>
                  <a:pt x="3253783" y="691691"/>
                </a:cubicBezTo>
                <a:lnTo>
                  <a:pt x="34585" y="691691"/>
                </a:lnTo>
                <a:cubicBezTo>
                  <a:pt x="29998" y="691690"/>
                  <a:pt x="25586" y="690813"/>
                  <a:pt x="21349" y="689057"/>
                </a:cubicBezTo>
                <a:cubicBezTo>
                  <a:pt x="17112" y="687302"/>
                  <a:pt x="13372" y="684803"/>
                  <a:pt x="10129" y="681561"/>
                </a:cubicBezTo>
                <a:cubicBezTo>
                  <a:pt x="6886" y="678318"/>
                  <a:pt x="4387" y="674578"/>
                  <a:pt x="2632" y="670340"/>
                </a:cubicBezTo>
                <a:cubicBezTo>
                  <a:pt x="878" y="666104"/>
                  <a:pt x="0" y="661692"/>
                  <a:pt x="0" y="657106"/>
                </a:cubicBezTo>
                <a:lnTo>
                  <a:pt x="0" y="34585"/>
                </a:lnTo>
                <a:cubicBezTo>
                  <a:pt x="0" y="29998"/>
                  <a:pt x="878" y="25586"/>
                  <a:pt x="2633" y="21349"/>
                </a:cubicBezTo>
                <a:cubicBezTo>
                  <a:pt x="4387" y="17112"/>
                  <a:pt x="6886" y="13372"/>
                  <a:pt x="10129" y="10129"/>
                </a:cubicBezTo>
                <a:cubicBezTo>
                  <a:pt x="13372" y="6886"/>
                  <a:pt x="17112" y="4387"/>
                  <a:pt x="21349" y="2633"/>
                </a:cubicBezTo>
                <a:cubicBezTo>
                  <a:pt x="25586" y="878"/>
                  <a:pt x="29998" y="0"/>
                  <a:pt x="3458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" cap="flat">
            <a:solidFill>
              <a:srgbClr val="000000"/>
            </a:solidFill>
            <a:miter/>
          </a:ln>
        </p:spPr>
      </p:sp>
      <p:sp>
        <p:nvSpPr>
          <p:cNvPr id="109" name="Text TheLLMactsasanon-demandassistant">
            <a:extLst xmlns:a="http://schemas.openxmlformats.org/drawingml/2006/main">
              <a:ext uri="{FF2B5EF4-FFF2-40B4-BE49-F238E27FC236}">
                <a16:creationId xmlns:a16="http://schemas.microsoft.com/office/drawing/2014/main" id="{F5DB8DC3-5470-4429-A9A4-8FD4244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677" y="133556"/>
            <a:ext cx="3153082" cy="136480"/>
          </a:xfrm>
          <a:custGeom xmlns:a="http://schemas.openxmlformats.org/drawingml/2006/main">
            <a:pathLst>
              <a:path w="3153082" h="136480">
                <a:moveTo>
                  <a:pt x="105701" y="6212"/>
                </a:moveTo>
                <a:lnTo>
                  <a:pt x="107113" y="36144"/>
                </a:lnTo>
                <a:lnTo>
                  <a:pt x="103537" y="36144"/>
                </a:lnTo>
                <a:cubicBezTo>
                  <a:pt x="102846" y="30873"/>
                  <a:pt x="101905" y="27108"/>
                  <a:pt x="100713" y="24849"/>
                </a:cubicBezTo>
                <a:cubicBezTo>
                  <a:pt x="98768" y="21209"/>
                  <a:pt x="96179" y="18527"/>
                  <a:pt x="92948" y="16801"/>
                </a:cubicBezTo>
                <a:cubicBezTo>
                  <a:pt x="89716" y="15076"/>
                  <a:pt x="85465" y="14213"/>
                  <a:pt x="80194" y="14213"/>
                </a:cubicBezTo>
                <a:lnTo>
                  <a:pt x="62216" y="14213"/>
                </a:lnTo>
                <a:lnTo>
                  <a:pt x="62216" y="111725"/>
                </a:lnTo>
                <a:cubicBezTo>
                  <a:pt x="62216" y="119569"/>
                  <a:pt x="63063" y="124464"/>
                  <a:pt x="64757" y="126409"/>
                </a:cubicBezTo>
                <a:cubicBezTo>
                  <a:pt x="67142" y="129044"/>
                  <a:pt x="70813" y="130362"/>
                  <a:pt x="75770" y="130362"/>
                </a:cubicBezTo>
                <a:lnTo>
                  <a:pt x="80194" y="130362"/>
                </a:lnTo>
                <a:lnTo>
                  <a:pt x="80194" y="133845"/>
                </a:lnTo>
                <a:lnTo>
                  <a:pt x="26072" y="133845"/>
                </a:lnTo>
                <a:lnTo>
                  <a:pt x="26072" y="130362"/>
                </a:lnTo>
                <a:lnTo>
                  <a:pt x="30590" y="130362"/>
                </a:lnTo>
                <a:cubicBezTo>
                  <a:pt x="35987" y="130362"/>
                  <a:pt x="39815" y="128731"/>
                  <a:pt x="42074" y="125468"/>
                </a:cubicBezTo>
                <a:cubicBezTo>
                  <a:pt x="43454" y="123460"/>
                  <a:pt x="44144" y="118879"/>
                  <a:pt x="44144" y="111725"/>
                </a:cubicBezTo>
                <a:lnTo>
                  <a:pt x="44144" y="14213"/>
                </a:lnTo>
                <a:lnTo>
                  <a:pt x="28802" y="14213"/>
                </a:lnTo>
                <a:cubicBezTo>
                  <a:pt x="22841" y="14213"/>
                  <a:pt x="18605" y="14652"/>
                  <a:pt x="16095" y="15530"/>
                </a:cubicBezTo>
                <a:cubicBezTo>
                  <a:pt x="12832" y="16723"/>
                  <a:pt x="10040" y="19013"/>
                  <a:pt x="7718" y="22402"/>
                </a:cubicBezTo>
                <a:cubicBezTo>
                  <a:pt x="5396" y="25790"/>
                  <a:pt x="4016" y="30371"/>
                  <a:pt x="3577" y="36144"/>
                </a:cubicBezTo>
                <a:lnTo>
                  <a:pt x="0" y="36144"/>
                </a:lnTo>
                <a:lnTo>
                  <a:pt x="1506" y="6212"/>
                </a:lnTo>
                <a:lnTo>
                  <a:pt x="105701" y="6212"/>
                </a:lnTo>
                <a:close/>
                <a:moveTo>
                  <a:pt x="143288" y="0"/>
                </a:moveTo>
                <a:lnTo>
                  <a:pt x="143288" y="63157"/>
                </a:lnTo>
                <a:cubicBezTo>
                  <a:pt x="150253" y="55502"/>
                  <a:pt x="155775" y="50592"/>
                  <a:pt x="159854" y="48427"/>
                </a:cubicBezTo>
                <a:cubicBezTo>
                  <a:pt x="163933" y="46262"/>
                  <a:pt x="168011" y="45180"/>
                  <a:pt x="172090" y="45180"/>
                </a:cubicBezTo>
                <a:cubicBezTo>
                  <a:pt x="176985" y="45180"/>
                  <a:pt x="181189" y="46526"/>
                  <a:pt x="184703" y="49218"/>
                </a:cubicBezTo>
                <a:cubicBezTo>
                  <a:pt x="188217" y="51910"/>
                  <a:pt x="190821" y="56136"/>
                  <a:pt x="192515" y="61895"/>
                </a:cubicBezTo>
                <a:cubicBezTo>
                  <a:pt x="193707" y="65904"/>
                  <a:pt x="194303" y="73230"/>
                  <a:pt x="194303" y="83873"/>
                </a:cubicBezTo>
                <a:lnTo>
                  <a:pt x="194303" y="114302"/>
                </a:lnTo>
                <a:cubicBezTo>
                  <a:pt x="194303" y="119750"/>
                  <a:pt x="194743" y="123475"/>
                  <a:pt x="195621" y="125479"/>
                </a:cubicBezTo>
                <a:cubicBezTo>
                  <a:pt x="196249" y="126981"/>
                  <a:pt x="197315" y="128171"/>
                  <a:pt x="198821" y="129047"/>
                </a:cubicBezTo>
                <a:cubicBezTo>
                  <a:pt x="200327" y="129924"/>
                  <a:pt x="203088" y="130362"/>
                  <a:pt x="207104" y="130362"/>
                </a:cubicBezTo>
                <a:lnTo>
                  <a:pt x="207104" y="133845"/>
                </a:lnTo>
                <a:lnTo>
                  <a:pt x="164748" y="133845"/>
                </a:lnTo>
                <a:lnTo>
                  <a:pt x="164748" y="130362"/>
                </a:lnTo>
                <a:lnTo>
                  <a:pt x="166725" y="130362"/>
                </a:lnTo>
                <a:cubicBezTo>
                  <a:pt x="170741" y="130362"/>
                  <a:pt x="173533" y="129750"/>
                  <a:pt x="175102" y="128527"/>
                </a:cubicBezTo>
                <a:cubicBezTo>
                  <a:pt x="176671" y="127303"/>
                  <a:pt x="177769" y="125499"/>
                  <a:pt x="178396" y="123114"/>
                </a:cubicBezTo>
                <a:cubicBezTo>
                  <a:pt x="178585" y="122110"/>
                  <a:pt x="178679" y="119161"/>
                  <a:pt x="178679" y="114267"/>
                </a:cubicBezTo>
                <a:lnTo>
                  <a:pt x="178679" y="83771"/>
                </a:lnTo>
                <a:cubicBezTo>
                  <a:pt x="178679" y="74358"/>
                  <a:pt x="178192" y="68177"/>
                  <a:pt x="177220" y="65228"/>
                </a:cubicBezTo>
                <a:cubicBezTo>
                  <a:pt x="176247" y="62279"/>
                  <a:pt x="174694" y="60067"/>
                  <a:pt x="172561" y="58592"/>
                </a:cubicBezTo>
                <a:cubicBezTo>
                  <a:pt x="170427" y="57118"/>
                  <a:pt x="167855" y="56380"/>
                  <a:pt x="164843" y="56380"/>
                </a:cubicBezTo>
                <a:cubicBezTo>
                  <a:pt x="161768" y="56380"/>
                  <a:pt x="158568" y="57196"/>
                  <a:pt x="155242" y="58828"/>
                </a:cubicBezTo>
                <a:cubicBezTo>
                  <a:pt x="151916" y="60459"/>
                  <a:pt x="147932" y="63753"/>
                  <a:pt x="143288" y="68711"/>
                </a:cubicBezTo>
                <a:lnTo>
                  <a:pt x="143288" y="114267"/>
                </a:lnTo>
                <a:cubicBezTo>
                  <a:pt x="143288" y="120165"/>
                  <a:pt x="143618" y="123836"/>
                  <a:pt x="144276" y="125279"/>
                </a:cubicBezTo>
                <a:cubicBezTo>
                  <a:pt x="144935" y="126723"/>
                  <a:pt x="146159" y="127930"/>
                  <a:pt x="147947" y="128903"/>
                </a:cubicBezTo>
                <a:cubicBezTo>
                  <a:pt x="149736" y="129876"/>
                  <a:pt x="152826" y="130362"/>
                  <a:pt x="157218" y="130362"/>
                </a:cubicBezTo>
                <a:lnTo>
                  <a:pt x="157218" y="133845"/>
                </a:lnTo>
                <a:lnTo>
                  <a:pt x="114486" y="133845"/>
                </a:lnTo>
                <a:lnTo>
                  <a:pt x="114486" y="130362"/>
                </a:lnTo>
                <a:cubicBezTo>
                  <a:pt x="118314" y="130362"/>
                  <a:pt x="121326" y="129766"/>
                  <a:pt x="123522" y="128574"/>
                </a:cubicBezTo>
                <a:cubicBezTo>
                  <a:pt x="124777" y="127948"/>
                  <a:pt x="125781" y="126758"/>
                  <a:pt x="126534" y="125003"/>
                </a:cubicBezTo>
                <a:cubicBezTo>
                  <a:pt x="127287" y="123246"/>
                  <a:pt x="127663" y="119671"/>
                  <a:pt x="127663" y="114279"/>
                </a:cubicBezTo>
                <a:lnTo>
                  <a:pt x="127663" y="36305"/>
                </a:lnTo>
                <a:cubicBezTo>
                  <a:pt x="127663" y="26462"/>
                  <a:pt x="127428" y="20411"/>
                  <a:pt x="126958" y="18154"/>
                </a:cubicBezTo>
                <a:cubicBezTo>
                  <a:pt x="126487" y="15895"/>
                  <a:pt x="125765" y="14359"/>
                  <a:pt x="124793" y="13545"/>
                </a:cubicBezTo>
                <a:cubicBezTo>
                  <a:pt x="123820" y="12729"/>
                  <a:pt x="122518" y="12321"/>
                  <a:pt x="120887" y="12321"/>
                </a:cubicBezTo>
                <a:cubicBezTo>
                  <a:pt x="119569" y="12321"/>
                  <a:pt x="117435" y="12823"/>
                  <a:pt x="114486" y="13827"/>
                </a:cubicBezTo>
                <a:lnTo>
                  <a:pt x="113168" y="10533"/>
                </a:lnTo>
                <a:lnTo>
                  <a:pt x="138958" y="0"/>
                </a:lnTo>
                <a:lnTo>
                  <a:pt x="143288" y="0"/>
                </a:lnTo>
                <a:close/>
                <a:moveTo>
                  <a:pt x="228847" y="80194"/>
                </a:moveTo>
                <a:cubicBezTo>
                  <a:pt x="228784" y="92965"/>
                  <a:pt x="231890" y="102983"/>
                  <a:pt x="238165" y="110246"/>
                </a:cubicBezTo>
                <a:cubicBezTo>
                  <a:pt x="244440" y="117507"/>
                  <a:pt x="251813" y="121138"/>
                  <a:pt x="260284" y="121138"/>
                </a:cubicBezTo>
                <a:cubicBezTo>
                  <a:pt x="265932" y="121138"/>
                  <a:pt x="270842" y="119585"/>
                  <a:pt x="275015" y="116479"/>
                </a:cubicBezTo>
                <a:cubicBezTo>
                  <a:pt x="279187" y="113373"/>
                  <a:pt x="282686" y="108055"/>
                  <a:pt x="285509" y="100525"/>
                </a:cubicBezTo>
                <a:lnTo>
                  <a:pt x="288427" y="102407"/>
                </a:lnTo>
                <a:cubicBezTo>
                  <a:pt x="287110" y="111004"/>
                  <a:pt x="283282" y="118832"/>
                  <a:pt x="276944" y="125891"/>
                </a:cubicBezTo>
                <a:cubicBezTo>
                  <a:pt x="270606" y="132950"/>
                  <a:pt x="262669" y="136480"/>
                  <a:pt x="253131" y="136480"/>
                </a:cubicBezTo>
                <a:cubicBezTo>
                  <a:pt x="242777" y="136480"/>
                  <a:pt x="233914" y="132457"/>
                  <a:pt x="226541" y="124412"/>
                </a:cubicBezTo>
                <a:cubicBezTo>
                  <a:pt x="219168" y="116364"/>
                  <a:pt x="215481" y="105546"/>
                  <a:pt x="215481" y="91956"/>
                </a:cubicBezTo>
                <a:cubicBezTo>
                  <a:pt x="215481" y="77242"/>
                  <a:pt x="219262" y="65767"/>
                  <a:pt x="226823" y="57533"/>
                </a:cubicBezTo>
                <a:cubicBezTo>
                  <a:pt x="234384" y="49298"/>
                  <a:pt x="243875" y="45180"/>
                  <a:pt x="255296" y="45180"/>
                </a:cubicBezTo>
                <a:cubicBezTo>
                  <a:pt x="264959" y="45180"/>
                  <a:pt x="272897" y="48356"/>
                  <a:pt x="279109" y="54710"/>
                </a:cubicBezTo>
                <a:cubicBezTo>
                  <a:pt x="285321" y="61061"/>
                  <a:pt x="288427" y="69556"/>
                  <a:pt x="288427" y="80194"/>
                </a:cubicBezTo>
                <a:lnTo>
                  <a:pt x="228847" y="80194"/>
                </a:lnTo>
                <a:moveTo>
                  <a:pt x="228847" y="74735"/>
                </a:moveTo>
                <a:lnTo>
                  <a:pt x="268755" y="74735"/>
                </a:lnTo>
                <a:cubicBezTo>
                  <a:pt x="268442" y="69213"/>
                  <a:pt x="267783" y="65322"/>
                  <a:pt x="266779" y="63063"/>
                </a:cubicBezTo>
                <a:cubicBezTo>
                  <a:pt x="265210" y="59549"/>
                  <a:pt x="262873" y="56788"/>
                  <a:pt x="259767" y="54780"/>
                </a:cubicBezTo>
                <a:cubicBezTo>
                  <a:pt x="256660" y="52772"/>
                  <a:pt x="253413" y="51768"/>
                  <a:pt x="250025" y="51768"/>
                </a:cubicBezTo>
                <a:cubicBezTo>
                  <a:pt x="244816" y="51768"/>
                  <a:pt x="240157" y="53792"/>
                  <a:pt x="236047" y="57839"/>
                </a:cubicBezTo>
                <a:cubicBezTo>
                  <a:pt x="231937" y="61887"/>
                  <a:pt x="229537" y="67518"/>
                  <a:pt x="228847" y="74735"/>
                </a:cubicBezTo>
                <a:close/>
                <a:moveTo>
                  <a:pt x="452610" y="98454"/>
                </a:moveTo>
                <a:lnTo>
                  <a:pt x="455716" y="99116"/>
                </a:lnTo>
                <a:lnTo>
                  <a:pt x="444798" y="133845"/>
                </a:lnTo>
                <a:lnTo>
                  <a:pt x="345967" y="133845"/>
                </a:lnTo>
                <a:lnTo>
                  <a:pt x="345967" y="130362"/>
                </a:lnTo>
                <a:lnTo>
                  <a:pt x="350768" y="130362"/>
                </a:lnTo>
                <a:cubicBezTo>
                  <a:pt x="356164" y="130362"/>
                  <a:pt x="360023" y="128605"/>
                  <a:pt x="362345" y="125091"/>
                </a:cubicBezTo>
                <a:cubicBezTo>
                  <a:pt x="363663" y="123083"/>
                  <a:pt x="364322" y="118440"/>
                  <a:pt x="364322" y="111161"/>
                </a:cubicBezTo>
                <a:lnTo>
                  <a:pt x="364322" y="28802"/>
                </a:lnTo>
                <a:cubicBezTo>
                  <a:pt x="364322" y="20833"/>
                  <a:pt x="363443" y="15844"/>
                  <a:pt x="361686" y="13836"/>
                </a:cubicBezTo>
                <a:cubicBezTo>
                  <a:pt x="359239" y="11075"/>
                  <a:pt x="355599" y="9695"/>
                  <a:pt x="350768" y="9695"/>
                </a:cubicBezTo>
                <a:lnTo>
                  <a:pt x="345967" y="9695"/>
                </a:lnTo>
                <a:lnTo>
                  <a:pt x="345967" y="6212"/>
                </a:lnTo>
                <a:lnTo>
                  <a:pt x="403760" y="6212"/>
                </a:lnTo>
                <a:lnTo>
                  <a:pt x="403760" y="9695"/>
                </a:lnTo>
                <a:cubicBezTo>
                  <a:pt x="396983" y="9632"/>
                  <a:pt x="392229" y="10261"/>
                  <a:pt x="389500" y="11580"/>
                </a:cubicBezTo>
                <a:cubicBezTo>
                  <a:pt x="386770" y="12898"/>
                  <a:pt x="384903" y="14562"/>
                  <a:pt x="383900" y="16572"/>
                </a:cubicBezTo>
                <a:cubicBezTo>
                  <a:pt x="382896" y="18582"/>
                  <a:pt x="382394" y="23386"/>
                  <a:pt x="382394" y="30985"/>
                </a:cubicBezTo>
                <a:lnTo>
                  <a:pt x="382394" y="111243"/>
                </a:lnTo>
                <a:cubicBezTo>
                  <a:pt x="382394" y="116455"/>
                  <a:pt x="382896" y="120035"/>
                  <a:pt x="383900" y="121982"/>
                </a:cubicBezTo>
                <a:cubicBezTo>
                  <a:pt x="384652" y="123300"/>
                  <a:pt x="385813" y="124273"/>
                  <a:pt x="387382" y="124903"/>
                </a:cubicBezTo>
                <a:cubicBezTo>
                  <a:pt x="388951" y="125530"/>
                  <a:pt x="393845" y="125844"/>
                  <a:pt x="402065" y="125844"/>
                </a:cubicBezTo>
                <a:lnTo>
                  <a:pt x="411384" y="125844"/>
                </a:lnTo>
                <a:cubicBezTo>
                  <a:pt x="421173" y="125844"/>
                  <a:pt x="428044" y="125118"/>
                  <a:pt x="431997" y="123664"/>
                </a:cubicBezTo>
                <a:cubicBezTo>
                  <a:pt x="435950" y="122211"/>
                  <a:pt x="439558" y="119637"/>
                  <a:pt x="442821" y="115940"/>
                </a:cubicBezTo>
                <a:cubicBezTo>
                  <a:pt x="446084" y="112244"/>
                  <a:pt x="449347" y="106415"/>
                  <a:pt x="452610" y="98454"/>
                </a:cubicBezTo>
                <a:close/>
                <a:moveTo>
                  <a:pt x="570389" y="98454"/>
                </a:moveTo>
                <a:lnTo>
                  <a:pt x="573495" y="99116"/>
                </a:lnTo>
                <a:lnTo>
                  <a:pt x="562577" y="133845"/>
                </a:lnTo>
                <a:lnTo>
                  <a:pt x="463746" y="133845"/>
                </a:lnTo>
                <a:lnTo>
                  <a:pt x="463746" y="130362"/>
                </a:lnTo>
                <a:lnTo>
                  <a:pt x="468547" y="130362"/>
                </a:lnTo>
                <a:cubicBezTo>
                  <a:pt x="473943" y="130362"/>
                  <a:pt x="477802" y="128605"/>
                  <a:pt x="480124" y="125091"/>
                </a:cubicBezTo>
                <a:cubicBezTo>
                  <a:pt x="481442" y="123083"/>
                  <a:pt x="482101" y="118440"/>
                  <a:pt x="482101" y="111161"/>
                </a:cubicBezTo>
                <a:lnTo>
                  <a:pt x="482101" y="28802"/>
                </a:lnTo>
                <a:cubicBezTo>
                  <a:pt x="482101" y="20833"/>
                  <a:pt x="481222" y="15844"/>
                  <a:pt x="479465" y="13836"/>
                </a:cubicBezTo>
                <a:cubicBezTo>
                  <a:pt x="477018" y="11075"/>
                  <a:pt x="473378" y="9695"/>
                  <a:pt x="468547" y="9695"/>
                </a:cubicBezTo>
                <a:lnTo>
                  <a:pt x="463746" y="9695"/>
                </a:lnTo>
                <a:lnTo>
                  <a:pt x="463746" y="6212"/>
                </a:lnTo>
                <a:lnTo>
                  <a:pt x="521539" y="6212"/>
                </a:lnTo>
                <a:lnTo>
                  <a:pt x="521539" y="9695"/>
                </a:lnTo>
                <a:cubicBezTo>
                  <a:pt x="514762" y="9632"/>
                  <a:pt x="510009" y="10261"/>
                  <a:pt x="507279" y="11580"/>
                </a:cubicBezTo>
                <a:cubicBezTo>
                  <a:pt x="504549" y="12898"/>
                  <a:pt x="502682" y="14562"/>
                  <a:pt x="501679" y="16572"/>
                </a:cubicBezTo>
                <a:cubicBezTo>
                  <a:pt x="500675" y="18582"/>
                  <a:pt x="500173" y="23386"/>
                  <a:pt x="500173" y="30985"/>
                </a:cubicBezTo>
                <a:lnTo>
                  <a:pt x="500173" y="111243"/>
                </a:lnTo>
                <a:cubicBezTo>
                  <a:pt x="500173" y="116455"/>
                  <a:pt x="500675" y="120035"/>
                  <a:pt x="501679" y="121982"/>
                </a:cubicBezTo>
                <a:cubicBezTo>
                  <a:pt x="502432" y="123300"/>
                  <a:pt x="503592" y="124273"/>
                  <a:pt x="505161" y="124903"/>
                </a:cubicBezTo>
                <a:cubicBezTo>
                  <a:pt x="506730" y="125530"/>
                  <a:pt x="511624" y="125844"/>
                  <a:pt x="519844" y="125844"/>
                </a:cubicBezTo>
                <a:lnTo>
                  <a:pt x="529163" y="125844"/>
                </a:lnTo>
                <a:cubicBezTo>
                  <a:pt x="538952" y="125844"/>
                  <a:pt x="545823" y="125118"/>
                  <a:pt x="549776" y="123664"/>
                </a:cubicBezTo>
                <a:cubicBezTo>
                  <a:pt x="553729" y="122211"/>
                  <a:pt x="557337" y="119637"/>
                  <a:pt x="560600" y="115940"/>
                </a:cubicBezTo>
                <a:cubicBezTo>
                  <a:pt x="563863" y="112244"/>
                  <a:pt x="567126" y="106415"/>
                  <a:pt x="570389" y="98454"/>
                </a:cubicBezTo>
                <a:close/>
                <a:moveTo>
                  <a:pt x="656544" y="133845"/>
                </a:moveTo>
                <a:lnTo>
                  <a:pt x="607223" y="26449"/>
                </a:lnTo>
                <a:lnTo>
                  <a:pt x="607223" y="111725"/>
                </a:lnTo>
                <a:cubicBezTo>
                  <a:pt x="607223" y="119569"/>
                  <a:pt x="608070" y="124464"/>
                  <a:pt x="609764" y="126409"/>
                </a:cubicBezTo>
                <a:cubicBezTo>
                  <a:pt x="612086" y="129044"/>
                  <a:pt x="615757" y="130362"/>
                  <a:pt x="620777" y="130362"/>
                </a:cubicBezTo>
                <a:lnTo>
                  <a:pt x="625295" y="130362"/>
                </a:lnTo>
                <a:lnTo>
                  <a:pt x="625295" y="133845"/>
                </a:lnTo>
                <a:lnTo>
                  <a:pt x="580868" y="133845"/>
                </a:lnTo>
                <a:lnTo>
                  <a:pt x="580868" y="130362"/>
                </a:lnTo>
                <a:lnTo>
                  <a:pt x="585386" y="130362"/>
                </a:lnTo>
                <a:cubicBezTo>
                  <a:pt x="590782" y="130362"/>
                  <a:pt x="594610" y="128731"/>
                  <a:pt x="596869" y="125468"/>
                </a:cubicBezTo>
                <a:cubicBezTo>
                  <a:pt x="598250" y="123460"/>
                  <a:pt x="598940" y="118879"/>
                  <a:pt x="598940" y="111725"/>
                </a:cubicBezTo>
                <a:lnTo>
                  <a:pt x="598940" y="28331"/>
                </a:lnTo>
                <a:cubicBezTo>
                  <a:pt x="598940" y="22684"/>
                  <a:pt x="598312" y="18605"/>
                  <a:pt x="597057" y="16095"/>
                </a:cubicBezTo>
                <a:cubicBezTo>
                  <a:pt x="596179" y="14275"/>
                  <a:pt x="594563" y="12754"/>
                  <a:pt x="592210" y="11530"/>
                </a:cubicBezTo>
                <a:cubicBezTo>
                  <a:pt x="589857" y="10307"/>
                  <a:pt x="586076" y="9695"/>
                  <a:pt x="580868" y="9695"/>
                </a:cubicBezTo>
                <a:lnTo>
                  <a:pt x="580868" y="6212"/>
                </a:lnTo>
                <a:lnTo>
                  <a:pt x="617012" y="6212"/>
                </a:lnTo>
                <a:lnTo>
                  <a:pt x="663321" y="106078"/>
                </a:lnTo>
                <a:lnTo>
                  <a:pt x="708877" y="6212"/>
                </a:lnTo>
                <a:lnTo>
                  <a:pt x="745021" y="6212"/>
                </a:lnTo>
                <a:lnTo>
                  <a:pt x="745021" y="9695"/>
                </a:lnTo>
                <a:lnTo>
                  <a:pt x="740597" y="9695"/>
                </a:lnTo>
                <a:cubicBezTo>
                  <a:pt x="735138" y="9695"/>
                  <a:pt x="731278" y="11326"/>
                  <a:pt x="729020" y="14589"/>
                </a:cubicBezTo>
                <a:cubicBezTo>
                  <a:pt x="727639" y="16597"/>
                  <a:pt x="726949" y="21178"/>
                  <a:pt x="726949" y="28331"/>
                </a:cubicBezTo>
                <a:lnTo>
                  <a:pt x="726949" y="111725"/>
                </a:lnTo>
                <a:cubicBezTo>
                  <a:pt x="726949" y="119569"/>
                  <a:pt x="727827" y="124464"/>
                  <a:pt x="729584" y="126409"/>
                </a:cubicBezTo>
                <a:cubicBezTo>
                  <a:pt x="731906" y="129044"/>
                  <a:pt x="735577" y="130362"/>
                  <a:pt x="740597" y="130362"/>
                </a:cubicBezTo>
                <a:lnTo>
                  <a:pt x="745021" y="130362"/>
                </a:lnTo>
                <a:lnTo>
                  <a:pt x="745021" y="133845"/>
                </a:lnTo>
                <a:lnTo>
                  <a:pt x="690805" y="133845"/>
                </a:lnTo>
                <a:lnTo>
                  <a:pt x="690805" y="130362"/>
                </a:lnTo>
                <a:lnTo>
                  <a:pt x="695323" y="130362"/>
                </a:lnTo>
                <a:cubicBezTo>
                  <a:pt x="700782" y="130362"/>
                  <a:pt x="704610" y="128731"/>
                  <a:pt x="706806" y="125468"/>
                </a:cubicBezTo>
                <a:cubicBezTo>
                  <a:pt x="708187" y="123460"/>
                  <a:pt x="708877" y="118879"/>
                  <a:pt x="708877" y="111725"/>
                </a:cubicBezTo>
                <a:lnTo>
                  <a:pt x="708877" y="26449"/>
                </a:lnTo>
                <a:lnTo>
                  <a:pt x="659650" y="133845"/>
                </a:lnTo>
                <a:lnTo>
                  <a:pt x="656544" y="133845"/>
                </a:lnTo>
                <a:close/>
                <a:moveTo>
                  <a:pt x="852104" y="121420"/>
                </a:moveTo>
                <a:cubicBezTo>
                  <a:pt x="843256" y="128260"/>
                  <a:pt x="837703" y="132213"/>
                  <a:pt x="835444" y="133280"/>
                </a:cubicBezTo>
                <a:cubicBezTo>
                  <a:pt x="832055" y="134911"/>
                  <a:pt x="828447" y="135727"/>
                  <a:pt x="824619" y="135727"/>
                </a:cubicBezTo>
                <a:cubicBezTo>
                  <a:pt x="818658" y="135727"/>
                  <a:pt x="813748" y="133688"/>
                  <a:pt x="809889" y="129609"/>
                </a:cubicBezTo>
                <a:cubicBezTo>
                  <a:pt x="806030" y="125530"/>
                  <a:pt x="804100" y="120165"/>
                  <a:pt x="804100" y="113514"/>
                </a:cubicBezTo>
                <a:cubicBezTo>
                  <a:pt x="804100" y="109310"/>
                  <a:pt x="805042" y="105670"/>
                  <a:pt x="806924" y="102595"/>
                </a:cubicBezTo>
                <a:cubicBezTo>
                  <a:pt x="809497" y="98328"/>
                  <a:pt x="813968" y="94312"/>
                  <a:pt x="820337" y="90547"/>
                </a:cubicBezTo>
                <a:cubicBezTo>
                  <a:pt x="826706" y="86783"/>
                  <a:pt x="837295" y="82202"/>
                  <a:pt x="852104" y="76805"/>
                </a:cubicBezTo>
                <a:lnTo>
                  <a:pt x="852104" y="73417"/>
                </a:lnTo>
                <a:cubicBezTo>
                  <a:pt x="852104" y="64820"/>
                  <a:pt x="850739" y="58922"/>
                  <a:pt x="848009" y="55722"/>
                </a:cubicBezTo>
                <a:cubicBezTo>
                  <a:pt x="845280" y="52521"/>
                  <a:pt x="841311" y="50921"/>
                  <a:pt x="836103" y="50921"/>
                </a:cubicBezTo>
                <a:cubicBezTo>
                  <a:pt x="832149" y="50921"/>
                  <a:pt x="829012" y="51984"/>
                  <a:pt x="826690" y="54110"/>
                </a:cubicBezTo>
                <a:cubicBezTo>
                  <a:pt x="824306" y="56235"/>
                  <a:pt x="823113" y="58674"/>
                  <a:pt x="823113" y="61425"/>
                </a:cubicBezTo>
                <a:lnTo>
                  <a:pt x="823302" y="66863"/>
                </a:lnTo>
                <a:cubicBezTo>
                  <a:pt x="823302" y="69738"/>
                  <a:pt x="822564" y="71957"/>
                  <a:pt x="821090" y="73520"/>
                </a:cubicBezTo>
                <a:cubicBezTo>
                  <a:pt x="819615" y="75083"/>
                  <a:pt x="817686" y="75864"/>
                  <a:pt x="815301" y="75864"/>
                </a:cubicBezTo>
                <a:cubicBezTo>
                  <a:pt x="812979" y="75864"/>
                  <a:pt x="811081" y="75051"/>
                  <a:pt x="809607" y="73426"/>
                </a:cubicBezTo>
                <a:cubicBezTo>
                  <a:pt x="808132" y="71798"/>
                  <a:pt x="807395" y="69576"/>
                  <a:pt x="807395" y="66761"/>
                </a:cubicBezTo>
                <a:cubicBezTo>
                  <a:pt x="807395" y="61382"/>
                  <a:pt x="810156" y="56440"/>
                  <a:pt x="815678" y="51936"/>
                </a:cubicBezTo>
                <a:cubicBezTo>
                  <a:pt x="821200" y="47432"/>
                  <a:pt x="828949" y="45180"/>
                  <a:pt x="838926" y="45180"/>
                </a:cubicBezTo>
                <a:cubicBezTo>
                  <a:pt x="846582" y="45180"/>
                  <a:pt x="852857" y="46464"/>
                  <a:pt x="857751" y="49033"/>
                </a:cubicBezTo>
                <a:cubicBezTo>
                  <a:pt x="861453" y="50976"/>
                  <a:pt x="864183" y="54017"/>
                  <a:pt x="865940" y="58154"/>
                </a:cubicBezTo>
                <a:cubicBezTo>
                  <a:pt x="867069" y="60848"/>
                  <a:pt x="867634" y="66363"/>
                  <a:pt x="867634" y="74699"/>
                </a:cubicBezTo>
                <a:lnTo>
                  <a:pt x="867634" y="103937"/>
                </a:lnTo>
                <a:cubicBezTo>
                  <a:pt x="867634" y="112147"/>
                  <a:pt x="867791" y="117177"/>
                  <a:pt x="868105" y="119026"/>
                </a:cubicBezTo>
                <a:cubicBezTo>
                  <a:pt x="868419" y="120875"/>
                  <a:pt x="868936" y="122113"/>
                  <a:pt x="869658" y="122741"/>
                </a:cubicBezTo>
                <a:cubicBezTo>
                  <a:pt x="870379" y="123366"/>
                  <a:pt x="871211" y="123679"/>
                  <a:pt x="872152" y="123679"/>
                </a:cubicBezTo>
                <a:cubicBezTo>
                  <a:pt x="873156" y="123679"/>
                  <a:pt x="874035" y="123460"/>
                  <a:pt x="874788" y="123020"/>
                </a:cubicBezTo>
                <a:cubicBezTo>
                  <a:pt x="876105" y="122205"/>
                  <a:pt x="878647" y="119914"/>
                  <a:pt x="882412" y="116149"/>
                </a:cubicBezTo>
                <a:lnTo>
                  <a:pt x="882412" y="121420"/>
                </a:lnTo>
                <a:cubicBezTo>
                  <a:pt x="875384" y="130833"/>
                  <a:pt x="868670" y="135539"/>
                  <a:pt x="862269" y="135539"/>
                </a:cubicBezTo>
                <a:cubicBezTo>
                  <a:pt x="859194" y="135539"/>
                  <a:pt x="856747" y="134472"/>
                  <a:pt x="854927" y="132339"/>
                </a:cubicBezTo>
                <a:cubicBezTo>
                  <a:pt x="853108" y="130205"/>
                  <a:pt x="852166" y="126566"/>
                  <a:pt x="852104" y="121420"/>
                </a:cubicBezTo>
                <a:moveTo>
                  <a:pt x="852104" y="115249"/>
                </a:moveTo>
                <a:lnTo>
                  <a:pt x="852104" y="82547"/>
                </a:lnTo>
                <a:cubicBezTo>
                  <a:pt x="842628" y="86294"/>
                  <a:pt x="836510" y="88949"/>
                  <a:pt x="833749" y="90512"/>
                </a:cubicBezTo>
                <a:cubicBezTo>
                  <a:pt x="828792" y="93261"/>
                  <a:pt x="825247" y="96135"/>
                  <a:pt x="823113" y="99133"/>
                </a:cubicBezTo>
                <a:cubicBezTo>
                  <a:pt x="820980" y="102132"/>
                  <a:pt x="819913" y="105411"/>
                  <a:pt x="819913" y="108972"/>
                </a:cubicBezTo>
                <a:cubicBezTo>
                  <a:pt x="819913" y="113471"/>
                  <a:pt x="821262" y="117203"/>
                  <a:pt x="823961" y="120170"/>
                </a:cubicBezTo>
                <a:cubicBezTo>
                  <a:pt x="826659" y="123137"/>
                  <a:pt x="829765" y="124620"/>
                  <a:pt x="833279" y="124620"/>
                </a:cubicBezTo>
                <a:cubicBezTo>
                  <a:pt x="838048" y="124620"/>
                  <a:pt x="844323" y="121497"/>
                  <a:pt x="852104" y="115249"/>
                </a:cubicBezTo>
                <a:close/>
                <a:moveTo>
                  <a:pt x="962070" y="101089"/>
                </a:moveTo>
                <a:cubicBezTo>
                  <a:pt x="959748" y="112447"/>
                  <a:pt x="955199" y="121185"/>
                  <a:pt x="948422" y="127303"/>
                </a:cubicBezTo>
                <a:cubicBezTo>
                  <a:pt x="941645" y="133421"/>
                  <a:pt x="934146" y="136480"/>
                  <a:pt x="925926" y="136480"/>
                </a:cubicBezTo>
                <a:cubicBezTo>
                  <a:pt x="916137" y="136480"/>
                  <a:pt x="907603" y="132375"/>
                  <a:pt x="900324" y="124165"/>
                </a:cubicBezTo>
                <a:cubicBezTo>
                  <a:pt x="893046" y="115952"/>
                  <a:pt x="889406" y="104856"/>
                  <a:pt x="889406" y="90877"/>
                </a:cubicBezTo>
                <a:cubicBezTo>
                  <a:pt x="889406" y="77337"/>
                  <a:pt x="893438" y="66336"/>
                  <a:pt x="901501" y="57875"/>
                </a:cubicBezTo>
                <a:cubicBezTo>
                  <a:pt x="909564" y="49411"/>
                  <a:pt x="919243" y="45180"/>
                  <a:pt x="930538" y="45180"/>
                </a:cubicBezTo>
                <a:cubicBezTo>
                  <a:pt x="939010" y="45180"/>
                  <a:pt x="945975" y="47416"/>
                  <a:pt x="951434" y="51889"/>
                </a:cubicBezTo>
                <a:cubicBezTo>
                  <a:pt x="956893" y="56360"/>
                  <a:pt x="959623" y="61003"/>
                  <a:pt x="959623" y="65819"/>
                </a:cubicBezTo>
                <a:cubicBezTo>
                  <a:pt x="959623" y="68196"/>
                  <a:pt x="958854" y="70120"/>
                  <a:pt x="957317" y="71590"/>
                </a:cubicBezTo>
                <a:cubicBezTo>
                  <a:pt x="955779" y="73059"/>
                  <a:pt x="953630" y="73793"/>
                  <a:pt x="950869" y="73793"/>
                </a:cubicBezTo>
                <a:cubicBezTo>
                  <a:pt x="947167" y="73793"/>
                  <a:pt x="944375" y="72601"/>
                  <a:pt x="942492" y="70217"/>
                </a:cubicBezTo>
                <a:cubicBezTo>
                  <a:pt x="941425" y="68899"/>
                  <a:pt x="940719" y="66389"/>
                  <a:pt x="940374" y="62687"/>
                </a:cubicBezTo>
                <a:cubicBezTo>
                  <a:pt x="940029" y="58985"/>
                  <a:pt x="938759" y="56161"/>
                  <a:pt x="936562" y="54216"/>
                </a:cubicBezTo>
                <a:cubicBezTo>
                  <a:pt x="934366" y="52333"/>
                  <a:pt x="931323" y="51392"/>
                  <a:pt x="927432" y="51392"/>
                </a:cubicBezTo>
                <a:cubicBezTo>
                  <a:pt x="921157" y="51392"/>
                  <a:pt x="916106" y="53714"/>
                  <a:pt x="912278" y="58357"/>
                </a:cubicBezTo>
                <a:cubicBezTo>
                  <a:pt x="907196" y="64506"/>
                  <a:pt x="904654" y="72633"/>
                  <a:pt x="904654" y="82735"/>
                </a:cubicBezTo>
                <a:cubicBezTo>
                  <a:pt x="904654" y="93026"/>
                  <a:pt x="907180" y="102109"/>
                  <a:pt x="912231" y="109984"/>
                </a:cubicBezTo>
                <a:cubicBezTo>
                  <a:pt x="917283" y="117859"/>
                  <a:pt x="924107" y="121797"/>
                  <a:pt x="932703" y="121797"/>
                </a:cubicBezTo>
                <a:cubicBezTo>
                  <a:pt x="938853" y="121797"/>
                  <a:pt x="944375" y="119695"/>
                  <a:pt x="949269" y="115490"/>
                </a:cubicBezTo>
                <a:cubicBezTo>
                  <a:pt x="952720" y="112604"/>
                  <a:pt x="956077" y="107364"/>
                  <a:pt x="959340" y="99772"/>
                </a:cubicBezTo>
                <a:lnTo>
                  <a:pt x="962070" y="101089"/>
                </a:lnTo>
                <a:close/>
                <a:moveTo>
                  <a:pt x="999466" y="19201"/>
                </a:moveTo>
                <a:lnTo>
                  <a:pt x="999466" y="47627"/>
                </a:lnTo>
                <a:lnTo>
                  <a:pt x="1019609" y="47627"/>
                </a:lnTo>
                <a:lnTo>
                  <a:pt x="1019609" y="54216"/>
                </a:lnTo>
                <a:lnTo>
                  <a:pt x="999466" y="54216"/>
                </a:lnTo>
                <a:lnTo>
                  <a:pt x="999466" y="110049"/>
                </a:lnTo>
                <a:cubicBezTo>
                  <a:pt x="999466" y="115628"/>
                  <a:pt x="1000266" y="119389"/>
                  <a:pt x="1001866" y="121332"/>
                </a:cubicBezTo>
                <a:cubicBezTo>
                  <a:pt x="1003466" y="123273"/>
                  <a:pt x="1005522" y="124244"/>
                  <a:pt x="1008031" y="124244"/>
                </a:cubicBezTo>
                <a:cubicBezTo>
                  <a:pt x="1010102" y="124244"/>
                  <a:pt x="1012110" y="123601"/>
                  <a:pt x="1014055" y="122314"/>
                </a:cubicBezTo>
                <a:cubicBezTo>
                  <a:pt x="1016001" y="121028"/>
                  <a:pt x="1017507" y="119130"/>
                  <a:pt x="1018573" y="116620"/>
                </a:cubicBezTo>
                <a:lnTo>
                  <a:pt x="1022244" y="116620"/>
                </a:lnTo>
                <a:cubicBezTo>
                  <a:pt x="1020048" y="122787"/>
                  <a:pt x="1016942" y="127451"/>
                  <a:pt x="1012926" y="130612"/>
                </a:cubicBezTo>
                <a:cubicBezTo>
                  <a:pt x="1008910" y="133771"/>
                  <a:pt x="1004769" y="135351"/>
                  <a:pt x="1000502" y="135351"/>
                </a:cubicBezTo>
                <a:cubicBezTo>
                  <a:pt x="997615" y="135351"/>
                  <a:pt x="994791" y="134550"/>
                  <a:pt x="992030" y="132947"/>
                </a:cubicBezTo>
                <a:cubicBezTo>
                  <a:pt x="989269" y="131345"/>
                  <a:pt x="987230" y="129053"/>
                  <a:pt x="985912" y="126071"/>
                </a:cubicBezTo>
                <a:cubicBezTo>
                  <a:pt x="984595" y="123086"/>
                  <a:pt x="983936" y="118484"/>
                  <a:pt x="983936" y="112264"/>
                </a:cubicBezTo>
                <a:lnTo>
                  <a:pt x="983936" y="54216"/>
                </a:lnTo>
                <a:lnTo>
                  <a:pt x="970288" y="54216"/>
                </a:lnTo>
                <a:lnTo>
                  <a:pt x="970288" y="51109"/>
                </a:lnTo>
                <a:cubicBezTo>
                  <a:pt x="973739" y="49725"/>
                  <a:pt x="977269" y="47381"/>
                  <a:pt x="980877" y="44077"/>
                </a:cubicBezTo>
                <a:cubicBezTo>
                  <a:pt x="984485" y="40772"/>
                  <a:pt x="987701" y="36855"/>
                  <a:pt x="990524" y="32323"/>
                </a:cubicBezTo>
                <a:cubicBezTo>
                  <a:pt x="991968" y="29932"/>
                  <a:pt x="993976" y="25559"/>
                  <a:pt x="996548" y="19201"/>
                </a:cubicBezTo>
                <a:lnTo>
                  <a:pt x="999466" y="19201"/>
                </a:lnTo>
                <a:close/>
                <a:moveTo>
                  <a:pt x="1083740" y="45180"/>
                </a:moveTo>
                <a:lnTo>
                  <a:pt x="1083740" y="74358"/>
                </a:lnTo>
                <a:lnTo>
                  <a:pt x="1080634" y="74358"/>
                </a:lnTo>
                <a:cubicBezTo>
                  <a:pt x="1078250" y="65206"/>
                  <a:pt x="1075191" y="58982"/>
                  <a:pt x="1071457" y="55683"/>
                </a:cubicBezTo>
                <a:cubicBezTo>
                  <a:pt x="1067723" y="52383"/>
                  <a:pt x="1062970" y="50733"/>
                  <a:pt x="1057197" y="50733"/>
                </a:cubicBezTo>
                <a:cubicBezTo>
                  <a:pt x="1052805" y="50733"/>
                  <a:pt x="1049259" y="51893"/>
                  <a:pt x="1046561" y="54213"/>
                </a:cubicBezTo>
                <a:cubicBezTo>
                  <a:pt x="1043863" y="56530"/>
                  <a:pt x="1042514" y="59100"/>
                  <a:pt x="1042514" y="61922"/>
                </a:cubicBezTo>
                <a:cubicBezTo>
                  <a:pt x="1042514" y="65432"/>
                  <a:pt x="1043518" y="68440"/>
                  <a:pt x="1045526" y="70946"/>
                </a:cubicBezTo>
                <a:cubicBezTo>
                  <a:pt x="1047471" y="73517"/>
                  <a:pt x="1051424" y="76244"/>
                  <a:pt x="1057385" y="79126"/>
                </a:cubicBezTo>
                <a:lnTo>
                  <a:pt x="1071128" y="85803"/>
                </a:lnTo>
                <a:cubicBezTo>
                  <a:pt x="1083866" y="92007"/>
                  <a:pt x="1090235" y="100187"/>
                  <a:pt x="1090235" y="110343"/>
                </a:cubicBezTo>
                <a:cubicBezTo>
                  <a:pt x="1090235" y="118177"/>
                  <a:pt x="1087270" y="124492"/>
                  <a:pt x="1081340" y="129288"/>
                </a:cubicBezTo>
                <a:cubicBezTo>
                  <a:pt x="1075410" y="134083"/>
                  <a:pt x="1068774" y="136480"/>
                  <a:pt x="1061433" y="136480"/>
                </a:cubicBezTo>
                <a:cubicBezTo>
                  <a:pt x="1056162" y="136480"/>
                  <a:pt x="1050138" y="135539"/>
                  <a:pt x="1043361" y="133656"/>
                </a:cubicBezTo>
                <a:cubicBezTo>
                  <a:pt x="1041290" y="133029"/>
                  <a:pt x="1039596" y="132715"/>
                  <a:pt x="1038278" y="132715"/>
                </a:cubicBezTo>
                <a:cubicBezTo>
                  <a:pt x="1036835" y="132715"/>
                  <a:pt x="1035706" y="133531"/>
                  <a:pt x="1034890" y="135162"/>
                </a:cubicBezTo>
                <a:lnTo>
                  <a:pt x="1031784" y="135162"/>
                </a:lnTo>
                <a:lnTo>
                  <a:pt x="1031784" y="104290"/>
                </a:lnTo>
                <a:lnTo>
                  <a:pt x="1034890" y="104290"/>
                </a:lnTo>
                <a:cubicBezTo>
                  <a:pt x="1036647" y="113106"/>
                  <a:pt x="1040004" y="119750"/>
                  <a:pt x="1044961" y="124220"/>
                </a:cubicBezTo>
                <a:cubicBezTo>
                  <a:pt x="1049918" y="128691"/>
                  <a:pt x="1055472" y="130927"/>
                  <a:pt x="1061621" y="130927"/>
                </a:cubicBezTo>
                <a:cubicBezTo>
                  <a:pt x="1065951" y="130927"/>
                  <a:pt x="1069480" y="129658"/>
                  <a:pt x="1072210" y="127121"/>
                </a:cubicBezTo>
                <a:cubicBezTo>
                  <a:pt x="1074940" y="124581"/>
                  <a:pt x="1076304" y="121525"/>
                  <a:pt x="1076304" y="117952"/>
                </a:cubicBezTo>
                <a:cubicBezTo>
                  <a:pt x="1076304" y="113627"/>
                  <a:pt x="1074783" y="109991"/>
                  <a:pt x="1071739" y="107046"/>
                </a:cubicBezTo>
                <a:cubicBezTo>
                  <a:pt x="1068696" y="104100"/>
                  <a:pt x="1062625" y="100372"/>
                  <a:pt x="1053526" y="95860"/>
                </a:cubicBezTo>
                <a:cubicBezTo>
                  <a:pt x="1044428" y="91346"/>
                  <a:pt x="1038466" y="87271"/>
                  <a:pt x="1035643" y="83635"/>
                </a:cubicBezTo>
                <a:cubicBezTo>
                  <a:pt x="1032819" y="80062"/>
                  <a:pt x="1031407" y="75549"/>
                  <a:pt x="1031407" y="70096"/>
                </a:cubicBezTo>
                <a:cubicBezTo>
                  <a:pt x="1031407" y="63013"/>
                  <a:pt x="1033839" y="57090"/>
                  <a:pt x="1038702" y="52327"/>
                </a:cubicBezTo>
                <a:cubicBezTo>
                  <a:pt x="1043565" y="47562"/>
                  <a:pt x="1049856" y="45180"/>
                  <a:pt x="1057574" y="45180"/>
                </a:cubicBezTo>
                <a:cubicBezTo>
                  <a:pt x="1060962" y="45180"/>
                  <a:pt x="1065072" y="45901"/>
                  <a:pt x="1069904" y="47344"/>
                </a:cubicBezTo>
                <a:cubicBezTo>
                  <a:pt x="1073104" y="48286"/>
                  <a:pt x="1075238" y="48756"/>
                  <a:pt x="1076304" y="48756"/>
                </a:cubicBezTo>
                <a:cubicBezTo>
                  <a:pt x="1077308" y="48756"/>
                  <a:pt x="1078093" y="48537"/>
                  <a:pt x="1078658" y="48097"/>
                </a:cubicBezTo>
                <a:cubicBezTo>
                  <a:pt x="1079222" y="47658"/>
                  <a:pt x="1079881" y="46686"/>
                  <a:pt x="1080634" y="45180"/>
                </a:cubicBezTo>
                <a:lnTo>
                  <a:pt x="1083740" y="45180"/>
                </a:lnTo>
                <a:close/>
                <a:moveTo>
                  <a:pt x="1200047" y="121420"/>
                </a:moveTo>
                <a:cubicBezTo>
                  <a:pt x="1191199" y="128260"/>
                  <a:pt x="1185646" y="132213"/>
                  <a:pt x="1183387" y="133280"/>
                </a:cubicBezTo>
                <a:cubicBezTo>
                  <a:pt x="1179998" y="134911"/>
                  <a:pt x="1176390" y="135727"/>
                  <a:pt x="1172562" y="135727"/>
                </a:cubicBezTo>
                <a:cubicBezTo>
                  <a:pt x="1166601" y="135727"/>
                  <a:pt x="1161691" y="133688"/>
                  <a:pt x="1157832" y="129609"/>
                </a:cubicBezTo>
                <a:cubicBezTo>
                  <a:pt x="1153973" y="125530"/>
                  <a:pt x="1152043" y="120165"/>
                  <a:pt x="1152043" y="113514"/>
                </a:cubicBezTo>
                <a:cubicBezTo>
                  <a:pt x="1152043" y="109310"/>
                  <a:pt x="1152984" y="105670"/>
                  <a:pt x="1154867" y="102595"/>
                </a:cubicBezTo>
                <a:cubicBezTo>
                  <a:pt x="1157440" y="98328"/>
                  <a:pt x="1161911" y="94312"/>
                  <a:pt x="1168280" y="90547"/>
                </a:cubicBezTo>
                <a:cubicBezTo>
                  <a:pt x="1174649" y="86783"/>
                  <a:pt x="1185238" y="82202"/>
                  <a:pt x="1200047" y="76805"/>
                </a:cubicBezTo>
                <a:lnTo>
                  <a:pt x="1200047" y="73417"/>
                </a:lnTo>
                <a:cubicBezTo>
                  <a:pt x="1200047" y="64820"/>
                  <a:pt x="1198682" y="58922"/>
                  <a:pt x="1195952" y="55722"/>
                </a:cubicBezTo>
                <a:cubicBezTo>
                  <a:pt x="1193223" y="52521"/>
                  <a:pt x="1189254" y="50921"/>
                  <a:pt x="1184045" y="50921"/>
                </a:cubicBezTo>
                <a:cubicBezTo>
                  <a:pt x="1180092" y="50921"/>
                  <a:pt x="1176955" y="51984"/>
                  <a:pt x="1174633" y="54110"/>
                </a:cubicBezTo>
                <a:cubicBezTo>
                  <a:pt x="1172249" y="56235"/>
                  <a:pt x="1171056" y="58674"/>
                  <a:pt x="1171056" y="61425"/>
                </a:cubicBezTo>
                <a:lnTo>
                  <a:pt x="1171245" y="66863"/>
                </a:lnTo>
                <a:cubicBezTo>
                  <a:pt x="1171245" y="69738"/>
                  <a:pt x="1170507" y="71957"/>
                  <a:pt x="1169033" y="73520"/>
                </a:cubicBezTo>
                <a:cubicBezTo>
                  <a:pt x="1167558" y="75083"/>
                  <a:pt x="1165628" y="75864"/>
                  <a:pt x="1163244" y="75864"/>
                </a:cubicBezTo>
                <a:cubicBezTo>
                  <a:pt x="1160922" y="75864"/>
                  <a:pt x="1159024" y="75051"/>
                  <a:pt x="1157549" y="73426"/>
                </a:cubicBezTo>
                <a:cubicBezTo>
                  <a:pt x="1156075" y="71798"/>
                  <a:pt x="1155338" y="69576"/>
                  <a:pt x="1155338" y="66761"/>
                </a:cubicBezTo>
                <a:cubicBezTo>
                  <a:pt x="1155338" y="61382"/>
                  <a:pt x="1158099" y="56440"/>
                  <a:pt x="1163621" y="51936"/>
                </a:cubicBezTo>
                <a:cubicBezTo>
                  <a:pt x="1169142" y="47432"/>
                  <a:pt x="1176892" y="45180"/>
                  <a:pt x="1186869" y="45180"/>
                </a:cubicBezTo>
                <a:cubicBezTo>
                  <a:pt x="1194525" y="45180"/>
                  <a:pt x="1200800" y="46464"/>
                  <a:pt x="1205694" y="49033"/>
                </a:cubicBezTo>
                <a:cubicBezTo>
                  <a:pt x="1209396" y="50976"/>
                  <a:pt x="1212126" y="54017"/>
                  <a:pt x="1213883" y="58154"/>
                </a:cubicBezTo>
                <a:cubicBezTo>
                  <a:pt x="1215012" y="60848"/>
                  <a:pt x="1215577" y="66363"/>
                  <a:pt x="1215577" y="74699"/>
                </a:cubicBezTo>
                <a:lnTo>
                  <a:pt x="1215577" y="103937"/>
                </a:lnTo>
                <a:cubicBezTo>
                  <a:pt x="1215577" y="112147"/>
                  <a:pt x="1215734" y="117177"/>
                  <a:pt x="1216048" y="119026"/>
                </a:cubicBezTo>
                <a:cubicBezTo>
                  <a:pt x="1216361" y="120875"/>
                  <a:pt x="1216879" y="122113"/>
                  <a:pt x="1217601" y="122741"/>
                </a:cubicBezTo>
                <a:cubicBezTo>
                  <a:pt x="1218322" y="123366"/>
                  <a:pt x="1219154" y="123679"/>
                  <a:pt x="1220095" y="123679"/>
                </a:cubicBezTo>
                <a:cubicBezTo>
                  <a:pt x="1221099" y="123679"/>
                  <a:pt x="1221978" y="123460"/>
                  <a:pt x="1222730" y="123020"/>
                </a:cubicBezTo>
                <a:cubicBezTo>
                  <a:pt x="1224048" y="122205"/>
                  <a:pt x="1226590" y="119914"/>
                  <a:pt x="1230355" y="116149"/>
                </a:cubicBezTo>
                <a:lnTo>
                  <a:pt x="1230355" y="121420"/>
                </a:lnTo>
                <a:cubicBezTo>
                  <a:pt x="1223327" y="130833"/>
                  <a:pt x="1216612" y="135539"/>
                  <a:pt x="1210212" y="135539"/>
                </a:cubicBezTo>
                <a:cubicBezTo>
                  <a:pt x="1207137" y="135539"/>
                  <a:pt x="1204690" y="134472"/>
                  <a:pt x="1202870" y="132339"/>
                </a:cubicBezTo>
                <a:cubicBezTo>
                  <a:pt x="1201051" y="130205"/>
                  <a:pt x="1200109" y="126566"/>
                  <a:pt x="1200047" y="121420"/>
                </a:cubicBezTo>
                <a:moveTo>
                  <a:pt x="1200047" y="115249"/>
                </a:moveTo>
                <a:lnTo>
                  <a:pt x="1200047" y="82547"/>
                </a:lnTo>
                <a:cubicBezTo>
                  <a:pt x="1190571" y="86294"/>
                  <a:pt x="1184453" y="88949"/>
                  <a:pt x="1181692" y="90512"/>
                </a:cubicBezTo>
                <a:cubicBezTo>
                  <a:pt x="1176735" y="93261"/>
                  <a:pt x="1173190" y="96135"/>
                  <a:pt x="1171056" y="99133"/>
                </a:cubicBezTo>
                <a:cubicBezTo>
                  <a:pt x="1168923" y="102132"/>
                  <a:pt x="1167856" y="105411"/>
                  <a:pt x="1167856" y="108972"/>
                </a:cubicBezTo>
                <a:cubicBezTo>
                  <a:pt x="1167856" y="113471"/>
                  <a:pt x="1169205" y="117203"/>
                  <a:pt x="1171903" y="120170"/>
                </a:cubicBezTo>
                <a:cubicBezTo>
                  <a:pt x="1174602" y="123137"/>
                  <a:pt x="1177708" y="124620"/>
                  <a:pt x="1181222" y="124620"/>
                </a:cubicBezTo>
                <a:cubicBezTo>
                  <a:pt x="1185991" y="124620"/>
                  <a:pt x="1192266" y="121497"/>
                  <a:pt x="1200047" y="115249"/>
                </a:cubicBezTo>
                <a:close/>
                <a:moveTo>
                  <a:pt x="1292506" y="45180"/>
                </a:moveTo>
                <a:lnTo>
                  <a:pt x="1292506" y="74358"/>
                </a:lnTo>
                <a:lnTo>
                  <a:pt x="1289400" y="74358"/>
                </a:lnTo>
                <a:cubicBezTo>
                  <a:pt x="1287015" y="65206"/>
                  <a:pt x="1283956" y="58982"/>
                  <a:pt x="1280223" y="55683"/>
                </a:cubicBezTo>
                <a:cubicBezTo>
                  <a:pt x="1276489" y="52383"/>
                  <a:pt x="1271736" y="50733"/>
                  <a:pt x="1265963" y="50733"/>
                </a:cubicBezTo>
                <a:cubicBezTo>
                  <a:pt x="1261570" y="50733"/>
                  <a:pt x="1258025" y="51893"/>
                  <a:pt x="1255327" y="54213"/>
                </a:cubicBezTo>
                <a:cubicBezTo>
                  <a:pt x="1252628" y="56530"/>
                  <a:pt x="1251279" y="59100"/>
                  <a:pt x="1251279" y="61922"/>
                </a:cubicBezTo>
                <a:cubicBezTo>
                  <a:pt x="1251279" y="65432"/>
                  <a:pt x="1252283" y="68440"/>
                  <a:pt x="1254291" y="70946"/>
                </a:cubicBezTo>
                <a:cubicBezTo>
                  <a:pt x="1256237" y="73517"/>
                  <a:pt x="1260190" y="76244"/>
                  <a:pt x="1266151" y="79126"/>
                </a:cubicBezTo>
                <a:lnTo>
                  <a:pt x="1279893" y="85803"/>
                </a:lnTo>
                <a:cubicBezTo>
                  <a:pt x="1292631" y="92007"/>
                  <a:pt x="1299000" y="100187"/>
                  <a:pt x="1299000" y="110343"/>
                </a:cubicBezTo>
                <a:cubicBezTo>
                  <a:pt x="1299000" y="118177"/>
                  <a:pt x="1296035" y="124492"/>
                  <a:pt x="1290106" y="129288"/>
                </a:cubicBezTo>
                <a:cubicBezTo>
                  <a:pt x="1284176" y="134083"/>
                  <a:pt x="1277540" y="136480"/>
                  <a:pt x="1270198" y="136480"/>
                </a:cubicBezTo>
                <a:cubicBezTo>
                  <a:pt x="1264927" y="136480"/>
                  <a:pt x="1258903" y="135539"/>
                  <a:pt x="1252126" y="133656"/>
                </a:cubicBezTo>
                <a:cubicBezTo>
                  <a:pt x="1250056" y="133029"/>
                  <a:pt x="1248362" y="132715"/>
                  <a:pt x="1247044" y="132715"/>
                </a:cubicBezTo>
                <a:cubicBezTo>
                  <a:pt x="1245601" y="132715"/>
                  <a:pt x="1244471" y="133531"/>
                  <a:pt x="1243655" y="135162"/>
                </a:cubicBezTo>
                <a:lnTo>
                  <a:pt x="1240549" y="135162"/>
                </a:lnTo>
                <a:lnTo>
                  <a:pt x="1240549" y="104290"/>
                </a:lnTo>
                <a:lnTo>
                  <a:pt x="1243655" y="104290"/>
                </a:lnTo>
                <a:cubicBezTo>
                  <a:pt x="1245412" y="113106"/>
                  <a:pt x="1248769" y="119750"/>
                  <a:pt x="1253727" y="124220"/>
                </a:cubicBezTo>
                <a:cubicBezTo>
                  <a:pt x="1258684" y="128691"/>
                  <a:pt x="1264237" y="130927"/>
                  <a:pt x="1270387" y="130927"/>
                </a:cubicBezTo>
                <a:cubicBezTo>
                  <a:pt x="1274716" y="130927"/>
                  <a:pt x="1278246" y="129658"/>
                  <a:pt x="1280976" y="127121"/>
                </a:cubicBezTo>
                <a:cubicBezTo>
                  <a:pt x="1283705" y="124581"/>
                  <a:pt x="1285070" y="121525"/>
                  <a:pt x="1285070" y="117952"/>
                </a:cubicBezTo>
                <a:cubicBezTo>
                  <a:pt x="1285070" y="113627"/>
                  <a:pt x="1283548" y="109991"/>
                  <a:pt x="1280505" y="107046"/>
                </a:cubicBezTo>
                <a:cubicBezTo>
                  <a:pt x="1277462" y="104100"/>
                  <a:pt x="1271391" y="100372"/>
                  <a:pt x="1262292" y="95860"/>
                </a:cubicBezTo>
                <a:cubicBezTo>
                  <a:pt x="1253193" y="91346"/>
                  <a:pt x="1247232" y="87271"/>
                  <a:pt x="1244408" y="83635"/>
                </a:cubicBezTo>
                <a:cubicBezTo>
                  <a:pt x="1241585" y="80062"/>
                  <a:pt x="1240173" y="75549"/>
                  <a:pt x="1240173" y="70096"/>
                </a:cubicBezTo>
                <a:cubicBezTo>
                  <a:pt x="1240173" y="63013"/>
                  <a:pt x="1242604" y="57090"/>
                  <a:pt x="1247467" y="52327"/>
                </a:cubicBezTo>
                <a:cubicBezTo>
                  <a:pt x="1252330" y="47562"/>
                  <a:pt x="1258621" y="45180"/>
                  <a:pt x="1266339" y="45180"/>
                </a:cubicBezTo>
                <a:cubicBezTo>
                  <a:pt x="1269728" y="45180"/>
                  <a:pt x="1273838" y="45901"/>
                  <a:pt x="1278669" y="47344"/>
                </a:cubicBezTo>
                <a:cubicBezTo>
                  <a:pt x="1281870" y="48286"/>
                  <a:pt x="1284003" y="48756"/>
                  <a:pt x="1285070" y="48756"/>
                </a:cubicBezTo>
                <a:cubicBezTo>
                  <a:pt x="1286074" y="48756"/>
                  <a:pt x="1286858" y="48537"/>
                  <a:pt x="1287423" y="48097"/>
                </a:cubicBezTo>
                <a:cubicBezTo>
                  <a:pt x="1287988" y="47658"/>
                  <a:pt x="1288647" y="46686"/>
                  <a:pt x="1289400" y="45180"/>
                </a:cubicBezTo>
                <a:lnTo>
                  <a:pt x="1292506" y="45180"/>
                </a:lnTo>
                <a:close/>
                <a:moveTo>
                  <a:pt x="1408812" y="121420"/>
                </a:moveTo>
                <a:cubicBezTo>
                  <a:pt x="1399964" y="128260"/>
                  <a:pt x="1394411" y="132213"/>
                  <a:pt x="1392152" y="133280"/>
                </a:cubicBezTo>
                <a:cubicBezTo>
                  <a:pt x="1388764" y="134911"/>
                  <a:pt x="1385156" y="135727"/>
                  <a:pt x="1381328" y="135727"/>
                </a:cubicBezTo>
                <a:cubicBezTo>
                  <a:pt x="1375367" y="135727"/>
                  <a:pt x="1370456" y="133688"/>
                  <a:pt x="1366597" y="129609"/>
                </a:cubicBezTo>
                <a:cubicBezTo>
                  <a:pt x="1362738" y="125530"/>
                  <a:pt x="1360809" y="120165"/>
                  <a:pt x="1360809" y="113514"/>
                </a:cubicBezTo>
                <a:cubicBezTo>
                  <a:pt x="1360809" y="109310"/>
                  <a:pt x="1361750" y="105670"/>
                  <a:pt x="1363632" y="102595"/>
                </a:cubicBezTo>
                <a:cubicBezTo>
                  <a:pt x="1366205" y="98328"/>
                  <a:pt x="1370676" y="94312"/>
                  <a:pt x="1377045" y="90547"/>
                </a:cubicBezTo>
                <a:cubicBezTo>
                  <a:pt x="1383414" y="86783"/>
                  <a:pt x="1394003" y="82202"/>
                  <a:pt x="1408812" y="76805"/>
                </a:cubicBezTo>
                <a:lnTo>
                  <a:pt x="1408812" y="73417"/>
                </a:lnTo>
                <a:cubicBezTo>
                  <a:pt x="1408812" y="64820"/>
                  <a:pt x="1407447" y="58922"/>
                  <a:pt x="1404718" y="55722"/>
                </a:cubicBezTo>
                <a:cubicBezTo>
                  <a:pt x="1401988" y="52521"/>
                  <a:pt x="1398019" y="50921"/>
                  <a:pt x="1392811" y="50921"/>
                </a:cubicBezTo>
                <a:cubicBezTo>
                  <a:pt x="1388858" y="50921"/>
                  <a:pt x="1385720" y="51984"/>
                  <a:pt x="1383399" y="54110"/>
                </a:cubicBezTo>
                <a:cubicBezTo>
                  <a:pt x="1381014" y="56235"/>
                  <a:pt x="1379822" y="58674"/>
                  <a:pt x="1379822" y="61425"/>
                </a:cubicBezTo>
                <a:lnTo>
                  <a:pt x="1380010" y="66863"/>
                </a:lnTo>
                <a:cubicBezTo>
                  <a:pt x="1380010" y="69738"/>
                  <a:pt x="1379273" y="71957"/>
                  <a:pt x="1377798" y="73520"/>
                </a:cubicBezTo>
                <a:cubicBezTo>
                  <a:pt x="1376324" y="75083"/>
                  <a:pt x="1374394" y="75864"/>
                  <a:pt x="1372010" y="75864"/>
                </a:cubicBezTo>
                <a:cubicBezTo>
                  <a:pt x="1369688" y="75864"/>
                  <a:pt x="1367790" y="75051"/>
                  <a:pt x="1366315" y="73426"/>
                </a:cubicBezTo>
                <a:cubicBezTo>
                  <a:pt x="1364840" y="71798"/>
                  <a:pt x="1364103" y="69576"/>
                  <a:pt x="1364103" y="66761"/>
                </a:cubicBezTo>
                <a:cubicBezTo>
                  <a:pt x="1364103" y="61382"/>
                  <a:pt x="1366864" y="56440"/>
                  <a:pt x="1372386" y="51936"/>
                </a:cubicBezTo>
                <a:cubicBezTo>
                  <a:pt x="1377908" y="47432"/>
                  <a:pt x="1385658" y="45180"/>
                  <a:pt x="1395635" y="45180"/>
                </a:cubicBezTo>
                <a:cubicBezTo>
                  <a:pt x="1403290" y="45180"/>
                  <a:pt x="1409565" y="46464"/>
                  <a:pt x="1414460" y="49033"/>
                </a:cubicBezTo>
                <a:cubicBezTo>
                  <a:pt x="1418162" y="50976"/>
                  <a:pt x="1420891" y="54017"/>
                  <a:pt x="1422648" y="58154"/>
                </a:cubicBezTo>
                <a:cubicBezTo>
                  <a:pt x="1423778" y="60848"/>
                  <a:pt x="1424343" y="66363"/>
                  <a:pt x="1424343" y="74699"/>
                </a:cubicBezTo>
                <a:lnTo>
                  <a:pt x="1424343" y="103937"/>
                </a:lnTo>
                <a:cubicBezTo>
                  <a:pt x="1424343" y="112147"/>
                  <a:pt x="1424499" y="117177"/>
                  <a:pt x="1424813" y="119026"/>
                </a:cubicBezTo>
                <a:cubicBezTo>
                  <a:pt x="1425127" y="120875"/>
                  <a:pt x="1425645" y="122113"/>
                  <a:pt x="1426366" y="122741"/>
                </a:cubicBezTo>
                <a:cubicBezTo>
                  <a:pt x="1427088" y="123366"/>
                  <a:pt x="1427919" y="123679"/>
                  <a:pt x="1428861" y="123679"/>
                </a:cubicBezTo>
                <a:cubicBezTo>
                  <a:pt x="1429865" y="123679"/>
                  <a:pt x="1430743" y="123460"/>
                  <a:pt x="1431496" y="123020"/>
                </a:cubicBezTo>
                <a:cubicBezTo>
                  <a:pt x="1432814" y="122205"/>
                  <a:pt x="1435355" y="119914"/>
                  <a:pt x="1439120" y="116149"/>
                </a:cubicBezTo>
                <a:lnTo>
                  <a:pt x="1439120" y="121420"/>
                </a:lnTo>
                <a:cubicBezTo>
                  <a:pt x="1432092" y="130833"/>
                  <a:pt x="1425378" y="135539"/>
                  <a:pt x="1418977" y="135539"/>
                </a:cubicBezTo>
                <a:cubicBezTo>
                  <a:pt x="1415903" y="135539"/>
                  <a:pt x="1413456" y="134472"/>
                  <a:pt x="1411636" y="132339"/>
                </a:cubicBezTo>
                <a:cubicBezTo>
                  <a:pt x="1409816" y="130205"/>
                  <a:pt x="1408875" y="126566"/>
                  <a:pt x="1408812" y="121420"/>
                </a:cubicBezTo>
                <a:moveTo>
                  <a:pt x="1408812" y="115249"/>
                </a:moveTo>
                <a:lnTo>
                  <a:pt x="1408812" y="82547"/>
                </a:lnTo>
                <a:cubicBezTo>
                  <a:pt x="1399337" y="86294"/>
                  <a:pt x="1393219" y="88949"/>
                  <a:pt x="1390458" y="90512"/>
                </a:cubicBezTo>
                <a:cubicBezTo>
                  <a:pt x="1385501" y="93261"/>
                  <a:pt x="1381955" y="96135"/>
                  <a:pt x="1379822" y="99133"/>
                </a:cubicBezTo>
                <a:cubicBezTo>
                  <a:pt x="1377688" y="102132"/>
                  <a:pt x="1376622" y="105411"/>
                  <a:pt x="1376622" y="108972"/>
                </a:cubicBezTo>
                <a:cubicBezTo>
                  <a:pt x="1376622" y="113471"/>
                  <a:pt x="1377971" y="117203"/>
                  <a:pt x="1380669" y="120170"/>
                </a:cubicBezTo>
                <a:cubicBezTo>
                  <a:pt x="1383367" y="123137"/>
                  <a:pt x="1386473" y="124620"/>
                  <a:pt x="1389987" y="124620"/>
                </a:cubicBezTo>
                <a:cubicBezTo>
                  <a:pt x="1394756" y="124620"/>
                  <a:pt x="1401031" y="121497"/>
                  <a:pt x="1408812" y="115249"/>
                </a:cubicBezTo>
                <a:close/>
                <a:moveTo>
                  <a:pt x="1470680" y="63440"/>
                </a:moveTo>
                <a:cubicBezTo>
                  <a:pt x="1480783" y="51266"/>
                  <a:pt x="1490415" y="45180"/>
                  <a:pt x="1499576" y="45180"/>
                </a:cubicBezTo>
                <a:cubicBezTo>
                  <a:pt x="1504282" y="45180"/>
                  <a:pt x="1508330" y="46354"/>
                  <a:pt x="1511718" y="48703"/>
                </a:cubicBezTo>
                <a:cubicBezTo>
                  <a:pt x="1515107" y="51051"/>
                  <a:pt x="1517805" y="54917"/>
                  <a:pt x="1519813" y="60301"/>
                </a:cubicBezTo>
                <a:cubicBezTo>
                  <a:pt x="1521193" y="64056"/>
                  <a:pt x="1521884" y="69817"/>
                  <a:pt x="1521884" y="77582"/>
                </a:cubicBezTo>
                <a:lnTo>
                  <a:pt x="1521884" y="114302"/>
                </a:lnTo>
                <a:cubicBezTo>
                  <a:pt x="1521884" y="119750"/>
                  <a:pt x="1522323" y="123444"/>
                  <a:pt x="1523201" y="125385"/>
                </a:cubicBezTo>
                <a:cubicBezTo>
                  <a:pt x="1523892" y="126950"/>
                  <a:pt x="1525005" y="128171"/>
                  <a:pt x="1526543" y="129047"/>
                </a:cubicBezTo>
                <a:cubicBezTo>
                  <a:pt x="1528080" y="129924"/>
                  <a:pt x="1530920" y="130362"/>
                  <a:pt x="1535061" y="130362"/>
                </a:cubicBezTo>
                <a:lnTo>
                  <a:pt x="1535061" y="133845"/>
                </a:lnTo>
                <a:lnTo>
                  <a:pt x="1492423" y="133845"/>
                </a:lnTo>
                <a:lnTo>
                  <a:pt x="1492423" y="130362"/>
                </a:lnTo>
                <a:lnTo>
                  <a:pt x="1494211" y="130362"/>
                </a:lnTo>
                <a:cubicBezTo>
                  <a:pt x="1498227" y="130362"/>
                  <a:pt x="1501035" y="129753"/>
                  <a:pt x="1502635" y="128535"/>
                </a:cubicBezTo>
                <a:cubicBezTo>
                  <a:pt x="1504235" y="127318"/>
                  <a:pt x="1505349" y="125523"/>
                  <a:pt x="1505977" y="123153"/>
                </a:cubicBezTo>
                <a:cubicBezTo>
                  <a:pt x="1506228" y="122215"/>
                  <a:pt x="1506353" y="119281"/>
                  <a:pt x="1506353" y="114349"/>
                </a:cubicBezTo>
                <a:lnTo>
                  <a:pt x="1506353" y="79232"/>
                </a:lnTo>
                <a:cubicBezTo>
                  <a:pt x="1506353" y="71429"/>
                  <a:pt x="1505333" y="65764"/>
                  <a:pt x="1503294" y="62237"/>
                </a:cubicBezTo>
                <a:cubicBezTo>
                  <a:pt x="1501255" y="58709"/>
                  <a:pt x="1497819" y="56945"/>
                  <a:pt x="1492987" y="56945"/>
                </a:cubicBezTo>
                <a:cubicBezTo>
                  <a:pt x="1485520" y="56945"/>
                  <a:pt x="1478084" y="61003"/>
                  <a:pt x="1470680" y="69120"/>
                </a:cubicBezTo>
                <a:lnTo>
                  <a:pt x="1470680" y="114349"/>
                </a:lnTo>
                <a:cubicBezTo>
                  <a:pt x="1470680" y="120155"/>
                  <a:pt x="1471025" y="123745"/>
                  <a:pt x="1471715" y="125118"/>
                </a:cubicBezTo>
                <a:cubicBezTo>
                  <a:pt x="1472594" y="126927"/>
                  <a:pt x="1473802" y="128254"/>
                  <a:pt x="1475339" y="129097"/>
                </a:cubicBezTo>
                <a:cubicBezTo>
                  <a:pt x="1476877" y="129940"/>
                  <a:pt x="1479998" y="130362"/>
                  <a:pt x="1484705" y="130362"/>
                </a:cubicBezTo>
                <a:lnTo>
                  <a:pt x="1484705" y="133845"/>
                </a:lnTo>
                <a:lnTo>
                  <a:pt x="1442066" y="133845"/>
                </a:lnTo>
                <a:lnTo>
                  <a:pt x="1442066" y="130362"/>
                </a:lnTo>
                <a:lnTo>
                  <a:pt x="1443949" y="130362"/>
                </a:lnTo>
                <a:cubicBezTo>
                  <a:pt x="1448341" y="130362"/>
                  <a:pt x="1451306" y="129251"/>
                  <a:pt x="1452844" y="127029"/>
                </a:cubicBezTo>
                <a:cubicBezTo>
                  <a:pt x="1454381" y="124806"/>
                  <a:pt x="1455150" y="120563"/>
                  <a:pt x="1455150" y="114302"/>
                </a:cubicBezTo>
                <a:lnTo>
                  <a:pt x="1455150" y="82370"/>
                </a:lnTo>
                <a:cubicBezTo>
                  <a:pt x="1455150" y="72040"/>
                  <a:pt x="1454914" y="65749"/>
                  <a:pt x="1454444" y="63496"/>
                </a:cubicBezTo>
                <a:cubicBezTo>
                  <a:pt x="1453973" y="61241"/>
                  <a:pt x="1453251" y="59706"/>
                  <a:pt x="1452279" y="58892"/>
                </a:cubicBezTo>
                <a:cubicBezTo>
                  <a:pt x="1451306" y="58079"/>
                  <a:pt x="1450004" y="57672"/>
                  <a:pt x="1448373" y="57672"/>
                </a:cubicBezTo>
                <a:cubicBezTo>
                  <a:pt x="1446616" y="57672"/>
                  <a:pt x="1444514" y="58141"/>
                  <a:pt x="1442066" y="59081"/>
                </a:cubicBezTo>
                <a:lnTo>
                  <a:pt x="1440654" y="55698"/>
                </a:lnTo>
                <a:lnTo>
                  <a:pt x="1466633" y="45180"/>
                </a:lnTo>
                <a:lnTo>
                  <a:pt x="1470680" y="45180"/>
                </a:lnTo>
                <a:lnTo>
                  <a:pt x="1470680" y="63440"/>
                </a:lnTo>
                <a:close/>
                <a:moveTo>
                  <a:pt x="1632292" y="45180"/>
                </a:moveTo>
                <a:cubicBezTo>
                  <a:pt x="1645344" y="45180"/>
                  <a:pt x="1655823" y="50132"/>
                  <a:pt x="1663730" y="60037"/>
                </a:cubicBezTo>
                <a:cubicBezTo>
                  <a:pt x="1670444" y="68498"/>
                  <a:pt x="1673801" y="78214"/>
                  <a:pt x="1673801" y="89186"/>
                </a:cubicBezTo>
                <a:cubicBezTo>
                  <a:pt x="1673801" y="96896"/>
                  <a:pt x="1671950" y="104700"/>
                  <a:pt x="1668247" y="112599"/>
                </a:cubicBezTo>
                <a:cubicBezTo>
                  <a:pt x="1664545" y="120496"/>
                  <a:pt x="1659447" y="126450"/>
                  <a:pt x="1652952" y="130462"/>
                </a:cubicBezTo>
                <a:cubicBezTo>
                  <a:pt x="1646458" y="134474"/>
                  <a:pt x="1639226" y="136480"/>
                  <a:pt x="1631257" y="136480"/>
                </a:cubicBezTo>
                <a:cubicBezTo>
                  <a:pt x="1618268" y="136480"/>
                  <a:pt x="1607945" y="131308"/>
                  <a:pt x="1600290" y="120964"/>
                </a:cubicBezTo>
                <a:cubicBezTo>
                  <a:pt x="1593827" y="112252"/>
                  <a:pt x="1590595" y="102474"/>
                  <a:pt x="1590595" y="91630"/>
                </a:cubicBezTo>
                <a:cubicBezTo>
                  <a:pt x="1590595" y="83731"/>
                  <a:pt x="1592556" y="75880"/>
                  <a:pt x="1596478" y="68075"/>
                </a:cubicBezTo>
                <a:cubicBezTo>
                  <a:pt x="1600400" y="60271"/>
                  <a:pt x="1605561" y="54504"/>
                  <a:pt x="1611961" y="50774"/>
                </a:cubicBezTo>
                <a:cubicBezTo>
                  <a:pt x="1618362" y="47044"/>
                  <a:pt x="1625139" y="45180"/>
                  <a:pt x="1632292" y="45180"/>
                </a:cubicBezTo>
                <a:moveTo>
                  <a:pt x="1629374" y="51392"/>
                </a:moveTo>
                <a:cubicBezTo>
                  <a:pt x="1626048" y="51392"/>
                  <a:pt x="1622707" y="52379"/>
                  <a:pt x="1619350" y="54354"/>
                </a:cubicBezTo>
                <a:cubicBezTo>
                  <a:pt x="1615993" y="56328"/>
                  <a:pt x="1613279" y="59791"/>
                  <a:pt x="1611208" y="64743"/>
                </a:cubicBezTo>
                <a:cubicBezTo>
                  <a:pt x="1609137" y="69694"/>
                  <a:pt x="1608102" y="76055"/>
                  <a:pt x="1608102" y="83826"/>
                </a:cubicBezTo>
                <a:cubicBezTo>
                  <a:pt x="1608102" y="96361"/>
                  <a:pt x="1610596" y="107172"/>
                  <a:pt x="1615585" y="116261"/>
                </a:cubicBezTo>
                <a:cubicBezTo>
                  <a:pt x="1620574" y="125348"/>
                  <a:pt x="1627147" y="129891"/>
                  <a:pt x="1635304" y="129891"/>
                </a:cubicBezTo>
                <a:cubicBezTo>
                  <a:pt x="1641391" y="129891"/>
                  <a:pt x="1646411" y="127384"/>
                  <a:pt x="1650364" y="122370"/>
                </a:cubicBezTo>
                <a:cubicBezTo>
                  <a:pt x="1654317" y="117356"/>
                  <a:pt x="1656294" y="108739"/>
                  <a:pt x="1656294" y="96518"/>
                </a:cubicBezTo>
                <a:cubicBezTo>
                  <a:pt x="1656294" y="81225"/>
                  <a:pt x="1652999" y="69191"/>
                  <a:pt x="1646411" y="60416"/>
                </a:cubicBezTo>
                <a:cubicBezTo>
                  <a:pt x="1641955" y="54400"/>
                  <a:pt x="1636277" y="51392"/>
                  <a:pt x="1629374" y="51392"/>
                </a:cubicBezTo>
                <a:close/>
                <a:moveTo>
                  <a:pt x="1711639" y="63440"/>
                </a:moveTo>
                <a:cubicBezTo>
                  <a:pt x="1721741" y="51266"/>
                  <a:pt x="1731373" y="45180"/>
                  <a:pt x="1740535" y="45180"/>
                </a:cubicBezTo>
                <a:cubicBezTo>
                  <a:pt x="1745241" y="45180"/>
                  <a:pt x="1749288" y="46354"/>
                  <a:pt x="1752677" y="48703"/>
                </a:cubicBezTo>
                <a:cubicBezTo>
                  <a:pt x="1756065" y="51051"/>
                  <a:pt x="1758764" y="54917"/>
                  <a:pt x="1760772" y="60301"/>
                </a:cubicBezTo>
                <a:cubicBezTo>
                  <a:pt x="1762152" y="64056"/>
                  <a:pt x="1762842" y="69817"/>
                  <a:pt x="1762842" y="77582"/>
                </a:cubicBezTo>
                <a:lnTo>
                  <a:pt x="1762842" y="114302"/>
                </a:lnTo>
                <a:cubicBezTo>
                  <a:pt x="1762842" y="119750"/>
                  <a:pt x="1763282" y="123444"/>
                  <a:pt x="1764160" y="125385"/>
                </a:cubicBezTo>
                <a:cubicBezTo>
                  <a:pt x="1764850" y="126950"/>
                  <a:pt x="1765964" y="128171"/>
                  <a:pt x="1767501" y="129047"/>
                </a:cubicBezTo>
                <a:cubicBezTo>
                  <a:pt x="1769039" y="129924"/>
                  <a:pt x="1771878" y="130362"/>
                  <a:pt x="1776020" y="130362"/>
                </a:cubicBezTo>
                <a:lnTo>
                  <a:pt x="1776020" y="133845"/>
                </a:lnTo>
                <a:lnTo>
                  <a:pt x="1733381" y="133845"/>
                </a:lnTo>
                <a:lnTo>
                  <a:pt x="1733381" y="130362"/>
                </a:lnTo>
                <a:lnTo>
                  <a:pt x="1735170" y="130362"/>
                </a:lnTo>
                <a:cubicBezTo>
                  <a:pt x="1739186" y="130362"/>
                  <a:pt x="1741994" y="129753"/>
                  <a:pt x="1743594" y="128535"/>
                </a:cubicBezTo>
                <a:cubicBezTo>
                  <a:pt x="1745194" y="127318"/>
                  <a:pt x="1746308" y="125523"/>
                  <a:pt x="1746935" y="123153"/>
                </a:cubicBezTo>
                <a:cubicBezTo>
                  <a:pt x="1747186" y="122215"/>
                  <a:pt x="1747312" y="119281"/>
                  <a:pt x="1747312" y="114349"/>
                </a:cubicBezTo>
                <a:lnTo>
                  <a:pt x="1747312" y="79232"/>
                </a:lnTo>
                <a:cubicBezTo>
                  <a:pt x="1747312" y="71429"/>
                  <a:pt x="1746292" y="65764"/>
                  <a:pt x="1744253" y="62237"/>
                </a:cubicBezTo>
                <a:cubicBezTo>
                  <a:pt x="1742213" y="58709"/>
                  <a:pt x="1738778" y="56945"/>
                  <a:pt x="1733946" y="56945"/>
                </a:cubicBezTo>
                <a:cubicBezTo>
                  <a:pt x="1726479" y="56945"/>
                  <a:pt x="1719043" y="61003"/>
                  <a:pt x="1711639" y="69120"/>
                </a:cubicBezTo>
                <a:lnTo>
                  <a:pt x="1711639" y="114349"/>
                </a:lnTo>
                <a:cubicBezTo>
                  <a:pt x="1711639" y="120155"/>
                  <a:pt x="1711984" y="123745"/>
                  <a:pt x="1712674" y="125118"/>
                </a:cubicBezTo>
                <a:cubicBezTo>
                  <a:pt x="1713553" y="126927"/>
                  <a:pt x="1714761" y="128254"/>
                  <a:pt x="1716298" y="129097"/>
                </a:cubicBezTo>
                <a:cubicBezTo>
                  <a:pt x="1717835" y="129940"/>
                  <a:pt x="1720957" y="130362"/>
                  <a:pt x="1725663" y="130362"/>
                </a:cubicBezTo>
                <a:lnTo>
                  <a:pt x="1725663" y="133845"/>
                </a:lnTo>
                <a:lnTo>
                  <a:pt x="1683025" y="133845"/>
                </a:lnTo>
                <a:lnTo>
                  <a:pt x="1683025" y="130362"/>
                </a:lnTo>
                <a:lnTo>
                  <a:pt x="1684907" y="130362"/>
                </a:lnTo>
                <a:cubicBezTo>
                  <a:pt x="1689300" y="130362"/>
                  <a:pt x="1692265" y="129251"/>
                  <a:pt x="1693802" y="127029"/>
                </a:cubicBezTo>
                <a:cubicBezTo>
                  <a:pt x="1695340" y="124806"/>
                  <a:pt x="1696108" y="120563"/>
                  <a:pt x="1696108" y="114302"/>
                </a:cubicBezTo>
                <a:lnTo>
                  <a:pt x="1696108" y="82370"/>
                </a:lnTo>
                <a:cubicBezTo>
                  <a:pt x="1696108" y="72040"/>
                  <a:pt x="1695873" y="65749"/>
                  <a:pt x="1695402" y="63496"/>
                </a:cubicBezTo>
                <a:cubicBezTo>
                  <a:pt x="1694932" y="61241"/>
                  <a:pt x="1694210" y="59706"/>
                  <a:pt x="1693237" y="58892"/>
                </a:cubicBezTo>
                <a:cubicBezTo>
                  <a:pt x="1692265" y="58079"/>
                  <a:pt x="1690963" y="57672"/>
                  <a:pt x="1689331" y="57672"/>
                </a:cubicBezTo>
                <a:cubicBezTo>
                  <a:pt x="1687574" y="57672"/>
                  <a:pt x="1685472" y="58141"/>
                  <a:pt x="1683025" y="59081"/>
                </a:cubicBezTo>
                <a:lnTo>
                  <a:pt x="1681613" y="55698"/>
                </a:lnTo>
                <a:lnTo>
                  <a:pt x="1707591" y="45180"/>
                </a:lnTo>
                <a:lnTo>
                  <a:pt x="1711639" y="45180"/>
                </a:lnTo>
                <a:lnTo>
                  <a:pt x="1711639" y="63440"/>
                </a:lnTo>
                <a:close/>
                <a:moveTo>
                  <a:pt x="1784679" y="83394"/>
                </a:moveTo>
                <a:lnTo>
                  <a:pt x="1833341" y="83394"/>
                </a:lnTo>
                <a:lnTo>
                  <a:pt x="1833341" y="97607"/>
                </a:lnTo>
                <a:lnTo>
                  <a:pt x="1784679" y="97607"/>
                </a:lnTo>
                <a:lnTo>
                  <a:pt x="1784679" y="83394"/>
                </a:lnTo>
                <a:close/>
                <a:moveTo>
                  <a:pt x="1907979" y="124150"/>
                </a:moveTo>
                <a:cubicBezTo>
                  <a:pt x="1903775" y="128542"/>
                  <a:pt x="1899665" y="131695"/>
                  <a:pt x="1895649" y="133609"/>
                </a:cubicBezTo>
                <a:cubicBezTo>
                  <a:pt x="1891633" y="135523"/>
                  <a:pt x="1887303" y="136480"/>
                  <a:pt x="1882660" y="136480"/>
                </a:cubicBezTo>
                <a:cubicBezTo>
                  <a:pt x="1873248" y="136480"/>
                  <a:pt x="1865027" y="132551"/>
                  <a:pt x="1857999" y="124694"/>
                </a:cubicBezTo>
                <a:cubicBezTo>
                  <a:pt x="1850972" y="116835"/>
                  <a:pt x="1847458" y="106736"/>
                  <a:pt x="1847458" y="94398"/>
                </a:cubicBezTo>
                <a:cubicBezTo>
                  <a:pt x="1847458" y="82062"/>
                  <a:pt x="1851348" y="70775"/>
                  <a:pt x="1859129" y="60537"/>
                </a:cubicBezTo>
                <a:cubicBezTo>
                  <a:pt x="1866910" y="50299"/>
                  <a:pt x="1876918" y="45180"/>
                  <a:pt x="1889155" y="45180"/>
                </a:cubicBezTo>
                <a:cubicBezTo>
                  <a:pt x="1896747" y="45180"/>
                  <a:pt x="1903022" y="47595"/>
                  <a:pt x="1907979" y="52427"/>
                </a:cubicBezTo>
                <a:lnTo>
                  <a:pt x="1907979" y="36485"/>
                </a:lnTo>
                <a:cubicBezTo>
                  <a:pt x="1907979" y="26592"/>
                  <a:pt x="1907744" y="20511"/>
                  <a:pt x="1907274" y="18242"/>
                </a:cubicBezTo>
                <a:cubicBezTo>
                  <a:pt x="1906803" y="15974"/>
                  <a:pt x="1906066" y="14430"/>
                  <a:pt x="1905062" y="13613"/>
                </a:cubicBezTo>
                <a:cubicBezTo>
                  <a:pt x="1904058" y="12793"/>
                  <a:pt x="1902803" y="12383"/>
                  <a:pt x="1901297" y="12383"/>
                </a:cubicBezTo>
                <a:cubicBezTo>
                  <a:pt x="1899665" y="12383"/>
                  <a:pt x="1897500" y="12887"/>
                  <a:pt x="1894802" y="13895"/>
                </a:cubicBezTo>
                <a:lnTo>
                  <a:pt x="1893578" y="10586"/>
                </a:lnTo>
                <a:lnTo>
                  <a:pt x="1919274" y="0"/>
                </a:lnTo>
                <a:lnTo>
                  <a:pt x="1923510" y="0"/>
                </a:lnTo>
                <a:lnTo>
                  <a:pt x="1923510" y="99678"/>
                </a:lnTo>
                <a:cubicBezTo>
                  <a:pt x="1923510" y="109780"/>
                  <a:pt x="1923745" y="115945"/>
                  <a:pt x="1924216" y="118173"/>
                </a:cubicBezTo>
                <a:cubicBezTo>
                  <a:pt x="1924686" y="120401"/>
                  <a:pt x="1925439" y="121954"/>
                  <a:pt x="1926475" y="122832"/>
                </a:cubicBezTo>
                <a:cubicBezTo>
                  <a:pt x="1927510" y="123711"/>
                  <a:pt x="1928718" y="124150"/>
                  <a:pt x="1930099" y="124150"/>
                </a:cubicBezTo>
                <a:cubicBezTo>
                  <a:pt x="1931793" y="124150"/>
                  <a:pt x="1934052" y="123616"/>
                  <a:pt x="1936876" y="122550"/>
                </a:cubicBezTo>
                <a:lnTo>
                  <a:pt x="1937911" y="125844"/>
                </a:lnTo>
                <a:lnTo>
                  <a:pt x="1912309" y="136480"/>
                </a:lnTo>
                <a:lnTo>
                  <a:pt x="1907979" y="136480"/>
                </a:lnTo>
                <a:lnTo>
                  <a:pt x="1907979" y="124150"/>
                </a:lnTo>
                <a:moveTo>
                  <a:pt x="1907979" y="117582"/>
                </a:moveTo>
                <a:lnTo>
                  <a:pt x="1907979" y="73267"/>
                </a:lnTo>
                <a:cubicBezTo>
                  <a:pt x="1907603" y="69010"/>
                  <a:pt x="1906473" y="65129"/>
                  <a:pt x="1904591" y="61625"/>
                </a:cubicBezTo>
                <a:cubicBezTo>
                  <a:pt x="1902708" y="58119"/>
                  <a:pt x="1900214" y="55474"/>
                  <a:pt x="1897108" y="53692"/>
                </a:cubicBezTo>
                <a:cubicBezTo>
                  <a:pt x="1894002" y="51908"/>
                  <a:pt x="1890974" y="51015"/>
                  <a:pt x="1888025" y="51015"/>
                </a:cubicBezTo>
                <a:cubicBezTo>
                  <a:pt x="1882503" y="51015"/>
                  <a:pt x="1877577" y="53488"/>
                  <a:pt x="1873248" y="58433"/>
                </a:cubicBezTo>
                <a:cubicBezTo>
                  <a:pt x="1867537" y="64942"/>
                  <a:pt x="1864682" y="74455"/>
                  <a:pt x="1864682" y="86974"/>
                </a:cubicBezTo>
                <a:cubicBezTo>
                  <a:pt x="1864682" y="99618"/>
                  <a:pt x="1867443" y="109305"/>
                  <a:pt x="1872965" y="116035"/>
                </a:cubicBezTo>
                <a:cubicBezTo>
                  <a:pt x="1878487" y="122762"/>
                  <a:pt x="1884637" y="126126"/>
                  <a:pt x="1891414" y="126126"/>
                </a:cubicBezTo>
                <a:cubicBezTo>
                  <a:pt x="1897124" y="126126"/>
                  <a:pt x="1902646" y="123278"/>
                  <a:pt x="1907979" y="117582"/>
                </a:cubicBezTo>
                <a:close/>
                <a:moveTo>
                  <a:pt x="1957961" y="80194"/>
                </a:moveTo>
                <a:cubicBezTo>
                  <a:pt x="1957898" y="92965"/>
                  <a:pt x="1961004" y="102983"/>
                  <a:pt x="1967279" y="110246"/>
                </a:cubicBezTo>
                <a:cubicBezTo>
                  <a:pt x="1973554" y="117507"/>
                  <a:pt x="1980927" y="121138"/>
                  <a:pt x="1989398" y="121138"/>
                </a:cubicBezTo>
                <a:cubicBezTo>
                  <a:pt x="1995045" y="121138"/>
                  <a:pt x="1999956" y="119585"/>
                  <a:pt x="2004128" y="116479"/>
                </a:cubicBezTo>
                <a:cubicBezTo>
                  <a:pt x="2008301" y="113373"/>
                  <a:pt x="2011800" y="108055"/>
                  <a:pt x="2014623" y="100525"/>
                </a:cubicBezTo>
                <a:lnTo>
                  <a:pt x="2017541" y="102407"/>
                </a:lnTo>
                <a:cubicBezTo>
                  <a:pt x="2016223" y="111004"/>
                  <a:pt x="2012396" y="118832"/>
                  <a:pt x="2006058" y="125891"/>
                </a:cubicBezTo>
                <a:cubicBezTo>
                  <a:pt x="1999720" y="132950"/>
                  <a:pt x="1991782" y="136480"/>
                  <a:pt x="1982245" y="136480"/>
                </a:cubicBezTo>
                <a:cubicBezTo>
                  <a:pt x="1971891" y="136480"/>
                  <a:pt x="1963028" y="132457"/>
                  <a:pt x="1955654" y="124412"/>
                </a:cubicBezTo>
                <a:cubicBezTo>
                  <a:pt x="1948281" y="116364"/>
                  <a:pt x="1944595" y="105546"/>
                  <a:pt x="1944595" y="91956"/>
                </a:cubicBezTo>
                <a:cubicBezTo>
                  <a:pt x="1944595" y="77242"/>
                  <a:pt x="1948376" y="65767"/>
                  <a:pt x="1955937" y="57533"/>
                </a:cubicBezTo>
                <a:cubicBezTo>
                  <a:pt x="1963498" y="49298"/>
                  <a:pt x="1972989" y="45180"/>
                  <a:pt x="1984409" y="45180"/>
                </a:cubicBezTo>
                <a:cubicBezTo>
                  <a:pt x="1994073" y="45180"/>
                  <a:pt x="2002011" y="48356"/>
                  <a:pt x="2008223" y="54710"/>
                </a:cubicBezTo>
                <a:cubicBezTo>
                  <a:pt x="2014435" y="61061"/>
                  <a:pt x="2017541" y="69556"/>
                  <a:pt x="2017541" y="80194"/>
                </a:cubicBezTo>
                <a:lnTo>
                  <a:pt x="1957961" y="80194"/>
                </a:lnTo>
                <a:moveTo>
                  <a:pt x="1957961" y="74735"/>
                </a:moveTo>
                <a:lnTo>
                  <a:pt x="1997869" y="74735"/>
                </a:lnTo>
                <a:cubicBezTo>
                  <a:pt x="1997555" y="69213"/>
                  <a:pt x="1996897" y="65322"/>
                  <a:pt x="1995893" y="63063"/>
                </a:cubicBezTo>
                <a:cubicBezTo>
                  <a:pt x="1994324" y="59549"/>
                  <a:pt x="1991986" y="56788"/>
                  <a:pt x="1988880" y="54780"/>
                </a:cubicBezTo>
                <a:cubicBezTo>
                  <a:pt x="1985774" y="52772"/>
                  <a:pt x="1982527" y="51768"/>
                  <a:pt x="1979138" y="51768"/>
                </a:cubicBezTo>
                <a:cubicBezTo>
                  <a:pt x="1973930" y="51768"/>
                  <a:pt x="1969271" y="53792"/>
                  <a:pt x="1965161" y="57839"/>
                </a:cubicBezTo>
                <a:cubicBezTo>
                  <a:pt x="1961051" y="61887"/>
                  <a:pt x="1958651" y="67518"/>
                  <a:pt x="1957961" y="74735"/>
                </a:cubicBezTo>
                <a:close/>
                <a:moveTo>
                  <a:pt x="2054654" y="63534"/>
                </a:moveTo>
                <a:cubicBezTo>
                  <a:pt x="2060929" y="57259"/>
                  <a:pt x="2064631" y="53651"/>
                  <a:pt x="2065761" y="52710"/>
                </a:cubicBezTo>
                <a:cubicBezTo>
                  <a:pt x="2068585" y="50325"/>
                  <a:pt x="2071628" y="48474"/>
                  <a:pt x="2074891" y="47156"/>
                </a:cubicBezTo>
                <a:cubicBezTo>
                  <a:pt x="2078154" y="45838"/>
                  <a:pt x="2081385" y="45180"/>
                  <a:pt x="2084586" y="45180"/>
                </a:cubicBezTo>
                <a:cubicBezTo>
                  <a:pt x="2089982" y="45180"/>
                  <a:pt x="2094626" y="46748"/>
                  <a:pt x="2098516" y="49886"/>
                </a:cubicBezTo>
                <a:cubicBezTo>
                  <a:pt x="2102407" y="53023"/>
                  <a:pt x="2105011" y="57573"/>
                  <a:pt x="2106328" y="63534"/>
                </a:cubicBezTo>
                <a:cubicBezTo>
                  <a:pt x="2112792" y="56004"/>
                  <a:pt x="2118251" y="51062"/>
                  <a:pt x="2122706" y="48709"/>
                </a:cubicBezTo>
                <a:cubicBezTo>
                  <a:pt x="2127161" y="46356"/>
                  <a:pt x="2131742" y="45180"/>
                  <a:pt x="2136448" y="45180"/>
                </a:cubicBezTo>
                <a:cubicBezTo>
                  <a:pt x="2141029" y="45180"/>
                  <a:pt x="2145092" y="46354"/>
                  <a:pt x="2148637" y="48703"/>
                </a:cubicBezTo>
                <a:cubicBezTo>
                  <a:pt x="2152183" y="51051"/>
                  <a:pt x="2154991" y="54885"/>
                  <a:pt x="2157061" y="60207"/>
                </a:cubicBezTo>
                <a:cubicBezTo>
                  <a:pt x="2158442" y="63839"/>
                  <a:pt x="2159132" y="69536"/>
                  <a:pt x="2159132" y="77299"/>
                </a:cubicBezTo>
                <a:lnTo>
                  <a:pt x="2159132" y="114302"/>
                </a:lnTo>
                <a:cubicBezTo>
                  <a:pt x="2159132" y="119687"/>
                  <a:pt x="2159540" y="123381"/>
                  <a:pt x="2160356" y="125385"/>
                </a:cubicBezTo>
                <a:cubicBezTo>
                  <a:pt x="2160983" y="126762"/>
                  <a:pt x="2162144" y="127935"/>
                  <a:pt x="2163838" y="128906"/>
                </a:cubicBezTo>
                <a:cubicBezTo>
                  <a:pt x="2165532" y="129877"/>
                  <a:pt x="2168293" y="130362"/>
                  <a:pt x="2172121" y="130362"/>
                </a:cubicBezTo>
                <a:lnTo>
                  <a:pt x="2172121" y="133845"/>
                </a:lnTo>
                <a:lnTo>
                  <a:pt x="2129577" y="133845"/>
                </a:lnTo>
                <a:lnTo>
                  <a:pt x="2129577" y="130362"/>
                </a:lnTo>
                <a:lnTo>
                  <a:pt x="2131365" y="130362"/>
                </a:lnTo>
                <a:cubicBezTo>
                  <a:pt x="2135068" y="130362"/>
                  <a:pt x="2137954" y="129644"/>
                  <a:pt x="2140025" y="128209"/>
                </a:cubicBezTo>
                <a:cubicBezTo>
                  <a:pt x="2141468" y="127209"/>
                  <a:pt x="2142503" y="125617"/>
                  <a:pt x="2143131" y="123432"/>
                </a:cubicBezTo>
                <a:cubicBezTo>
                  <a:pt x="2143382" y="122371"/>
                  <a:pt x="2143507" y="119344"/>
                  <a:pt x="2143507" y="114349"/>
                </a:cubicBezTo>
                <a:lnTo>
                  <a:pt x="2143507" y="77452"/>
                </a:lnTo>
                <a:cubicBezTo>
                  <a:pt x="2143507" y="70460"/>
                  <a:pt x="2142660" y="65528"/>
                  <a:pt x="2140966" y="62657"/>
                </a:cubicBezTo>
                <a:cubicBezTo>
                  <a:pt x="2138519" y="58661"/>
                  <a:pt x="2134597" y="56663"/>
                  <a:pt x="2129201" y="56663"/>
                </a:cubicBezTo>
                <a:cubicBezTo>
                  <a:pt x="2125875" y="56663"/>
                  <a:pt x="2122533" y="57490"/>
                  <a:pt x="2119176" y="59145"/>
                </a:cubicBezTo>
                <a:cubicBezTo>
                  <a:pt x="2115819" y="60798"/>
                  <a:pt x="2111756" y="63873"/>
                  <a:pt x="2106987" y="68369"/>
                </a:cubicBezTo>
                <a:lnTo>
                  <a:pt x="2106799" y="69399"/>
                </a:lnTo>
                <a:lnTo>
                  <a:pt x="2106987" y="73426"/>
                </a:lnTo>
                <a:lnTo>
                  <a:pt x="2106987" y="114349"/>
                </a:lnTo>
                <a:cubicBezTo>
                  <a:pt x="2106987" y="120218"/>
                  <a:pt x="2107317" y="123870"/>
                  <a:pt x="2107976" y="125306"/>
                </a:cubicBezTo>
                <a:cubicBezTo>
                  <a:pt x="2108634" y="126741"/>
                  <a:pt x="2109874" y="127943"/>
                  <a:pt x="2111693" y="128912"/>
                </a:cubicBezTo>
                <a:cubicBezTo>
                  <a:pt x="2113513" y="129879"/>
                  <a:pt x="2116619" y="130362"/>
                  <a:pt x="2121012" y="130362"/>
                </a:cubicBezTo>
                <a:lnTo>
                  <a:pt x="2121012" y="133845"/>
                </a:lnTo>
                <a:lnTo>
                  <a:pt x="2077432" y="133845"/>
                </a:lnTo>
                <a:lnTo>
                  <a:pt x="2077432" y="130362"/>
                </a:lnTo>
                <a:cubicBezTo>
                  <a:pt x="2082201" y="130362"/>
                  <a:pt x="2085480" y="129800"/>
                  <a:pt x="2087268" y="128677"/>
                </a:cubicBezTo>
                <a:cubicBezTo>
                  <a:pt x="2089057" y="127553"/>
                  <a:pt x="2090296" y="125868"/>
                  <a:pt x="2090986" y="123620"/>
                </a:cubicBezTo>
                <a:cubicBezTo>
                  <a:pt x="2091300" y="122558"/>
                  <a:pt x="2091457" y="119467"/>
                  <a:pt x="2091457" y="114349"/>
                </a:cubicBezTo>
                <a:lnTo>
                  <a:pt x="2091457" y="77452"/>
                </a:lnTo>
                <a:cubicBezTo>
                  <a:pt x="2091457" y="70460"/>
                  <a:pt x="2090421" y="65434"/>
                  <a:pt x="2088351" y="62375"/>
                </a:cubicBezTo>
                <a:cubicBezTo>
                  <a:pt x="2085590" y="58379"/>
                  <a:pt x="2081731" y="56380"/>
                  <a:pt x="2076773" y="56380"/>
                </a:cubicBezTo>
                <a:cubicBezTo>
                  <a:pt x="2073385" y="56380"/>
                  <a:pt x="2070028" y="57285"/>
                  <a:pt x="2066702" y="59095"/>
                </a:cubicBezTo>
                <a:cubicBezTo>
                  <a:pt x="2061494" y="61843"/>
                  <a:pt x="2057478" y="64933"/>
                  <a:pt x="2054654" y="68367"/>
                </a:cubicBezTo>
                <a:lnTo>
                  <a:pt x="2054654" y="114349"/>
                </a:lnTo>
                <a:cubicBezTo>
                  <a:pt x="2054654" y="119967"/>
                  <a:pt x="2055046" y="123619"/>
                  <a:pt x="2055831" y="125306"/>
                </a:cubicBezTo>
                <a:cubicBezTo>
                  <a:pt x="2056615" y="126990"/>
                  <a:pt x="2057776" y="128254"/>
                  <a:pt x="2059313" y="129097"/>
                </a:cubicBezTo>
                <a:cubicBezTo>
                  <a:pt x="2060851" y="129940"/>
                  <a:pt x="2063972" y="130362"/>
                  <a:pt x="2068679" y="130362"/>
                </a:cubicBezTo>
                <a:lnTo>
                  <a:pt x="2068679" y="133845"/>
                </a:lnTo>
                <a:lnTo>
                  <a:pt x="2026040" y="133845"/>
                </a:lnTo>
                <a:lnTo>
                  <a:pt x="2026040" y="130362"/>
                </a:lnTo>
                <a:cubicBezTo>
                  <a:pt x="2029994" y="130362"/>
                  <a:pt x="2032755" y="129939"/>
                  <a:pt x="2034323" y="129094"/>
                </a:cubicBezTo>
                <a:cubicBezTo>
                  <a:pt x="2035892" y="128249"/>
                  <a:pt x="2037084" y="126903"/>
                  <a:pt x="2037900" y="125056"/>
                </a:cubicBezTo>
                <a:cubicBezTo>
                  <a:pt x="2038716" y="123209"/>
                  <a:pt x="2039124" y="119624"/>
                  <a:pt x="2039124" y="114302"/>
                </a:cubicBezTo>
                <a:lnTo>
                  <a:pt x="2039124" y="81432"/>
                </a:lnTo>
                <a:cubicBezTo>
                  <a:pt x="2039124" y="71977"/>
                  <a:pt x="2038841" y="65872"/>
                  <a:pt x="2038277" y="63119"/>
                </a:cubicBezTo>
                <a:cubicBezTo>
                  <a:pt x="2037837" y="61052"/>
                  <a:pt x="2037147" y="59628"/>
                  <a:pt x="2036206" y="58845"/>
                </a:cubicBezTo>
                <a:cubicBezTo>
                  <a:pt x="2035265" y="58063"/>
                  <a:pt x="2033978" y="57672"/>
                  <a:pt x="2032347" y="57672"/>
                </a:cubicBezTo>
                <a:cubicBezTo>
                  <a:pt x="2030590" y="57672"/>
                  <a:pt x="2028488" y="58141"/>
                  <a:pt x="2026040" y="59081"/>
                </a:cubicBezTo>
                <a:lnTo>
                  <a:pt x="2024629" y="55698"/>
                </a:lnTo>
                <a:lnTo>
                  <a:pt x="2050607" y="45180"/>
                </a:lnTo>
                <a:lnTo>
                  <a:pt x="2054654" y="45180"/>
                </a:lnTo>
                <a:lnTo>
                  <a:pt x="2054654" y="63534"/>
                </a:lnTo>
                <a:close/>
                <a:moveTo>
                  <a:pt x="2227876" y="121420"/>
                </a:moveTo>
                <a:cubicBezTo>
                  <a:pt x="2219028" y="128260"/>
                  <a:pt x="2213475" y="132213"/>
                  <a:pt x="2211216" y="133280"/>
                </a:cubicBezTo>
                <a:cubicBezTo>
                  <a:pt x="2207827" y="134911"/>
                  <a:pt x="2204219" y="135727"/>
                  <a:pt x="2200391" y="135727"/>
                </a:cubicBezTo>
                <a:cubicBezTo>
                  <a:pt x="2194430" y="135727"/>
                  <a:pt x="2189520" y="133688"/>
                  <a:pt x="2185661" y="129609"/>
                </a:cubicBezTo>
                <a:cubicBezTo>
                  <a:pt x="2181802" y="125530"/>
                  <a:pt x="2179872" y="120165"/>
                  <a:pt x="2179872" y="113514"/>
                </a:cubicBezTo>
                <a:cubicBezTo>
                  <a:pt x="2179872" y="109310"/>
                  <a:pt x="2180814" y="105670"/>
                  <a:pt x="2182696" y="102595"/>
                </a:cubicBezTo>
                <a:cubicBezTo>
                  <a:pt x="2185269" y="98328"/>
                  <a:pt x="2189740" y="94312"/>
                  <a:pt x="2196109" y="90547"/>
                </a:cubicBezTo>
                <a:cubicBezTo>
                  <a:pt x="2202478" y="86783"/>
                  <a:pt x="2213067" y="82202"/>
                  <a:pt x="2227876" y="76805"/>
                </a:cubicBezTo>
                <a:lnTo>
                  <a:pt x="2227876" y="73417"/>
                </a:lnTo>
                <a:cubicBezTo>
                  <a:pt x="2227876" y="64820"/>
                  <a:pt x="2226511" y="58922"/>
                  <a:pt x="2223781" y="55722"/>
                </a:cubicBezTo>
                <a:cubicBezTo>
                  <a:pt x="2221052" y="52521"/>
                  <a:pt x="2217083" y="50921"/>
                  <a:pt x="2211874" y="50921"/>
                </a:cubicBezTo>
                <a:cubicBezTo>
                  <a:pt x="2207921" y="50921"/>
                  <a:pt x="2204784" y="51984"/>
                  <a:pt x="2202462" y="54110"/>
                </a:cubicBezTo>
                <a:cubicBezTo>
                  <a:pt x="2200078" y="56235"/>
                  <a:pt x="2198885" y="58674"/>
                  <a:pt x="2198885" y="61425"/>
                </a:cubicBezTo>
                <a:lnTo>
                  <a:pt x="2199074" y="66863"/>
                </a:lnTo>
                <a:cubicBezTo>
                  <a:pt x="2199074" y="69738"/>
                  <a:pt x="2198336" y="71957"/>
                  <a:pt x="2196862" y="73520"/>
                </a:cubicBezTo>
                <a:cubicBezTo>
                  <a:pt x="2195387" y="75083"/>
                  <a:pt x="2193458" y="75864"/>
                  <a:pt x="2191073" y="75864"/>
                </a:cubicBezTo>
                <a:cubicBezTo>
                  <a:pt x="2188751" y="75864"/>
                  <a:pt x="2186853" y="75051"/>
                  <a:pt x="2185379" y="73426"/>
                </a:cubicBezTo>
                <a:cubicBezTo>
                  <a:pt x="2183904" y="71798"/>
                  <a:pt x="2183167" y="69576"/>
                  <a:pt x="2183167" y="66761"/>
                </a:cubicBezTo>
                <a:cubicBezTo>
                  <a:pt x="2183167" y="61382"/>
                  <a:pt x="2185928" y="56440"/>
                  <a:pt x="2191450" y="51936"/>
                </a:cubicBezTo>
                <a:cubicBezTo>
                  <a:pt x="2196971" y="47432"/>
                  <a:pt x="2204721" y="45180"/>
                  <a:pt x="2214698" y="45180"/>
                </a:cubicBezTo>
                <a:cubicBezTo>
                  <a:pt x="2222354" y="45180"/>
                  <a:pt x="2228629" y="46464"/>
                  <a:pt x="2233523" y="49033"/>
                </a:cubicBezTo>
                <a:cubicBezTo>
                  <a:pt x="2237225" y="50976"/>
                  <a:pt x="2239955" y="54017"/>
                  <a:pt x="2241712" y="58154"/>
                </a:cubicBezTo>
                <a:cubicBezTo>
                  <a:pt x="2242841" y="60848"/>
                  <a:pt x="2243406" y="66363"/>
                  <a:pt x="2243406" y="74699"/>
                </a:cubicBezTo>
                <a:lnTo>
                  <a:pt x="2243406" y="103937"/>
                </a:lnTo>
                <a:cubicBezTo>
                  <a:pt x="2243406" y="112147"/>
                  <a:pt x="2243563" y="117177"/>
                  <a:pt x="2243877" y="119026"/>
                </a:cubicBezTo>
                <a:cubicBezTo>
                  <a:pt x="2244190" y="120875"/>
                  <a:pt x="2244708" y="122113"/>
                  <a:pt x="2245430" y="122741"/>
                </a:cubicBezTo>
                <a:cubicBezTo>
                  <a:pt x="2246151" y="123366"/>
                  <a:pt x="2246983" y="123679"/>
                  <a:pt x="2247924" y="123679"/>
                </a:cubicBezTo>
                <a:cubicBezTo>
                  <a:pt x="2248928" y="123679"/>
                  <a:pt x="2249807" y="123460"/>
                  <a:pt x="2250560" y="123020"/>
                </a:cubicBezTo>
                <a:cubicBezTo>
                  <a:pt x="2251877" y="122205"/>
                  <a:pt x="2254419" y="119914"/>
                  <a:pt x="2258184" y="116149"/>
                </a:cubicBezTo>
                <a:lnTo>
                  <a:pt x="2258184" y="121420"/>
                </a:lnTo>
                <a:cubicBezTo>
                  <a:pt x="2251156" y="130833"/>
                  <a:pt x="2244441" y="135539"/>
                  <a:pt x="2238041" y="135539"/>
                </a:cubicBezTo>
                <a:cubicBezTo>
                  <a:pt x="2234966" y="135539"/>
                  <a:pt x="2232519" y="134472"/>
                  <a:pt x="2230699" y="132339"/>
                </a:cubicBezTo>
                <a:cubicBezTo>
                  <a:pt x="2228880" y="130205"/>
                  <a:pt x="2227938" y="126566"/>
                  <a:pt x="2227876" y="121420"/>
                </a:cubicBezTo>
                <a:moveTo>
                  <a:pt x="2227876" y="115249"/>
                </a:moveTo>
                <a:lnTo>
                  <a:pt x="2227876" y="82547"/>
                </a:lnTo>
                <a:cubicBezTo>
                  <a:pt x="2218400" y="86294"/>
                  <a:pt x="2212282" y="88949"/>
                  <a:pt x="2209521" y="90512"/>
                </a:cubicBezTo>
                <a:cubicBezTo>
                  <a:pt x="2204564" y="93261"/>
                  <a:pt x="2201019" y="96135"/>
                  <a:pt x="2198885" y="99133"/>
                </a:cubicBezTo>
                <a:cubicBezTo>
                  <a:pt x="2196752" y="102132"/>
                  <a:pt x="2195685" y="105411"/>
                  <a:pt x="2195685" y="108972"/>
                </a:cubicBezTo>
                <a:cubicBezTo>
                  <a:pt x="2195685" y="113471"/>
                  <a:pt x="2197034" y="117203"/>
                  <a:pt x="2199732" y="120170"/>
                </a:cubicBezTo>
                <a:cubicBezTo>
                  <a:pt x="2202431" y="123137"/>
                  <a:pt x="2205537" y="124620"/>
                  <a:pt x="2209051" y="124620"/>
                </a:cubicBezTo>
                <a:cubicBezTo>
                  <a:pt x="2213820" y="124620"/>
                  <a:pt x="2220095" y="121497"/>
                  <a:pt x="2227876" y="115249"/>
                </a:cubicBezTo>
                <a:close/>
                <a:moveTo>
                  <a:pt x="2289744" y="63440"/>
                </a:moveTo>
                <a:cubicBezTo>
                  <a:pt x="2299847" y="51266"/>
                  <a:pt x="2309479" y="45180"/>
                  <a:pt x="2318641" y="45180"/>
                </a:cubicBezTo>
                <a:cubicBezTo>
                  <a:pt x="2323347" y="45180"/>
                  <a:pt x="2327394" y="46354"/>
                  <a:pt x="2330783" y="48703"/>
                </a:cubicBezTo>
                <a:cubicBezTo>
                  <a:pt x="2334171" y="51051"/>
                  <a:pt x="2336869" y="54917"/>
                  <a:pt x="2338877" y="60301"/>
                </a:cubicBezTo>
                <a:cubicBezTo>
                  <a:pt x="2340258" y="64056"/>
                  <a:pt x="2340948" y="69817"/>
                  <a:pt x="2340948" y="77582"/>
                </a:cubicBezTo>
                <a:lnTo>
                  <a:pt x="2340948" y="114302"/>
                </a:lnTo>
                <a:cubicBezTo>
                  <a:pt x="2340948" y="119750"/>
                  <a:pt x="2341387" y="123444"/>
                  <a:pt x="2342266" y="125385"/>
                </a:cubicBezTo>
                <a:cubicBezTo>
                  <a:pt x="2342956" y="126950"/>
                  <a:pt x="2344070" y="128171"/>
                  <a:pt x="2345607" y="129047"/>
                </a:cubicBezTo>
                <a:cubicBezTo>
                  <a:pt x="2347144" y="129924"/>
                  <a:pt x="2349984" y="130362"/>
                  <a:pt x="2354125" y="130362"/>
                </a:cubicBezTo>
                <a:lnTo>
                  <a:pt x="2354125" y="133845"/>
                </a:lnTo>
                <a:lnTo>
                  <a:pt x="2311487" y="133845"/>
                </a:lnTo>
                <a:lnTo>
                  <a:pt x="2311487" y="130362"/>
                </a:lnTo>
                <a:lnTo>
                  <a:pt x="2313275" y="130362"/>
                </a:lnTo>
                <a:cubicBezTo>
                  <a:pt x="2317291" y="130362"/>
                  <a:pt x="2320099" y="129753"/>
                  <a:pt x="2321700" y="128535"/>
                </a:cubicBezTo>
                <a:cubicBezTo>
                  <a:pt x="2323300" y="127318"/>
                  <a:pt x="2324414" y="125523"/>
                  <a:pt x="2325041" y="123153"/>
                </a:cubicBezTo>
                <a:cubicBezTo>
                  <a:pt x="2325292" y="122215"/>
                  <a:pt x="2325417" y="119281"/>
                  <a:pt x="2325417" y="114349"/>
                </a:cubicBezTo>
                <a:lnTo>
                  <a:pt x="2325417" y="79232"/>
                </a:lnTo>
                <a:cubicBezTo>
                  <a:pt x="2325417" y="71429"/>
                  <a:pt x="2324398" y="65764"/>
                  <a:pt x="2322358" y="62237"/>
                </a:cubicBezTo>
                <a:cubicBezTo>
                  <a:pt x="2320319" y="58709"/>
                  <a:pt x="2316884" y="56945"/>
                  <a:pt x="2312052" y="56945"/>
                </a:cubicBezTo>
                <a:cubicBezTo>
                  <a:pt x="2304585" y="56945"/>
                  <a:pt x="2297149" y="61003"/>
                  <a:pt x="2289744" y="69120"/>
                </a:cubicBezTo>
                <a:lnTo>
                  <a:pt x="2289744" y="114349"/>
                </a:lnTo>
                <a:cubicBezTo>
                  <a:pt x="2289744" y="120155"/>
                  <a:pt x="2290090" y="123745"/>
                  <a:pt x="2290780" y="125118"/>
                </a:cubicBezTo>
                <a:cubicBezTo>
                  <a:pt x="2291658" y="126927"/>
                  <a:pt x="2292866" y="128254"/>
                  <a:pt x="2294404" y="129097"/>
                </a:cubicBezTo>
                <a:cubicBezTo>
                  <a:pt x="2295941" y="129940"/>
                  <a:pt x="2299063" y="130362"/>
                  <a:pt x="2303769" y="130362"/>
                </a:cubicBezTo>
                <a:lnTo>
                  <a:pt x="2303769" y="133845"/>
                </a:lnTo>
                <a:lnTo>
                  <a:pt x="2261131" y="133845"/>
                </a:lnTo>
                <a:lnTo>
                  <a:pt x="2261131" y="130362"/>
                </a:lnTo>
                <a:lnTo>
                  <a:pt x="2263013" y="130362"/>
                </a:lnTo>
                <a:cubicBezTo>
                  <a:pt x="2267406" y="130362"/>
                  <a:pt x="2270371" y="129251"/>
                  <a:pt x="2271908" y="127029"/>
                </a:cubicBezTo>
                <a:cubicBezTo>
                  <a:pt x="2273445" y="124806"/>
                  <a:pt x="2274214" y="120563"/>
                  <a:pt x="2274214" y="114302"/>
                </a:cubicBezTo>
                <a:lnTo>
                  <a:pt x="2274214" y="82370"/>
                </a:lnTo>
                <a:cubicBezTo>
                  <a:pt x="2274214" y="72040"/>
                  <a:pt x="2273979" y="65749"/>
                  <a:pt x="2273508" y="63496"/>
                </a:cubicBezTo>
                <a:cubicBezTo>
                  <a:pt x="2273037" y="61241"/>
                  <a:pt x="2272316" y="59706"/>
                  <a:pt x="2271343" y="58892"/>
                </a:cubicBezTo>
                <a:cubicBezTo>
                  <a:pt x="2270371" y="58079"/>
                  <a:pt x="2269068" y="57672"/>
                  <a:pt x="2267437" y="57672"/>
                </a:cubicBezTo>
                <a:cubicBezTo>
                  <a:pt x="2265680" y="57672"/>
                  <a:pt x="2263578" y="58141"/>
                  <a:pt x="2261131" y="59081"/>
                </a:cubicBezTo>
                <a:lnTo>
                  <a:pt x="2259719" y="55698"/>
                </a:lnTo>
                <a:lnTo>
                  <a:pt x="2285697" y="45180"/>
                </a:lnTo>
                <a:lnTo>
                  <a:pt x="2289744" y="45180"/>
                </a:lnTo>
                <a:lnTo>
                  <a:pt x="2289744" y="63440"/>
                </a:lnTo>
                <a:close/>
                <a:moveTo>
                  <a:pt x="2421895" y="124150"/>
                </a:moveTo>
                <a:cubicBezTo>
                  <a:pt x="2417690" y="128542"/>
                  <a:pt x="2413580" y="131695"/>
                  <a:pt x="2409564" y="133609"/>
                </a:cubicBezTo>
                <a:cubicBezTo>
                  <a:pt x="2405548" y="135523"/>
                  <a:pt x="2401219" y="136480"/>
                  <a:pt x="2396575" y="136480"/>
                </a:cubicBezTo>
                <a:cubicBezTo>
                  <a:pt x="2387163" y="136480"/>
                  <a:pt x="2378943" y="132551"/>
                  <a:pt x="2371915" y="124694"/>
                </a:cubicBezTo>
                <a:cubicBezTo>
                  <a:pt x="2364887" y="116835"/>
                  <a:pt x="2361373" y="106736"/>
                  <a:pt x="2361373" y="94398"/>
                </a:cubicBezTo>
                <a:cubicBezTo>
                  <a:pt x="2361373" y="82062"/>
                  <a:pt x="2365263" y="70775"/>
                  <a:pt x="2373044" y="60537"/>
                </a:cubicBezTo>
                <a:cubicBezTo>
                  <a:pt x="2380825" y="50299"/>
                  <a:pt x="2390834" y="45180"/>
                  <a:pt x="2403070" y="45180"/>
                </a:cubicBezTo>
                <a:cubicBezTo>
                  <a:pt x="2410662" y="45180"/>
                  <a:pt x="2416937" y="47595"/>
                  <a:pt x="2421895" y="52427"/>
                </a:cubicBezTo>
                <a:lnTo>
                  <a:pt x="2421895" y="36485"/>
                </a:lnTo>
                <a:cubicBezTo>
                  <a:pt x="2421895" y="26592"/>
                  <a:pt x="2421659" y="20511"/>
                  <a:pt x="2421189" y="18242"/>
                </a:cubicBezTo>
                <a:cubicBezTo>
                  <a:pt x="2420718" y="15974"/>
                  <a:pt x="2419981" y="14430"/>
                  <a:pt x="2418977" y="13613"/>
                </a:cubicBezTo>
                <a:cubicBezTo>
                  <a:pt x="2417973" y="12793"/>
                  <a:pt x="2416718" y="12383"/>
                  <a:pt x="2415212" y="12383"/>
                </a:cubicBezTo>
                <a:cubicBezTo>
                  <a:pt x="2413580" y="12383"/>
                  <a:pt x="2411415" y="12887"/>
                  <a:pt x="2408717" y="13895"/>
                </a:cubicBezTo>
                <a:lnTo>
                  <a:pt x="2407494" y="10586"/>
                </a:lnTo>
                <a:lnTo>
                  <a:pt x="2433189" y="0"/>
                </a:lnTo>
                <a:lnTo>
                  <a:pt x="2437425" y="0"/>
                </a:lnTo>
                <a:lnTo>
                  <a:pt x="2437425" y="99678"/>
                </a:lnTo>
                <a:cubicBezTo>
                  <a:pt x="2437425" y="109780"/>
                  <a:pt x="2437660" y="115945"/>
                  <a:pt x="2438131" y="118173"/>
                </a:cubicBezTo>
                <a:cubicBezTo>
                  <a:pt x="2438602" y="120401"/>
                  <a:pt x="2439355" y="121954"/>
                  <a:pt x="2440390" y="122832"/>
                </a:cubicBezTo>
                <a:cubicBezTo>
                  <a:pt x="2441425" y="123711"/>
                  <a:pt x="2442633" y="124150"/>
                  <a:pt x="2444014" y="124150"/>
                </a:cubicBezTo>
                <a:cubicBezTo>
                  <a:pt x="2445708" y="124150"/>
                  <a:pt x="2447967" y="123616"/>
                  <a:pt x="2450791" y="122550"/>
                </a:cubicBezTo>
                <a:lnTo>
                  <a:pt x="2451826" y="125844"/>
                </a:lnTo>
                <a:lnTo>
                  <a:pt x="2426224" y="136480"/>
                </a:lnTo>
                <a:lnTo>
                  <a:pt x="2421895" y="136480"/>
                </a:lnTo>
                <a:lnTo>
                  <a:pt x="2421895" y="124150"/>
                </a:lnTo>
                <a:moveTo>
                  <a:pt x="2421895" y="117582"/>
                </a:moveTo>
                <a:lnTo>
                  <a:pt x="2421895" y="73267"/>
                </a:lnTo>
                <a:cubicBezTo>
                  <a:pt x="2421518" y="69010"/>
                  <a:pt x="2420389" y="65129"/>
                  <a:pt x="2418506" y="61625"/>
                </a:cubicBezTo>
                <a:cubicBezTo>
                  <a:pt x="2416624" y="58119"/>
                  <a:pt x="2414129" y="55474"/>
                  <a:pt x="2411023" y="53692"/>
                </a:cubicBezTo>
                <a:cubicBezTo>
                  <a:pt x="2407917" y="51908"/>
                  <a:pt x="2404889" y="51015"/>
                  <a:pt x="2401940" y="51015"/>
                </a:cubicBezTo>
                <a:cubicBezTo>
                  <a:pt x="2396418" y="51015"/>
                  <a:pt x="2391492" y="53488"/>
                  <a:pt x="2387163" y="58433"/>
                </a:cubicBezTo>
                <a:cubicBezTo>
                  <a:pt x="2381452" y="64942"/>
                  <a:pt x="2378597" y="74455"/>
                  <a:pt x="2378597" y="86974"/>
                </a:cubicBezTo>
                <a:cubicBezTo>
                  <a:pt x="2378597" y="99618"/>
                  <a:pt x="2381358" y="109305"/>
                  <a:pt x="2386880" y="116035"/>
                </a:cubicBezTo>
                <a:cubicBezTo>
                  <a:pt x="2392402" y="122762"/>
                  <a:pt x="2398552" y="126126"/>
                  <a:pt x="2405329" y="126126"/>
                </a:cubicBezTo>
                <a:cubicBezTo>
                  <a:pt x="2411039" y="126126"/>
                  <a:pt x="2416561" y="123278"/>
                  <a:pt x="2421895" y="117582"/>
                </a:cubicBezTo>
                <a:close/>
                <a:moveTo>
                  <a:pt x="2554422" y="121420"/>
                </a:moveTo>
                <a:cubicBezTo>
                  <a:pt x="2545574" y="128260"/>
                  <a:pt x="2540021" y="132213"/>
                  <a:pt x="2537762" y="133280"/>
                </a:cubicBezTo>
                <a:cubicBezTo>
                  <a:pt x="2534374" y="134911"/>
                  <a:pt x="2530766" y="135727"/>
                  <a:pt x="2526938" y="135727"/>
                </a:cubicBezTo>
                <a:cubicBezTo>
                  <a:pt x="2520977" y="135727"/>
                  <a:pt x="2516067" y="133688"/>
                  <a:pt x="2512207" y="129609"/>
                </a:cubicBezTo>
                <a:cubicBezTo>
                  <a:pt x="2508348" y="125530"/>
                  <a:pt x="2506419" y="120165"/>
                  <a:pt x="2506419" y="113514"/>
                </a:cubicBezTo>
                <a:cubicBezTo>
                  <a:pt x="2506419" y="109310"/>
                  <a:pt x="2507360" y="105670"/>
                  <a:pt x="2509243" y="102595"/>
                </a:cubicBezTo>
                <a:cubicBezTo>
                  <a:pt x="2511815" y="98328"/>
                  <a:pt x="2516286" y="94312"/>
                  <a:pt x="2522655" y="90547"/>
                </a:cubicBezTo>
                <a:cubicBezTo>
                  <a:pt x="2529024" y="86783"/>
                  <a:pt x="2539613" y="82202"/>
                  <a:pt x="2554422" y="76805"/>
                </a:cubicBezTo>
                <a:lnTo>
                  <a:pt x="2554422" y="73417"/>
                </a:lnTo>
                <a:cubicBezTo>
                  <a:pt x="2554422" y="64820"/>
                  <a:pt x="2553057" y="58922"/>
                  <a:pt x="2550328" y="55722"/>
                </a:cubicBezTo>
                <a:cubicBezTo>
                  <a:pt x="2547598" y="52521"/>
                  <a:pt x="2543629" y="50921"/>
                  <a:pt x="2538421" y="50921"/>
                </a:cubicBezTo>
                <a:cubicBezTo>
                  <a:pt x="2534468" y="50921"/>
                  <a:pt x="2531330" y="51984"/>
                  <a:pt x="2529009" y="54110"/>
                </a:cubicBezTo>
                <a:cubicBezTo>
                  <a:pt x="2526624" y="56235"/>
                  <a:pt x="2525432" y="58674"/>
                  <a:pt x="2525432" y="61425"/>
                </a:cubicBezTo>
                <a:lnTo>
                  <a:pt x="2525620" y="66863"/>
                </a:lnTo>
                <a:cubicBezTo>
                  <a:pt x="2525620" y="69738"/>
                  <a:pt x="2524883" y="71957"/>
                  <a:pt x="2523408" y="73520"/>
                </a:cubicBezTo>
                <a:cubicBezTo>
                  <a:pt x="2521934" y="75083"/>
                  <a:pt x="2520004" y="75864"/>
                  <a:pt x="2517620" y="75864"/>
                </a:cubicBezTo>
                <a:cubicBezTo>
                  <a:pt x="2515298" y="75864"/>
                  <a:pt x="2513400" y="75051"/>
                  <a:pt x="2511925" y="73426"/>
                </a:cubicBezTo>
                <a:cubicBezTo>
                  <a:pt x="2510450" y="71798"/>
                  <a:pt x="2509713" y="69576"/>
                  <a:pt x="2509713" y="66761"/>
                </a:cubicBezTo>
                <a:cubicBezTo>
                  <a:pt x="2509713" y="61382"/>
                  <a:pt x="2512474" y="56440"/>
                  <a:pt x="2517996" y="51936"/>
                </a:cubicBezTo>
                <a:cubicBezTo>
                  <a:pt x="2523518" y="47432"/>
                  <a:pt x="2531268" y="45180"/>
                  <a:pt x="2541245" y="45180"/>
                </a:cubicBezTo>
                <a:cubicBezTo>
                  <a:pt x="2548900" y="45180"/>
                  <a:pt x="2555175" y="46464"/>
                  <a:pt x="2560070" y="49033"/>
                </a:cubicBezTo>
                <a:cubicBezTo>
                  <a:pt x="2563772" y="50976"/>
                  <a:pt x="2566501" y="54017"/>
                  <a:pt x="2568258" y="58154"/>
                </a:cubicBezTo>
                <a:cubicBezTo>
                  <a:pt x="2569388" y="60848"/>
                  <a:pt x="2569953" y="66363"/>
                  <a:pt x="2569953" y="74699"/>
                </a:cubicBezTo>
                <a:lnTo>
                  <a:pt x="2569953" y="103937"/>
                </a:lnTo>
                <a:cubicBezTo>
                  <a:pt x="2569953" y="112147"/>
                  <a:pt x="2570109" y="117177"/>
                  <a:pt x="2570423" y="119026"/>
                </a:cubicBezTo>
                <a:cubicBezTo>
                  <a:pt x="2570737" y="120875"/>
                  <a:pt x="2571255" y="122113"/>
                  <a:pt x="2571976" y="122741"/>
                </a:cubicBezTo>
                <a:cubicBezTo>
                  <a:pt x="2572698" y="123366"/>
                  <a:pt x="2573529" y="123679"/>
                  <a:pt x="2574471" y="123679"/>
                </a:cubicBezTo>
                <a:cubicBezTo>
                  <a:pt x="2575475" y="123679"/>
                  <a:pt x="2576353" y="123460"/>
                  <a:pt x="2577106" y="123020"/>
                </a:cubicBezTo>
                <a:cubicBezTo>
                  <a:pt x="2578424" y="122205"/>
                  <a:pt x="2580965" y="119914"/>
                  <a:pt x="2584730" y="116149"/>
                </a:cubicBezTo>
                <a:lnTo>
                  <a:pt x="2584730" y="121420"/>
                </a:lnTo>
                <a:cubicBezTo>
                  <a:pt x="2577702" y="130833"/>
                  <a:pt x="2570988" y="135539"/>
                  <a:pt x="2564588" y="135539"/>
                </a:cubicBezTo>
                <a:cubicBezTo>
                  <a:pt x="2561513" y="135539"/>
                  <a:pt x="2559066" y="134472"/>
                  <a:pt x="2557246" y="132339"/>
                </a:cubicBezTo>
                <a:cubicBezTo>
                  <a:pt x="2555426" y="130205"/>
                  <a:pt x="2554485" y="126566"/>
                  <a:pt x="2554422" y="121420"/>
                </a:cubicBezTo>
                <a:moveTo>
                  <a:pt x="2554422" y="115249"/>
                </a:moveTo>
                <a:lnTo>
                  <a:pt x="2554422" y="82547"/>
                </a:lnTo>
                <a:cubicBezTo>
                  <a:pt x="2544947" y="86294"/>
                  <a:pt x="2538829" y="88949"/>
                  <a:pt x="2536068" y="90512"/>
                </a:cubicBezTo>
                <a:cubicBezTo>
                  <a:pt x="2531111" y="93261"/>
                  <a:pt x="2527565" y="96135"/>
                  <a:pt x="2525432" y="99133"/>
                </a:cubicBezTo>
                <a:cubicBezTo>
                  <a:pt x="2523298" y="102132"/>
                  <a:pt x="2522232" y="105411"/>
                  <a:pt x="2522232" y="108972"/>
                </a:cubicBezTo>
                <a:cubicBezTo>
                  <a:pt x="2522232" y="113471"/>
                  <a:pt x="2523581" y="117203"/>
                  <a:pt x="2526279" y="120170"/>
                </a:cubicBezTo>
                <a:cubicBezTo>
                  <a:pt x="2528977" y="123137"/>
                  <a:pt x="2532083" y="124620"/>
                  <a:pt x="2535597" y="124620"/>
                </a:cubicBezTo>
                <a:cubicBezTo>
                  <a:pt x="2540366" y="124620"/>
                  <a:pt x="2546641" y="121497"/>
                  <a:pt x="2554422" y="115249"/>
                </a:cubicBezTo>
                <a:close/>
                <a:moveTo>
                  <a:pt x="2646880" y="45180"/>
                </a:moveTo>
                <a:lnTo>
                  <a:pt x="2646880" y="74358"/>
                </a:lnTo>
                <a:lnTo>
                  <a:pt x="2643774" y="74358"/>
                </a:lnTo>
                <a:cubicBezTo>
                  <a:pt x="2641390" y="65206"/>
                  <a:pt x="2638331" y="58982"/>
                  <a:pt x="2634597" y="55683"/>
                </a:cubicBezTo>
                <a:cubicBezTo>
                  <a:pt x="2630864" y="52383"/>
                  <a:pt x="2626110" y="50733"/>
                  <a:pt x="2620337" y="50733"/>
                </a:cubicBezTo>
                <a:cubicBezTo>
                  <a:pt x="2615945" y="50733"/>
                  <a:pt x="2612400" y="51893"/>
                  <a:pt x="2609701" y="54213"/>
                </a:cubicBezTo>
                <a:cubicBezTo>
                  <a:pt x="2607003" y="56530"/>
                  <a:pt x="2605654" y="59100"/>
                  <a:pt x="2605654" y="61922"/>
                </a:cubicBezTo>
                <a:cubicBezTo>
                  <a:pt x="2605654" y="65432"/>
                  <a:pt x="2606658" y="68440"/>
                  <a:pt x="2608666" y="70946"/>
                </a:cubicBezTo>
                <a:cubicBezTo>
                  <a:pt x="2610611" y="73517"/>
                  <a:pt x="2614564" y="76244"/>
                  <a:pt x="2620526" y="79126"/>
                </a:cubicBezTo>
                <a:lnTo>
                  <a:pt x="2634268" y="85803"/>
                </a:lnTo>
                <a:cubicBezTo>
                  <a:pt x="2647006" y="92007"/>
                  <a:pt x="2653375" y="100187"/>
                  <a:pt x="2653375" y="110343"/>
                </a:cubicBezTo>
                <a:cubicBezTo>
                  <a:pt x="2653375" y="118177"/>
                  <a:pt x="2650410" y="124492"/>
                  <a:pt x="2644480" y="129288"/>
                </a:cubicBezTo>
                <a:cubicBezTo>
                  <a:pt x="2638550" y="134083"/>
                  <a:pt x="2631915" y="136480"/>
                  <a:pt x="2624573" y="136480"/>
                </a:cubicBezTo>
                <a:cubicBezTo>
                  <a:pt x="2619302" y="136480"/>
                  <a:pt x="2613278" y="135539"/>
                  <a:pt x="2606501" y="133656"/>
                </a:cubicBezTo>
                <a:cubicBezTo>
                  <a:pt x="2604430" y="133029"/>
                  <a:pt x="2602736" y="132715"/>
                  <a:pt x="2601418" y="132715"/>
                </a:cubicBezTo>
                <a:cubicBezTo>
                  <a:pt x="2599975" y="132715"/>
                  <a:pt x="2598846" y="133531"/>
                  <a:pt x="2598030" y="135162"/>
                </a:cubicBezTo>
                <a:lnTo>
                  <a:pt x="2594924" y="135162"/>
                </a:lnTo>
                <a:lnTo>
                  <a:pt x="2594924" y="104290"/>
                </a:lnTo>
                <a:lnTo>
                  <a:pt x="2598030" y="104290"/>
                </a:lnTo>
                <a:cubicBezTo>
                  <a:pt x="2599787" y="113106"/>
                  <a:pt x="2603144" y="119750"/>
                  <a:pt x="2608101" y="124220"/>
                </a:cubicBezTo>
                <a:cubicBezTo>
                  <a:pt x="2613058" y="128691"/>
                  <a:pt x="2618612" y="130927"/>
                  <a:pt x="2624761" y="130927"/>
                </a:cubicBezTo>
                <a:cubicBezTo>
                  <a:pt x="2629091" y="130927"/>
                  <a:pt x="2632621" y="129658"/>
                  <a:pt x="2635350" y="127121"/>
                </a:cubicBezTo>
                <a:cubicBezTo>
                  <a:pt x="2638080" y="124581"/>
                  <a:pt x="2639445" y="121525"/>
                  <a:pt x="2639445" y="117952"/>
                </a:cubicBezTo>
                <a:cubicBezTo>
                  <a:pt x="2639445" y="113627"/>
                  <a:pt x="2637923" y="109991"/>
                  <a:pt x="2634880" y="107046"/>
                </a:cubicBezTo>
                <a:cubicBezTo>
                  <a:pt x="2631836" y="104100"/>
                  <a:pt x="2625765" y="100372"/>
                  <a:pt x="2616667" y="95860"/>
                </a:cubicBezTo>
                <a:cubicBezTo>
                  <a:pt x="2607568" y="91346"/>
                  <a:pt x="2601607" y="87271"/>
                  <a:pt x="2598783" y="83635"/>
                </a:cubicBezTo>
                <a:cubicBezTo>
                  <a:pt x="2595959" y="80062"/>
                  <a:pt x="2594547" y="75549"/>
                  <a:pt x="2594547" y="70096"/>
                </a:cubicBezTo>
                <a:cubicBezTo>
                  <a:pt x="2594547" y="63013"/>
                  <a:pt x="2596979" y="57090"/>
                  <a:pt x="2601842" y="52327"/>
                </a:cubicBezTo>
                <a:cubicBezTo>
                  <a:pt x="2606705" y="47562"/>
                  <a:pt x="2612996" y="45180"/>
                  <a:pt x="2620714" y="45180"/>
                </a:cubicBezTo>
                <a:cubicBezTo>
                  <a:pt x="2624102" y="45180"/>
                  <a:pt x="2628212" y="45901"/>
                  <a:pt x="2633044" y="47344"/>
                </a:cubicBezTo>
                <a:cubicBezTo>
                  <a:pt x="2636244" y="48286"/>
                  <a:pt x="2638378" y="48756"/>
                  <a:pt x="2639445" y="48756"/>
                </a:cubicBezTo>
                <a:cubicBezTo>
                  <a:pt x="2640449" y="48756"/>
                  <a:pt x="2641233" y="48537"/>
                  <a:pt x="2641798" y="48097"/>
                </a:cubicBezTo>
                <a:cubicBezTo>
                  <a:pt x="2642362" y="47658"/>
                  <a:pt x="2643021" y="46686"/>
                  <a:pt x="2643774" y="45180"/>
                </a:cubicBezTo>
                <a:lnTo>
                  <a:pt x="2646880" y="45180"/>
                </a:lnTo>
                <a:close/>
                <a:moveTo>
                  <a:pt x="2721866" y="45180"/>
                </a:moveTo>
                <a:lnTo>
                  <a:pt x="2721866" y="74358"/>
                </a:lnTo>
                <a:lnTo>
                  <a:pt x="2718760" y="74358"/>
                </a:lnTo>
                <a:cubicBezTo>
                  <a:pt x="2716376" y="65206"/>
                  <a:pt x="2713317" y="58982"/>
                  <a:pt x="2709583" y="55683"/>
                </a:cubicBezTo>
                <a:cubicBezTo>
                  <a:pt x="2705850" y="52383"/>
                  <a:pt x="2701096" y="50733"/>
                  <a:pt x="2695323" y="50733"/>
                </a:cubicBezTo>
                <a:cubicBezTo>
                  <a:pt x="2690931" y="50733"/>
                  <a:pt x="2687386" y="51893"/>
                  <a:pt x="2684687" y="54213"/>
                </a:cubicBezTo>
                <a:cubicBezTo>
                  <a:pt x="2681989" y="56530"/>
                  <a:pt x="2680640" y="59100"/>
                  <a:pt x="2680640" y="61922"/>
                </a:cubicBezTo>
                <a:cubicBezTo>
                  <a:pt x="2680640" y="65432"/>
                  <a:pt x="2681644" y="68440"/>
                  <a:pt x="2683652" y="70946"/>
                </a:cubicBezTo>
                <a:cubicBezTo>
                  <a:pt x="2685597" y="73517"/>
                  <a:pt x="2689550" y="76244"/>
                  <a:pt x="2695512" y="79126"/>
                </a:cubicBezTo>
                <a:lnTo>
                  <a:pt x="2709254" y="85803"/>
                </a:lnTo>
                <a:cubicBezTo>
                  <a:pt x="2721992" y="92007"/>
                  <a:pt x="2728361" y="100187"/>
                  <a:pt x="2728361" y="110343"/>
                </a:cubicBezTo>
                <a:cubicBezTo>
                  <a:pt x="2728361" y="118177"/>
                  <a:pt x="2725396" y="124492"/>
                  <a:pt x="2719466" y="129288"/>
                </a:cubicBezTo>
                <a:cubicBezTo>
                  <a:pt x="2713536" y="134083"/>
                  <a:pt x="2706901" y="136480"/>
                  <a:pt x="2699559" y="136480"/>
                </a:cubicBezTo>
                <a:cubicBezTo>
                  <a:pt x="2694288" y="136480"/>
                  <a:pt x="2688264" y="135539"/>
                  <a:pt x="2681487" y="133656"/>
                </a:cubicBezTo>
                <a:cubicBezTo>
                  <a:pt x="2679416" y="133029"/>
                  <a:pt x="2677722" y="132715"/>
                  <a:pt x="2676404" y="132715"/>
                </a:cubicBezTo>
                <a:cubicBezTo>
                  <a:pt x="2674961" y="132715"/>
                  <a:pt x="2673832" y="133531"/>
                  <a:pt x="2673016" y="135162"/>
                </a:cubicBezTo>
                <a:lnTo>
                  <a:pt x="2669910" y="135162"/>
                </a:lnTo>
                <a:lnTo>
                  <a:pt x="2669910" y="104290"/>
                </a:lnTo>
                <a:lnTo>
                  <a:pt x="2673016" y="104290"/>
                </a:lnTo>
                <a:cubicBezTo>
                  <a:pt x="2674773" y="113106"/>
                  <a:pt x="2678130" y="119750"/>
                  <a:pt x="2683087" y="124220"/>
                </a:cubicBezTo>
                <a:cubicBezTo>
                  <a:pt x="2688044" y="128691"/>
                  <a:pt x="2693598" y="130927"/>
                  <a:pt x="2699747" y="130927"/>
                </a:cubicBezTo>
                <a:cubicBezTo>
                  <a:pt x="2704077" y="130927"/>
                  <a:pt x="2707607" y="129658"/>
                  <a:pt x="2710336" y="127121"/>
                </a:cubicBezTo>
                <a:cubicBezTo>
                  <a:pt x="2713066" y="124581"/>
                  <a:pt x="2714431" y="121525"/>
                  <a:pt x="2714431" y="117952"/>
                </a:cubicBezTo>
                <a:cubicBezTo>
                  <a:pt x="2714431" y="113627"/>
                  <a:pt x="2712909" y="109991"/>
                  <a:pt x="2709866" y="107046"/>
                </a:cubicBezTo>
                <a:cubicBezTo>
                  <a:pt x="2706822" y="104100"/>
                  <a:pt x="2700751" y="100372"/>
                  <a:pt x="2691653" y="95860"/>
                </a:cubicBezTo>
                <a:cubicBezTo>
                  <a:pt x="2682554" y="91346"/>
                  <a:pt x="2676593" y="87271"/>
                  <a:pt x="2673769" y="83635"/>
                </a:cubicBezTo>
                <a:cubicBezTo>
                  <a:pt x="2670945" y="80062"/>
                  <a:pt x="2669533" y="75549"/>
                  <a:pt x="2669533" y="70096"/>
                </a:cubicBezTo>
                <a:cubicBezTo>
                  <a:pt x="2669533" y="63013"/>
                  <a:pt x="2671965" y="57090"/>
                  <a:pt x="2676828" y="52327"/>
                </a:cubicBezTo>
                <a:cubicBezTo>
                  <a:pt x="2681691" y="47562"/>
                  <a:pt x="2687982" y="45180"/>
                  <a:pt x="2695700" y="45180"/>
                </a:cubicBezTo>
                <a:cubicBezTo>
                  <a:pt x="2699088" y="45180"/>
                  <a:pt x="2703198" y="45901"/>
                  <a:pt x="2708030" y="47344"/>
                </a:cubicBezTo>
                <a:cubicBezTo>
                  <a:pt x="2711230" y="48286"/>
                  <a:pt x="2713364" y="48756"/>
                  <a:pt x="2714431" y="48756"/>
                </a:cubicBezTo>
                <a:cubicBezTo>
                  <a:pt x="2715435" y="48756"/>
                  <a:pt x="2716219" y="48537"/>
                  <a:pt x="2716784" y="48097"/>
                </a:cubicBezTo>
                <a:cubicBezTo>
                  <a:pt x="2717348" y="47658"/>
                  <a:pt x="2718007" y="46686"/>
                  <a:pt x="2718760" y="45180"/>
                </a:cubicBezTo>
                <a:lnTo>
                  <a:pt x="2721866" y="45180"/>
                </a:lnTo>
                <a:close/>
                <a:moveTo>
                  <a:pt x="2763061" y="0"/>
                </a:moveTo>
                <a:cubicBezTo>
                  <a:pt x="2765697" y="0"/>
                  <a:pt x="2767940" y="930"/>
                  <a:pt x="2769791" y="2791"/>
                </a:cubicBezTo>
                <a:cubicBezTo>
                  <a:pt x="2771642" y="4650"/>
                  <a:pt x="2772568" y="6904"/>
                  <a:pt x="2772568" y="9554"/>
                </a:cubicBezTo>
                <a:cubicBezTo>
                  <a:pt x="2772568" y="12203"/>
                  <a:pt x="2771642" y="14474"/>
                  <a:pt x="2769791" y="16366"/>
                </a:cubicBezTo>
                <a:cubicBezTo>
                  <a:pt x="2767940" y="18256"/>
                  <a:pt x="2765697" y="19201"/>
                  <a:pt x="2763061" y="19201"/>
                </a:cubicBezTo>
                <a:cubicBezTo>
                  <a:pt x="2760426" y="19201"/>
                  <a:pt x="2758167" y="18256"/>
                  <a:pt x="2756285" y="16366"/>
                </a:cubicBezTo>
                <a:cubicBezTo>
                  <a:pt x="2754402" y="14474"/>
                  <a:pt x="2753461" y="12203"/>
                  <a:pt x="2753461" y="9554"/>
                </a:cubicBezTo>
                <a:cubicBezTo>
                  <a:pt x="2753461" y="6904"/>
                  <a:pt x="2754386" y="4650"/>
                  <a:pt x="2756237" y="2791"/>
                </a:cubicBezTo>
                <a:cubicBezTo>
                  <a:pt x="2758089" y="930"/>
                  <a:pt x="2760363" y="0"/>
                  <a:pt x="2763061" y="0"/>
                </a:cubicBezTo>
                <a:moveTo>
                  <a:pt x="2770874" y="45180"/>
                </a:moveTo>
                <a:lnTo>
                  <a:pt x="2770874" y="114302"/>
                </a:lnTo>
                <a:cubicBezTo>
                  <a:pt x="2770874" y="119687"/>
                  <a:pt x="2771266" y="123271"/>
                  <a:pt x="2772050" y="125056"/>
                </a:cubicBezTo>
                <a:cubicBezTo>
                  <a:pt x="2772835" y="126840"/>
                  <a:pt x="2773996" y="128171"/>
                  <a:pt x="2775533" y="129047"/>
                </a:cubicBezTo>
                <a:cubicBezTo>
                  <a:pt x="2777070" y="129924"/>
                  <a:pt x="2779878" y="130362"/>
                  <a:pt x="2783957" y="130362"/>
                </a:cubicBezTo>
                <a:lnTo>
                  <a:pt x="2783957" y="133845"/>
                </a:lnTo>
                <a:lnTo>
                  <a:pt x="2742072" y="133845"/>
                </a:lnTo>
                <a:lnTo>
                  <a:pt x="2742072" y="130362"/>
                </a:lnTo>
                <a:cubicBezTo>
                  <a:pt x="2746276" y="130362"/>
                  <a:pt x="2749100" y="129955"/>
                  <a:pt x="2750543" y="129141"/>
                </a:cubicBezTo>
                <a:cubicBezTo>
                  <a:pt x="2751986" y="128328"/>
                  <a:pt x="2753131" y="126981"/>
                  <a:pt x="2753978" y="125103"/>
                </a:cubicBezTo>
                <a:cubicBezTo>
                  <a:pt x="2754826" y="123224"/>
                  <a:pt x="2755249" y="119624"/>
                  <a:pt x="2755249" y="114302"/>
                </a:cubicBezTo>
                <a:lnTo>
                  <a:pt x="2755249" y="81150"/>
                </a:lnTo>
                <a:cubicBezTo>
                  <a:pt x="2755249" y="71820"/>
                  <a:pt x="2754967" y="65778"/>
                  <a:pt x="2754402" y="63025"/>
                </a:cubicBezTo>
                <a:cubicBezTo>
                  <a:pt x="2753963" y="61021"/>
                  <a:pt x="2753273" y="59628"/>
                  <a:pt x="2752331" y="58845"/>
                </a:cubicBezTo>
                <a:cubicBezTo>
                  <a:pt x="2751390" y="58063"/>
                  <a:pt x="2750104" y="57672"/>
                  <a:pt x="2748472" y="57672"/>
                </a:cubicBezTo>
                <a:cubicBezTo>
                  <a:pt x="2746715" y="57672"/>
                  <a:pt x="2744582" y="58141"/>
                  <a:pt x="2742072" y="59081"/>
                </a:cubicBezTo>
                <a:lnTo>
                  <a:pt x="2740754" y="55698"/>
                </a:lnTo>
                <a:lnTo>
                  <a:pt x="2766732" y="45180"/>
                </a:lnTo>
                <a:lnTo>
                  <a:pt x="2770874" y="45180"/>
                </a:lnTo>
                <a:close/>
                <a:moveTo>
                  <a:pt x="2850442" y="45180"/>
                </a:moveTo>
                <a:lnTo>
                  <a:pt x="2850442" y="74358"/>
                </a:lnTo>
                <a:lnTo>
                  <a:pt x="2847336" y="74358"/>
                </a:lnTo>
                <a:cubicBezTo>
                  <a:pt x="2844951" y="65206"/>
                  <a:pt x="2841892" y="58982"/>
                  <a:pt x="2838158" y="55683"/>
                </a:cubicBezTo>
                <a:cubicBezTo>
                  <a:pt x="2834425" y="52383"/>
                  <a:pt x="2829672" y="50733"/>
                  <a:pt x="2823899" y="50733"/>
                </a:cubicBezTo>
                <a:cubicBezTo>
                  <a:pt x="2819506" y="50733"/>
                  <a:pt x="2815961" y="51893"/>
                  <a:pt x="2813263" y="54213"/>
                </a:cubicBezTo>
                <a:cubicBezTo>
                  <a:pt x="2810564" y="56530"/>
                  <a:pt x="2809215" y="59100"/>
                  <a:pt x="2809215" y="61922"/>
                </a:cubicBezTo>
                <a:cubicBezTo>
                  <a:pt x="2809215" y="65432"/>
                  <a:pt x="2810219" y="68440"/>
                  <a:pt x="2812227" y="70946"/>
                </a:cubicBezTo>
                <a:cubicBezTo>
                  <a:pt x="2814172" y="73517"/>
                  <a:pt x="2818126" y="76244"/>
                  <a:pt x="2824087" y="79126"/>
                </a:cubicBezTo>
                <a:lnTo>
                  <a:pt x="2837829" y="85803"/>
                </a:lnTo>
                <a:cubicBezTo>
                  <a:pt x="2850567" y="92007"/>
                  <a:pt x="2856936" y="100187"/>
                  <a:pt x="2856936" y="110343"/>
                </a:cubicBezTo>
                <a:cubicBezTo>
                  <a:pt x="2856936" y="118177"/>
                  <a:pt x="2853971" y="124492"/>
                  <a:pt x="2848041" y="129288"/>
                </a:cubicBezTo>
                <a:cubicBezTo>
                  <a:pt x="2842112" y="134083"/>
                  <a:pt x="2835476" y="136480"/>
                  <a:pt x="2828134" y="136480"/>
                </a:cubicBezTo>
                <a:cubicBezTo>
                  <a:pt x="2822863" y="136480"/>
                  <a:pt x="2816839" y="135539"/>
                  <a:pt x="2810062" y="133656"/>
                </a:cubicBezTo>
                <a:cubicBezTo>
                  <a:pt x="2807992" y="133029"/>
                  <a:pt x="2806297" y="132715"/>
                  <a:pt x="2804980" y="132715"/>
                </a:cubicBezTo>
                <a:cubicBezTo>
                  <a:pt x="2803536" y="132715"/>
                  <a:pt x="2802407" y="133531"/>
                  <a:pt x="2801591" y="135162"/>
                </a:cubicBezTo>
                <a:lnTo>
                  <a:pt x="2798485" y="135162"/>
                </a:lnTo>
                <a:lnTo>
                  <a:pt x="2798485" y="104290"/>
                </a:lnTo>
                <a:lnTo>
                  <a:pt x="2801591" y="104290"/>
                </a:lnTo>
                <a:cubicBezTo>
                  <a:pt x="2803348" y="113106"/>
                  <a:pt x="2806705" y="119750"/>
                  <a:pt x="2811662" y="124220"/>
                </a:cubicBezTo>
                <a:cubicBezTo>
                  <a:pt x="2816620" y="128691"/>
                  <a:pt x="2822173" y="130927"/>
                  <a:pt x="2828322" y="130927"/>
                </a:cubicBezTo>
                <a:cubicBezTo>
                  <a:pt x="2832652" y="130927"/>
                  <a:pt x="2836182" y="129658"/>
                  <a:pt x="2838911" y="127121"/>
                </a:cubicBezTo>
                <a:cubicBezTo>
                  <a:pt x="2841641" y="124581"/>
                  <a:pt x="2843006" y="121525"/>
                  <a:pt x="2843006" y="117952"/>
                </a:cubicBezTo>
                <a:cubicBezTo>
                  <a:pt x="2843006" y="113627"/>
                  <a:pt x="2841484" y="109991"/>
                  <a:pt x="2838441" y="107046"/>
                </a:cubicBezTo>
                <a:cubicBezTo>
                  <a:pt x="2835397" y="104100"/>
                  <a:pt x="2829326" y="100372"/>
                  <a:pt x="2820228" y="95860"/>
                </a:cubicBezTo>
                <a:cubicBezTo>
                  <a:pt x="2811129" y="91346"/>
                  <a:pt x="2805168" y="87271"/>
                  <a:pt x="2802344" y="83635"/>
                </a:cubicBezTo>
                <a:cubicBezTo>
                  <a:pt x="2799520" y="80062"/>
                  <a:pt x="2798109" y="75549"/>
                  <a:pt x="2798109" y="70096"/>
                </a:cubicBezTo>
                <a:cubicBezTo>
                  <a:pt x="2798109" y="63013"/>
                  <a:pt x="2800540" y="57090"/>
                  <a:pt x="2805403" y="52327"/>
                </a:cubicBezTo>
                <a:cubicBezTo>
                  <a:pt x="2810266" y="47562"/>
                  <a:pt x="2816557" y="45180"/>
                  <a:pt x="2824275" y="45180"/>
                </a:cubicBezTo>
                <a:cubicBezTo>
                  <a:pt x="2827664" y="45180"/>
                  <a:pt x="2831774" y="45901"/>
                  <a:pt x="2836605" y="47344"/>
                </a:cubicBezTo>
                <a:cubicBezTo>
                  <a:pt x="2839806" y="48286"/>
                  <a:pt x="2841939" y="48756"/>
                  <a:pt x="2843006" y="48756"/>
                </a:cubicBezTo>
                <a:cubicBezTo>
                  <a:pt x="2844010" y="48756"/>
                  <a:pt x="2844794" y="48537"/>
                  <a:pt x="2845359" y="48097"/>
                </a:cubicBezTo>
                <a:cubicBezTo>
                  <a:pt x="2845924" y="47658"/>
                  <a:pt x="2846583" y="46686"/>
                  <a:pt x="2847336" y="45180"/>
                </a:cubicBezTo>
                <a:lnTo>
                  <a:pt x="2850442" y="45180"/>
                </a:lnTo>
                <a:close/>
                <a:moveTo>
                  <a:pt x="2894743" y="19201"/>
                </a:moveTo>
                <a:lnTo>
                  <a:pt x="2894743" y="47627"/>
                </a:lnTo>
                <a:lnTo>
                  <a:pt x="2914885" y="47627"/>
                </a:lnTo>
                <a:lnTo>
                  <a:pt x="2914885" y="54216"/>
                </a:lnTo>
                <a:lnTo>
                  <a:pt x="2894743" y="54216"/>
                </a:lnTo>
                <a:lnTo>
                  <a:pt x="2894743" y="110049"/>
                </a:lnTo>
                <a:cubicBezTo>
                  <a:pt x="2894743" y="115628"/>
                  <a:pt x="2895543" y="119389"/>
                  <a:pt x="2897143" y="121332"/>
                </a:cubicBezTo>
                <a:cubicBezTo>
                  <a:pt x="2898743" y="123273"/>
                  <a:pt x="2900798" y="124244"/>
                  <a:pt x="2903308" y="124244"/>
                </a:cubicBezTo>
                <a:cubicBezTo>
                  <a:pt x="2905379" y="124244"/>
                  <a:pt x="2907387" y="123601"/>
                  <a:pt x="2909332" y="122314"/>
                </a:cubicBezTo>
                <a:cubicBezTo>
                  <a:pt x="2911277" y="121028"/>
                  <a:pt x="2912783" y="119130"/>
                  <a:pt x="2913850" y="116620"/>
                </a:cubicBezTo>
                <a:lnTo>
                  <a:pt x="2917521" y="116620"/>
                </a:lnTo>
                <a:cubicBezTo>
                  <a:pt x="2915325" y="122787"/>
                  <a:pt x="2912219" y="127451"/>
                  <a:pt x="2908203" y="130612"/>
                </a:cubicBezTo>
                <a:cubicBezTo>
                  <a:pt x="2904187" y="133771"/>
                  <a:pt x="2900045" y="135351"/>
                  <a:pt x="2895778" y="135351"/>
                </a:cubicBezTo>
                <a:cubicBezTo>
                  <a:pt x="2892892" y="135351"/>
                  <a:pt x="2890068" y="134550"/>
                  <a:pt x="2887307" y="132947"/>
                </a:cubicBezTo>
                <a:cubicBezTo>
                  <a:pt x="2884546" y="131345"/>
                  <a:pt x="2882507" y="129053"/>
                  <a:pt x="2881189" y="126071"/>
                </a:cubicBezTo>
                <a:cubicBezTo>
                  <a:pt x="2879871" y="123086"/>
                  <a:pt x="2879212" y="118484"/>
                  <a:pt x="2879212" y="112264"/>
                </a:cubicBezTo>
                <a:lnTo>
                  <a:pt x="2879212" y="54216"/>
                </a:lnTo>
                <a:lnTo>
                  <a:pt x="2865564" y="54216"/>
                </a:lnTo>
                <a:lnTo>
                  <a:pt x="2865564" y="51109"/>
                </a:lnTo>
                <a:cubicBezTo>
                  <a:pt x="2869016" y="49725"/>
                  <a:pt x="2872545" y="47381"/>
                  <a:pt x="2876153" y="44077"/>
                </a:cubicBezTo>
                <a:cubicBezTo>
                  <a:pt x="2879761" y="40772"/>
                  <a:pt x="2882977" y="36855"/>
                  <a:pt x="2885801" y="32323"/>
                </a:cubicBezTo>
                <a:cubicBezTo>
                  <a:pt x="2887244" y="29932"/>
                  <a:pt x="2889252" y="25559"/>
                  <a:pt x="2891825" y="19201"/>
                </a:cubicBezTo>
                <a:lnTo>
                  <a:pt x="2894743" y="19201"/>
                </a:lnTo>
                <a:close/>
                <a:moveTo>
                  <a:pt x="2972146" y="121420"/>
                </a:moveTo>
                <a:cubicBezTo>
                  <a:pt x="2963298" y="128260"/>
                  <a:pt x="2957745" y="132213"/>
                  <a:pt x="2955486" y="133280"/>
                </a:cubicBezTo>
                <a:cubicBezTo>
                  <a:pt x="2952097" y="134911"/>
                  <a:pt x="2948489" y="135727"/>
                  <a:pt x="2944661" y="135727"/>
                </a:cubicBezTo>
                <a:cubicBezTo>
                  <a:pt x="2938700" y="135727"/>
                  <a:pt x="2933790" y="133688"/>
                  <a:pt x="2929931" y="129609"/>
                </a:cubicBezTo>
                <a:cubicBezTo>
                  <a:pt x="2926072" y="125530"/>
                  <a:pt x="2924142" y="120165"/>
                  <a:pt x="2924142" y="113514"/>
                </a:cubicBezTo>
                <a:cubicBezTo>
                  <a:pt x="2924142" y="109310"/>
                  <a:pt x="2925084" y="105670"/>
                  <a:pt x="2926966" y="102595"/>
                </a:cubicBezTo>
                <a:cubicBezTo>
                  <a:pt x="2929539" y="98328"/>
                  <a:pt x="2934010" y="94312"/>
                  <a:pt x="2940379" y="90547"/>
                </a:cubicBezTo>
                <a:cubicBezTo>
                  <a:pt x="2946748" y="86783"/>
                  <a:pt x="2957337" y="82202"/>
                  <a:pt x="2972146" y="76805"/>
                </a:cubicBezTo>
                <a:lnTo>
                  <a:pt x="2972146" y="73417"/>
                </a:lnTo>
                <a:cubicBezTo>
                  <a:pt x="2972146" y="64820"/>
                  <a:pt x="2970781" y="58922"/>
                  <a:pt x="2968051" y="55722"/>
                </a:cubicBezTo>
                <a:cubicBezTo>
                  <a:pt x="2965322" y="52521"/>
                  <a:pt x="2961353" y="50921"/>
                  <a:pt x="2956145" y="50921"/>
                </a:cubicBezTo>
                <a:cubicBezTo>
                  <a:pt x="2952191" y="50921"/>
                  <a:pt x="2949054" y="51984"/>
                  <a:pt x="2946732" y="54110"/>
                </a:cubicBezTo>
                <a:cubicBezTo>
                  <a:pt x="2944348" y="56235"/>
                  <a:pt x="2943156" y="58674"/>
                  <a:pt x="2943156" y="61425"/>
                </a:cubicBezTo>
                <a:lnTo>
                  <a:pt x="2943344" y="66863"/>
                </a:lnTo>
                <a:cubicBezTo>
                  <a:pt x="2943344" y="69738"/>
                  <a:pt x="2942606" y="71957"/>
                  <a:pt x="2941132" y="73520"/>
                </a:cubicBezTo>
                <a:cubicBezTo>
                  <a:pt x="2939657" y="75083"/>
                  <a:pt x="2937728" y="75864"/>
                  <a:pt x="2935343" y="75864"/>
                </a:cubicBezTo>
                <a:cubicBezTo>
                  <a:pt x="2933021" y="75864"/>
                  <a:pt x="2931123" y="75051"/>
                  <a:pt x="2929649" y="73426"/>
                </a:cubicBezTo>
                <a:cubicBezTo>
                  <a:pt x="2928174" y="71798"/>
                  <a:pt x="2927437" y="69576"/>
                  <a:pt x="2927437" y="66761"/>
                </a:cubicBezTo>
                <a:cubicBezTo>
                  <a:pt x="2927437" y="61382"/>
                  <a:pt x="2930198" y="56440"/>
                  <a:pt x="2935720" y="51936"/>
                </a:cubicBezTo>
                <a:cubicBezTo>
                  <a:pt x="2941242" y="47432"/>
                  <a:pt x="2948991" y="45180"/>
                  <a:pt x="2958968" y="45180"/>
                </a:cubicBezTo>
                <a:cubicBezTo>
                  <a:pt x="2966624" y="45180"/>
                  <a:pt x="2972899" y="46464"/>
                  <a:pt x="2977793" y="49033"/>
                </a:cubicBezTo>
                <a:cubicBezTo>
                  <a:pt x="2981495" y="50976"/>
                  <a:pt x="2984225" y="54017"/>
                  <a:pt x="2985982" y="58154"/>
                </a:cubicBezTo>
                <a:cubicBezTo>
                  <a:pt x="2987112" y="60848"/>
                  <a:pt x="2987676" y="66363"/>
                  <a:pt x="2987676" y="74699"/>
                </a:cubicBezTo>
                <a:lnTo>
                  <a:pt x="2987676" y="103937"/>
                </a:lnTo>
                <a:cubicBezTo>
                  <a:pt x="2987676" y="112147"/>
                  <a:pt x="2987833" y="117177"/>
                  <a:pt x="2988147" y="119026"/>
                </a:cubicBezTo>
                <a:cubicBezTo>
                  <a:pt x="2988461" y="120875"/>
                  <a:pt x="2988978" y="122113"/>
                  <a:pt x="2989700" y="122741"/>
                </a:cubicBezTo>
                <a:cubicBezTo>
                  <a:pt x="2990422" y="123366"/>
                  <a:pt x="2991253" y="123679"/>
                  <a:pt x="2992194" y="123679"/>
                </a:cubicBezTo>
                <a:cubicBezTo>
                  <a:pt x="2993198" y="123679"/>
                  <a:pt x="2994077" y="123460"/>
                  <a:pt x="2994830" y="123020"/>
                </a:cubicBezTo>
                <a:cubicBezTo>
                  <a:pt x="2996147" y="122205"/>
                  <a:pt x="2998689" y="119914"/>
                  <a:pt x="3002454" y="116149"/>
                </a:cubicBezTo>
                <a:lnTo>
                  <a:pt x="3002454" y="121420"/>
                </a:lnTo>
                <a:cubicBezTo>
                  <a:pt x="2995426" y="130833"/>
                  <a:pt x="2988712" y="135539"/>
                  <a:pt x="2982311" y="135539"/>
                </a:cubicBezTo>
                <a:cubicBezTo>
                  <a:pt x="2979236" y="135539"/>
                  <a:pt x="2976789" y="134472"/>
                  <a:pt x="2974969" y="132339"/>
                </a:cubicBezTo>
                <a:cubicBezTo>
                  <a:pt x="2973150" y="130205"/>
                  <a:pt x="2972209" y="126566"/>
                  <a:pt x="2972146" y="121420"/>
                </a:cubicBezTo>
                <a:moveTo>
                  <a:pt x="2972146" y="115249"/>
                </a:moveTo>
                <a:lnTo>
                  <a:pt x="2972146" y="82547"/>
                </a:lnTo>
                <a:cubicBezTo>
                  <a:pt x="2962671" y="86294"/>
                  <a:pt x="2956553" y="88949"/>
                  <a:pt x="2953792" y="90512"/>
                </a:cubicBezTo>
                <a:cubicBezTo>
                  <a:pt x="2948834" y="93261"/>
                  <a:pt x="2945289" y="96135"/>
                  <a:pt x="2943156" y="99133"/>
                </a:cubicBezTo>
                <a:cubicBezTo>
                  <a:pt x="2941022" y="102132"/>
                  <a:pt x="2939955" y="105411"/>
                  <a:pt x="2939955" y="108972"/>
                </a:cubicBezTo>
                <a:cubicBezTo>
                  <a:pt x="2939955" y="113471"/>
                  <a:pt x="2941304" y="117203"/>
                  <a:pt x="2944003" y="120170"/>
                </a:cubicBezTo>
                <a:cubicBezTo>
                  <a:pt x="2946701" y="123137"/>
                  <a:pt x="2949807" y="124620"/>
                  <a:pt x="2953321" y="124620"/>
                </a:cubicBezTo>
                <a:cubicBezTo>
                  <a:pt x="2958090" y="124620"/>
                  <a:pt x="2964365" y="121497"/>
                  <a:pt x="2972146" y="115249"/>
                </a:cubicBezTo>
                <a:close/>
                <a:moveTo>
                  <a:pt x="3034015" y="63440"/>
                </a:moveTo>
                <a:cubicBezTo>
                  <a:pt x="3044117" y="51266"/>
                  <a:pt x="3053749" y="45180"/>
                  <a:pt x="3062911" y="45180"/>
                </a:cubicBezTo>
                <a:cubicBezTo>
                  <a:pt x="3067617" y="45180"/>
                  <a:pt x="3071664" y="46354"/>
                  <a:pt x="3075053" y="48703"/>
                </a:cubicBezTo>
                <a:cubicBezTo>
                  <a:pt x="3078441" y="51051"/>
                  <a:pt x="3081139" y="54917"/>
                  <a:pt x="3083147" y="60301"/>
                </a:cubicBezTo>
                <a:cubicBezTo>
                  <a:pt x="3084528" y="64056"/>
                  <a:pt x="3085218" y="69817"/>
                  <a:pt x="3085218" y="77582"/>
                </a:cubicBezTo>
                <a:lnTo>
                  <a:pt x="3085218" y="114302"/>
                </a:lnTo>
                <a:cubicBezTo>
                  <a:pt x="3085218" y="119750"/>
                  <a:pt x="3085657" y="123444"/>
                  <a:pt x="3086536" y="125385"/>
                </a:cubicBezTo>
                <a:cubicBezTo>
                  <a:pt x="3087226" y="126950"/>
                  <a:pt x="3088340" y="128171"/>
                  <a:pt x="3089877" y="129047"/>
                </a:cubicBezTo>
                <a:cubicBezTo>
                  <a:pt x="3091415" y="129924"/>
                  <a:pt x="3094254" y="130362"/>
                  <a:pt x="3098396" y="130362"/>
                </a:cubicBezTo>
                <a:lnTo>
                  <a:pt x="3098396" y="133845"/>
                </a:lnTo>
                <a:lnTo>
                  <a:pt x="3055757" y="133845"/>
                </a:lnTo>
                <a:lnTo>
                  <a:pt x="3055757" y="130362"/>
                </a:lnTo>
                <a:lnTo>
                  <a:pt x="3057546" y="130362"/>
                </a:lnTo>
                <a:cubicBezTo>
                  <a:pt x="3061562" y="130362"/>
                  <a:pt x="3064370" y="129753"/>
                  <a:pt x="3065970" y="128535"/>
                </a:cubicBezTo>
                <a:cubicBezTo>
                  <a:pt x="3067570" y="127318"/>
                  <a:pt x="3068684" y="125523"/>
                  <a:pt x="3069311" y="123153"/>
                </a:cubicBezTo>
                <a:cubicBezTo>
                  <a:pt x="3069562" y="122215"/>
                  <a:pt x="3069688" y="119281"/>
                  <a:pt x="3069688" y="114349"/>
                </a:cubicBezTo>
                <a:lnTo>
                  <a:pt x="3069688" y="79232"/>
                </a:lnTo>
                <a:cubicBezTo>
                  <a:pt x="3069688" y="71429"/>
                  <a:pt x="3068668" y="65764"/>
                  <a:pt x="3066629" y="62237"/>
                </a:cubicBezTo>
                <a:cubicBezTo>
                  <a:pt x="3064589" y="58709"/>
                  <a:pt x="3061154" y="56945"/>
                  <a:pt x="3056322" y="56945"/>
                </a:cubicBezTo>
                <a:cubicBezTo>
                  <a:pt x="3048855" y="56945"/>
                  <a:pt x="3041419" y="61003"/>
                  <a:pt x="3034015" y="69120"/>
                </a:cubicBezTo>
                <a:lnTo>
                  <a:pt x="3034015" y="114349"/>
                </a:lnTo>
                <a:cubicBezTo>
                  <a:pt x="3034015" y="120155"/>
                  <a:pt x="3034360" y="123745"/>
                  <a:pt x="3035050" y="125118"/>
                </a:cubicBezTo>
                <a:cubicBezTo>
                  <a:pt x="3035928" y="126927"/>
                  <a:pt x="3037136" y="128254"/>
                  <a:pt x="3038674" y="129097"/>
                </a:cubicBezTo>
                <a:cubicBezTo>
                  <a:pt x="3040211" y="129940"/>
                  <a:pt x="3043333" y="130362"/>
                  <a:pt x="3048039" y="130362"/>
                </a:cubicBezTo>
                <a:lnTo>
                  <a:pt x="3048039" y="133845"/>
                </a:lnTo>
                <a:lnTo>
                  <a:pt x="3005401" y="133845"/>
                </a:lnTo>
                <a:lnTo>
                  <a:pt x="3005401" y="130362"/>
                </a:lnTo>
                <a:lnTo>
                  <a:pt x="3007283" y="130362"/>
                </a:lnTo>
                <a:cubicBezTo>
                  <a:pt x="3011676" y="130362"/>
                  <a:pt x="3014641" y="129251"/>
                  <a:pt x="3016178" y="127029"/>
                </a:cubicBezTo>
                <a:cubicBezTo>
                  <a:pt x="3017715" y="124806"/>
                  <a:pt x="3018484" y="120563"/>
                  <a:pt x="3018484" y="114302"/>
                </a:cubicBezTo>
                <a:lnTo>
                  <a:pt x="3018484" y="82370"/>
                </a:lnTo>
                <a:cubicBezTo>
                  <a:pt x="3018484" y="72040"/>
                  <a:pt x="3018249" y="65749"/>
                  <a:pt x="3017778" y="63496"/>
                </a:cubicBezTo>
                <a:cubicBezTo>
                  <a:pt x="3017308" y="61241"/>
                  <a:pt x="3016586" y="59706"/>
                  <a:pt x="3015613" y="58892"/>
                </a:cubicBezTo>
                <a:cubicBezTo>
                  <a:pt x="3014641" y="58079"/>
                  <a:pt x="3013339" y="57672"/>
                  <a:pt x="3011707" y="57672"/>
                </a:cubicBezTo>
                <a:cubicBezTo>
                  <a:pt x="3009950" y="57672"/>
                  <a:pt x="3007848" y="58141"/>
                  <a:pt x="3005401" y="59081"/>
                </a:cubicBezTo>
                <a:lnTo>
                  <a:pt x="3003989" y="55698"/>
                </a:lnTo>
                <a:lnTo>
                  <a:pt x="3029967" y="45180"/>
                </a:lnTo>
                <a:lnTo>
                  <a:pt x="3034015" y="45180"/>
                </a:lnTo>
                <a:lnTo>
                  <a:pt x="3034015" y="63440"/>
                </a:lnTo>
                <a:close/>
                <a:moveTo>
                  <a:pt x="3130304" y="19201"/>
                </a:moveTo>
                <a:lnTo>
                  <a:pt x="3130304" y="47627"/>
                </a:lnTo>
                <a:lnTo>
                  <a:pt x="3150446" y="47627"/>
                </a:lnTo>
                <a:lnTo>
                  <a:pt x="3150446" y="54216"/>
                </a:lnTo>
                <a:lnTo>
                  <a:pt x="3130304" y="54216"/>
                </a:lnTo>
                <a:lnTo>
                  <a:pt x="3130304" y="110049"/>
                </a:lnTo>
                <a:cubicBezTo>
                  <a:pt x="3130304" y="115628"/>
                  <a:pt x="3131104" y="119389"/>
                  <a:pt x="3132704" y="121332"/>
                </a:cubicBezTo>
                <a:cubicBezTo>
                  <a:pt x="3134304" y="123273"/>
                  <a:pt x="3136359" y="124244"/>
                  <a:pt x="3138869" y="124244"/>
                </a:cubicBezTo>
                <a:cubicBezTo>
                  <a:pt x="3140940" y="124244"/>
                  <a:pt x="3142948" y="123601"/>
                  <a:pt x="3144893" y="122314"/>
                </a:cubicBezTo>
                <a:cubicBezTo>
                  <a:pt x="3146838" y="121028"/>
                  <a:pt x="3148344" y="119130"/>
                  <a:pt x="3149411" y="116620"/>
                </a:cubicBezTo>
                <a:lnTo>
                  <a:pt x="3153082" y="116620"/>
                </a:lnTo>
                <a:cubicBezTo>
                  <a:pt x="3150885" y="122787"/>
                  <a:pt x="3147779" y="127451"/>
                  <a:pt x="3143763" y="130612"/>
                </a:cubicBezTo>
                <a:cubicBezTo>
                  <a:pt x="3139747" y="133771"/>
                  <a:pt x="3135606" y="135351"/>
                  <a:pt x="3131339" y="135351"/>
                </a:cubicBezTo>
                <a:cubicBezTo>
                  <a:pt x="3128453" y="135351"/>
                  <a:pt x="3125629" y="134550"/>
                  <a:pt x="3122868" y="132947"/>
                </a:cubicBezTo>
                <a:cubicBezTo>
                  <a:pt x="3120107" y="131345"/>
                  <a:pt x="3118068" y="129053"/>
                  <a:pt x="3116750" y="126071"/>
                </a:cubicBezTo>
                <a:cubicBezTo>
                  <a:pt x="3115432" y="123086"/>
                  <a:pt x="3114773" y="118484"/>
                  <a:pt x="3114773" y="112264"/>
                </a:cubicBezTo>
                <a:lnTo>
                  <a:pt x="3114773" y="54216"/>
                </a:lnTo>
                <a:lnTo>
                  <a:pt x="3101125" y="54216"/>
                </a:lnTo>
                <a:lnTo>
                  <a:pt x="3101125" y="51109"/>
                </a:lnTo>
                <a:cubicBezTo>
                  <a:pt x="3104576" y="49725"/>
                  <a:pt x="3108106" y="47381"/>
                  <a:pt x="3111714" y="44077"/>
                </a:cubicBezTo>
                <a:cubicBezTo>
                  <a:pt x="3115322" y="40772"/>
                  <a:pt x="3118538" y="36855"/>
                  <a:pt x="3121362" y="32323"/>
                </a:cubicBezTo>
                <a:cubicBezTo>
                  <a:pt x="3122805" y="29932"/>
                  <a:pt x="3124813" y="25559"/>
                  <a:pt x="3127386" y="19201"/>
                </a:cubicBezTo>
                <a:lnTo>
                  <a:pt x="3130304" y="19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thatsupports,ratherthanreplaces,">
            <a:extLst xmlns:a="http://schemas.openxmlformats.org/drawingml/2006/main">
              <a:ext uri="{FF2B5EF4-FFF2-40B4-BE49-F238E27FC236}">
                <a16:creationId xmlns:a16="http://schemas.microsoft.com/office/drawing/2014/main" id="{A6FBA2FC-E867-4F1F-A232-3AFAB48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805" y="303644"/>
            <a:ext cx="2632889" cy="175071"/>
          </a:xfrm>
          <a:custGeom xmlns:a="http://schemas.openxmlformats.org/drawingml/2006/main">
            <a:pathLst>
              <a:path w="2632889" h="175071">
                <a:moveTo>
                  <a:pt x="29178" y="19201"/>
                </a:moveTo>
                <a:lnTo>
                  <a:pt x="29178" y="47627"/>
                </a:lnTo>
                <a:lnTo>
                  <a:pt x="49321" y="47627"/>
                </a:lnTo>
                <a:lnTo>
                  <a:pt x="49321" y="54216"/>
                </a:lnTo>
                <a:lnTo>
                  <a:pt x="29178" y="54216"/>
                </a:lnTo>
                <a:lnTo>
                  <a:pt x="29178" y="110049"/>
                </a:lnTo>
                <a:cubicBezTo>
                  <a:pt x="29178" y="115628"/>
                  <a:pt x="29979" y="119389"/>
                  <a:pt x="31579" y="121332"/>
                </a:cubicBezTo>
                <a:cubicBezTo>
                  <a:pt x="33179" y="123273"/>
                  <a:pt x="35234" y="124244"/>
                  <a:pt x="37744" y="124244"/>
                </a:cubicBezTo>
                <a:cubicBezTo>
                  <a:pt x="39815" y="124244"/>
                  <a:pt x="41823" y="123601"/>
                  <a:pt x="43768" y="122314"/>
                </a:cubicBezTo>
                <a:cubicBezTo>
                  <a:pt x="45713" y="121028"/>
                  <a:pt x="47219" y="119130"/>
                  <a:pt x="48286" y="116620"/>
                </a:cubicBezTo>
                <a:lnTo>
                  <a:pt x="51957" y="116620"/>
                </a:lnTo>
                <a:cubicBezTo>
                  <a:pt x="49760" y="122787"/>
                  <a:pt x="46654" y="127451"/>
                  <a:pt x="42638" y="130612"/>
                </a:cubicBezTo>
                <a:cubicBezTo>
                  <a:pt x="38622" y="133771"/>
                  <a:pt x="34481" y="135351"/>
                  <a:pt x="30214" y="135351"/>
                </a:cubicBezTo>
                <a:cubicBezTo>
                  <a:pt x="27327" y="135351"/>
                  <a:pt x="24504" y="134550"/>
                  <a:pt x="21743" y="132947"/>
                </a:cubicBezTo>
                <a:cubicBezTo>
                  <a:pt x="18982" y="131345"/>
                  <a:pt x="16942" y="129053"/>
                  <a:pt x="15625" y="126071"/>
                </a:cubicBezTo>
                <a:cubicBezTo>
                  <a:pt x="14307" y="123086"/>
                  <a:pt x="13648" y="118484"/>
                  <a:pt x="13648" y="112264"/>
                </a:cubicBezTo>
                <a:lnTo>
                  <a:pt x="13648" y="54216"/>
                </a:lnTo>
                <a:lnTo>
                  <a:pt x="0" y="54216"/>
                </a:lnTo>
                <a:lnTo>
                  <a:pt x="0" y="51109"/>
                </a:lnTo>
                <a:cubicBezTo>
                  <a:pt x="3451" y="49725"/>
                  <a:pt x="6981" y="47381"/>
                  <a:pt x="10589" y="44077"/>
                </a:cubicBezTo>
                <a:cubicBezTo>
                  <a:pt x="14197" y="40772"/>
                  <a:pt x="17413" y="36855"/>
                  <a:pt x="20237" y="32323"/>
                </a:cubicBezTo>
                <a:cubicBezTo>
                  <a:pt x="21680" y="29932"/>
                  <a:pt x="23688" y="25559"/>
                  <a:pt x="26261" y="19201"/>
                </a:cubicBezTo>
                <a:lnTo>
                  <a:pt x="29178" y="19201"/>
                </a:lnTo>
                <a:close/>
                <a:moveTo>
                  <a:pt x="83050" y="0"/>
                </a:moveTo>
                <a:lnTo>
                  <a:pt x="83050" y="63157"/>
                </a:lnTo>
                <a:cubicBezTo>
                  <a:pt x="90015" y="55502"/>
                  <a:pt x="95537" y="50592"/>
                  <a:pt x="99616" y="48427"/>
                </a:cubicBezTo>
                <a:cubicBezTo>
                  <a:pt x="103695" y="46262"/>
                  <a:pt x="107773" y="45180"/>
                  <a:pt x="111852" y="45180"/>
                </a:cubicBezTo>
                <a:cubicBezTo>
                  <a:pt x="116747" y="45180"/>
                  <a:pt x="120951" y="46526"/>
                  <a:pt x="124465" y="49218"/>
                </a:cubicBezTo>
                <a:cubicBezTo>
                  <a:pt x="127979" y="51910"/>
                  <a:pt x="130583" y="56136"/>
                  <a:pt x="132277" y="61895"/>
                </a:cubicBezTo>
                <a:cubicBezTo>
                  <a:pt x="133469" y="65904"/>
                  <a:pt x="134065" y="73230"/>
                  <a:pt x="134065" y="83873"/>
                </a:cubicBezTo>
                <a:lnTo>
                  <a:pt x="134065" y="114302"/>
                </a:lnTo>
                <a:cubicBezTo>
                  <a:pt x="134065" y="119750"/>
                  <a:pt x="134505" y="123475"/>
                  <a:pt x="135383" y="125479"/>
                </a:cubicBezTo>
                <a:cubicBezTo>
                  <a:pt x="136011" y="126981"/>
                  <a:pt x="137077" y="128171"/>
                  <a:pt x="138583" y="129047"/>
                </a:cubicBezTo>
                <a:cubicBezTo>
                  <a:pt x="140089" y="129924"/>
                  <a:pt x="142850" y="130362"/>
                  <a:pt x="146866" y="130362"/>
                </a:cubicBezTo>
                <a:lnTo>
                  <a:pt x="146866" y="133845"/>
                </a:lnTo>
                <a:lnTo>
                  <a:pt x="104510" y="133845"/>
                </a:lnTo>
                <a:lnTo>
                  <a:pt x="104510" y="130362"/>
                </a:lnTo>
                <a:lnTo>
                  <a:pt x="106487" y="130362"/>
                </a:lnTo>
                <a:cubicBezTo>
                  <a:pt x="110503" y="130362"/>
                  <a:pt x="113295" y="129750"/>
                  <a:pt x="114864" y="128527"/>
                </a:cubicBezTo>
                <a:cubicBezTo>
                  <a:pt x="116433" y="127303"/>
                  <a:pt x="117531" y="125499"/>
                  <a:pt x="118158" y="123114"/>
                </a:cubicBezTo>
                <a:cubicBezTo>
                  <a:pt x="118347" y="122110"/>
                  <a:pt x="118441" y="119161"/>
                  <a:pt x="118441" y="114267"/>
                </a:cubicBezTo>
                <a:lnTo>
                  <a:pt x="118441" y="83771"/>
                </a:lnTo>
                <a:cubicBezTo>
                  <a:pt x="118441" y="74358"/>
                  <a:pt x="117955" y="68177"/>
                  <a:pt x="116982" y="65228"/>
                </a:cubicBezTo>
                <a:cubicBezTo>
                  <a:pt x="116009" y="62279"/>
                  <a:pt x="114456" y="60067"/>
                  <a:pt x="112323" y="58592"/>
                </a:cubicBezTo>
                <a:cubicBezTo>
                  <a:pt x="110189" y="57118"/>
                  <a:pt x="107617" y="56380"/>
                  <a:pt x="104605" y="56380"/>
                </a:cubicBezTo>
                <a:cubicBezTo>
                  <a:pt x="101530" y="56380"/>
                  <a:pt x="98330" y="57196"/>
                  <a:pt x="95004" y="58828"/>
                </a:cubicBezTo>
                <a:cubicBezTo>
                  <a:pt x="91678" y="60459"/>
                  <a:pt x="87694" y="63753"/>
                  <a:pt x="83050" y="68711"/>
                </a:cubicBezTo>
                <a:lnTo>
                  <a:pt x="83050" y="114267"/>
                </a:lnTo>
                <a:cubicBezTo>
                  <a:pt x="83050" y="120165"/>
                  <a:pt x="83380" y="123836"/>
                  <a:pt x="84038" y="125279"/>
                </a:cubicBezTo>
                <a:cubicBezTo>
                  <a:pt x="84697" y="126723"/>
                  <a:pt x="85921" y="127930"/>
                  <a:pt x="87709" y="128903"/>
                </a:cubicBezTo>
                <a:cubicBezTo>
                  <a:pt x="89498" y="129876"/>
                  <a:pt x="92588" y="130362"/>
                  <a:pt x="96981" y="130362"/>
                </a:cubicBezTo>
                <a:lnTo>
                  <a:pt x="96981" y="133845"/>
                </a:lnTo>
                <a:lnTo>
                  <a:pt x="54248" y="133845"/>
                </a:lnTo>
                <a:lnTo>
                  <a:pt x="54248" y="130362"/>
                </a:lnTo>
                <a:cubicBezTo>
                  <a:pt x="58076" y="130362"/>
                  <a:pt x="61088" y="129766"/>
                  <a:pt x="63284" y="128574"/>
                </a:cubicBezTo>
                <a:cubicBezTo>
                  <a:pt x="64539" y="127948"/>
                  <a:pt x="65543" y="126758"/>
                  <a:pt x="66296" y="125003"/>
                </a:cubicBezTo>
                <a:cubicBezTo>
                  <a:pt x="67049" y="123246"/>
                  <a:pt x="67426" y="119671"/>
                  <a:pt x="67426" y="114279"/>
                </a:cubicBezTo>
                <a:lnTo>
                  <a:pt x="67426" y="36305"/>
                </a:lnTo>
                <a:cubicBezTo>
                  <a:pt x="67426" y="26462"/>
                  <a:pt x="67190" y="20411"/>
                  <a:pt x="66720" y="18154"/>
                </a:cubicBezTo>
                <a:cubicBezTo>
                  <a:pt x="66249" y="15895"/>
                  <a:pt x="65527" y="14359"/>
                  <a:pt x="64555" y="13545"/>
                </a:cubicBezTo>
                <a:cubicBezTo>
                  <a:pt x="63582" y="12729"/>
                  <a:pt x="62280" y="12321"/>
                  <a:pt x="60649" y="12321"/>
                </a:cubicBezTo>
                <a:cubicBezTo>
                  <a:pt x="59331" y="12321"/>
                  <a:pt x="57197" y="12823"/>
                  <a:pt x="54248" y="13827"/>
                </a:cubicBezTo>
                <a:lnTo>
                  <a:pt x="52930" y="10533"/>
                </a:lnTo>
                <a:lnTo>
                  <a:pt x="78720" y="0"/>
                </a:lnTo>
                <a:lnTo>
                  <a:pt x="83050" y="0"/>
                </a:lnTo>
                <a:close/>
                <a:moveTo>
                  <a:pt x="202964" y="121420"/>
                </a:moveTo>
                <a:cubicBezTo>
                  <a:pt x="194117" y="128260"/>
                  <a:pt x="188563" y="132213"/>
                  <a:pt x="186304" y="133280"/>
                </a:cubicBezTo>
                <a:cubicBezTo>
                  <a:pt x="182916" y="134911"/>
                  <a:pt x="179308" y="135727"/>
                  <a:pt x="175480" y="135727"/>
                </a:cubicBezTo>
                <a:cubicBezTo>
                  <a:pt x="169519" y="135727"/>
                  <a:pt x="164609" y="133688"/>
                  <a:pt x="160750" y="129609"/>
                </a:cubicBezTo>
                <a:cubicBezTo>
                  <a:pt x="156891" y="125530"/>
                  <a:pt x="154961" y="120165"/>
                  <a:pt x="154961" y="113514"/>
                </a:cubicBezTo>
                <a:cubicBezTo>
                  <a:pt x="154961" y="109310"/>
                  <a:pt x="155902" y="105670"/>
                  <a:pt x="157785" y="102595"/>
                </a:cubicBezTo>
                <a:cubicBezTo>
                  <a:pt x="160357" y="98328"/>
                  <a:pt x="164828" y="94312"/>
                  <a:pt x="171197" y="90547"/>
                </a:cubicBezTo>
                <a:cubicBezTo>
                  <a:pt x="177567" y="86783"/>
                  <a:pt x="188156" y="82202"/>
                  <a:pt x="202964" y="76805"/>
                </a:cubicBezTo>
                <a:lnTo>
                  <a:pt x="202964" y="73417"/>
                </a:lnTo>
                <a:cubicBezTo>
                  <a:pt x="202964" y="64820"/>
                  <a:pt x="201600" y="58922"/>
                  <a:pt x="198870" y="55722"/>
                </a:cubicBezTo>
                <a:cubicBezTo>
                  <a:pt x="196140" y="52521"/>
                  <a:pt x="192171" y="50921"/>
                  <a:pt x="186963" y="50921"/>
                </a:cubicBezTo>
                <a:cubicBezTo>
                  <a:pt x="183010" y="50921"/>
                  <a:pt x="179873" y="51984"/>
                  <a:pt x="177551" y="54110"/>
                </a:cubicBezTo>
                <a:cubicBezTo>
                  <a:pt x="175166" y="56235"/>
                  <a:pt x="173974" y="58674"/>
                  <a:pt x="173974" y="61425"/>
                </a:cubicBezTo>
                <a:lnTo>
                  <a:pt x="174162" y="66863"/>
                </a:lnTo>
                <a:cubicBezTo>
                  <a:pt x="174162" y="69738"/>
                  <a:pt x="173425" y="71957"/>
                  <a:pt x="171950" y="73520"/>
                </a:cubicBezTo>
                <a:cubicBezTo>
                  <a:pt x="170476" y="75083"/>
                  <a:pt x="168546" y="75864"/>
                  <a:pt x="166162" y="75864"/>
                </a:cubicBezTo>
                <a:cubicBezTo>
                  <a:pt x="163840" y="75864"/>
                  <a:pt x="161942" y="75051"/>
                  <a:pt x="160467" y="73426"/>
                </a:cubicBezTo>
                <a:cubicBezTo>
                  <a:pt x="158993" y="71798"/>
                  <a:pt x="158255" y="69576"/>
                  <a:pt x="158255" y="66761"/>
                </a:cubicBezTo>
                <a:cubicBezTo>
                  <a:pt x="158255" y="61382"/>
                  <a:pt x="161016" y="56440"/>
                  <a:pt x="166538" y="51936"/>
                </a:cubicBezTo>
                <a:cubicBezTo>
                  <a:pt x="172060" y="47432"/>
                  <a:pt x="179810" y="45180"/>
                  <a:pt x="189787" y="45180"/>
                </a:cubicBezTo>
                <a:cubicBezTo>
                  <a:pt x="197442" y="45180"/>
                  <a:pt x="203717" y="46464"/>
                  <a:pt x="208612" y="49033"/>
                </a:cubicBezTo>
                <a:cubicBezTo>
                  <a:pt x="212314" y="50976"/>
                  <a:pt x="215044" y="54017"/>
                  <a:pt x="216801" y="58154"/>
                </a:cubicBezTo>
                <a:cubicBezTo>
                  <a:pt x="217930" y="60848"/>
                  <a:pt x="218495" y="66363"/>
                  <a:pt x="218495" y="74699"/>
                </a:cubicBezTo>
                <a:lnTo>
                  <a:pt x="218495" y="103937"/>
                </a:lnTo>
                <a:cubicBezTo>
                  <a:pt x="218495" y="112147"/>
                  <a:pt x="218652" y="117177"/>
                  <a:pt x="218965" y="119026"/>
                </a:cubicBezTo>
                <a:cubicBezTo>
                  <a:pt x="219279" y="120875"/>
                  <a:pt x="219797" y="122113"/>
                  <a:pt x="220519" y="122741"/>
                </a:cubicBezTo>
                <a:cubicBezTo>
                  <a:pt x="221240" y="123366"/>
                  <a:pt x="222072" y="123679"/>
                  <a:pt x="223013" y="123679"/>
                </a:cubicBezTo>
                <a:cubicBezTo>
                  <a:pt x="224017" y="123679"/>
                  <a:pt x="224895" y="123460"/>
                  <a:pt x="225648" y="123020"/>
                </a:cubicBezTo>
                <a:cubicBezTo>
                  <a:pt x="226966" y="122205"/>
                  <a:pt x="229507" y="119914"/>
                  <a:pt x="233272" y="116149"/>
                </a:cubicBezTo>
                <a:lnTo>
                  <a:pt x="233272" y="121420"/>
                </a:lnTo>
                <a:cubicBezTo>
                  <a:pt x="226244" y="130833"/>
                  <a:pt x="219530" y="135539"/>
                  <a:pt x="213130" y="135539"/>
                </a:cubicBezTo>
                <a:cubicBezTo>
                  <a:pt x="210055" y="135539"/>
                  <a:pt x="207608" y="134472"/>
                  <a:pt x="205788" y="132339"/>
                </a:cubicBezTo>
                <a:cubicBezTo>
                  <a:pt x="203968" y="130205"/>
                  <a:pt x="203027" y="126566"/>
                  <a:pt x="202964" y="121420"/>
                </a:cubicBezTo>
                <a:moveTo>
                  <a:pt x="202964" y="115249"/>
                </a:moveTo>
                <a:lnTo>
                  <a:pt x="202964" y="82547"/>
                </a:lnTo>
                <a:cubicBezTo>
                  <a:pt x="193489" y="86294"/>
                  <a:pt x="187371" y="88949"/>
                  <a:pt x="184610" y="90512"/>
                </a:cubicBezTo>
                <a:cubicBezTo>
                  <a:pt x="179653" y="93261"/>
                  <a:pt x="176108" y="96135"/>
                  <a:pt x="173974" y="99133"/>
                </a:cubicBezTo>
                <a:cubicBezTo>
                  <a:pt x="171841" y="102132"/>
                  <a:pt x="170774" y="105411"/>
                  <a:pt x="170774" y="108972"/>
                </a:cubicBezTo>
                <a:cubicBezTo>
                  <a:pt x="170774" y="113471"/>
                  <a:pt x="172123" y="117203"/>
                  <a:pt x="174821" y="120170"/>
                </a:cubicBezTo>
                <a:cubicBezTo>
                  <a:pt x="177519" y="123137"/>
                  <a:pt x="180626" y="124620"/>
                  <a:pt x="184140" y="124620"/>
                </a:cubicBezTo>
                <a:cubicBezTo>
                  <a:pt x="188908" y="124620"/>
                  <a:pt x="195183" y="121497"/>
                  <a:pt x="202964" y="115249"/>
                </a:cubicBezTo>
                <a:close/>
                <a:moveTo>
                  <a:pt x="264739" y="19201"/>
                </a:moveTo>
                <a:lnTo>
                  <a:pt x="264739" y="47627"/>
                </a:lnTo>
                <a:lnTo>
                  <a:pt x="284882" y="47627"/>
                </a:lnTo>
                <a:lnTo>
                  <a:pt x="284882" y="54216"/>
                </a:lnTo>
                <a:lnTo>
                  <a:pt x="264739" y="54216"/>
                </a:lnTo>
                <a:lnTo>
                  <a:pt x="264739" y="110049"/>
                </a:lnTo>
                <a:cubicBezTo>
                  <a:pt x="264739" y="115628"/>
                  <a:pt x="265539" y="119389"/>
                  <a:pt x="267139" y="121332"/>
                </a:cubicBezTo>
                <a:cubicBezTo>
                  <a:pt x="268739" y="123273"/>
                  <a:pt x="270794" y="124244"/>
                  <a:pt x="273304" y="124244"/>
                </a:cubicBezTo>
                <a:cubicBezTo>
                  <a:pt x="275375" y="124244"/>
                  <a:pt x="277383" y="123601"/>
                  <a:pt x="279328" y="122314"/>
                </a:cubicBezTo>
                <a:cubicBezTo>
                  <a:pt x="281274" y="121028"/>
                  <a:pt x="282780" y="119130"/>
                  <a:pt x="283846" y="116620"/>
                </a:cubicBezTo>
                <a:lnTo>
                  <a:pt x="287517" y="116620"/>
                </a:lnTo>
                <a:cubicBezTo>
                  <a:pt x="285321" y="122787"/>
                  <a:pt x="282215" y="127451"/>
                  <a:pt x="278199" y="130612"/>
                </a:cubicBezTo>
                <a:cubicBezTo>
                  <a:pt x="274183" y="133771"/>
                  <a:pt x="270041" y="135351"/>
                  <a:pt x="265774" y="135351"/>
                </a:cubicBezTo>
                <a:cubicBezTo>
                  <a:pt x="262888" y="135351"/>
                  <a:pt x="260064" y="134550"/>
                  <a:pt x="257303" y="132947"/>
                </a:cubicBezTo>
                <a:cubicBezTo>
                  <a:pt x="254542" y="131345"/>
                  <a:pt x="252503" y="129053"/>
                  <a:pt x="251185" y="126071"/>
                </a:cubicBezTo>
                <a:cubicBezTo>
                  <a:pt x="249867" y="123086"/>
                  <a:pt x="249209" y="118484"/>
                  <a:pt x="249209" y="112264"/>
                </a:cubicBezTo>
                <a:lnTo>
                  <a:pt x="249209" y="54216"/>
                </a:lnTo>
                <a:lnTo>
                  <a:pt x="235561" y="54216"/>
                </a:lnTo>
                <a:lnTo>
                  <a:pt x="235561" y="51109"/>
                </a:lnTo>
                <a:cubicBezTo>
                  <a:pt x="239012" y="49725"/>
                  <a:pt x="242541" y="47381"/>
                  <a:pt x="246150" y="44077"/>
                </a:cubicBezTo>
                <a:cubicBezTo>
                  <a:pt x="249758" y="40772"/>
                  <a:pt x="252974" y="36855"/>
                  <a:pt x="255797" y="32323"/>
                </a:cubicBezTo>
                <a:cubicBezTo>
                  <a:pt x="257241" y="29932"/>
                  <a:pt x="259249" y="25559"/>
                  <a:pt x="261821" y="19201"/>
                </a:cubicBezTo>
                <a:lnTo>
                  <a:pt x="264739" y="19201"/>
                </a:lnTo>
                <a:close/>
                <a:moveTo>
                  <a:pt x="397205" y="45180"/>
                </a:moveTo>
                <a:lnTo>
                  <a:pt x="397205" y="74358"/>
                </a:lnTo>
                <a:lnTo>
                  <a:pt x="394098" y="74358"/>
                </a:lnTo>
                <a:cubicBezTo>
                  <a:pt x="391714" y="65206"/>
                  <a:pt x="388655" y="58982"/>
                  <a:pt x="384921" y="55683"/>
                </a:cubicBezTo>
                <a:cubicBezTo>
                  <a:pt x="381188" y="52383"/>
                  <a:pt x="376435" y="50733"/>
                  <a:pt x="370662" y="50733"/>
                </a:cubicBezTo>
                <a:cubicBezTo>
                  <a:pt x="366269" y="50733"/>
                  <a:pt x="362724" y="51893"/>
                  <a:pt x="360026" y="54213"/>
                </a:cubicBezTo>
                <a:cubicBezTo>
                  <a:pt x="357327" y="56530"/>
                  <a:pt x="355978" y="59100"/>
                  <a:pt x="355978" y="61922"/>
                </a:cubicBezTo>
                <a:cubicBezTo>
                  <a:pt x="355978" y="65432"/>
                  <a:pt x="356982" y="68440"/>
                  <a:pt x="358990" y="70946"/>
                </a:cubicBezTo>
                <a:cubicBezTo>
                  <a:pt x="360935" y="73517"/>
                  <a:pt x="364889" y="76244"/>
                  <a:pt x="370850" y="79126"/>
                </a:cubicBezTo>
                <a:lnTo>
                  <a:pt x="384592" y="85803"/>
                </a:lnTo>
                <a:cubicBezTo>
                  <a:pt x="397330" y="92007"/>
                  <a:pt x="403699" y="100187"/>
                  <a:pt x="403699" y="110343"/>
                </a:cubicBezTo>
                <a:cubicBezTo>
                  <a:pt x="403699" y="118177"/>
                  <a:pt x="400734" y="124492"/>
                  <a:pt x="394804" y="129288"/>
                </a:cubicBezTo>
                <a:cubicBezTo>
                  <a:pt x="388875" y="134083"/>
                  <a:pt x="382239" y="136480"/>
                  <a:pt x="374897" y="136480"/>
                </a:cubicBezTo>
                <a:cubicBezTo>
                  <a:pt x="369626" y="136480"/>
                  <a:pt x="363602" y="135539"/>
                  <a:pt x="356825" y="133656"/>
                </a:cubicBezTo>
                <a:cubicBezTo>
                  <a:pt x="354755" y="133029"/>
                  <a:pt x="353060" y="132715"/>
                  <a:pt x="351743" y="132715"/>
                </a:cubicBezTo>
                <a:cubicBezTo>
                  <a:pt x="350299" y="132715"/>
                  <a:pt x="349170" y="133531"/>
                  <a:pt x="348354" y="135162"/>
                </a:cubicBezTo>
                <a:lnTo>
                  <a:pt x="345248" y="135162"/>
                </a:lnTo>
                <a:lnTo>
                  <a:pt x="345248" y="104290"/>
                </a:lnTo>
                <a:lnTo>
                  <a:pt x="348354" y="104290"/>
                </a:lnTo>
                <a:cubicBezTo>
                  <a:pt x="350111" y="113106"/>
                  <a:pt x="353468" y="119750"/>
                  <a:pt x="358425" y="124220"/>
                </a:cubicBezTo>
                <a:cubicBezTo>
                  <a:pt x="363383" y="128691"/>
                  <a:pt x="368936" y="130927"/>
                  <a:pt x="375085" y="130927"/>
                </a:cubicBezTo>
                <a:cubicBezTo>
                  <a:pt x="379415" y="130927"/>
                  <a:pt x="382945" y="129658"/>
                  <a:pt x="385674" y="127121"/>
                </a:cubicBezTo>
                <a:cubicBezTo>
                  <a:pt x="388404" y="124581"/>
                  <a:pt x="389769" y="121525"/>
                  <a:pt x="389769" y="117952"/>
                </a:cubicBezTo>
                <a:cubicBezTo>
                  <a:pt x="389769" y="113627"/>
                  <a:pt x="388247" y="109991"/>
                  <a:pt x="385204" y="107046"/>
                </a:cubicBezTo>
                <a:cubicBezTo>
                  <a:pt x="382160" y="104100"/>
                  <a:pt x="376089" y="100372"/>
                  <a:pt x="366991" y="95860"/>
                </a:cubicBezTo>
                <a:cubicBezTo>
                  <a:pt x="357892" y="91346"/>
                  <a:pt x="351931" y="87271"/>
                  <a:pt x="349107" y="83635"/>
                </a:cubicBezTo>
                <a:cubicBezTo>
                  <a:pt x="346283" y="80062"/>
                  <a:pt x="344872" y="75549"/>
                  <a:pt x="344872" y="70096"/>
                </a:cubicBezTo>
                <a:cubicBezTo>
                  <a:pt x="344872" y="63013"/>
                  <a:pt x="347303" y="57090"/>
                  <a:pt x="352166" y="52327"/>
                </a:cubicBezTo>
                <a:cubicBezTo>
                  <a:pt x="357029" y="47562"/>
                  <a:pt x="363320" y="45180"/>
                  <a:pt x="371038" y="45180"/>
                </a:cubicBezTo>
                <a:cubicBezTo>
                  <a:pt x="374427" y="45180"/>
                  <a:pt x="378537" y="45901"/>
                  <a:pt x="383368" y="47344"/>
                </a:cubicBezTo>
                <a:cubicBezTo>
                  <a:pt x="386569" y="48286"/>
                  <a:pt x="388702" y="48756"/>
                  <a:pt x="389769" y="48756"/>
                </a:cubicBezTo>
                <a:cubicBezTo>
                  <a:pt x="390773" y="48756"/>
                  <a:pt x="391557" y="48537"/>
                  <a:pt x="392122" y="48097"/>
                </a:cubicBezTo>
                <a:cubicBezTo>
                  <a:pt x="392687" y="47658"/>
                  <a:pt x="393345" y="46686"/>
                  <a:pt x="394098" y="45180"/>
                </a:cubicBezTo>
                <a:lnTo>
                  <a:pt x="397205" y="45180"/>
                </a:lnTo>
                <a:close/>
                <a:moveTo>
                  <a:pt x="492051" y="47627"/>
                </a:moveTo>
                <a:lnTo>
                  <a:pt x="492051" y="99866"/>
                </a:lnTo>
                <a:cubicBezTo>
                  <a:pt x="492051" y="109843"/>
                  <a:pt x="492287" y="115945"/>
                  <a:pt x="492757" y="118173"/>
                </a:cubicBezTo>
                <a:cubicBezTo>
                  <a:pt x="493228" y="120401"/>
                  <a:pt x="493981" y="121954"/>
                  <a:pt x="495016" y="122832"/>
                </a:cubicBezTo>
                <a:cubicBezTo>
                  <a:pt x="496052" y="123711"/>
                  <a:pt x="497260" y="124150"/>
                  <a:pt x="498640" y="124150"/>
                </a:cubicBezTo>
                <a:cubicBezTo>
                  <a:pt x="500585" y="124150"/>
                  <a:pt x="502781" y="123616"/>
                  <a:pt x="505229" y="122550"/>
                </a:cubicBezTo>
                <a:lnTo>
                  <a:pt x="506546" y="125844"/>
                </a:lnTo>
                <a:lnTo>
                  <a:pt x="480756" y="136480"/>
                </a:lnTo>
                <a:lnTo>
                  <a:pt x="476521" y="136480"/>
                </a:lnTo>
                <a:lnTo>
                  <a:pt x="476521" y="118220"/>
                </a:lnTo>
                <a:cubicBezTo>
                  <a:pt x="469116" y="126252"/>
                  <a:pt x="463469" y="131303"/>
                  <a:pt x="459578" y="133374"/>
                </a:cubicBezTo>
                <a:cubicBezTo>
                  <a:pt x="455688" y="135445"/>
                  <a:pt x="451578" y="136480"/>
                  <a:pt x="447248" y="136480"/>
                </a:cubicBezTo>
                <a:cubicBezTo>
                  <a:pt x="442416" y="136480"/>
                  <a:pt x="438228" y="135084"/>
                  <a:pt x="434683" y="132292"/>
                </a:cubicBezTo>
                <a:cubicBezTo>
                  <a:pt x="431137" y="129499"/>
                  <a:pt x="428674" y="125907"/>
                  <a:pt x="427294" y="121514"/>
                </a:cubicBezTo>
                <a:cubicBezTo>
                  <a:pt x="425913" y="117122"/>
                  <a:pt x="425223" y="110910"/>
                  <a:pt x="425223" y="102878"/>
                </a:cubicBezTo>
                <a:lnTo>
                  <a:pt x="425223" y="64381"/>
                </a:lnTo>
                <a:cubicBezTo>
                  <a:pt x="425223" y="60302"/>
                  <a:pt x="424784" y="57479"/>
                  <a:pt x="423905" y="55910"/>
                </a:cubicBezTo>
                <a:cubicBezTo>
                  <a:pt x="423027" y="54341"/>
                  <a:pt x="421725" y="53133"/>
                  <a:pt x="419999" y="52286"/>
                </a:cubicBezTo>
                <a:cubicBezTo>
                  <a:pt x="418274" y="51439"/>
                  <a:pt x="415152" y="51047"/>
                  <a:pt x="410634" y="51109"/>
                </a:cubicBezTo>
                <a:lnTo>
                  <a:pt x="410634" y="47627"/>
                </a:lnTo>
                <a:lnTo>
                  <a:pt x="440848" y="47627"/>
                </a:lnTo>
                <a:lnTo>
                  <a:pt x="440848" y="105184"/>
                </a:lnTo>
                <a:cubicBezTo>
                  <a:pt x="440848" y="113196"/>
                  <a:pt x="442244" y="118454"/>
                  <a:pt x="445036" y="120958"/>
                </a:cubicBezTo>
                <a:cubicBezTo>
                  <a:pt x="447829" y="123463"/>
                  <a:pt x="451201" y="124715"/>
                  <a:pt x="455155" y="124715"/>
                </a:cubicBezTo>
                <a:cubicBezTo>
                  <a:pt x="457853" y="124715"/>
                  <a:pt x="460912" y="123869"/>
                  <a:pt x="464332" y="122179"/>
                </a:cubicBezTo>
                <a:cubicBezTo>
                  <a:pt x="467752" y="120489"/>
                  <a:pt x="471815" y="117266"/>
                  <a:pt x="476521" y="112511"/>
                </a:cubicBezTo>
                <a:lnTo>
                  <a:pt x="476521" y="63784"/>
                </a:lnTo>
                <a:cubicBezTo>
                  <a:pt x="476521" y="58901"/>
                  <a:pt x="475627" y="55600"/>
                  <a:pt x="473838" y="53880"/>
                </a:cubicBezTo>
                <a:cubicBezTo>
                  <a:pt x="472050" y="52159"/>
                  <a:pt x="468332" y="51235"/>
                  <a:pt x="462685" y="51109"/>
                </a:cubicBezTo>
                <a:lnTo>
                  <a:pt x="462685" y="47627"/>
                </a:lnTo>
                <a:lnTo>
                  <a:pt x="492051" y="47627"/>
                </a:lnTo>
                <a:close/>
                <a:moveTo>
                  <a:pt x="506640" y="56107"/>
                </a:moveTo>
                <a:lnTo>
                  <a:pt x="533183" y="45368"/>
                </a:lnTo>
                <a:lnTo>
                  <a:pt x="536760" y="45368"/>
                </a:lnTo>
                <a:lnTo>
                  <a:pt x="536760" y="65510"/>
                </a:lnTo>
                <a:cubicBezTo>
                  <a:pt x="541215" y="57918"/>
                  <a:pt x="545686" y="52631"/>
                  <a:pt x="550173" y="49651"/>
                </a:cubicBezTo>
                <a:cubicBezTo>
                  <a:pt x="554659" y="46670"/>
                  <a:pt x="559381" y="45180"/>
                  <a:pt x="564338" y="45180"/>
                </a:cubicBezTo>
                <a:cubicBezTo>
                  <a:pt x="572998" y="45180"/>
                  <a:pt x="580214" y="48564"/>
                  <a:pt x="585987" y="55333"/>
                </a:cubicBezTo>
                <a:cubicBezTo>
                  <a:pt x="593078" y="63608"/>
                  <a:pt x="596623" y="74390"/>
                  <a:pt x="596623" y="87680"/>
                </a:cubicBezTo>
                <a:cubicBezTo>
                  <a:pt x="596623" y="102536"/>
                  <a:pt x="592356" y="114822"/>
                  <a:pt x="583822" y="124538"/>
                </a:cubicBezTo>
                <a:cubicBezTo>
                  <a:pt x="576794" y="132499"/>
                  <a:pt x="567947" y="136480"/>
                  <a:pt x="557279" y="136480"/>
                </a:cubicBezTo>
                <a:cubicBezTo>
                  <a:pt x="552636" y="136480"/>
                  <a:pt x="548620" y="135821"/>
                  <a:pt x="545231" y="134503"/>
                </a:cubicBezTo>
                <a:cubicBezTo>
                  <a:pt x="542721" y="133562"/>
                  <a:pt x="539897" y="131680"/>
                  <a:pt x="536760" y="128856"/>
                </a:cubicBezTo>
                <a:lnTo>
                  <a:pt x="536760" y="155117"/>
                </a:lnTo>
                <a:cubicBezTo>
                  <a:pt x="536760" y="161015"/>
                  <a:pt x="537121" y="164764"/>
                  <a:pt x="537842" y="166365"/>
                </a:cubicBezTo>
                <a:cubicBezTo>
                  <a:pt x="538564" y="167965"/>
                  <a:pt x="539819" y="169235"/>
                  <a:pt x="541607" y="170177"/>
                </a:cubicBezTo>
                <a:cubicBezTo>
                  <a:pt x="543396" y="171118"/>
                  <a:pt x="546643" y="171588"/>
                  <a:pt x="551349" y="171588"/>
                </a:cubicBezTo>
                <a:lnTo>
                  <a:pt x="551349" y="175071"/>
                </a:lnTo>
                <a:lnTo>
                  <a:pt x="506170" y="175071"/>
                </a:lnTo>
                <a:lnTo>
                  <a:pt x="506170" y="171588"/>
                </a:lnTo>
                <a:lnTo>
                  <a:pt x="508523" y="171588"/>
                </a:lnTo>
                <a:cubicBezTo>
                  <a:pt x="511974" y="171651"/>
                  <a:pt x="514923" y="170991"/>
                  <a:pt x="517370" y="169609"/>
                </a:cubicBezTo>
                <a:cubicBezTo>
                  <a:pt x="518563" y="168919"/>
                  <a:pt x="519488" y="167804"/>
                  <a:pt x="520147" y="166265"/>
                </a:cubicBezTo>
                <a:cubicBezTo>
                  <a:pt x="520806" y="164727"/>
                  <a:pt x="521135" y="160819"/>
                  <a:pt x="521135" y="154540"/>
                </a:cubicBezTo>
                <a:lnTo>
                  <a:pt x="521135" y="72967"/>
                </a:lnTo>
                <a:cubicBezTo>
                  <a:pt x="521135" y="67378"/>
                  <a:pt x="520884" y="63831"/>
                  <a:pt x="520382" y="62325"/>
                </a:cubicBezTo>
                <a:cubicBezTo>
                  <a:pt x="519880" y="60817"/>
                  <a:pt x="519080" y="59687"/>
                  <a:pt x="517982" y="58934"/>
                </a:cubicBezTo>
                <a:cubicBezTo>
                  <a:pt x="516884" y="58179"/>
                  <a:pt x="515394" y="57801"/>
                  <a:pt x="513511" y="57801"/>
                </a:cubicBezTo>
                <a:cubicBezTo>
                  <a:pt x="512005" y="57801"/>
                  <a:pt x="510091" y="58240"/>
                  <a:pt x="507770" y="59119"/>
                </a:cubicBezTo>
                <a:lnTo>
                  <a:pt x="506640" y="56107"/>
                </a:lnTo>
                <a:moveTo>
                  <a:pt x="536760" y="71234"/>
                </a:moveTo>
                <a:lnTo>
                  <a:pt x="536760" y="103384"/>
                </a:lnTo>
                <a:cubicBezTo>
                  <a:pt x="536760" y="110341"/>
                  <a:pt x="537042" y="114916"/>
                  <a:pt x="537607" y="117108"/>
                </a:cubicBezTo>
                <a:cubicBezTo>
                  <a:pt x="538486" y="120744"/>
                  <a:pt x="540635" y="123940"/>
                  <a:pt x="544055" y="126697"/>
                </a:cubicBezTo>
                <a:cubicBezTo>
                  <a:pt x="547474" y="129454"/>
                  <a:pt x="551789" y="130833"/>
                  <a:pt x="556997" y="130833"/>
                </a:cubicBezTo>
                <a:cubicBezTo>
                  <a:pt x="563272" y="130833"/>
                  <a:pt x="568354" y="128388"/>
                  <a:pt x="572245" y="123500"/>
                </a:cubicBezTo>
                <a:cubicBezTo>
                  <a:pt x="577328" y="117109"/>
                  <a:pt x="579869" y="108116"/>
                  <a:pt x="579869" y="96521"/>
                </a:cubicBezTo>
                <a:cubicBezTo>
                  <a:pt x="579869" y="83362"/>
                  <a:pt x="576982" y="73241"/>
                  <a:pt x="571209" y="66160"/>
                </a:cubicBezTo>
                <a:cubicBezTo>
                  <a:pt x="567194" y="61272"/>
                  <a:pt x="562425" y="58828"/>
                  <a:pt x="556903" y="58828"/>
                </a:cubicBezTo>
                <a:cubicBezTo>
                  <a:pt x="553891" y="58828"/>
                  <a:pt x="550910" y="59580"/>
                  <a:pt x="547961" y="61084"/>
                </a:cubicBezTo>
                <a:cubicBezTo>
                  <a:pt x="545702" y="62211"/>
                  <a:pt x="541968" y="65595"/>
                  <a:pt x="536760" y="71234"/>
                </a:cubicBezTo>
                <a:close/>
                <a:moveTo>
                  <a:pt x="603023" y="56107"/>
                </a:moveTo>
                <a:lnTo>
                  <a:pt x="629566" y="45368"/>
                </a:lnTo>
                <a:lnTo>
                  <a:pt x="633143" y="45368"/>
                </a:lnTo>
                <a:lnTo>
                  <a:pt x="633143" y="65510"/>
                </a:lnTo>
                <a:cubicBezTo>
                  <a:pt x="637598" y="57918"/>
                  <a:pt x="642069" y="52631"/>
                  <a:pt x="646556" y="49651"/>
                </a:cubicBezTo>
                <a:cubicBezTo>
                  <a:pt x="651042" y="46670"/>
                  <a:pt x="655764" y="45180"/>
                  <a:pt x="660722" y="45180"/>
                </a:cubicBezTo>
                <a:cubicBezTo>
                  <a:pt x="669381" y="45180"/>
                  <a:pt x="676597" y="48564"/>
                  <a:pt x="682370" y="55333"/>
                </a:cubicBezTo>
                <a:cubicBezTo>
                  <a:pt x="689461" y="63608"/>
                  <a:pt x="693006" y="74390"/>
                  <a:pt x="693006" y="87680"/>
                </a:cubicBezTo>
                <a:cubicBezTo>
                  <a:pt x="693006" y="102536"/>
                  <a:pt x="688739" y="114822"/>
                  <a:pt x="680205" y="124538"/>
                </a:cubicBezTo>
                <a:cubicBezTo>
                  <a:pt x="673177" y="132499"/>
                  <a:pt x="664330" y="136480"/>
                  <a:pt x="653662" y="136480"/>
                </a:cubicBezTo>
                <a:cubicBezTo>
                  <a:pt x="649019" y="136480"/>
                  <a:pt x="645003" y="135821"/>
                  <a:pt x="641614" y="134503"/>
                </a:cubicBezTo>
                <a:cubicBezTo>
                  <a:pt x="639104" y="133562"/>
                  <a:pt x="636281" y="131680"/>
                  <a:pt x="633143" y="128856"/>
                </a:cubicBezTo>
                <a:lnTo>
                  <a:pt x="633143" y="155117"/>
                </a:lnTo>
                <a:cubicBezTo>
                  <a:pt x="633143" y="161015"/>
                  <a:pt x="633504" y="164764"/>
                  <a:pt x="634226" y="166365"/>
                </a:cubicBezTo>
                <a:cubicBezTo>
                  <a:pt x="634947" y="167965"/>
                  <a:pt x="636202" y="169235"/>
                  <a:pt x="637991" y="170177"/>
                </a:cubicBezTo>
                <a:cubicBezTo>
                  <a:pt x="639779" y="171118"/>
                  <a:pt x="643026" y="171588"/>
                  <a:pt x="647732" y="171588"/>
                </a:cubicBezTo>
                <a:lnTo>
                  <a:pt x="647732" y="175071"/>
                </a:lnTo>
                <a:lnTo>
                  <a:pt x="602553" y="175071"/>
                </a:lnTo>
                <a:lnTo>
                  <a:pt x="602553" y="171588"/>
                </a:lnTo>
                <a:lnTo>
                  <a:pt x="604906" y="171588"/>
                </a:lnTo>
                <a:cubicBezTo>
                  <a:pt x="608357" y="171651"/>
                  <a:pt x="611306" y="170991"/>
                  <a:pt x="613754" y="169609"/>
                </a:cubicBezTo>
                <a:cubicBezTo>
                  <a:pt x="614946" y="168919"/>
                  <a:pt x="615871" y="167804"/>
                  <a:pt x="616530" y="166265"/>
                </a:cubicBezTo>
                <a:cubicBezTo>
                  <a:pt x="617189" y="164727"/>
                  <a:pt x="617519" y="160819"/>
                  <a:pt x="617519" y="154540"/>
                </a:cubicBezTo>
                <a:lnTo>
                  <a:pt x="617519" y="72967"/>
                </a:lnTo>
                <a:cubicBezTo>
                  <a:pt x="617519" y="67378"/>
                  <a:pt x="617268" y="63831"/>
                  <a:pt x="616766" y="62325"/>
                </a:cubicBezTo>
                <a:cubicBezTo>
                  <a:pt x="616264" y="60817"/>
                  <a:pt x="615464" y="59687"/>
                  <a:pt x="614365" y="58934"/>
                </a:cubicBezTo>
                <a:cubicBezTo>
                  <a:pt x="613267" y="58179"/>
                  <a:pt x="611777" y="57801"/>
                  <a:pt x="609895" y="57801"/>
                </a:cubicBezTo>
                <a:cubicBezTo>
                  <a:pt x="608389" y="57801"/>
                  <a:pt x="606475" y="58240"/>
                  <a:pt x="604153" y="59119"/>
                </a:cubicBezTo>
                <a:lnTo>
                  <a:pt x="603023" y="56107"/>
                </a:lnTo>
                <a:moveTo>
                  <a:pt x="633143" y="71234"/>
                </a:moveTo>
                <a:lnTo>
                  <a:pt x="633143" y="103384"/>
                </a:lnTo>
                <a:cubicBezTo>
                  <a:pt x="633143" y="110341"/>
                  <a:pt x="633426" y="114916"/>
                  <a:pt x="633990" y="117108"/>
                </a:cubicBezTo>
                <a:cubicBezTo>
                  <a:pt x="634869" y="120744"/>
                  <a:pt x="637018" y="123940"/>
                  <a:pt x="640438" y="126697"/>
                </a:cubicBezTo>
                <a:cubicBezTo>
                  <a:pt x="643858" y="129454"/>
                  <a:pt x="648172" y="130833"/>
                  <a:pt x="653380" y="130833"/>
                </a:cubicBezTo>
                <a:cubicBezTo>
                  <a:pt x="659655" y="130833"/>
                  <a:pt x="664738" y="128388"/>
                  <a:pt x="668628" y="123500"/>
                </a:cubicBezTo>
                <a:cubicBezTo>
                  <a:pt x="673711" y="117109"/>
                  <a:pt x="676252" y="108116"/>
                  <a:pt x="676252" y="96521"/>
                </a:cubicBezTo>
                <a:cubicBezTo>
                  <a:pt x="676252" y="83362"/>
                  <a:pt x="673366" y="73241"/>
                  <a:pt x="667593" y="66160"/>
                </a:cubicBezTo>
                <a:cubicBezTo>
                  <a:pt x="663577" y="61272"/>
                  <a:pt x="658808" y="58828"/>
                  <a:pt x="653286" y="58828"/>
                </a:cubicBezTo>
                <a:cubicBezTo>
                  <a:pt x="650274" y="58828"/>
                  <a:pt x="647293" y="59580"/>
                  <a:pt x="644344" y="61084"/>
                </a:cubicBezTo>
                <a:cubicBezTo>
                  <a:pt x="642085" y="62211"/>
                  <a:pt x="638351" y="65595"/>
                  <a:pt x="633143" y="71234"/>
                </a:cubicBezTo>
                <a:close/>
                <a:moveTo>
                  <a:pt x="747786" y="45180"/>
                </a:moveTo>
                <a:cubicBezTo>
                  <a:pt x="760838" y="45180"/>
                  <a:pt x="771318" y="50132"/>
                  <a:pt x="779224" y="60037"/>
                </a:cubicBezTo>
                <a:cubicBezTo>
                  <a:pt x="785938" y="68498"/>
                  <a:pt x="789295" y="78214"/>
                  <a:pt x="789295" y="89186"/>
                </a:cubicBezTo>
                <a:cubicBezTo>
                  <a:pt x="789295" y="96896"/>
                  <a:pt x="787444" y="104700"/>
                  <a:pt x="783742" y="112599"/>
                </a:cubicBezTo>
                <a:cubicBezTo>
                  <a:pt x="780040" y="120496"/>
                  <a:pt x="774941" y="126450"/>
                  <a:pt x="768447" y="130462"/>
                </a:cubicBezTo>
                <a:cubicBezTo>
                  <a:pt x="761952" y="134474"/>
                  <a:pt x="754720" y="136480"/>
                  <a:pt x="746751" y="136480"/>
                </a:cubicBezTo>
                <a:cubicBezTo>
                  <a:pt x="733762" y="136480"/>
                  <a:pt x="723440" y="131308"/>
                  <a:pt x="715784" y="120964"/>
                </a:cubicBezTo>
                <a:cubicBezTo>
                  <a:pt x="709321" y="112252"/>
                  <a:pt x="706089" y="102474"/>
                  <a:pt x="706089" y="91630"/>
                </a:cubicBezTo>
                <a:cubicBezTo>
                  <a:pt x="706089" y="83731"/>
                  <a:pt x="708050" y="75880"/>
                  <a:pt x="711972" y="68075"/>
                </a:cubicBezTo>
                <a:cubicBezTo>
                  <a:pt x="715894" y="60271"/>
                  <a:pt x="721055" y="54504"/>
                  <a:pt x="727456" y="50774"/>
                </a:cubicBezTo>
                <a:cubicBezTo>
                  <a:pt x="733856" y="47044"/>
                  <a:pt x="740633" y="45180"/>
                  <a:pt x="747786" y="45180"/>
                </a:cubicBezTo>
                <a:moveTo>
                  <a:pt x="744869" y="51392"/>
                </a:moveTo>
                <a:cubicBezTo>
                  <a:pt x="741543" y="51392"/>
                  <a:pt x="738202" y="52379"/>
                  <a:pt x="734844" y="54354"/>
                </a:cubicBezTo>
                <a:cubicBezTo>
                  <a:pt x="731487" y="56328"/>
                  <a:pt x="728773" y="59791"/>
                  <a:pt x="726703" y="64743"/>
                </a:cubicBezTo>
                <a:cubicBezTo>
                  <a:pt x="724632" y="69694"/>
                  <a:pt x="723597" y="76055"/>
                  <a:pt x="723597" y="83826"/>
                </a:cubicBezTo>
                <a:cubicBezTo>
                  <a:pt x="723597" y="96361"/>
                  <a:pt x="726091" y="107172"/>
                  <a:pt x="731079" y="116261"/>
                </a:cubicBezTo>
                <a:cubicBezTo>
                  <a:pt x="736068" y="125348"/>
                  <a:pt x="742641" y="129891"/>
                  <a:pt x="750798" y="129891"/>
                </a:cubicBezTo>
                <a:cubicBezTo>
                  <a:pt x="756885" y="129891"/>
                  <a:pt x="761905" y="127384"/>
                  <a:pt x="765858" y="122370"/>
                </a:cubicBezTo>
                <a:cubicBezTo>
                  <a:pt x="769812" y="117356"/>
                  <a:pt x="771788" y="108739"/>
                  <a:pt x="771788" y="96518"/>
                </a:cubicBezTo>
                <a:cubicBezTo>
                  <a:pt x="771788" y="81225"/>
                  <a:pt x="768494" y="69191"/>
                  <a:pt x="761905" y="60416"/>
                </a:cubicBezTo>
                <a:cubicBezTo>
                  <a:pt x="757450" y="54400"/>
                  <a:pt x="751771" y="51392"/>
                  <a:pt x="744869" y="51392"/>
                </a:cubicBezTo>
                <a:close/>
                <a:moveTo>
                  <a:pt x="827227" y="45180"/>
                </a:moveTo>
                <a:lnTo>
                  <a:pt x="827227" y="64569"/>
                </a:lnTo>
                <a:cubicBezTo>
                  <a:pt x="834444" y="51643"/>
                  <a:pt x="841848" y="45180"/>
                  <a:pt x="849441" y="45180"/>
                </a:cubicBezTo>
                <a:cubicBezTo>
                  <a:pt x="852892" y="45180"/>
                  <a:pt x="855747" y="46231"/>
                  <a:pt x="858006" y="48333"/>
                </a:cubicBezTo>
                <a:cubicBezTo>
                  <a:pt x="860265" y="50435"/>
                  <a:pt x="861394" y="52866"/>
                  <a:pt x="861394" y="55627"/>
                </a:cubicBezTo>
                <a:cubicBezTo>
                  <a:pt x="861394" y="58075"/>
                  <a:pt x="860579" y="60145"/>
                  <a:pt x="858947" y="61840"/>
                </a:cubicBezTo>
                <a:cubicBezTo>
                  <a:pt x="857316" y="63534"/>
                  <a:pt x="855370" y="64381"/>
                  <a:pt x="853111" y="64381"/>
                </a:cubicBezTo>
                <a:cubicBezTo>
                  <a:pt x="850915" y="64381"/>
                  <a:pt x="848452" y="63299"/>
                  <a:pt x="845723" y="61134"/>
                </a:cubicBezTo>
                <a:cubicBezTo>
                  <a:pt x="842993" y="58969"/>
                  <a:pt x="840969" y="57886"/>
                  <a:pt x="839652" y="57886"/>
                </a:cubicBezTo>
                <a:cubicBezTo>
                  <a:pt x="838522" y="57886"/>
                  <a:pt x="837299" y="58512"/>
                  <a:pt x="835981" y="59763"/>
                </a:cubicBezTo>
                <a:cubicBezTo>
                  <a:pt x="833157" y="62330"/>
                  <a:pt x="830239" y="66555"/>
                  <a:pt x="827227" y="72437"/>
                </a:cubicBezTo>
                <a:lnTo>
                  <a:pt x="827227" y="113652"/>
                </a:lnTo>
                <a:cubicBezTo>
                  <a:pt x="827227" y="118407"/>
                  <a:pt x="827823" y="122006"/>
                  <a:pt x="829016" y="124447"/>
                </a:cubicBezTo>
                <a:cubicBezTo>
                  <a:pt x="829831" y="126137"/>
                  <a:pt x="831275" y="127546"/>
                  <a:pt x="833345" y="128674"/>
                </a:cubicBezTo>
                <a:cubicBezTo>
                  <a:pt x="835416" y="129799"/>
                  <a:pt x="838397" y="130362"/>
                  <a:pt x="842287" y="130362"/>
                </a:cubicBezTo>
                <a:lnTo>
                  <a:pt x="842287" y="133845"/>
                </a:lnTo>
                <a:lnTo>
                  <a:pt x="798143" y="133845"/>
                </a:lnTo>
                <a:lnTo>
                  <a:pt x="798143" y="130362"/>
                </a:lnTo>
                <a:cubicBezTo>
                  <a:pt x="802535" y="130362"/>
                  <a:pt x="805798" y="129674"/>
                  <a:pt x="807932" y="128297"/>
                </a:cubicBezTo>
                <a:cubicBezTo>
                  <a:pt x="809501" y="127295"/>
                  <a:pt x="810599" y="125698"/>
                  <a:pt x="811226" y="123506"/>
                </a:cubicBezTo>
                <a:cubicBezTo>
                  <a:pt x="811540" y="122441"/>
                  <a:pt x="811697" y="119404"/>
                  <a:pt x="811697" y="114396"/>
                </a:cubicBezTo>
                <a:lnTo>
                  <a:pt x="811697" y="81056"/>
                </a:lnTo>
                <a:cubicBezTo>
                  <a:pt x="811697" y="71037"/>
                  <a:pt x="811493" y="65074"/>
                  <a:pt x="811085" y="63166"/>
                </a:cubicBezTo>
                <a:cubicBezTo>
                  <a:pt x="810677" y="61256"/>
                  <a:pt x="809924" y="59863"/>
                  <a:pt x="808826" y="58986"/>
                </a:cubicBezTo>
                <a:cubicBezTo>
                  <a:pt x="807728" y="58110"/>
                  <a:pt x="806363" y="57672"/>
                  <a:pt x="804732" y="57672"/>
                </a:cubicBezTo>
                <a:cubicBezTo>
                  <a:pt x="802786" y="57672"/>
                  <a:pt x="800590" y="58141"/>
                  <a:pt x="798143" y="59081"/>
                </a:cubicBezTo>
                <a:lnTo>
                  <a:pt x="797202" y="55698"/>
                </a:lnTo>
                <a:lnTo>
                  <a:pt x="823274" y="45180"/>
                </a:lnTo>
                <a:lnTo>
                  <a:pt x="827227" y="45180"/>
                </a:lnTo>
                <a:close/>
                <a:moveTo>
                  <a:pt x="891231" y="19201"/>
                </a:moveTo>
                <a:lnTo>
                  <a:pt x="891231" y="47627"/>
                </a:lnTo>
                <a:lnTo>
                  <a:pt x="911373" y="47627"/>
                </a:lnTo>
                <a:lnTo>
                  <a:pt x="911373" y="54216"/>
                </a:lnTo>
                <a:lnTo>
                  <a:pt x="891231" y="54216"/>
                </a:lnTo>
                <a:lnTo>
                  <a:pt x="891231" y="110049"/>
                </a:lnTo>
                <a:cubicBezTo>
                  <a:pt x="891231" y="115628"/>
                  <a:pt x="892031" y="119389"/>
                  <a:pt x="893631" y="121332"/>
                </a:cubicBezTo>
                <a:cubicBezTo>
                  <a:pt x="895231" y="123273"/>
                  <a:pt x="897286" y="124244"/>
                  <a:pt x="899796" y="124244"/>
                </a:cubicBezTo>
                <a:cubicBezTo>
                  <a:pt x="901867" y="124244"/>
                  <a:pt x="903875" y="123601"/>
                  <a:pt x="905820" y="122314"/>
                </a:cubicBezTo>
                <a:cubicBezTo>
                  <a:pt x="907765" y="121028"/>
                  <a:pt x="909271" y="119130"/>
                  <a:pt x="910338" y="116620"/>
                </a:cubicBezTo>
                <a:lnTo>
                  <a:pt x="914009" y="116620"/>
                </a:lnTo>
                <a:cubicBezTo>
                  <a:pt x="911813" y="122787"/>
                  <a:pt x="908707" y="127451"/>
                  <a:pt x="904691" y="130612"/>
                </a:cubicBezTo>
                <a:cubicBezTo>
                  <a:pt x="900675" y="133771"/>
                  <a:pt x="896533" y="135351"/>
                  <a:pt x="892266" y="135351"/>
                </a:cubicBezTo>
                <a:cubicBezTo>
                  <a:pt x="889380" y="135351"/>
                  <a:pt x="886556" y="134550"/>
                  <a:pt x="883795" y="132947"/>
                </a:cubicBezTo>
                <a:cubicBezTo>
                  <a:pt x="881034" y="131345"/>
                  <a:pt x="878995" y="129053"/>
                  <a:pt x="877677" y="126071"/>
                </a:cubicBezTo>
                <a:cubicBezTo>
                  <a:pt x="876359" y="123086"/>
                  <a:pt x="875700" y="118484"/>
                  <a:pt x="875700" y="112264"/>
                </a:cubicBezTo>
                <a:lnTo>
                  <a:pt x="875700" y="54216"/>
                </a:lnTo>
                <a:lnTo>
                  <a:pt x="862052" y="54216"/>
                </a:lnTo>
                <a:lnTo>
                  <a:pt x="862052" y="51109"/>
                </a:lnTo>
                <a:cubicBezTo>
                  <a:pt x="865504" y="49725"/>
                  <a:pt x="869033" y="47381"/>
                  <a:pt x="872641" y="44077"/>
                </a:cubicBezTo>
                <a:cubicBezTo>
                  <a:pt x="876249" y="40772"/>
                  <a:pt x="879465" y="36855"/>
                  <a:pt x="882289" y="32323"/>
                </a:cubicBezTo>
                <a:cubicBezTo>
                  <a:pt x="883732" y="29932"/>
                  <a:pt x="885740" y="25559"/>
                  <a:pt x="888313" y="19201"/>
                </a:cubicBezTo>
                <a:lnTo>
                  <a:pt x="891231" y="19201"/>
                </a:lnTo>
                <a:close/>
                <a:moveTo>
                  <a:pt x="975504" y="45180"/>
                </a:moveTo>
                <a:lnTo>
                  <a:pt x="975504" y="74358"/>
                </a:lnTo>
                <a:lnTo>
                  <a:pt x="972398" y="74358"/>
                </a:lnTo>
                <a:cubicBezTo>
                  <a:pt x="970013" y="65206"/>
                  <a:pt x="966954" y="58982"/>
                  <a:pt x="963221" y="55683"/>
                </a:cubicBezTo>
                <a:cubicBezTo>
                  <a:pt x="959487" y="52383"/>
                  <a:pt x="954734" y="50733"/>
                  <a:pt x="948961" y="50733"/>
                </a:cubicBezTo>
                <a:cubicBezTo>
                  <a:pt x="944568" y="50733"/>
                  <a:pt x="941023" y="51893"/>
                  <a:pt x="938325" y="54213"/>
                </a:cubicBezTo>
                <a:cubicBezTo>
                  <a:pt x="935626" y="56530"/>
                  <a:pt x="934277" y="59100"/>
                  <a:pt x="934277" y="61922"/>
                </a:cubicBezTo>
                <a:cubicBezTo>
                  <a:pt x="934277" y="65432"/>
                  <a:pt x="935281" y="68440"/>
                  <a:pt x="937289" y="70946"/>
                </a:cubicBezTo>
                <a:cubicBezTo>
                  <a:pt x="939235" y="73517"/>
                  <a:pt x="943188" y="76244"/>
                  <a:pt x="949149" y="79126"/>
                </a:cubicBezTo>
                <a:lnTo>
                  <a:pt x="962891" y="85803"/>
                </a:lnTo>
                <a:cubicBezTo>
                  <a:pt x="975629" y="92007"/>
                  <a:pt x="981998" y="100187"/>
                  <a:pt x="981998" y="110343"/>
                </a:cubicBezTo>
                <a:cubicBezTo>
                  <a:pt x="981998" y="118177"/>
                  <a:pt x="979033" y="124492"/>
                  <a:pt x="973104" y="129288"/>
                </a:cubicBezTo>
                <a:cubicBezTo>
                  <a:pt x="967174" y="134083"/>
                  <a:pt x="960538" y="136480"/>
                  <a:pt x="953196" y="136480"/>
                </a:cubicBezTo>
                <a:cubicBezTo>
                  <a:pt x="947925" y="136480"/>
                  <a:pt x="941901" y="135539"/>
                  <a:pt x="935124" y="133656"/>
                </a:cubicBezTo>
                <a:cubicBezTo>
                  <a:pt x="933054" y="133029"/>
                  <a:pt x="931359" y="132715"/>
                  <a:pt x="930042" y="132715"/>
                </a:cubicBezTo>
                <a:cubicBezTo>
                  <a:pt x="928598" y="132715"/>
                  <a:pt x="927469" y="133531"/>
                  <a:pt x="926653" y="135162"/>
                </a:cubicBezTo>
                <a:lnTo>
                  <a:pt x="923547" y="135162"/>
                </a:lnTo>
                <a:lnTo>
                  <a:pt x="923547" y="104290"/>
                </a:lnTo>
                <a:lnTo>
                  <a:pt x="926653" y="104290"/>
                </a:lnTo>
                <a:cubicBezTo>
                  <a:pt x="928410" y="113106"/>
                  <a:pt x="931767" y="119750"/>
                  <a:pt x="936725" y="124220"/>
                </a:cubicBezTo>
                <a:cubicBezTo>
                  <a:pt x="941682" y="128691"/>
                  <a:pt x="947235" y="130927"/>
                  <a:pt x="953385" y="130927"/>
                </a:cubicBezTo>
                <a:cubicBezTo>
                  <a:pt x="957714" y="130927"/>
                  <a:pt x="961244" y="129658"/>
                  <a:pt x="963974" y="127121"/>
                </a:cubicBezTo>
                <a:cubicBezTo>
                  <a:pt x="966703" y="124581"/>
                  <a:pt x="968068" y="121525"/>
                  <a:pt x="968068" y="117952"/>
                </a:cubicBezTo>
                <a:cubicBezTo>
                  <a:pt x="968068" y="113627"/>
                  <a:pt x="966546" y="109991"/>
                  <a:pt x="963503" y="107046"/>
                </a:cubicBezTo>
                <a:cubicBezTo>
                  <a:pt x="960460" y="104100"/>
                  <a:pt x="954389" y="100372"/>
                  <a:pt x="945290" y="95860"/>
                </a:cubicBezTo>
                <a:cubicBezTo>
                  <a:pt x="936191" y="91346"/>
                  <a:pt x="930230" y="87271"/>
                  <a:pt x="927406" y="83635"/>
                </a:cubicBezTo>
                <a:cubicBezTo>
                  <a:pt x="924583" y="80062"/>
                  <a:pt x="923171" y="75549"/>
                  <a:pt x="923171" y="70096"/>
                </a:cubicBezTo>
                <a:cubicBezTo>
                  <a:pt x="923171" y="63013"/>
                  <a:pt x="925602" y="57090"/>
                  <a:pt x="930465" y="52327"/>
                </a:cubicBezTo>
                <a:cubicBezTo>
                  <a:pt x="935328" y="47562"/>
                  <a:pt x="941619" y="45180"/>
                  <a:pt x="949337" y="45180"/>
                </a:cubicBezTo>
                <a:cubicBezTo>
                  <a:pt x="952726" y="45180"/>
                  <a:pt x="956836" y="45901"/>
                  <a:pt x="961667" y="47344"/>
                </a:cubicBezTo>
                <a:cubicBezTo>
                  <a:pt x="964868" y="48286"/>
                  <a:pt x="967001" y="48756"/>
                  <a:pt x="968068" y="48756"/>
                </a:cubicBezTo>
                <a:cubicBezTo>
                  <a:pt x="969072" y="48756"/>
                  <a:pt x="969856" y="48537"/>
                  <a:pt x="970421" y="48097"/>
                </a:cubicBezTo>
                <a:cubicBezTo>
                  <a:pt x="970986" y="47658"/>
                  <a:pt x="971645" y="46686"/>
                  <a:pt x="972398" y="45180"/>
                </a:cubicBezTo>
                <a:lnTo>
                  <a:pt x="975504" y="45180"/>
                </a:lnTo>
                <a:close/>
                <a:moveTo>
                  <a:pt x="999098" y="166035"/>
                </a:moveTo>
                <a:lnTo>
                  <a:pt x="999098" y="161894"/>
                </a:lnTo>
                <a:cubicBezTo>
                  <a:pt x="1005561" y="159752"/>
                  <a:pt x="1010565" y="156430"/>
                  <a:pt x="1014111" y="151925"/>
                </a:cubicBezTo>
                <a:cubicBezTo>
                  <a:pt x="1017656" y="147423"/>
                  <a:pt x="1019429" y="142652"/>
                  <a:pt x="1019429" y="137613"/>
                </a:cubicBezTo>
                <a:cubicBezTo>
                  <a:pt x="1019429" y="136418"/>
                  <a:pt x="1019146" y="135413"/>
                  <a:pt x="1018582" y="134598"/>
                </a:cubicBezTo>
                <a:cubicBezTo>
                  <a:pt x="1018142" y="134033"/>
                  <a:pt x="1017703" y="133750"/>
                  <a:pt x="1017264" y="133750"/>
                </a:cubicBezTo>
                <a:cubicBezTo>
                  <a:pt x="1016574" y="133750"/>
                  <a:pt x="1015068" y="134378"/>
                  <a:pt x="1012746" y="135633"/>
                </a:cubicBezTo>
                <a:cubicBezTo>
                  <a:pt x="1011616" y="136198"/>
                  <a:pt x="1010424" y="136480"/>
                  <a:pt x="1009169" y="136480"/>
                </a:cubicBezTo>
                <a:cubicBezTo>
                  <a:pt x="1006094" y="136480"/>
                  <a:pt x="1003647" y="135570"/>
                  <a:pt x="1001827" y="133750"/>
                </a:cubicBezTo>
                <a:cubicBezTo>
                  <a:pt x="1000008" y="131931"/>
                  <a:pt x="999098" y="129421"/>
                  <a:pt x="999098" y="126221"/>
                </a:cubicBezTo>
                <a:cubicBezTo>
                  <a:pt x="999098" y="123146"/>
                  <a:pt x="1000274" y="120510"/>
                  <a:pt x="1002628" y="118314"/>
                </a:cubicBezTo>
                <a:cubicBezTo>
                  <a:pt x="1004981" y="116118"/>
                  <a:pt x="1007851" y="115020"/>
                  <a:pt x="1011240" y="115020"/>
                </a:cubicBezTo>
                <a:cubicBezTo>
                  <a:pt x="1015381" y="115020"/>
                  <a:pt x="1019068" y="116828"/>
                  <a:pt x="1022299" y="120444"/>
                </a:cubicBezTo>
                <a:cubicBezTo>
                  <a:pt x="1025531" y="124058"/>
                  <a:pt x="1027147" y="128850"/>
                  <a:pt x="1027147" y="134821"/>
                </a:cubicBezTo>
                <a:cubicBezTo>
                  <a:pt x="1027147" y="141298"/>
                  <a:pt x="1024904" y="147318"/>
                  <a:pt x="1020417" y="152881"/>
                </a:cubicBezTo>
                <a:cubicBezTo>
                  <a:pt x="1015930" y="158444"/>
                  <a:pt x="1008824" y="162829"/>
                  <a:pt x="999098" y="166035"/>
                </a:cubicBezTo>
                <a:close/>
                <a:moveTo>
                  <a:pt x="1116376" y="45180"/>
                </a:moveTo>
                <a:lnTo>
                  <a:pt x="1116376" y="64569"/>
                </a:lnTo>
                <a:cubicBezTo>
                  <a:pt x="1123593" y="51643"/>
                  <a:pt x="1130997" y="45180"/>
                  <a:pt x="1138590" y="45180"/>
                </a:cubicBezTo>
                <a:cubicBezTo>
                  <a:pt x="1142041" y="45180"/>
                  <a:pt x="1144896" y="46231"/>
                  <a:pt x="1147155" y="48333"/>
                </a:cubicBezTo>
                <a:cubicBezTo>
                  <a:pt x="1149414" y="50435"/>
                  <a:pt x="1150543" y="52866"/>
                  <a:pt x="1150543" y="55627"/>
                </a:cubicBezTo>
                <a:cubicBezTo>
                  <a:pt x="1150543" y="58075"/>
                  <a:pt x="1149728" y="60145"/>
                  <a:pt x="1148096" y="61840"/>
                </a:cubicBezTo>
                <a:cubicBezTo>
                  <a:pt x="1146465" y="63534"/>
                  <a:pt x="1144519" y="64381"/>
                  <a:pt x="1142260" y="64381"/>
                </a:cubicBezTo>
                <a:cubicBezTo>
                  <a:pt x="1140064" y="64381"/>
                  <a:pt x="1137601" y="63299"/>
                  <a:pt x="1134872" y="61134"/>
                </a:cubicBezTo>
                <a:cubicBezTo>
                  <a:pt x="1132142" y="58969"/>
                  <a:pt x="1130118" y="57886"/>
                  <a:pt x="1128801" y="57886"/>
                </a:cubicBezTo>
                <a:cubicBezTo>
                  <a:pt x="1127671" y="57886"/>
                  <a:pt x="1126448" y="58512"/>
                  <a:pt x="1125130" y="59763"/>
                </a:cubicBezTo>
                <a:cubicBezTo>
                  <a:pt x="1122306" y="62330"/>
                  <a:pt x="1119388" y="66555"/>
                  <a:pt x="1116376" y="72437"/>
                </a:cubicBezTo>
                <a:lnTo>
                  <a:pt x="1116376" y="113652"/>
                </a:lnTo>
                <a:cubicBezTo>
                  <a:pt x="1116376" y="118407"/>
                  <a:pt x="1116972" y="122006"/>
                  <a:pt x="1118165" y="124447"/>
                </a:cubicBezTo>
                <a:cubicBezTo>
                  <a:pt x="1118980" y="126137"/>
                  <a:pt x="1120424" y="127546"/>
                  <a:pt x="1122494" y="128674"/>
                </a:cubicBezTo>
                <a:cubicBezTo>
                  <a:pt x="1124565" y="129799"/>
                  <a:pt x="1127546" y="130362"/>
                  <a:pt x="1131436" y="130362"/>
                </a:cubicBezTo>
                <a:lnTo>
                  <a:pt x="1131436" y="133845"/>
                </a:lnTo>
                <a:lnTo>
                  <a:pt x="1087292" y="133845"/>
                </a:lnTo>
                <a:lnTo>
                  <a:pt x="1087292" y="130362"/>
                </a:lnTo>
                <a:cubicBezTo>
                  <a:pt x="1091684" y="130362"/>
                  <a:pt x="1094947" y="129674"/>
                  <a:pt x="1097081" y="128297"/>
                </a:cubicBezTo>
                <a:cubicBezTo>
                  <a:pt x="1098650" y="127295"/>
                  <a:pt x="1099748" y="125698"/>
                  <a:pt x="1100375" y="123506"/>
                </a:cubicBezTo>
                <a:cubicBezTo>
                  <a:pt x="1100689" y="122441"/>
                  <a:pt x="1100846" y="119404"/>
                  <a:pt x="1100846" y="114396"/>
                </a:cubicBezTo>
                <a:lnTo>
                  <a:pt x="1100846" y="81056"/>
                </a:lnTo>
                <a:cubicBezTo>
                  <a:pt x="1100846" y="71037"/>
                  <a:pt x="1100642" y="65074"/>
                  <a:pt x="1100234" y="63166"/>
                </a:cubicBezTo>
                <a:cubicBezTo>
                  <a:pt x="1099826" y="61256"/>
                  <a:pt x="1099073" y="59863"/>
                  <a:pt x="1097975" y="58986"/>
                </a:cubicBezTo>
                <a:cubicBezTo>
                  <a:pt x="1096877" y="58110"/>
                  <a:pt x="1095512" y="57672"/>
                  <a:pt x="1093881" y="57672"/>
                </a:cubicBezTo>
                <a:cubicBezTo>
                  <a:pt x="1091935" y="57672"/>
                  <a:pt x="1089739" y="58141"/>
                  <a:pt x="1087292" y="59081"/>
                </a:cubicBezTo>
                <a:lnTo>
                  <a:pt x="1086351" y="55698"/>
                </a:lnTo>
                <a:lnTo>
                  <a:pt x="1112423" y="45180"/>
                </a:lnTo>
                <a:lnTo>
                  <a:pt x="1116376" y="45180"/>
                </a:lnTo>
                <a:close/>
                <a:moveTo>
                  <a:pt x="1204193" y="121420"/>
                </a:moveTo>
                <a:cubicBezTo>
                  <a:pt x="1195346" y="128260"/>
                  <a:pt x="1189792" y="132213"/>
                  <a:pt x="1187533" y="133280"/>
                </a:cubicBezTo>
                <a:cubicBezTo>
                  <a:pt x="1184145" y="134911"/>
                  <a:pt x="1180537" y="135727"/>
                  <a:pt x="1176709" y="135727"/>
                </a:cubicBezTo>
                <a:cubicBezTo>
                  <a:pt x="1170748" y="135727"/>
                  <a:pt x="1165838" y="133688"/>
                  <a:pt x="1161979" y="129609"/>
                </a:cubicBezTo>
                <a:cubicBezTo>
                  <a:pt x="1158119" y="125530"/>
                  <a:pt x="1156190" y="120165"/>
                  <a:pt x="1156190" y="113514"/>
                </a:cubicBezTo>
                <a:cubicBezTo>
                  <a:pt x="1156190" y="109310"/>
                  <a:pt x="1157131" y="105670"/>
                  <a:pt x="1159014" y="102595"/>
                </a:cubicBezTo>
                <a:cubicBezTo>
                  <a:pt x="1161586" y="98328"/>
                  <a:pt x="1166057" y="94312"/>
                  <a:pt x="1172426" y="90547"/>
                </a:cubicBezTo>
                <a:cubicBezTo>
                  <a:pt x="1178795" y="86783"/>
                  <a:pt x="1189384" y="82202"/>
                  <a:pt x="1204193" y="76805"/>
                </a:cubicBezTo>
                <a:lnTo>
                  <a:pt x="1204193" y="73417"/>
                </a:lnTo>
                <a:cubicBezTo>
                  <a:pt x="1204193" y="64820"/>
                  <a:pt x="1202828" y="58922"/>
                  <a:pt x="1200099" y="55722"/>
                </a:cubicBezTo>
                <a:cubicBezTo>
                  <a:pt x="1197369" y="52521"/>
                  <a:pt x="1193400" y="50921"/>
                  <a:pt x="1188192" y="50921"/>
                </a:cubicBezTo>
                <a:cubicBezTo>
                  <a:pt x="1184239" y="50921"/>
                  <a:pt x="1181101" y="51984"/>
                  <a:pt x="1178780" y="54110"/>
                </a:cubicBezTo>
                <a:cubicBezTo>
                  <a:pt x="1176395" y="56235"/>
                  <a:pt x="1175203" y="58674"/>
                  <a:pt x="1175203" y="61425"/>
                </a:cubicBezTo>
                <a:lnTo>
                  <a:pt x="1175391" y="66863"/>
                </a:lnTo>
                <a:cubicBezTo>
                  <a:pt x="1175391" y="69738"/>
                  <a:pt x="1174654" y="71957"/>
                  <a:pt x="1173179" y="73520"/>
                </a:cubicBezTo>
                <a:cubicBezTo>
                  <a:pt x="1171705" y="75083"/>
                  <a:pt x="1169775" y="75864"/>
                  <a:pt x="1167391" y="75864"/>
                </a:cubicBezTo>
                <a:cubicBezTo>
                  <a:pt x="1165069" y="75864"/>
                  <a:pt x="1163171" y="75051"/>
                  <a:pt x="1161696" y="73426"/>
                </a:cubicBezTo>
                <a:cubicBezTo>
                  <a:pt x="1160222" y="71798"/>
                  <a:pt x="1159484" y="69576"/>
                  <a:pt x="1159484" y="66761"/>
                </a:cubicBezTo>
                <a:cubicBezTo>
                  <a:pt x="1159484" y="61382"/>
                  <a:pt x="1162245" y="56440"/>
                  <a:pt x="1167767" y="51936"/>
                </a:cubicBezTo>
                <a:cubicBezTo>
                  <a:pt x="1173289" y="47432"/>
                  <a:pt x="1181039" y="45180"/>
                  <a:pt x="1191016" y="45180"/>
                </a:cubicBezTo>
                <a:cubicBezTo>
                  <a:pt x="1198671" y="45180"/>
                  <a:pt x="1204946" y="46464"/>
                  <a:pt x="1209841" y="49033"/>
                </a:cubicBezTo>
                <a:cubicBezTo>
                  <a:pt x="1213543" y="50976"/>
                  <a:pt x="1216273" y="54017"/>
                  <a:pt x="1218029" y="58154"/>
                </a:cubicBezTo>
                <a:cubicBezTo>
                  <a:pt x="1219159" y="60848"/>
                  <a:pt x="1219724" y="66363"/>
                  <a:pt x="1219724" y="74699"/>
                </a:cubicBezTo>
                <a:lnTo>
                  <a:pt x="1219724" y="103937"/>
                </a:lnTo>
                <a:cubicBezTo>
                  <a:pt x="1219724" y="112147"/>
                  <a:pt x="1219881" y="117177"/>
                  <a:pt x="1220194" y="119026"/>
                </a:cubicBezTo>
                <a:cubicBezTo>
                  <a:pt x="1220508" y="120875"/>
                  <a:pt x="1221026" y="122113"/>
                  <a:pt x="1221747" y="122741"/>
                </a:cubicBezTo>
                <a:cubicBezTo>
                  <a:pt x="1222469" y="123366"/>
                  <a:pt x="1223300" y="123679"/>
                  <a:pt x="1224242" y="123679"/>
                </a:cubicBezTo>
                <a:cubicBezTo>
                  <a:pt x="1225246" y="123679"/>
                  <a:pt x="1226124" y="123460"/>
                  <a:pt x="1226877" y="123020"/>
                </a:cubicBezTo>
                <a:cubicBezTo>
                  <a:pt x="1228195" y="122205"/>
                  <a:pt x="1230736" y="119914"/>
                  <a:pt x="1234501" y="116149"/>
                </a:cubicBezTo>
                <a:lnTo>
                  <a:pt x="1234501" y="121420"/>
                </a:lnTo>
                <a:cubicBezTo>
                  <a:pt x="1227473" y="130833"/>
                  <a:pt x="1220759" y="135539"/>
                  <a:pt x="1214359" y="135539"/>
                </a:cubicBezTo>
                <a:cubicBezTo>
                  <a:pt x="1211284" y="135539"/>
                  <a:pt x="1208837" y="134472"/>
                  <a:pt x="1207017" y="132339"/>
                </a:cubicBezTo>
                <a:cubicBezTo>
                  <a:pt x="1205197" y="130205"/>
                  <a:pt x="1204256" y="126566"/>
                  <a:pt x="1204193" y="121420"/>
                </a:cubicBezTo>
                <a:moveTo>
                  <a:pt x="1204193" y="115249"/>
                </a:moveTo>
                <a:lnTo>
                  <a:pt x="1204193" y="82547"/>
                </a:lnTo>
                <a:cubicBezTo>
                  <a:pt x="1194718" y="86294"/>
                  <a:pt x="1188600" y="88949"/>
                  <a:pt x="1185839" y="90512"/>
                </a:cubicBezTo>
                <a:cubicBezTo>
                  <a:pt x="1180882" y="93261"/>
                  <a:pt x="1177336" y="96135"/>
                  <a:pt x="1175203" y="99133"/>
                </a:cubicBezTo>
                <a:cubicBezTo>
                  <a:pt x="1173069" y="102132"/>
                  <a:pt x="1172003" y="105411"/>
                  <a:pt x="1172003" y="108972"/>
                </a:cubicBezTo>
                <a:cubicBezTo>
                  <a:pt x="1172003" y="113471"/>
                  <a:pt x="1173352" y="117203"/>
                  <a:pt x="1176050" y="120170"/>
                </a:cubicBezTo>
                <a:cubicBezTo>
                  <a:pt x="1178748" y="123137"/>
                  <a:pt x="1181854" y="124620"/>
                  <a:pt x="1185368" y="124620"/>
                </a:cubicBezTo>
                <a:cubicBezTo>
                  <a:pt x="1190137" y="124620"/>
                  <a:pt x="1196412" y="121497"/>
                  <a:pt x="1204193" y="115249"/>
                </a:cubicBezTo>
                <a:close/>
                <a:moveTo>
                  <a:pt x="1265968" y="19201"/>
                </a:moveTo>
                <a:lnTo>
                  <a:pt x="1265968" y="47627"/>
                </a:lnTo>
                <a:lnTo>
                  <a:pt x="1286111" y="47627"/>
                </a:lnTo>
                <a:lnTo>
                  <a:pt x="1286111" y="54216"/>
                </a:lnTo>
                <a:lnTo>
                  <a:pt x="1265968" y="54216"/>
                </a:lnTo>
                <a:lnTo>
                  <a:pt x="1265968" y="110049"/>
                </a:lnTo>
                <a:cubicBezTo>
                  <a:pt x="1265968" y="115628"/>
                  <a:pt x="1266768" y="119389"/>
                  <a:pt x="1268368" y="121332"/>
                </a:cubicBezTo>
                <a:cubicBezTo>
                  <a:pt x="1269968" y="123273"/>
                  <a:pt x="1272023" y="124244"/>
                  <a:pt x="1274533" y="124244"/>
                </a:cubicBezTo>
                <a:cubicBezTo>
                  <a:pt x="1276604" y="124244"/>
                  <a:pt x="1278612" y="123601"/>
                  <a:pt x="1280557" y="122314"/>
                </a:cubicBezTo>
                <a:cubicBezTo>
                  <a:pt x="1282502" y="121028"/>
                  <a:pt x="1284008" y="119130"/>
                  <a:pt x="1285075" y="116620"/>
                </a:cubicBezTo>
                <a:lnTo>
                  <a:pt x="1288746" y="116620"/>
                </a:lnTo>
                <a:cubicBezTo>
                  <a:pt x="1286550" y="122787"/>
                  <a:pt x="1283444" y="127451"/>
                  <a:pt x="1279428" y="130612"/>
                </a:cubicBezTo>
                <a:cubicBezTo>
                  <a:pt x="1275412" y="133771"/>
                  <a:pt x="1271270" y="135351"/>
                  <a:pt x="1267003" y="135351"/>
                </a:cubicBezTo>
                <a:cubicBezTo>
                  <a:pt x="1264117" y="135351"/>
                  <a:pt x="1261293" y="134550"/>
                  <a:pt x="1258532" y="132947"/>
                </a:cubicBezTo>
                <a:cubicBezTo>
                  <a:pt x="1255771" y="131345"/>
                  <a:pt x="1253732" y="129053"/>
                  <a:pt x="1252414" y="126071"/>
                </a:cubicBezTo>
                <a:cubicBezTo>
                  <a:pt x="1251096" y="123086"/>
                  <a:pt x="1250437" y="118484"/>
                  <a:pt x="1250437" y="112264"/>
                </a:cubicBezTo>
                <a:lnTo>
                  <a:pt x="1250437" y="54216"/>
                </a:lnTo>
                <a:lnTo>
                  <a:pt x="1236789" y="54216"/>
                </a:lnTo>
                <a:lnTo>
                  <a:pt x="1236789" y="51109"/>
                </a:lnTo>
                <a:cubicBezTo>
                  <a:pt x="1240241" y="49725"/>
                  <a:pt x="1243770" y="47381"/>
                  <a:pt x="1247378" y="44077"/>
                </a:cubicBezTo>
                <a:cubicBezTo>
                  <a:pt x="1250987" y="40772"/>
                  <a:pt x="1254202" y="36855"/>
                  <a:pt x="1257026" y="32323"/>
                </a:cubicBezTo>
                <a:cubicBezTo>
                  <a:pt x="1258469" y="29932"/>
                  <a:pt x="1260477" y="25559"/>
                  <a:pt x="1263050" y="19201"/>
                </a:cubicBezTo>
                <a:lnTo>
                  <a:pt x="1265968" y="19201"/>
                </a:lnTo>
                <a:close/>
                <a:moveTo>
                  <a:pt x="1319840" y="0"/>
                </a:moveTo>
                <a:lnTo>
                  <a:pt x="1319840" y="63157"/>
                </a:lnTo>
                <a:cubicBezTo>
                  <a:pt x="1326805" y="55502"/>
                  <a:pt x="1332327" y="50592"/>
                  <a:pt x="1336406" y="48427"/>
                </a:cubicBezTo>
                <a:cubicBezTo>
                  <a:pt x="1340484" y="46262"/>
                  <a:pt x="1344563" y="45180"/>
                  <a:pt x="1348642" y="45180"/>
                </a:cubicBezTo>
                <a:cubicBezTo>
                  <a:pt x="1353536" y="45180"/>
                  <a:pt x="1357741" y="46526"/>
                  <a:pt x="1361255" y="49218"/>
                </a:cubicBezTo>
                <a:cubicBezTo>
                  <a:pt x="1364768" y="51910"/>
                  <a:pt x="1367373" y="56136"/>
                  <a:pt x="1369067" y="61895"/>
                </a:cubicBezTo>
                <a:cubicBezTo>
                  <a:pt x="1370259" y="65904"/>
                  <a:pt x="1370855" y="73230"/>
                  <a:pt x="1370855" y="83873"/>
                </a:cubicBezTo>
                <a:lnTo>
                  <a:pt x="1370855" y="114302"/>
                </a:lnTo>
                <a:cubicBezTo>
                  <a:pt x="1370855" y="119750"/>
                  <a:pt x="1371294" y="123475"/>
                  <a:pt x="1372173" y="125479"/>
                </a:cubicBezTo>
                <a:cubicBezTo>
                  <a:pt x="1372800" y="126981"/>
                  <a:pt x="1373867" y="128171"/>
                  <a:pt x="1375373" y="129047"/>
                </a:cubicBezTo>
                <a:cubicBezTo>
                  <a:pt x="1376879" y="129924"/>
                  <a:pt x="1379640" y="130362"/>
                  <a:pt x="1383656" y="130362"/>
                </a:cubicBezTo>
                <a:lnTo>
                  <a:pt x="1383656" y="133845"/>
                </a:lnTo>
                <a:lnTo>
                  <a:pt x="1341300" y="133845"/>
                </a:lnTo>
                <a:lnTo>
                  <a:pt x="1341300" y="130362"/>
                </a:lnTo>
                <a:lnTo>
                  <a:pt x="1343277" y="130362"/>
                </a:lnTo>
                <a:cubicBezTo>
                  <a:pt x="1347293" y="130362"/>
                  <a:pt x="1350085" y="129750"/>
                  <a:pt x="1351654" y="128527"/>
                </a:cubicBezTo>
                <a:cubicBezTo>
                  <a:pt x="1353223" y="127303"/>
                  <a:pt x="1354321" y="125499"/>
                  <a:pt x="1354948" y="123114"/>
                </a:cubicBezTo>
                <a:cubicBezTo>
                  <a:pt x="1355136" y="122110"/>
                  <a:pt x="1355231" y="119161"/>
                  <a:pt x="1355231" y="114267"/>
                </a:cubicBezTo>
                <a:lnTo>
                  <a:pt x="1355231" y="83771"/>
                </a:lnTo>
                <a:cubicBezTo>
                  <a:pt x="1355231" y="74358"/>
                  <a:pt x="1354744" y="68177"/>
                  <a:pt x="1353772" y="65228"/>
                </a:cubicBezTo>
                <a:cubicBezTo>
                  <a:pt x="1352799" y="62279"/>
                  <a:pt x="1351246" y="60067"/>
                  <a:pt x="1349112" y="58592"/>
                </a:cubicBezTo>
                <a:cubicBezTo>
                  <a:pt x="1346979" y="57118"/>
                  <a:pt x="1344406" y="56380"/>
                  <a:pt x="1341394" y="56380"/>
                </a:cubicBezTo>
                <a:cubicBezTo>
                  <a:pt x="1338320" y="56380"/>
                  <a:pt x="1335119" y="57196"/>
                  <a:pt x="1331794" y="58828"/>
                </a:cubicBezTo>
                <a:cubicBezTo>
                  <a:pt x="1328468" y="60459"/>
                  <a:pt x="1324483" y="63753"/>
                  <a:pt x="1319840" y="68711"/>
                </a:cubicBezTo>
                <a:lnTo>
                  <a:pt x="1319840" y="114267"/>
                </a:lnTo>
                <a:cubicBezTo>
                  <a:pt x="1319840" y="120165"/>
                  <a:pt x="1320169" y="123836"/>
                  <a:pt x="1320828" y="125279"/>
                </a:cubicBezTo>
                <a:cubicBezTo>
                  <a:pt x="1321487" y="126723"/>
                  <a:pt x="1322711" y="127930"/>
                  <a:pt x="1324499" y="128903"/>
                </a:cubicBezTo>
                <a:cubicBezTo>
                  <a:pt x="1326287" y="129876"/>
                  <a:pt x="1329378" y="130362"/>
                  <a:pt x="1333770" y="130362"/>
                </a:cubicBezTo>
                <a:lnTo>
                  <a:pt x="1333770" y="133845"/>
                </a:lnTo>
                <a:lnTo>
                  <a:pt x="1291038" y="133845"/>
                </a:lnTo>
                <a:lnTo>
                  <a:pt x="1291038" y="130362"/>
                </a:lnTo>
                <a:cubicBezTo>
                  <a:pt x="1294866" y="130362"/>
                  <a:pt x="1297878" y="129766"/>
                  <a:pt x="1300074" y="128574"/>
                </a:cubicBezTo>
                <a:cubicBezTo>
                  <a:pt x="1301329" y="127948"/>
                  <a:pt x="1302333" y="126758"/>
                  <a:pt x="1303086" y="125003"/>
                </a:cubicBezTo>
                <a:cubicBezTo>
                  <a:pt x="1303839" y="123246"/>
                  <a:pt x="1304215" y="119671"/>
                  <a:pt x="1304215" y="114279"/>
                </a:cubicBezTo>
                <a:lnTo>
                  <a:pt x="1304215" y="36305"/>
                </a:lnTo>
                <a:cubicBezTo>
                  <a:pt x="1304215" y="26462"/>
                  <a:pt x="1303980" y="20411"/>
                  <a:pt x="1303509" y="18154"/>
                </a:cubicBezTo>
                <a:cubicBezTo>
                  <a:pt x="1303039" y="15895"/>
                  <a:pt x="1302317" y="14359"/>
                  <a:pt x="1301344" y="13545"/>
                </a:cubicBezTo>
                <a:cubicBezTo>
                  <a:pt x="1300372" y="12729"/>
                  <a:pt x="1299070" y="12321"/>
                  <a:pt x="1297438" y="12321"/>
                </a:cubicBezTo>
                <a:cubicBezTo>
                  <a:pt x="1296121" y="12321"/>
                  <a:pt x="1293987" y="12823"/>
                  <a:pt x="1291038" y="13827"/>
                </a:cubicBezTo>
                <a:lnTo>
                  <a:pt x="1289720" y="10533"/>
                </a:lnTo>
                <a:lnTo>
                  <a:pt x="1315510" y="0"/>
                </a:lnTo>
                <a:lnTo>
                  <a:pt x="1319840" y="0"/>
                </a:lnTo>
                <a:close/>
                <a:moveTo>
                  <a:pt x="1405398" y="80194"/>
                </a:moveTo>
                <a:cubicBezTo>
                  <a:pt x="1405336" y="92965"/>
                  <a:pt x="1408442" y="102983"/>
                  <a:pt x="1414717" y="110246"/>
                </a:cubicBezTo>
                <a:cubicBezTo>
                  <a:pt x="1420992" y="117507"/>
                  <a:pt x="1428365" y="121138"/>
                  <a:pt x="1436836" y="121138"/>
                </a:cubicBezTo>
                <a:cubicBezTo>
                  <a:pt x="1442483" y="121138"/>
                  <a:pt x="1447394" y="119585"/>
                  <a:pt x="1451566" y="116479"/>
                </a:cubicBezTo>
                <a:cubicBezTo>
                  <a:pt x="1455739" y="113373"/>
                  <a:pt x="1459238" y="108055"/>
                  <a:pt x="1462061" y="100525"/>
                </a:cubicBezTo>
                <a:lnTo>
                  <a:pt x="1464979" y="102407"/>
                </a:lnTo>
                <a:cubicBezTo>
                  <a:pt x="1463661" y="111004"/>
                  <a:pt x="1459834" y="118832"/>
                  <a:pt x="1453496" y="125891"/>
                </a:cubicBezTo>
                <a:cubicBezTo>
                  <a:pt x="1447158" y="132950"/>
                  <a:pt x="1439220" y="136480"/>
                  <a:pt x="1429683" y="136480"/>
                </a:cubicBezTo>
                <a:cubicBezTo>
                  <a:pt x="1419329" y="136480"/>
                  <a:pt x="1410466" y="132457"/>
                  <a:pt x="1403092" y="124412"/>
                </a:cubicBezTo>
                <a:cubicBezTo>
                  <a:pt x="1395719" y="116364"/>
                  <a:pt x="1392033" y="105546"/>
                  <a:pt x="1392033" y="91956"/>
                </a:cubicBezTo>
                <a:cubicBezTo>
                  <a:pt x="1392033" y="77242"/>
                  <a:pt x="1395814" y="65767"/>
                  <a:pt x="1403375" y="57533"/>
                </a:cubicBezTo>
                <a:cubicBezTo>
                  <a:pt x="1410936" y="49298"/>
                  <a:pt x="1420427" y="45180"/>
                  <a:pt x="1431847" y="45180"/>
                </a:cubicBezTo>
                <a:cubicBezTo>
                  <a:pt x="1441511" y="45180"/>
                  <a:pt x="1449449" y="48356"/>
                  <a:pt x="1455661" y="54710"/>
                </a:cubicBezTo>
                <a:cubicBezTo>
                  <a:pt x="1461873" y="61061"/>
                  <a:pt x="1464979" y="69556"/>
                  <a:pt x="1464979" y="80194"/>
                </a:cubicBezTo>
                <a:lnTo>
                  <a:pt x="1405398" y="80194"/>
                </a:lnTo>
                <a:moveTo>
                  <a:pt x="1405398" y="74735"/>
                </a:moveTo>
                <a:lnTo>
                  <a:pt x="1445307" y="74735"/>
                </a:lnTo>
                <a:cubicBezTo>
                  <a:pt x="1444993" y="69213"/>
                  <a:pt x="1444335" y="65322"/>
                  <a:pt x="1443331" y="63063"/>
                </a:cubicBezTo>
                <a:cubicBezTo>
                  <a:pt x="1441762" y="59549"/>
                  <a:pt x="1439424" y="56788"/>
                  <a:pt x="1436318" y="54780"/>
                </a:cubicBezTo>
                <a:cubicBezTo>
                  <a:pt x="1433212" y="52772"/>
                  <a:pt x="1429965" y="51768"/>
                  <a:pt x="1426576" y="51768"/>
                </a:cubicBezTo>
                <a:cubicBezTo>
                  <a:pt x="1421368" y="51768"/>
                  <a:pt x="1416709" y="53792"/>
                  <a:pt x="1412599" y="57839"/>
                </a:cubicBezTo>
                <a:cubicBezTo>
                  <a:pt x="1408489" y="61887"/>
                  <a:pt x="1406089" y="67518"/>
                  <a:pt x="1405398" y="74735"/>
                </a:cubicBezTo>
                <a:close/>
                <a:moveTo>
                  <a:pt x="1501716" y="45180"/>
                </a:moveTo>
                <a:lnTo>
                  <a:pt x="1501716" y="64569"/>
                </a:lnTo>
                <a:cubicBezTo>
                  <a:pt x="1508932" y="51643"/>
                  <a:pt x="1516337" y="45180"/>
                  <a:pt x="1523929" y="45180"/>
                </a:cubicBezTo>
                <a:cubicBezTo>
                  <a:pt x="1527380" y="45180"/>
                  <a:pt x="1530236" y="46231"/>
                  <a:pt x="1532495" y="48333"/>
                </a:cubicBezTo>
                <a:cubicBezTo>
                  <a:pt x="1534754" y="50435"/>
                  <a:pt x="1535883" y="52866"/>
                  <a:pt x="1535883" y="55627"/>
                </a:cubicBezTo>
                <a:cubicBezTo>
                  <a:pt x="1535883" y="58075"/>
                  <a:pt x="1535067" y="60145"/>
                  <a:pt x="1533436" y="61840"/>
                </a:cubicBezTo>
                <a:cubicBezTo>
                  <a:pt x="1531804" y="63534"/>
                  <a:pt x="1529859" y="64381"/>
                  <a:pt x="1527600" y="64381"/>
                </a:cubicBezTo>
                <a:cubicBezTo>
                  <a:pt x="1525404" y="64381"/>
                  <a:pt x="1522941" y="63299"/>
                  <a:pt x="1520211" y="61134"/>
                </a:cubicBezTo>
                <a:cubicBezTo>
                  <a:pt x="1517482" y="58969"/>
                  <a:pt x="1515458" y="57886"/>
                  <a:pt x="1514140" y="57886"/>
                </a:cubicBezTo>
                <a:cubicBezTo>
                  <a:pt x="1513011" y="57886"/>
                  <a:pt x="1511787" y="58512"/>
                  <a:pt x="1510469" y="59763"/>
                </a:cubicBezTo>
                <a:cubicBezTo>
                  <a:pt x="1507646" y="62330"/>
                  <a:pt x="1504728" y="66555"/>
                  <a:pt x="1501716" y="72437"/>
                </a:cubicBezTo>
                <a:lnTo>
                  <a:pt x="1501716" y="113652"/>
                </a:lnTo>
                <a:cubicBezTo>
                  <a:pt x="1501716" y="118407"/>
                  <a:pt x="1502312" y="122006"/>
                  <a:pt x="1503504" y="124447"/>
                </a:cubicBezTo>
                <a:cubicBezTo>
                  <a:pt x="1504320" y="126137"/>
                  <a:pt x="1505763" y="127546"/>
                  <a:pt x="1507834" y="128674"/>
                </a:cubicBezTo>
                <a:cubicBezTo>
                  <a:pt x="1509905" y="129799"/>
                  <a:pt x="1512885" y="130362"/>
                  <a:pt x="1516776" y="130362"/>
                </a:cubicBezTo>
                <a:lnTo>
                  <a:pt x="1516776" y="133845"/>
                </a:lnTo>
                <a:lnTo>
                  <a:pt x="1472632" y="133845"/>
                </a:lnTo>
                <a:lnTo>
                  <a:pt x="1472632" y="130362"/>
                </a:lnTo>
                <a:cubicBezTo>
                  <a:pt x="1477024" y="130362"/>
                  <a:pt x="1480287" y="129674"/>
                  <a:pt x="1482420" y="128297"/>
                </a:cubicBezTo>
                <a:cubicBezTo>
                  <a:pt x="1483989" y="127295"/>
                  <a:pt x="1485087" y="125698"/>
                  <a:pt x="1485715" y="123506"/>
                </a:cubicBezTo>
                <a:cubicBezTo>
                  <a:pt x="1486029" y="122441"/>
                  <a:pt x="1486185" y="119404"/>
                  <a:pt x="1486185" y="114396"/>
                </a:cubicBezTo>
                <a:lnTo>
                  <a:pt x="1486185" y="81056"/>
                </a:lnTo>
                <a:cubicBezTo>
                  <a:pt x="1486185" y="71037"/>
                  <a:pt x="1485981" y="65074"/>
                  <a:pt x="1485574" y="63166"/>
                </a:cubicBezTo>
                <a:cubicBezTo>
                  <a:pt x="1485166" y="61256"/>
                  <a:pt x="1484413" y="59863"/>
                  <a:pt x="1483315" y="58986"/>
                </a:cubicBezTo>
                <a:cubicBezTo>
                  <a:pt x="1482217" y="58110"/>
                  <a:pt x="1480852" y="57672"/>
                  <a:pt x="1479220" y="57672"/>
                </a:cubicBezTo>
                <a:cubicBezTo>
                  <a:pt x="1477275" y="57672"/>
                  <a:pt x="1475079" y="58141"/>
                  <a:pt x="1472632" y="59081"/>
                </a:cubicBezTo>
                <a:lnTo>
                  <a:pt x="1471690" y="55698"/>
                </a:lnTo>
                <a:lnTo>
                  <a:pt x="1497763" y="45180"/>
                </a:lnTo>
                <a:lnTo>
                  <a:pt x="1501716" y="45180"/>
                </a:lnTo>
                <a:close/>
                <a:moveTo>
                  <a:pt x="1613911" y="19201"/>
                </a:moveTo>
                <a:lnTo>
                  <a:pt x="1613911" y="47627"/>
                </a:lnTo>
                <a:lnTo>
                  <a:pt x="1634054" y="47627"/>
                </a:lnTo>
                <a:lnTo>
                  <a:pt x="1634054" y="54216"/>
                </a:lnTo>
                <a:lnTo>
                  <a:pt x="1613911" y="54216"/>
                </a:lnTo>
                <a:lnTo>
                  <a:pt x="1613911" y="110049"/>
                </a:lnTo>
                <a:cubicBezTo>
                  <a:pt x="1613911" y="115628"/>
                  <a:pt x="1614711" y="119389"/>
                  <a:pt x="1616311" y="121332"/>
                </a:cubicBezTo>
                <a:cubicBezTo>
                  <a:pt x="1617911" y="123273"/>
                  <a:pt x="1619966" y="124244"/>
                  <a:pt x="1622476" y="124244"/>
                </a:cubicBezTo>
                <a:cubicBezTo>
                  <a:pt x="1624547" y="124244"/>
                  <a:pt x="1626555" y="123601"/>
                  <a:pt x="1628500" y="122314"/>
                </a:cubicBezTo>
                <a:cubicBezTo>
                  <a:pt x="1630446" y="121028"/>
                  <a:pt x="1631952" y="119130"/>
                  <a:pt x="1633018" y="116620"/>
                </a:cubicBezTo>
                <a:lnTo>
                  <a:pt x="1636689" y="116620"/>
                </a:lnTo>
                <a:cubicBezTo>
                  <a:pt x="1634493" y="122787"/>
                  <a:pt x="1631387" y="127451"/>
                  <a:pt x="1627371" y="130612"/>
                </a:cubicBezTo>
                <a:cubicBezTo>
                  <a:pt x="1623355" y="133771"/>
                  <a:pt x="1619213" y="135351"/>
                  <a:pt x="1614947" y="135351"/>
                </a:cubicBezTo>
                <a:cubicBezTo>
                  <a:pt x="1612060" y="135351"/>
                  <a:pt x="1609236" y="134550"/>
                  <a:pt x="1606475" y="132947"/>
                </a:cubicBezTo>
                <a:cubicBezTo>
                  <a:pt x="1603714" y="131345"/>
                  <a:pt x="1601675" y="129053"/>
                  <a:pt x="1600357" y="126071"/>
                </a:cubicBezTo>
                <a:cubicBezTo>
                  <a:pt x="1599040" y="123086"/>
                  <a:pt x="1598381" y="118484"/>
                  <a:pt x="1598381" y="112264"/>
                </a:cubicBezTo>
                <a:lnTo>
                  <a:pt x="1598381" y="54216"/>
                </a:lnTo>
                <a:lnTo>
                  <a:pt x="1584733" y="54216"/>
                </a:lnTo>
                <a:lnTo>
                  <a:pt x="1584733" y="51109"/>
                </a:lnTo>
                <a:cubicBezTo>
                  <a:pt x="1588184" y="49725"/>
                  <a:pt x="1591714" y="47381"/>
                  <a:pt x="1595322" y="44077"/>
                </a:cubicBezTo>
                <a:cubicBezTo>
                  <a:pt x="1598930" y="40772"/>
                  <a:pt x="1602146" y="36855"/>
                  <a:pt x="1604969" y="32323"/>
                </a:cubicBezTo>
                <a:cubicBezTo>
                  <a:pt x="1606413" y="29932"/>
                  <a:pt x="1608421" y="25559"/>
                  <a:pt x="1610993" y="19201"/>
                </a:cubicBezTo>
                <a:lnTo>
                  <a:pt x="1613911" y="19201"/>
                </a:lnTo>
                <a:close/>
                <a:moveTo>
                  <a:pt x="1667783" y="0"/>
                </a:moveTo>
                <a:lnTo>
                  <a:pt x="1667783" y="63157"/>
                </a:lnTo>
                <a:cubicBezTo>
                  <a:pt x="1674748" y="55502"/>
                  <a:pt x="1680270" y="50592"/>
                  <a:pt x="1684349" y="48427"/>
                </a:cubicBezTo>
                <a:cubicBezTo>
                  <a:pt x="1688427" y="46262"/>
                  <a:pt x="1692506" y="45180"/>
                  <a:pt x="1696585" y="45180"/>
                </a:cubicBezTo>
                <a:cubicBezTo>
                  <a:pt x="1701479" y="45180"/>
                  <a:pt x="1705683" y="46526"/>
                  <a:pt x="1709197" y="49218"/>
                </a:cubicBezTo>
                <a:cubicBezTo>
                  <a:pt x="1712711" y="51910"/>
                  <a:pt x="1715316" y="56136"/>
                  <a:pt x="1717010" y="61895"/>
                </a:cubicBezTo>
                <a:cubicBezTo>
                  <a:pt x="1718202" y="65904"/>
                  <a:pt x="1718798" y="73230"/>
                  <a:pt x="1718798" y="83873"/>
                </a:cubicBezTo>
                <a:lnTo>
                  <a:pt x="1718798" y="114302"/>
                </a:lnTo>
                <a:cubicBezTo>
                  <a:pt x="1718798" y="119750"/>
                  <a:pt x="1719237" y="123475"/>
                  <a:pt x="1720116" y="125479"/>
                </a:cubicBezTo>
                <a:cubicBezTo>
                  <a:pt x="1720743" y="126981"/>
                  <a:pt x="1721810" y="128171"/>
                  <a:pt x="1723316" y="129047"/>
                </a:cubicBezTo>
                <a:cubicBezTo>
                  <a:pt x="1724822" y="129924"/>
                  <a:pt x="1727583" y="130362"/>
                  <a:pt x="1731599" y="130362"/>
                </a:cubicBezTo>
                <a:lnTo>
                  <a:pt x="1731599" y="133845"/>
                </a:lnTo>
                <a:lnTo>
                  <a:pt x="1689243" y="133845"/>
                </a:lnTo>
                <a:lnTo>
                  <a:pt x="1689243" y="130362"/>
                </a:lnTo>
                <a:lnTo>
                  <a:pt x="1691220" y="130362"/>
                </a:lnTo>
                <a:cubicBezTo>
                  <a:pt x="1695236" y="130362"/>
                  <a:pt x="1698028" y="129750"/>
                  <a:pt x="1699597" y="128527"/>
                </a:cubicBezTo>
                <a:cubicBezTo>
                  <a:pt x="1701165" y="127303"/>
                  <a:pt x="1702264" y="125499"/>
                  <a:pt x="1702891" y="123114"/>
                </a:cubicBezTo>
                <a:cubicBezTo>
                  <a:pt x="1703079" y="122110"/>
                  <a:pt x="1703173" y="119161"/>
                  <a:pt x="1703173" y="114267"/>
                </a:cubicBezTo>
                <a:lnTo>
                  <a:pt x="1703173" y="83771"/>
                </a:lnTo>
                <a:cubicBezTo>
                  <a:pt x="1703173" y="74358"/>
                  <a:pt x="1702687" y="68177"/>
                  <a:pt x="1701715" y="65228"/>
                </a:cubicBezTo>
                <a:cubicBezTo>
                  <a:pt x="1700742" y="62279"/>
                  <a:pt x="1699189" y="60067"/>
                  <a:pt x="1697055" y="58592"/>
                </a:cubicBezTo>
                <a:cubicBezTo>
                  <a:pt x="1694922" y="57118"/>
                  <a:pt x="1692349" y="56380"/>
                  <a:pt x="1689337" y="56380"/>
                </a:cubicBezTo>
                <a:cubicBezTo>
                  <a:pt x="1686262" y="56380"/>
                  <a:pt x="1683062" y="57196"/>
                  <a:pt x="1679737" y="58828"/>
                </a:cubicBezTo>
                <a:cubicBezTo>
                  <a:pt x="1676411" y="60459"/>
                  <a:pt x="1672426" y="63753"/>
                  <a:pt x="1667783" y="68711"/>
                </a:cubicBezTo>
                <a:lnTo>
                  <a:pt x="1667783" y="114267"/>
                </a:lnTo>
                <a:cubicBezTo>
                  <a:pt x="1667783" y="120165"/>
                  <a:pt x="1668112" y="123836"/>
                  <a:pt x="1668771" y="125279"/>
                </a:cubicBezTo>
                <a:cubicBezTo>
                  <a:pt x="1669430" y="126723"/>
                  <a:pt x="1670654" y="127930"/>
                  <a:pt x="1672442" y="128903"/>
                </a:cubicBezTo>
                <a:cubicBezTo>
                  <a:pt x="1674230" y="129876"/>
                  <a:pt x="1677321" y="130362"/>
                  <a:pt x="1681713" y="130362"/>
                </a:cubicBezTo>
                <a:lnTo>
                  <a:pt x="1681713" y="133845"/>
                </a:lnTo>
                <a:lnTo>
                  <a:pt x="1638981" y="133845"/>
                </a:lnTo>
                <a:lnTo>
                  <a:pt x="1638981" y="130362"/>
                </a:lnTo>
                <a:cubicBezTo>
                  <a:pt x="1642808" y="130362"/>
                  <a:pt x="1645820" y="129766"/>
                  <a:pt x="1648017" y="128574"/>
                </a:cubicBezTo>
                <a:cubicBezTo>
                  <a:pt x="1649272" y="127948"/>
                  <a:pt x="1650276" y="126758"/>
                  <a:pt x="1651029" y="125003"/>
                </a:cubicBezTo>
                <a:cubicBezTo>
                  <a:pt x="1651782" y="123246"/>
                  <a:pt x="1652158" y="119671"/>
                  <a:pt x="1652158" y="114279"/>
                </a:cubicBezTo>
                <a:lnTo>
                  <a:pt x="1652158" y="36305"/>
                </a:lnTo>
                <a:cubicBezTo>
                  <a:pt x="1652158" y="26462"/>
                  <a:pt x="1651923" y="20411"/>
                  <a:pt x="1651452" y="18154"/>
                </a:cubicBezTo>
                <a:cubicBezTo>
                  <a:pt x="1650982" y="15895"/>
                  <a:pt x="1650260" y="14359"/>
                  <a:pt x="1649287" y="13545"/>
                </a:cubicBezTo>
                <a:cubicBezTo>
                  <a:pt x="1648315" y="12729"/>
                  <a:pt x="1647013" y="12321"/>
                  <a:pt x="1645381" y="12321"/>
                </a:cubicBezTo>
                <a:cubicBezTo>
                  <a:pt x="1644063" y="12321"/>
                  <a:pt x="1641930" y="12823"/>
                  <a:pt x="1638981" y="13827"/>
                </a:cubicBezTo>
                <a:lnTo>
                  <a:pt x="1637663" y="10533"/>
                </a:lnTo>
                <a:lnTo>
                  <a:pt x="1663453" y="0"/>
                </a:lnTo>
                <a:lnTo>
                  <a:pt x="1667783" y="0"/>
                </a:lnTo>
                <a:close/>
                <a:moveTo>
                  <a:pt x="1787697" y="121420"/>
                </a:moveTo>
                <a:cubicBezTo>
                  <a:pt x="1778849" y="128260"/>
                  <a:pt x="1773296" y="132213"/>
                  <a:pt x="1771037" y="133280"/>
                </a:cubicBezTo>
                <a:cubicBezTo>
                  <a:pt x="1767649" y="134911"/>
                  <a:pt x="1764040" y="135727"/>
                  <a:pt x="1760213" y="135727"/>
                </a:cubicBezTo>
                <a:cubicBezTo>
                  <a:pt x="1754252" y="135727"/>
                  <a:pt x="1749341" y="133688"/>
                  <a:pt x="1745482" y="129609"/>
                </a:cubicBezTo>
                <a:cubicBezTo>
                  <a:pt x="1741623" y="125530"/>
                  <a:pt x="1739694" y="120165"/>
                  <a:pt x="1739694" y="113514"/>
                </a:cubicBezTo>
                <a:cubicBezTo>
                  <a:pt x="1739694" y="109310"/>
                  <a:pt x="1740635" y="105670"/>
                  <a:pt x="1742517" y="102595"/>
                </a:cubicBezTo>
                <a:cubicBezTo>
                  <a:pt x="1745090" y="98328"/>
                  <a:pt x="1749561" y="94312"/>
                  <a:pt x="1755930" y="90547"/>
                </a:cubicBezTo>
                <a:cubicBezTo>
                  <a:pt x="1762299" y="86783"/>
                  <a:pt x="1772888" y="82202"/>
                  <a:pt x="1787697" y="76805"/>
                </a:cubicBezTo>
                <a:lnTo>
                  <a:pt x="1787697" y="73417"/>
                </a:lnTo>
                <a:cubicBezTo>
                  <a:pt x="1787697" y="64820"/>
                  <a:pt x="1786332" y="58922"/>
                  <a:pt x="1783603" y="55722"/>
                </a:cubicBezTo>
                <a:cubicBezTo>
                  <a:pt x="1780873" y="52521"/>
                  <a:pt x="1776904" y="50921"/>
                  <a:pt x="1771696" y="50921"/>
                </a:cubicBezTo>
                <a:cubicBezTo>
                  <a:pt x="1767743" y="50921"/>
                  <a:pt x="1764605" y="51984"/>
                  <a:pt x="1762283" y="54110"/>
                </a:cubicBezTo>
                <a:cubicBezTo>
                  <a:pt x="1759899" y="56235"/>
                  <a:pt x="1758707" y="58674"/>
                  <a:pt x="1758707" y="61425"/>
                </a:cubicBezTo>
                <a:lnTo>
                  <a:pt x="1758895" y="66863"/>
                </a:lnTo>
                <a:cubicBezTo>
                  <a:pt x="1758895" y="69738"/>
                  <a:pt x="1758158" y="71957"/>
                  <a:pt x="1756683" y="73520"/>
                </a:cubicBezTo>
                <a:cubicBezTo>
                  <a:pt x="1755208" y="75083"/>
                  <a:pt x="1753279" y="75864"/>
                  <a:pt x="1750894" y="75864"/>
                </a:cubicBezTo>
                <a:cubicBezTo>
                  <a:pt x="1748573" y="75864"/>
                  <a:pt x="1746675" y="75051"/>
                  <a:pt x="1745200" y="73426"/>
                </a:cubicBezTo>
                <a:cubicBezTo>
                  <a:pt x="1743725" y="71798"/>
                  <a:pt x="1742988" y="69576"/>
                  <a:pt x="1742988" y="66761"/>
                </a:cubicBezTo>
                <a:cubicBezTo>
                  <a:pt x="1742988" y="61382"/>
                  <a:pt x="1745749" y="56440"/>
                  <a:pt x="1751271" y="51936"/>
                </a:cubicBezTo>
                <a:cubicBezTo>
                  <a:pt x="1756793" y="47432"/>
                  <a:pt x="1764542" y="45180"/>
                  <a:pt x="1774520" y="45180"/>
                </a:cubicBezTo>
                <a:cubicBezTo>
                  <a:pt x="1782175" y="45180"/>
                  <a:pt x="1788450" y="46464"/>
                  <a:pt x="1793344" y="49033"/>
                </a:cubicBezTo>
                <a:cubicBezTo>
                  <a:pt x="1797047" y="50976"/>
                  <a:pt x="1799776" y="54017"/>
                  <a:pt x="1801533" y="58154"/>
                </a:cubicBezTo>
                <a:cubicBezTo>
                  <a:pt x="1802663" y="60848"/>
                  <a:pt x="1803228" y="66363"/>
                  <a:pt x="1803228" y="74699"/>
                </a:cubicBezTo>
                <a:lnTo>
                  <a:pt x="1803228" y="103937"/>
                </a:lnTo>
                <a:cubicBezTo>
                  <a:pt x="1803228" y="112147"/>
                  <a:pt x="1803384" y="117177"/>
                  <a:pt x="1803698" y="119026"/>
                </a:cubicBezTo>
                <a:cubicBezTo>
                  <a:pt x="1804012" y="120875"/>
                  <a:pt x="1804530" y="122113"/>
                  <a:pt x="1805251" y="122741"/>
                </a:cubicBezTo>
                <a:cubicBezTo>
                  <a:pt x="1805973" y="123366"/>
                  <a:pt x="1806804" y="123679"/>
                  <a:pt x="1807745" y="123679"/>
                </a:cubicBezTo>
                <a:cubicBezTo>
                  <a:pt x="1808749" y="123679"/>
                  <a:pt x="1809628" y="123460"/>
                  <a:pt x="1810381" y="123020"/>
                </a:cubicBezTo>
                <a:cubicBezTo>
                  <a:pt x="1811699" y="122205"/>
                  <a:pt x="1814240" y="119914"/>
                  <a:pt x="1818005" y="116149"/>
                </a:cubicBezTo>
                <a:lnTo>
                  <a:pt x="1818005" y="121420"/>
                </a:lnTo>
                <a:cubicBezTo>
                  <a:pt x="1810977" y="130833"/>
                  <a:pt x="1804263" y="135539"/>
                  <a:pt x="1797862" y="135539"/>
                </a:cubicBezTo>
                <a:cubicBezTo>
                  <a:pt x="1794788" y="135539"/>
                  <a:pt x="1792340" y="134472"/>
                  <a:pt x="1790521" y="132339"/>
                </a:cubicBezTo>
                <a:cubicBezTo>
                  <a:pt x="1788701" y="130205"/>
                  <a:pt x="1787760" y="126566"/>
                  <a:pt x="1787697" y="121420"/>
                </a:cubicBezTo>
                <a:moveTo>
                  <a:pt x="1787697" y="115249"/>
                </a:moveTo>
                <a:lnTo>
                  <a:pt x="1787697" y="82547"/>
                </a:lnTo>
                <a:cubicBezTo>
                  <a:pt x="1778222" y="86294"/>
                  <a:pt x="1772104" y="88949"/>
                  <a:pt x="1769343" y="90512"/>
                </a:cubicBezTo>
                <a:cubicBezTo>
                  <a:pt x="1764386" y="93261"/>
                  <a:pt x="1760840" y="96135"/>
                  <a:pt x="1758707" y="99133"/>
                </a:cubicBezTo>
                <a:cubicBezTo>
                  <a:pt x="1756573" y="102132"/>
                  <a:pt x="1755507" y="105411"/>
                  <a:pt x="1755507" y="108972"/>
                </a:cubicBezTo>
                <a:cubicBezTo>
                  <a:pt x="1755507" y="113471"/>
                  <a:pt x="1756856" y="117203"/>
                  <a:pt x="1759554" y="120170"/>
                </a:cubicBezTo>
                <a:cubicBezTo>
                  <a:pt x="1762252" y="123137"/>
                  <a:pt x="1765358" y="124620"/>
                  <a:pt x="1768872" y="124620"/>
                </a:cubicBezTo>
                <a:cubicBezTo>
                  <a:pt x="1773641" y="124620"/>
                  <a:pt x="1779916" y="121497"/>
                  <a:pt x="1787697" y="115249"/>
                </a:cubicBezTo>
                <a:close/>
                <a:moveTo>
                  <a:pt x="1849566" y="63440"/>
                </a:moveTo>
                <a:cubicBezTo>
                  <a:pt x="1859669" y="51266"/>
                  <a:pt x="1869301" y="45180"/>
                  <a:pt x="1878462" y="45180"/>
                </a:cubicBezTo>
                <a:cubicBezTo>
                  <a:pt x="1883168" y="45180"/>
                  <a:pt x="1887216" y="46354"/>
                  <a:pt x="1890604" y="48703"/>
                </a:cubicBezTo>
                <a:cubicBezTo>
                  <a:pt x="1893992" y="51051"/>
                  <a:pt x="1896691" y="54917"/>
                  <a:pt x="1898699" y="60301"/>
                </a:cubicBezTo>
                <a:cubicBezTo>
                  <a:pt x="1900079" y="64056"/>
                  <a:pt x="1900769" y="69817"/>
                  <a:pt x="1900769" y="77582"/>
                </a:cubicBezTo>
                <a:lnTo>
                  <a:pt x="1900769" y="114302"/>
                </a:lnTo>
                <a:cubicBezTo>
                  <a:pt x="1900769" y="119750"/>
                  <a:pt x="1901209" y="123444"/>
                  <a:pt x="1902087" y="125385"/>
                </a:cubicBezTo>
                <a:cubicBezTo>
                  <a:pt x="1902777" y="126950"/>
                  <a:pt x="1903891" y="128171"/>
                  <a:pt x="1905429" y="129047"/>
                </a:cubicBezTo>
                <a:cubicBezTo>
                  <a:pt x="1906966" y="129924"/>
                  <a:pt x="1909805" y="130362"/>
                  <a:pt x="1913947" y="130362"/>
                </a:cubicBezTo>
                <a:lnTo>
                  <a:pt x="1913947" y="133845"/>
                </a:lnTo>
                <a:lnTo>
                  <a:pt x="1871309" y="133845"/>
                </a:lnTo>
                <a:lnTo>
                  <a:pt x="1871309" y="130362"/>
                </a:lnTo>
                <a:lnTo>
                  <a:pt x="1873097" y="130362"/>
                </a:lnTo>
                <a:cubicBezTo>
                  <a:pt x="1877113" y="130362"/>
                  <a:pt x="1879921" y="129753"/>
                  <a:pt x="1881521" y="128535"/>
                </a:cubicBezTo>
                <a:cubicBezTo>
                  <a:pt x="1883121" y="127318"/>
                  <a:pt x="1884235" y="125523"/>
                  <a:pt x="1884862" y="123153"/>
                </a:cubicBezTo>
                <a:cubicBezTo>
                  <a:pt x="1885113" y="122215"/>
                  <a:pt x="1885239" y="119281"/>
                  <a:pt x="1885239" y="114349"/>
                </a:cubicBezTo>
                <a:lnTo>
                  <a:pt x="1885239" y="79232"/>
                </a:lnTo>
                <a:cubicBezTo>
                  <a:pt x="1885239" y="71429"/>
                  <a:pt x="1884219" y="65764"/>
                  <a:pt x="1882180" y="62237"/>
                </a:cubicBezTo>
                <a:cubicBezTo>
                  <a:pt x="1880141" y="58709"/>
                  <a:pt x="1876705" y="56945"/>
                  <a:pt x="1871873" y="56945"/>
                </a:cubicBezTo>
                <a:cubicBezTo>
                  <a:pt x="1864406" y="56945"/>
                  <a:pt x="1856970" y="61003"/>
                  <a:pt x="1849566" y="69120"/>
                </a:cubicBezTo>
                <a:lnTo>
                  <a:pt x="1849566" y="114349"/>
                </a:lnTo>
                <a:cubicBezTo>
                  <a:pt x="1849566" y="120155"/>
                  <a:pt x="1849911" y="123745"/>
                  <a:pt x="1850601" y="125118"/>
                </a:cubicBezTo>
                <a:cubicBezTo>
                  <a:pt x="1851480" y="126927"/>
                  <a:pt x="1852688" y="128254"/>
                  <a:pt x="1854225" y="129097"/>
                </a:cubicBezTo>
                <a:cubicBezTo>
                  <a:pt x="1855762" y="129940"/>
                  <a:pt x="1858884" y="130362"/>
                  <a:pt x="1863590" y="130362"/>
                </a:cubicBezTo>
                <a:lnTo>
                  <a:pt x="1863590" y="133845"/>
                </a:lnTo>
                <a:lnTo>
                  <a:pt x="1820952" y="133845"/>
                </a:lnTo>
                <a:lnTo>
                  <a:pt x="1820952" y="130362"/>
                </a:lnTo>
                <a:lnTo>
                  <a:pt x="1822835" y="130362"/>
                </a:lnTo>
                <a:cubicBezTo>
                  <a:pt x="1827227" y="130362"/>
                  <a:pt x="1830192" y="129251"/>
                  <a:pt x="1831729" y="127029"/>
                </a:cubicBezTo>
                <a:cubicBezTo>
                  <a:pt x="1833267" y="124806"/>
                  <a:pt x="1834035" y="120563"/>
                  <a:pt x="1834035" y="114302"/>
                </a:cubicBezTo>
                <a:lnTo>
                  <a:pt x="1834035" y="82370"/>
                </a:lnTo>
                <a:cubicBezTo>
                  <a:pt x="1834035" y="72040"/>
                  <a:pt x="1833800" y="65749"/>
                  <a:pt x="1833329" y="63496"/>
                </a:cubicBezTo>
                <a:cubicBezTo>
                  <a:pt x="1832859" y="61241"/>
                  <a:pt x="1832137" y="59706"/>
                  <a:pt x="1831165" y="58892"/>
                </a:cubicBezTo>
                <a:cubicBezTo>
                  <a:pt x="1830192" y="58079"/>
                  <a:pt x="1828890" y="57672"/>
                  <a:pt x="1827258" y="57672"/>
                </a:cubicBezTo>
                <a:cubicBezTo>
                  <a:pt x="1825501" y="57672"/>
                  <a:pt x="1823399" y="58141"/>
                  <a:pt x="1820952" y="59081"/>
                </a:cubicBezTo>
                <a:lnTo>
                  <a:pt x="1819540" y="55698"/>
                </a:lnTo>
                <a:lnTo>
                  <a:pt x="1845519" y="45180"/>
                </a:lnTo>
                <a:lnTo>
                  <a:pt x="1849566" y="45180"/>
                </a:lnTo>
                <a:lnTo>
                  <a:pt x="1849566" y="63440"/>
                </a:lnTo>
                <a:close/>
                <a:moveTo>
                  <a:pt x="1994235" y="45180"/>
                </a:moveTo>
                <a:lnTo>
                  <a:pt x="1994235" y="64569"/>
                </a:lnTo>
                <a:cubicBezTo>
                  <a:pt x="2001451" y="51643"/>
                  <a:pt x="2008855" y="45180"/>
                  <a:pt x="2016448" y="45180"/>
                </a:cubicBezTo>
                <a:cubicBezTo>
                  <a:pt x="2019899" y="45180"/>
                  <a:pt x="2022754" y="46231"/>
                  <a:pt x="2025013" y="48333"/>
                </a:cubicBezTo>
                <a:cubicBezTo>
                  <a:pt x="2027272" y="50435"/>
                  <a:pt x="2028402" y="52866"/>
                  <a:pt x="2028402" y="55627"/>
                </a:cubicBezTo>
                <a:cubicBezTo>
                  <a:pt x="2028402" y="58075"/>
                  <a:pt x="2027586" y="60145"/>
                  <a:pt x="2025954" y="61840"/>
                </a:cubicBezTo>
                <a:cubicBezTo>
                  <a:pt x="2024323" y="63534"/>
                  <a:pt x="2022378" y="64381"/>
                  <a:pt x="2020119" y="64381"/>
                </a:cubicBezTo>
                <a:cubicBezTo>
                  <a:pt x="2017923" y="64381"/>
                  <a:pt x="2015460" y="63299"/>
                  <a:pt x="2012730" y="61134"/>
                </a:cubicBezTo>
                <a:cubicBezTo>
                  <a:pt x="2010000" y="58969"/>
                  <a:pt x="2007977" y="57886"/>
                  <a:pt x="2006659" y="57886"/>
                </a:cubicBezTo>
                <a:cubicBezTo>
                  <a:pt x="2005530" y="57886"/>
                  <a:pt x="2004306" y="58512"/>
                  <a:pt x="2002988" y="59763"/>
                </a:cubicBezTo>
                <a:cubicBezTo>
                  <a:pt x="2000164" y="62330"/>
                  <a:pt x="1997247" y="66555"/>
                  <a:pt x="1994235" y="72437"/>
                </a:cubicBezTo>
                <a:lnTo>
                  <a:pt x="1994235" y="113652"/>
                </a:lnTo>
                <a:cubicBezTo>
                  <a:pt x="1994235" y="118407"/>
                  <a:pt x="1994831" y="122006"/>
                  <a:pt x="1996023" y="124447"/>
                </a:cubicBezTo>
                <a:cubicBezTo>
                  <a:pt x="1996839" y="126137"/>
                  <a:pt x="1998282" y="127546"/>
                  <a:pt x="2000353" y="128674"/>
                </a:cubicBezTo>
                <a:cubicBezTo>
                  <a:pt x="2002423" y="129799"/>
                  <a:pt x="2005404" y="130362"/>
                  <a:pt x="2009294" y="130362"/>
                </a:cubicBezTo>
                <a:lnTo>
                  <a:pt x="2009294" y="133845"/>
                </a:lnTo>
                <a:lnTo>
                  <a:pt x="1965150" y="133845"/>
                </a:lnTo>
                <a:lnTo>
                  <a:pt x="1965150" y="130362"/>
                </a:lnTo>
                <a:cubicBezTo>
                  <a:pt x="1969543" y="130362"/>
                  <a:pt x="1972806" y="129674"/>
                  <a:pt x="1974939" y="128297"/>
                </a:cubicBezTo>
                <a:cubicBezTo>
                  <a:pt x="1976508" y="127295"/>
                  <a:pt x="1977606" y="125698"/>
                  <a:pt x="1978233" y="123506"/>
                </a:cubicBezTo>
                <a:cubicBezTo>
                  <a:pt x="1978547" y="122441"/>
                  <a:pt x="1978704" y="119404"/>
                  <a:pt x="1978704" y="114396"/>
                </a:cubicBezTo>
                <a:lnTo>
                  <a:pt x="1978704" y="81056"/>
                </a:lnTo>
                <a:cubicBezTo>
                  <a:pt x="1978704" y="71037"/>
                  <a:pt x="1978500" y="65074"/>
                  <a:pt x="1978092" y="63166"/>
                </a:cubicBezTo>
                <a:cubicBezTo>
                  <a:pt x="1977684" y="61256"/>
                  <a:pt x="1976931" y="59863"/>
                  <a:pt x="1975833" y="58986"/>
                </a:cubicBezTo>
                <a:cubicBezTo>
                  <a:pt x="1974735" y="58110"/>
                  <a:pt x="1973370" y="57672"/>
                  <a:pt x="1971739" y="57672"/>
                </a:cubicBezTo>
                <a:cubicBezTo>
                  <a:pt x="1969794" y="57672"/>
                  <a:pt x="1967597" y="58141"/>
                  <a:pt x="1965150" y="59081"/>
                </a:cubicBezTo>
                <a:lnTo>
                  <a:pt x="1964209" y="55698"/>
                </a:lnTo>
                <a:lnTo>
                  <a:pt x="1990281" y="45180"/>
                </a:lnTo>
                <a:lnTo>
                  <a:pt x="1994235" y="45180"/>
                </a:lnTo>
                <a:close/>
                <a:moveTo>
                  <a:pt x="2047695" y="80194"/>
                </a:moveTo>
                <a:cubicBezTo>
                  <a:pt x="2047632" y="92965"/>
                  <a:pt x="2050738" y="102983"/>
                  <a:pt x="2057013" y="110246"/>
                </a:cubicBezTo>
                <a:cubicBezTo>
                  <a:pt x="2063288" y="117507"/>
                  <a:pt x="2070661" y="121138"/>
                  <a:pt x="2079133" y="121138"/>
                </a:cubicBezTo>
                <a:cubicBezTo>
                  <a:pt x="2084780" y="121138"/>
                  <a:pt x="2089690" y="119585"/>
                  <a:pt x="2093863" y="116479"/>
                </a:cubicBezTo>
                <a:cubicBezTo>
                  <a:pt x="2098036" y="113373"/>
                  <a:pt x="2101534" y="108055"/>
                  <a:pt x="2104358" y="100525"/>
                </a:cubicBezTo>
                <a:lnTo>
                  <a:pt x="2107276" y="102407"/>
                </a:lnTo>
                <a:cubicBezTo>
                  <a:pt x="2105958" y="111004"/>
                  <a:pt x="2102130" y="118832"/>
                  <a:pt x="2095793" y="125891"/>
                </a:cubicBezTo>
                <a:cubicBezTo>
                  <a:pt x="2089455" y="132950"/>
                  <a:pt x="2081517" y="136480"/>
                  <a:pt x="2071979" y="136480"/>
                </a:cubicBezTo>
                <a:cubicBezTo>
                  <a:pt x="2061625" y="136480"/>
                  <a:pt x="2052762" y="132457"/>
                  <a:pt x="2045389" y="124412"/>
                </a:cubicBezTo>
                <a:cubicBezTo>
                  <a:pt x="2038016" y="116364"/>
                  <a:pt x="2034329" y="105546"/>
                  <a:pt x="2034329" y="91956"/>
                </a:cubicBezTo>
                <a:cubicBezTo>
                  <a:pt x="2034329" y="77242"/>
                  <a:pt x="2038110" y="65767"/>
                  <a:pt x="2045671" y="57533"/>
                </a:cubicBezTo>
                <a:cubicBezTo>
                  <a:pt x="2053233" y="49298"/>
                  <a:pt x="2062724" y="45180"/>
                  <a:pt x="2074144" y="45180"/>
                </a:cubicBezTo>
                <a:cubicBezTo>
                  <a:pt x="2083807" y="45180"/>
                  <a:pt x="2091745" y="48356"/>
                  <a:pt x="2097957" y="54710"/>
                </a:cubicBezTo>
                <a:cubicBezTo>
                  <a:pt x="2104170" y="61061"/>
                  <a:pt x="2107276" y="69556"/>
                  <a:pt x="2107276" y="80194"/>
                </a:cubicBezTo>
                <a:lnTo>
                  <a:pt x="2047695" y="80194"/>
                </a:lnTo>
                <a:moveTo>
                  <a:pt x="2047695" y="74735"/>
                </a:moveTo>
                <a:lnTo>
                  <a:pt x="2087604" y="74735"/>
                </a:lnTo>
                <a:cubicBezTo>
                  <a:pt x="2087290" y="69213"/>
                  <a:pt x="2086631" y="65322"/>
                  <a:pt x="2085627" y="63063"/>
                </a:cubicBezTo>
                <a:cubicBezTo>
                  <a:pt x="2084058" y="59549"/>
                  <a:pt x="2081721" y="56788"/>
                  <a:pt x="2078615" y="54780"/>
                </a:cubicBezTo>
                <a:cubicBezTo>
                  <a:pt x="2075509" y="52772"/>
                  <a:pt x="2072261" y="51768"/>
                  <a:pt x="2068873" y="51768"/>
                </a:cubicBezTo>
                <a:cubicBezTo>
                  <a:pt x="2063665" y="51768"/>
                  <a:pt x="2059006" y="53792"/>
                  <a:pt x="2054896" y="57839"/>
                </a:cubicBezTo>
                <a:cubicBezTo>
                  <a:pt x="2050785" y="61887"/>
                  <a:pt x="2048385" y="67518"/>
                  <a:pt x="2047695" y="74735"/>
                </a:cubicBezTo>
                <a:close/>
                <a:moveTo>
                  <a:pt x="2112576" y="56107"/>
                </a:moveTo>
                <a:lnTo>
                  <a:pt x="2139119" y="45368"/>
                </a:lnTo>
                <a:lnTo>
                  <a:pt x="2142696" y="45368"/>
                </a:lnTo>
                <a:lnTo>
                  <a:pt x="2142696" y="65510"/>
                </a:lnTo>
                <a:cubicBezTo>
                  <a:pt x="2147151" y="57918"/>
                  <a:pt x="2151622" y="52631"/>
                  <a:pt x="2156108" y="49651"/>
                </a:cubicBezTo>
                <a:cubicBezTo>
                  <a:pt x="2160595" y="46670"/>
                  <a:pt x="2165317" y="45180"/>
                  <a:pt x="2170274" y="45180"/>
                </a:cubicBezTo>
                <a:cubicBezTo>
                  <a:pt x="2178933" y="45180"/>
                  <a:pt x="2186150" y="48564"/>
                  <a:pt x="2191923" y="55333"/>
                </a:cubicBezTo>
                <a:cubicBezTo>
                  <a:pt x="2199013" y="63608"/>
                  <a:pt x="2202559" y="74390"/>
                  <a:pt x="2202559" y="87680"/>
                </a:cubicBezTo>
                <a:cubicBezTo>
                  <a:pt x="2202559" y="102536"/>
                  <a:pt x="2198292" y="114822"/>
                  <a:pt x="2189758" y="124538"/>
                </a:cubicBezTo>
                <a:cubicBezTo>
                  <a:pt x="2182730" y="132499"/>
                  <a:pt x="2173882" y="136480"/>
                  <a:pt x="2163215" y="136480"/>
                </a:cubicBezTo>
                <a:cubicBezTo>
                  <a:pt x="2158571" y="136480"/>
                  <a:pt x="2154555" y="135821"/>
                  <a:pt x="2151167" y="134503"/>
                </a:cubicBezTo>
                <a:cubicBezTo>
                  <a:pt x="2148657" y="133562"/>
                  <a:pt x="2145833" y="131680"/>
                  <a:pt x="2142696" y="128856"/>
                </a:cubicBezTo>
                <a:lnTo>
                  <a:pt x="2142696" y="155117"/>
                </a:lnTo>
                <a:cubicBezTo>
                  <a:pt x="2142696" y="161015"/>
                  <a:pt x="2143056" y="164764"/>
                  <a:pt x="2143778" y="166365"/>
                </a:cubicBezTo>
                <a:cubicBezTo>
                  <a:pt x="2144500" y="167965"/>
                  <a:pt x="2145755" y="169235"/>
                  <a:pt x="2147543" y="170177"/>
                </a:cubicBezTo>
                <a:cubicBezTo>
                  <a:pt x="2149331" y="171118"/>
                  <a:pt x="2152579" y="171588"/>
                  <a:pt x="2157285" y="171588"/>
                </a:cubicBezTo>
                <a:lnTo>
                  <a:pt x="2157285" y="175071"/>
                </a:lnTo>
                <a:lnTo>
                  <a:pt x="2112105" y="175071"/>
                </a:lnTo>
                <a:lnTo>
                  <a:pt x="2112105" y="171588"/>
                </a:lnTo>
                <a:lnTo>
                  <a:pt x="2114458" y="171588"/>
                </a:lnTo>
                <a:cubicBezTo>
                  <a:pt x="2117910" y="171651"/>
                  <a:pt x="2120859" y="170991"/>
                  <a:pt x="2123306" y="169609"/>
                </a:cubicBezTo>
                <a:cubicBezTo>
                  <a:pt x="2124498" y="168919"/>
                  <a:pt x="2125424" y="167804"/>
                  <a:pt x="2126083" y="166265"/>
                </a:cubicBezTo>
                <a:cubicBezTo>
                  <a:pt x="2126742" y="164727"/>
                  <a:pt x="2127071" y="160819"/>
                  <a:pt x="2127071" y="154540"/>
                </a:cubicBezTo>
                <a:lnTo>
                  <a:pt x="2127071" y="72967"/>
                </a:lnTo>
                <a:cubicBezTo>
                  <a:pt x="2127071" y="67378"/>
                  <a:pt x="2126820" y="63831"/>
                  <a:pt x="2126318" y="62325"/>
                </a:cubicBezTo>
                <a:cubicBezTo>
                  <a:pt x="2125816" y="60817"/>
                  <a:pt x="2125016" y="59687"/>
                  <a:pt x="2123918" y="58934"/>
                </a:cubicBezTo>
                <a:cubicBezTo>
                  <a:pt x="2122820" y="58179"/>
                  <a:pt x="2121329" y="57801"/>
                  <a:pt x="2119447" y="57801"/>
                </a:cubicBezTo>
                <a:cubicBezTo>
                  <a:pt x="2117941" y="57801"/>
                  <a:pt x="2116027" y="58240"/>
                  <a:pt x="2113705" y="59119"/>
                </a:cubicBezTo>
                <a:lnTo>
                  <a:pt x="2112576" y="56107"/>
                </a:lnTo>
                <a:moveTo>
                  <a:pt x="2142696" y="71234"/>
                </a:moveTo>
                <a:lnTo>
                  <a:pt x="2142696" y="103384"/>
                </a:lnTo>
                <a:cubicBezTo>
                  <a:pt x="2142696" y="110341"/>
                  <a:pt x="2142978" y="114916"/>
                  <a:pt x="2143543" y="117108"/>
                </a:cubicBezTo>
                <a:cubicBezTo>
                  <a:pt x="2144421" y="120744"/>
                  <a:pt x="2146570" y="123940"/>
                  <a:pt x="2149990" y="126697"/>
                </a:cubicBezTo>
                <a:cubicBezTo>
                  <a:pt x="2153410" y="129454"/>
                  <a:pt x="2157724" y="130833"/>
                  <a:pt x="2162932" y="130833"/>
                </a:cubicBezTo>
                <a:cubicBezTo>
                  <a:pt x="2169207" y="130833"/>
                  <a:pt x="2174290" y="128388"/>
                  <a:pt x="2178180" y="123500"/>
                </a:cubicBezTo>
                <a:cubicBezTo>
                  <a:pt x="2183263" y="117109"/>
                  <a:pt x="2185804" y="108116"/>
                  <a:pt x="2185804" y="96521"/>
                </a:cubicBezTo>
                <a:cubicBezTo>
                  <a:pt x="2185804" y="83362"/>
                  <a:pt x="2182918" y="73241"/>
                  <a:pt x="2177145" y="66160"/>
                </a:cubicBezTo>
                <a:cubicBezTo>
                  <a:pt x="2173129" y="61272"/>
                  <a:pt x="2168360" y="58828"/>
                  <a:pt x="2162838" y="58828"/>
                </a:cubicBezTo>
                <a:cubicBezTo>
                  <a:pt x="2159826" y="58828"/>
                  <a:pt x="2156846" y="59580"/>
                  <a:pt x="2153896" y="61084"/>
                </a:cubicBezTo>
                <a:cubicBezTo>
                  <a:pt x="2151637" y="62211"/>
                  <a:pt x="2147904" y="65595"/>
                  <a:pt x="2142696" y="71234"/>
                </a:cubicBezTo>
                <a:close/>
                <a:moveTo>
                  <a:pt x="2244820" y="0"/>
                </a:moveTo>
                <a:lnTo>
                  <a:pt x="2244820" y="114279"/>
                </a:lnTo>
                <a:cubicBezTo>
                  <a:pt x="2244820" y="119671"/>
                  <a:pt x="2245212" y="123246"/>
                  <a:pt x="2245997" y="125003"/>
                </a:cubicBezTo>
                <a:cubicBezTo>
                  <a:pt x="2246781" y="126758"/>
                  <a:pt x="2247989" y="128090"/>
                  <a:pt x="2249620" y="129000"/>
                </a:cubicBezTo>
                <a:cubicBezTo>
                  <a:pt x="2251252" y="129908"/>
                  <a:pt x="2254295" y="130362"/>
                  <a:pt x="2258750" y="130362"/>
                </a:cubicBezTo>
                <a:lnTo>
                  <a:pt x="2258750" y="133845"/>
                </a:lnTo>
                <a:lnTo>
                  <a:pt x="2216489" y="133845"/>
                </a:lnTo>
                <a:lnTo>
                  <a:pt x="2216489" y="130362"/>
                </a:lnTo>
                <a:cubicBezTo>
                  <a:pt x="2220442" y="130362"/>
                  <a:pt x="2223140" y="129955"/>
                  <a:pt x="2224583" y="129141"/>
                </a:cubicBezTo>
                <a:cubicBezTo>
                  <a:pt x="2226027" y="128326"/>
                  <a:pt x="2227156" y="126977"/>
                  <a:pt x="2227972" y="125097"/>
                </a:cubicBezTo>
                <a:cubicBezTo>
                  <a:pt x="2228788" y="123214"/>
                  <a:pt x="2229195" y="119608"/>
                  <a:pt x="2229195" y="114279"/>
                </a:cubicBezTo>
                <a:lnTo>
                  <a:pt x="2229195" y="36023"/>
                </a:lnTo>
                <a:cubicBezTo>
                  <a:pt x="2229195" y="26305"/>
                  <a:pt x="2228976" y="20333"/>
                  <a:pt x="2228537" y="18107"/>
                </a:cubicBezTo>
                <a:cubicBezTo>
                  <a:pt x="2228097" y="15880"/>
                  <a:pt x="2227391" y="14359"/>
                  <a:pt x="2226419" y="13545"/>
                </a:cubicBezTo>
                <a:cubicBezTo>
                  <a:pt x="2225446" y="12729"/>
                  <a:pt x="2224207" y="12321"/>
                  <a:pt x="2222701" y="12321"/>
                </a:cubicBezTo>
                <a:cubicBezTo>
                  <a:pt x="2221069" y="12321"/>
                  <a:pt x="2218999" y="12823"/>
                  <a:pt x="2216489" y="13827"/>
                </a:cubicBezTo>
                <a:lnTo>
                  <a:pt x="2214889" y="10533"/>
                </a:lnTo>
                <a:lnTo>
                  <a:pt x="2240584" y="0"/>
                </a:lnTo>
                <a:lnTo>
                  <a:pt x="2244820" y="0"/>
                </a:lnTo>
                <a:close/>
                <a:moveTo>
                  <a:pt x="2317611" y="121420"/>
                </a:moveTo>
                <a:cubicBezTo>
                  <a:pt x="2308763" y="128260"/>
                  <a:pt x="2303210" y="132213"/>
                  <a:pt x="2300951" y="133280"/>
                </a:cubicBezTo>
                <a:cubicBezTo>
                  <a:pt x="2297563" y="134911"/>
                  <a:pt x="2293954" y="135727"/>
                  <a:pt x="2290127" y="135727"/>
                </a:cubicBezTo>
                <a:cubicBezTo>
                  <a:pt x="2284166" y="135727"/>
                  <a:pt x="2279255" y="133688"/>
                  <a:pt x="2275396" y="129609"/>
                </a:cubicBezTo>
                <a:cubicBezTo>
                  <a:pt x="2271537" y="125530"/>
                  <a:pt x="2269608" y="120165"/>
                  <a:pt x="2269608" y="113514"/>
                </a:cubicBezTo>
                <a:cubicBezTo>
                  <a:pt x="2269608" y="109310"/>
                  <a:pt x="2270549" y="105670"/>
                  <a:pt x="2272431" y="102595"/>
                </a:cubicBezTo>
                <a:cubicBezTo>
                  <a:pt x="2275004" y="98328"/>
                  <a:pt x="2279475" y="94312"/>
                  <a:pt x="2285844" y="90547"/>
                </a:cubicBezTo>
                <a:cubicBezTo>
                  <a:pt x="2292213" y="86783"/>
                  <a:pt x="2302802" y="82202"/>
                  <a:pt x="2317611" y="76805"/>
                </a:cubicBezTo>
                <a:lnTo>
                  <a:pt x="2317611" y="73417"/>
                </a:lnTo>
                <a:cubicBezTo>
                  <a:pt x="2317611" y="64820"/>
                  <a:pt x="2316246" y="58922"/>
                  <a:pt x="2313517" y="55722"/>
                </a:cubicBezTo>
                <a:cubicBezTo>
                  <a:pt x="2310787" y="52521"/>
                  <a:pt x="2306818" y="50921"/>
                  <a:pt x="2301610" y="50921"/>
                </a:cubicBezTo>
                <a:cubicBezTo>
                  <a:pt x="2297657" y="50921"/>
                  <a:pt x="2294519" y="51984"/>
                  <a:pt x="2292197" y="54110"/>
                </a:cubicBezTo>
                <a:cubicBezTo>
                  <a:pt x="2289813" y="56235"/>
                  <a:pt x="2288621" y="58674"/>
                  <a:pt x="2288621" y="61425"/>
                </a:cubicBezTo>
                <a:lnTo>
                  <a:pt x="2288809" y="66863"/>
                </a:lnTo>
                <a:cubicBezTo>
                  <a:pt x="2288809" y="69738"/>
                  <a:pt x="2288072" y="71957"/>
                  <a:pt x="2286597" y="73520"/>
                </a:cubicBezTo>
                <a:cubicBezTo>
                  <a:pt x="2285122" y="75083"/>
                  <a:pt x="2283193" y="75864"/>
                  <a:pt x="2280808" y="75864"/>
                </a:cubicBezTo>
                <a:cubicBezTo>
                  <a:pt x="2278487" y="75864"/>
                  <a:pt x="2276589" y="75051"/>
                  <a:pt x="2275114" y="73426"/>
                </a:cubicBezTo>
                <a:cubicBezTo>
                  <a:pt x="2273639" y="71798"/>
                  <a:pt x="2272902" y="69576"/>
                  <a:pt x="2272902" y="66761"/>
                </a:cubicBezTo>
                <a:cubicBezTo>
                  <a:pt x="2272902" y="61382"/>
                  <a:pt x="2275663" y="56440"/>
                  <a:pt x="2281185" y="51936"/>
                </a:cubicBezTo>
                <a:cubicBezTo>
                  <a:pt x="2286707" y="47432"/>
                  <a:pt x="2294456" y="45180"/>
                  <a:pt x="2304434" y="45180"/>
                </a:cubicBezTo>
                <a:cubicBezTo>
                  <a:pt x="2312089" y="45180"/>
                  <a:pt x="2318364" y="46464"/>
                  <a:pt x="2323258" y="49033"/>
                </a:cubicBezTo>
                <a:cubicBezTo>
                  <a:pt x="2326961" y="50976"/>
                  <a:pt x="2329690" y="54017"/>
                  <a:pt x="2331447" y="58154"/>
                </a:cubicBezTo>
                <a:cubicBezTo>
                  <a:pt x="2332577" y="60848"/>
                  <a:pt x="2333141" y="66363"/>
                  <a:pt x="2333141" y="74699"/>
                </a:cubicBezTo>
                <a:lnTo>
                  <a:pt x="2333141" y="103937"/>
                </a:lnTo>
                <a:cubicBezTo>
                  <a:pt x="2333141" y="112147"/>
                  <a:pt x="2333298" y="117177"/>
                  <a:pt x="2333612" y="119026"/>
                </a:cubicBezTo>
                <a:cubicBezTo>
                  <a:pt x="2333926" y="120875"/>
                  <a:pt x="2334444" y="122113"/>
                  <a:pt x="2335165" y="122741"/>
                </a:cubicBezTo>
                <a:cubicBezTo>
                  <a:pt x="2335887" y="123366"/>
                  <a:pt x="2336718" y="123679"/>
                  <a:pt x="2337659" y="123679"/>
                </a:cubicBezTo>
                <a:cubicBezTo>
                  <a:pt x="2338663" y="123679"/>
                  <a:pt x="2339542" y="123460"/>
                  <a:pt x="2340295" y="123020"/>
                </a:cubicBezTo>
                <a:cubicBezTo>
                  <a:pt x="2341613" y="122205"/>
                  <a:pt x="2344154" y="119914"/>
                  <a:pt x="2347919" y="116149"/>
                </a:cubicBezTo>
                <a:lnTo>
                  <a:pt x="2347919" y="121420"/>
                </a:lnTo>
                <a:cubicBezTo>
                  <a:pt x="2340891" y="130833"/>
                  <a:pt x="2334177" y="135539"/>
                  <a:pt x="2327776" y="135539"/>
                </a:cubicBezTo>
                <a:cubicBezTo>
                  <a:pt x="2324702" y="135539"/>
                  <a:pt x="2322254" y="134472"/>
                  <a:pt x="2320435" y="132339"/>
                </a:cubicBezTo>
                <a:cubicBezTo>
                  <a:pt x="2318615" y="130205"/>
                  <a:pt x="2317674" y="126566"/>
                  <a:pt x="2317611" y="121420"/>
                </a:cubicBezTo>
                <a:moveTo>
                  <a:pt x="2317611" y="115249"/>
                </a:moveTo>
                <a:lnTo>
                  <a:pt x="2317611" y="82547"/>
                </a:lnTo>
                <a:cubicBezTo>
                  <a:pt x="2308136" y="86294"/>
                  <a:pt x="2302018" y="88949"/>
                  <a:pt x="2299257" y="90512"/>
                </a:cubicBezTo>
                <a:cubicBezTo>
                  <a:pt x="2294300" y="93261"/>
                  <a:pt x="2290754" y="96135"/>
                  <a:pt x="2288621" y="99133"/>
                </a:cubicBezTo>
                <a:cubicBezTo>
                  <a:pt x="2286487" y="102132"/>
                  <a:pt x="2285420" y="105411"/>
                  <a:pt x="2285420" y="108972"/>
                </a:cubicBezTo>
                <a:cubicBezTo>
                  <a:pt x="2285420" y="113471"/>
                  <a:pt x="2286770" y="117203"/>
                  <a:pt x="2289468" y="120170"/>
                </a:cubicBezTo>
                <a:cubicBezTo>
                  <a:pt x="2292166" y="123137"/>
                  <a:pt x="2295272" y="124620"/>
                  <a:pt x="2298786" y="124620"/>
                </a:cubicBezTo>
                <a:cubicBezTo>
                  <a:pt x="2303555" y="124620"/>
                  <a:pt x="2309830" y="121497"/>
                  <a:pt x="2317611" y="115249"/>
                </a:cubicBezTo>
                <a:close/>
                <a:moveTo>
                  <a:pt x="2427577" y="101089"/>
                </a:moveTo>
                <a:cubicBezTo>
                  <a:pt x="2425256" y="112447"/>
                  <a:pt x="2420706" y="121185"/>
                  <a:pt x="2413929" y="127303"/>
                </a:cubicBezTo>
                <a:cubicBezTo>
                  <a:pt x="2407152" y="133421"/>
                  <a:pt x="2399654" y="136480"/>
                  <a:pt x="2391434" y="136480"/>
                </a:cubicBezTo>
                <a:cubicBezTo>
                  <a:pt x="2381645" y="136480"/>
                  <a:pt x="2373111" y="132375"/>
                  <a:pt x="2365832" y="124165"/>
                </a:cubicBezTo>
                <a:cubicBezTo>
                  <a:pt x="2358553" y="115952"/>
                  <a:pt x="2354913" y="104856"/>
                  <a:pt x="2354913" y="90877"/>
                </a:cubicBezTo>
                <a:cubicBezTo>
                  <a:pt x="2354913" y="77337"/>
                  <a:pt x="2358945" y="66336"/>
                  <a:pt x="2367008" y="57875"/>
                </a:cubicBezTo>
                <a:cubicBezTo>
                  <a:pt x="2375072" y="49411"/>
                  <a:pt x="2384751" y="45180"/>
                  <a:pt x="2396046" y="45180"/>
                </a:cubicBezTo>
                <a:cubicBezTo>
                  <a:pt x="2404517" y="45180"/>
                  <a:pt x="2411482" y="47416"/>
                  <a:pt x="2416941" y="51889"/>
                </a:cubicBezTo>
                <a:cubicBezTo>
                  <a:pt x="2422400" y="56360"/>
                  <a:pt x="2425130" y="61003"/>
                  <a:pt x="2425130" y="65819"/>
                </a:cubicBezTo>
                <a:cubicBezTo>
                  <a:pt x="2425130" y="68196"/>
                  <a:pt x="2424361" y="70120"/>
                  <a:pt x="2422824" y="71590"/>
                </a:cubicBezTo>
                <a:cubicBezTo>
                  <a:pt x="2421287" y="73059"/>
                  <a:pt x="2419137" y="73793"/>
                  <a:pt x="2416376" y="73793"/>
                </a:cubicBezTo>
                <a:cubicBezTo>
                  <a:pt x="2412674" y="73793"/>
                  <a:pt x="2409882" y="72601"/>
                  <a:pt x="2407999" y="70217"/>
                </a:cubicBezTo>
                <a:cubicBezTo>
                  <a:pt x="2406933" y="68899"/>
                  <a:pt x="2406227" y="66389"/>
                  <a:pt x="2405882" y="62687"/>
                </a:cubicBezTo>
                <a:cubicBezTo>
                  <a:pt x="2405537" y="58985"/>
                  <a:pt x="2404266" y="56161"/>
                  <a:pt x="2402070" y="54216"/>
                </a:cubicBezTo>
                <a:cubicBezTo>
                  <a:pt x="2399873" y="52333"/>
                  <a:pt x="2396830" y="51392"/>
                  <a:pt x="2392940" y="51392"/>
                </a:cubicBezTo>
                <a:cubicBezTo>
                  <a:pt x="2386665" y="51392"/>
                  <a:pt x="2381613" y="53714"/>
                  <a:pt x="2377786" y="58357"/>
                </a:cubicBezTo>
                <a:cubicBezTo>
                  <a:pt x="2372703" y="64506"/>
                  <a:pt x="2370161" y="72633"/>
                  <a:pt x="2370161" y="82735"/>
                </a:cubicBezTo>
                <a:cubicBezTo>
                  <a:pt x="2370161" y="93026"/>
                  <a:pt x="2372687" y="102109"/>
                  <a:pt x="2377738" y="109984"/>
                </a:cubicBezTo>
                <a:cubicBezTo>
                  <a:pt x="2382790" y="117859"/>
                  <a:pt x="2389614" y="121797"/>
                  <a:pt x="2398211" y="121797"/>
                </a:cubicBezTo>
                <a:cubicBezTo>
                  <a:pt x="2404360" y="121797"/>
                  <a:pt x="2409882" y="119695"/>
                  <a:pt x="2414776" y="115490"/>
                </a:cubicBezTo>
                <a:cubicBezTo>
                  <a:pt x="2418228" y="112604"/>
                  <a:pt x="2421585" y="107364"/>
                  <a:pt x="2424848" y="99772"/>
                </a:cubicBezTo>
                <a:lnTo>
                  <a:pt x="2427577" y="101089"/>
                </a:lnTo>
                <a:close/>
                <a:moveTo>
                  <a:pt x="2454432" y="80194"/>
                </a:moveTo>
                <a:cubicBezTo>
                  <a:pt x="2454369" y="92965"/>
                  <a:pt x="2457475" y="102983"/>
                  <a:pt x="2463750" y="110246"/>
                </a:cubicBezTo>
                <a:cubicBezTo>
                  <a:pt x="2470025" y="117507"/>
                  <a:pt x="2477398" y="121138"/>
                  <a:pt x="2485869" y="121138"/>
                </a:cubicBezTo>
                <a:cubicBezTo>
                  <a:pt x="2491517" y="121138"/>
                  <a:pt x="2496427" y="119585"/>
                  <a:pt x="2500600" y="116479"/>
                </a:cubicBezTo>
                <a:cubicBezTo>
                  <a:pt x="2504773" y="113373"/>
                  <a:pt x="2508271" y="108055"/>
                  <a:pt x="2511095" y="100525"/>
                </a:cubicBezTo>
                <a:lnTo>
                  <a:pt x="2514013" y="102407"/>
                </a:lnTo>
                <a:cubicBezTo>
                  <a:pt x="2512695" y="111004"/>
                  <a:pt x="2508867" y="118832"/>
                  <a:pt x="2502529" y="125891"/>
                </a:cubicBezTo>
                <a:cubicBezTo>
                  <a:pt x="2496192" y="132950"/>
                  <a:pt x="2488254" y="136480"/>
                  <a:pt x="2478716" y="136480"/>
                </a:cubicBezTo>
                <a:cubicBezTo>
                  <a:pt x="2468362" y="136480"/>
                  <a:pt x="2459499" y="132457"/>
                  <a:pt x="2452126" y="124412"/>
                </a:cubicBezTo>
                <a:cubicBezTo>
                  <a:pt x="2444753" y="116364"/>
                  <a:pt x="2441066" y="105546"/>
                  <a:pt x="2441066" y="91956"/>
                </a:cubicBezTo>
                <a:cubicBezTo>
                  <a:pt x="2441066" y="77242"/>
                  <a:pt x="2444847" y="65767"/>
                  <a:pt x="2452408" y="57533"/>
                </a:cubicBezTo>
                <a:cubicBezTo>
                  <a:pt x="2459970" y="49298"/>
                  <a:pt x="2469460" y="45180"/>
                  <a:pt x="2480881" y="45180"/>
                </a:cubicBezTo>
                <a:cubicBezTo>
                  <a:pt x="2490544" y="45180"/>
                  <a:pt x="2498482" y="48356"/>
                  <a:pt x="2504694" y="54710"/>
                </a:cubicBezTo>
                <a:cubicBezTo>
                  <a:pt x="2510906" y="61061"/>
                  <a:pt x="2514013" y="69556"/>
                  <a:pt x="2514013" y="80194"/>
                </a:cubicBezTo>
                <a:lnTo>
                  <a:pt x="2454432" y="80194"/>
                </a:lnTo>
                <a:moveTo>
                  <a:pt x="2454432" y="74735"/>
                </a:moveTo>
                <a:lnTo>
                  <a:pt x="2494341" y="74735"/>
                </a:lnTo>
                <a:cubicBezTo>
                  <a:pt x="2494027" y="69213"/>
                  <a:pt x="2493368" y="65322"/>
                  <a:pt x="2492364" y="63063"/>
                </a:cubicBezTo>
                <a:cubicBezTo>
                  <a:pt x="2490795" y="59549"/>
                  <a:pt x="2488458" y="56788"/>
                  <a:pt x="2485352" y="54780"/>
                </a:cubicBezTo>
                <a:cubicBezTo>
                  <a:pt x="2482246" y="52772"/>
                  <a:pt x="2478998" y="51768"/>
                  <a:pt x="2475610" y="51768"/>
                </a:cubicBezTo>
                <a:cubicBezTo>
                  <a:pt x="2470402" y="51768"/>
                  <a:pt x="2465742" y="53792"/>
                  <a:pt x="2461632" y="57839"/>
                </a:cubicBezTo>
                <a:cubicBezTo>
                  <a:pt x="2457522" y="61887"/>
                  <a:pt x="2455122" y="67518"/>
                  <a:pt x="2454432" y="74735"/>
                </a:cubicBezTo>
                <a:close/>
                <a:moveTo>
                  <a:pt x="2581246" y="45180"/>
                </a:moveTo>
                <a:lnTo>
                  <a:pt x="2581246" y="74358"/>
                </a:lnTo>
                <a:lnTo>
                  <a:pt x="2578140" y="74358"/>
                </a:lnTo>
                <a:cubicBezTo>
                  <a:pt x="2575756" y="65206"/>
                  <a:pt x="2572697" y="58982"/>
                  <a:pt x="2568963" y="55683"/>
                </a:cubicBezTo>
                <a:cubicBezTo>
                  <a:pt x="2565230" y="52383"/>
                  <a:pt x="2560476" y="50733"/>
                  <a:pt x="2554703" y="50733"/>
                </a:cubicBezTo>
                <a:cubicBezTo>
                  <a:pt x="2550311" y="50733"/>
                  <a:pt x="2546766" y="51893"/>
                  <a:pt x="2544067" y="54213"/>
                </a:cubicBezTo>
                <a:cubicBezTo>
                  <a:pt x="2541369" y="56530"/>
                  <a:pt x="2540020" y="59100"/>
                  <a:pt x="2540020" y="61922"/>
                </a:cubicBezTo>
                <a:cubicBezTo>
                  <a:pt x="2540020" y="65432"/>
                  <a:pt x="2541024" y="68440"/>
                  <a:pt x="2543032" y="70946"/>
                </a:cubicBezTo>
                <a:cubicBezTo>
                  <a:pt x="2544977" y="73517"/>
                  <a:pt x="2548930" y="76244"/>
                  <a:pt x="2554892" y="79126"/>
                </a:cubicBezTo>
                <a:lnTo>
                  <a:pt x="2568634" y="85803"/>
                </a:lnTo>
                <a:cubicBezTo>
                  <a:pt x="2581372" y="92007"/>
                  <a:pt x="2587741" y="100187"/>
                  <a:pt x="2587741" y="110343"/>
                </a:cubicBezTo>
                <a:cubicBezTo>
                  <a:pt x="2587741" y="118177"/>
                  <a:pt x="2584776" y="124492"/>
                  <a:pt x="2578846" y="129288"/>
                </a:cubicBezTo>
                <a:cubicBezTo>
                  <a:pt x="2572916" y="134083"/>
                  <a:pt x="2566281" y="136480"/>
                  <a:pt x="2558939" y="136480"/>
                </a:cubicBezTo>
                <a:cubicBezTo>
                  <a:pt x="2553668" y="136480"/>
                  <a:pt x="2547644" y="135539"/>
                  <a:pt x="2540867" y="133656"/>
                </a:cubicBezTo>
                <a:cubicBezTo>
                  <a:pt x="2538796" y="133029"/>
                  <a:pt x="2537102" y="132715"/>
                  <a:pt x="2535784" y="132715"/>
                </a:cubicBezTo>
                <a:cubicBezTo>
                  <a:pt x="2534341" y="132715"/>
                  <a:pt x="2533212" y="133531"/>
                  <a:pt x="2532396" y="135162"/>
                </a:cubicBezTo>
                <a:lnTo>
                  <a:pt x="2529290" y="135162"/>
                </a:lnTo>
                <a:lnTo>
                  <a:pt x="2529290" y="104290"/>
                </a:lnTo>
                <a:lnTo>
                  <a:pt x="2532396" y="104290"/>
                </a:lnTo>
                <a:cubicBezTo>
                  <a:pt x="2534153" y="113106"/>
                  <a:pt x="2537510" y="119750"/>
                  <a:pt x="2542467" y="124220"/>
                </a:cubicBezTo>
                <a:cubicBezTo>
                  <a:pt x="2547424" y="128691"/>
                  <a:pt x="2552978" y="130927"/>
                  <a:pt x="2559127" y="130927"/>
                </a:cubicBezTo>
                <a:cubicBezTo>
                  <a:pt x="2563457" y="130927"/>
                  <a:pt x="2566987" y="129658"/>
                  <a:pt x="2569716" y="127121"/>
                </a:cubicBezTo>
                <a:cubicBezTo>
                  <a:pt x="2572446" y="124581"/>
                  <a:pt x="2573811" y="121525"/>
                  <a:pt x="2573811" y="117952"/>
                </a:cubicBezTo>
                <a:cubicBezTo>
                  <a:pt x="2573811" y="113627"/>
                  <a:pt x="2572289" y="109991"/>
                  <a:pt x="2569246" y="107046"/>
                </a:cubicBezTo>
                <a:cubicBezTo>
                  <a:pt x="2566202" y="104100"/>
                  <a:pt x="2560131" y="100372"/>
                  <a:pt x="2551033" y="95860"/>
                </a:cubicBezTo>
                <a:cubicBezTo>
                  <a:pt x="2541934" y="91346"/>
                  <a:pt x="2535973" y="87271"/>
                  <a:pt x="2533149" y="83635"/>
                </a:cubicBezTo>
                <a:cubicBezTo>
                  <a:pt x="2530325" y="80062"/>
                  <a:pt x="2528913" y="75549"/>
                  <a:pt x="2528913" y="70096"/>
                </a:cubicBezTo>
                <a:cubicBezTo>
                  <a:pt x="2528913" y="63013"/>
                  <a:pt x="2531345" y="57090"/>
                  <a:pt x="2536208" y="52327"/>
                </a:cubicBezTo>
                <a:cubicBezTo>
                  <a:pt x="2541071" y="47562"/>
                  <a:pt x="2547362" y="45180"/>
                  <a:pt x="2555080" y="45180"/>
                </a:cubicBezTo>
                <a:cubicBezTo>
                  <a:pt x="2558468" y="45180"/>
                  <a:pt x="2562578" y="45901"/>
                  <a:pt x="2567410" y="47344"/>
                </a:cubicBezTo>
                <a:cubicBezTo>
                  <a:pt x="2570610" y="48286"/>
                  <a:pt x="2572744" y="48756"/>
                  <a:pt x="2573811" y="48756"/>
                </a:cubicBezTo>
                <a:cubicBezTo>
                  <a:pt x="2574815" y="48756"/>
                  <a:pt x="2575599" y="48537"/>
                  <a:pt x="2576164" y="48097"/>
                </a:cubicBezTo>
                <a:cubicBezTo>
                  <a:pt x="2576728" y="47658"/>
                  <a:pt x="2577387" y="46686"/>
                  <a:pt x="2578140" y="45180"/>
                </a:cubicBezTo>
                <a:lnTo>
                  <a:pt x="2581246" y="45180"/>
                </a:lnTo>
                <a:close/>
                <a:moveTo>
                  <a:pt x="2604840" y="166035"/>
                </a:moveTo>
                <a:lnTo>
                  <a:pt x="2604840" y="161894"/>
                </a:lnTo>
                <a:cubicBezTo>
                  <a:pt x="2611303" y="159752"/>
                  <a:pt x="2616308" y="156430"/>
                  <a:pt x="2619853" y="151925"/>
                </a:cubicBezTo>
                <a:cubicBezTo>
                  <a:pt x="2623398" y="147423"/>
                  <a:pt x="2625171" y="142652"/>
                  <a:pt x="2625171" y="137613"/>
                </a:cubicBezTo>
                <a:cubicBezTo>
                  <a:pt x="2625171" y="136418"/>
                  <a:pt x="2624889" y="135413"/>
                  <a:pt x="2624324" y="134598"/>
                </a:cubicBezTo>
                <a:cubicBezTo>
                  <a:pt x="2623885" y="134033"/>
                  <a:pt x="2623445" y="133750"/>
                  <a:pt x="2623006" y="133750"/>
                </a:cubicBezTo>
                <a:cubicBezTo>
                  <a:pt x="2622316" y="133750"/>
                  <a:pt x="2620810" y="134378"/>
                  <a:pt x="2618488" y="135633"/>
                </a:cubicBezTo>
                <a:cubicBezTo>
                  <a:pt x="2617359" y="136198"/>
                  <a:pt x="2616167" y="136480"/>
                  <a:pt x="2614912" y="136480"/>
                </a:cubicBezTo>
                <a:cubicBezTo>
                  <a:pt x="2611837" y="136480"/>
                  <a:pt x="2609390" y="135570"/>
                  <a:pt x="2607570" y="133750"/>
                </a:cubicBezTo>
                <a:cubicBezTo>
                  <a:pt x="2605750" y="131931"/>
                  <a:pt x="2604840" y="129421"/>
                  <a:pt x="2604840" y="126221"/>
                </a:cubicBezTo>
                <a:cubicBezTo>
                  <a:pt x="2604840" y="123146"/>
                  <a:pt x="2606017" y="120510"/>
                  <a:pt x="2608370" y="118314"/>
                </a:cubicBezTo>
                <a:cubicBezTo>
                  <a:pt x="2610723" y="116118"/>
                  <a:pt x="2613594" y="115020"/>
                  <a:pt x="2616982" y="115020"/>
                </a:cubicBezTo>
                <a:cubicBezTo>
                  <a:pt x="2621124" y="115020"/>
                  <a:pt x="2624810" y="116828"/>
                  <a:pt x="2628042" y="120444"/>
                </a:cubicBezTo>
                <a:cubicBezTo>
                  <a:pt x="2631273" y="124058"/>
                  <a:pt x="2632889" y="128850"/>
                  <a:pt x="2632889" y="134821"/>
                </a:cubicBezTo>
                <a:cubicBezTo>
                  <a:pt x="2632889" y="141298"/>
                  <a:pt x="2630646" y="147318"/>
                  <a:pt x="2626159" y="152881"/>
                </a:cubicBezTo>
                <a:cubicBezTo>
                  <a:pt x="2621673" y="158444"/>
                  <a:pt x="2614566" y="162829"/>
                  <a:pt x="2604840" y="166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analyst;theymaintaindecisionautonomy.">
            <a:extLst xmlns:a="http://schemas.openxmlformats.org/drawingml/2006/main">
              <a:ext uri="{FF2B5EF4-FFF2-40B4-BE49-F238E27FC236}">
                <a16:creationId xmlns:a16="http://schemas.microsoft.com/office/drawing/2014/main" id="{464BE796-2F50-4C90-B97B-B6DF9045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065" y="473732"/>
            <a:ext cx="3227236" cy="175448"/>
          </a:xfrm>
          <a:custGeom xmlns:a="http://schemas.openxmlformats.org/drawingml/2006/main">
            <a:pathLst>
              <a:path w="3227236" h="175448">
                <a:moveTo>
                  <a:pt x="48003" y="121420"/>
                </a:moveTo>
                <a:cubicBezTo>
                  <a:pt x="39156" y="128260"/>
                  <a:pt x="33602" y="132213"/>
                  <a:pt x="31343" y="133280"/>
                </a:cubicBezTo>
                <a:cubicBezTo>
                  <a:pt x="27955" y="134911"/>
                  <a:pt x="24347" y="135727"/>
                  <a:pt x="20519" y="135727"/>
                </a:cubicBezTo>
                <a:cubicBezTo>
                  <a:pt x="14558" y="135727"/>
                  <a:pt x="9648" y="133688"/>
                  <a:pt x="5789" y="129609"/>
                </a:cubicBezTo>
                <a:cubicBezTo>
                  <a:pt x="1930" y="125530"/>
                  <a:pt x="0" y="120165"/>
                  <a:pt x="0" y="113514"/>
                </a:cubicBezTo>
                <a:cubicBezTo>
                  <a:pt x="0" y="109310"/>
                  <a:pt x="941" y="105670"/>
                  <a:pt x="2824" y="102595"/>
                </a:cubicBezTo>
                <a:cubicBezTo>
                  <a:pt x="5396" y="98328"/>
                  <a:pt x="9867" y="94312"/>
                  <a:pt x="16236" y="90547"/>
                </a:cubicBezTo>
                <a:cubicBezTo>
                  <a:pt x="22605" y="86783"/>
                  <a:pt x="33194" y="82202"/>
                  <a:pt x="48003" y="76805"/>
                </a:cubicBezTo>
                <a:lnTo>
                  <a:pt x="48003" y="73417"/>
                </a:lnTo>
                <a:cubicBezTo>
                  <a:pt x="48003" y="64820"/>
                  <a:pt x="46639" y="58922"/>
                  <a:pt x="43909" y="55722"/>
                </a:cubicBezTo>
                <a:cubicBezTo>
                  <a:pt x="41179" y="52521"/>
                  <a:pt x="37210" y="50921"/>
                  <a:pt x="32002" y="50921"/>
                </a:cubicBezTo>
                <a:cubicBezTo>
                  <a:pt x="28049" y="50921"/>
                  <a:pt x="24912" y="51984"/>
                  <a:pt x="22590" y="54110"/>
                </a:cubicBezTo>
                <a:cubicBezTo>
                  <a:pt x="20205" y="56235"/>
                  <a:pt x="19013" y="58674"/>
                  <a:pt x="19013" y="61425"/>
                </a:cubicBezTo>
                <a:lnTo>
                  <a:pt x="19201" y="66863"/>
                </a:lnTo>
                <a:cubicBezTo>
                  <a:pt x="19201" y="69738"/>
                  <a:pt x="18464" y="71957"/>
                  <a:pt x="16989" y="73520"/>
                </a:cubicBezTo>
                <a:cubicBezTo>
                  <a:pt x="15515" y="75083"/>
                  <a:pt x="13585" y="75864"/>
                  <a:pt x="11201" y="75864"/>
                </a:cubicBezTo>
                <a:cubicBezTo>
                  <a:pt x="8879" y="75864"/>
                  <a:pt x="6981" y="75051"/>
                  <a:pt x="5506" y="73426"/>
                </a:cubicBezTo>
                <a:cubicBezTo>
                  <a:pt x="4032" y="71798"/>
                  <a:pt x="3294" y="69576"/>
                  <a:pt x="3294" y="66761"/>
                </a:cubicBezTo>
                <a:cubicBezTo>
                  <a:pt x="3294" y="61382"/>
                  <a:pt x="6055" y="56440"/>
                  <a:pt x="11577" y="51936"/>
                </a:cubicBezTo>
                <a:cubicBezTo>
                  <a:pt x="17099" y="47432"/>
                  <a:pt x="24849" y="45180"/>
                  <a:pt x="34826" y="45180"/>
                </a:cubicBezTo>
                <a:cubicBezTo>
                  <a:pt x="42481" y="45180"/>
                  <a:pt x="48756" y="46464"/>
                  <a:pt x="53651" y="49033"/>
                </a:cubicBezTo>
                <a:cubicBezTo>
                  <a:pt x="57353" y="50976"/>
                  <a:pt x="60083" y="54017"/>
                  <a:pt x="61840" y="58154"/>
                </a:cubicBezTo>
                <a:cubicBezTo>
                  <a:pt x="62969" y="60848"/>
                  <a:pt x="63534" y="66363"/>
                  <a:pt x="63534" y="74699"/>
                </a:cubicBezTo>
                <a:lnTo>
                  <a:pt x="63534" y="103937"/>
                </a:lnTo>
                <a:cubicBezTo>
                  <a:pt x="63534" y="112147"/>
                  <a:pt x="63691" y="117177"/>
                  <a:pt x="64004" y="119026"/>
                </a:cubicBezTo>
                <a:cubicBezTo>
                  <a:pt x="64318" y="120875"/>
                  <a:pt x="64836" y="122113"/>
                  <a:pt x="65558" y="122741"/>
                </a:cubicBezTo>
                <a:cubicBezTo>
                  <a:pt x="66279" y="123366"/>
                  <a:pt x="67111" y="123679"/>
                  <a:pt x="68052" y="123679"/>
                </a:cubicBezTo>
                <a:cubicBezTo>
                  <a:pt x="69056" y="123679"/>
                  <a:pt x="69934" y="123460"/>
                  <a:pt x="70687" y="123020"/>
                </a:cubicBezTo>
                <a:cubicBezTo>
                  <a:pt x="72005" y="122205"/>
                  <a:pt x="74546" y="119914"/>
                  <a:pt x="78311" y="116149"/>
                </a:cubicBezTo>
                <a:lnTo>
                  <a:pt x="78311" y="121420"/>
                </a:lnTo>
                <a:cubicBezTo>
                  <a:pt x="71283" y="130833"/>
                  <a:pt x="64569" y="135539"/>
                  <a:pt x="58169" y="135539"/>
                </a:cubicBezTo>
                <a:cubicBezTo>
                  <a:pt x="55094" y="135539"/>
                  <a:pt x="52647" y="134472"/>
                  <a:pt x="50827" y="132339"/>
                </a:cubicBezTo>
                <a:cubicBezTo>
                  <a:pt x="49007" y="130205"/>
                  <a:pt x="48066" y="126566"/>
                  <a:pt x="48003" y="121420"/>
                </a:cubicBezTo>
                <a:moveTo>
                  <a:pt x="48003" y="115249"/>
                </a:moveTo>
                <a:lnTo>
                  <a:pt x="48003" y="82547"/>
                </a:lnTo>
                <a:cubicBezTo>
                  <a:pt x="38528" y="86294"/>
                  <a:pt x="32410" y="88949"/>
                  <a:pt x="29649" y="90512"/>
                </a:cubicBezTo>
                <a:cubicBezTo>
                  <a:pt x="24692" y="93261"/>
                  <a:pt x="21147" y="96135"/>
                  <a:pt x="19013" y="99133"/>
                </a:cubicBezTo>
                <a:cubicBezTo>
                  <a:pt x="16880" y="102132"/>
                  <a:pt x="15813" y="105411"/>
                  <a:pt x="15813" y="108972"/>
                </a:cubicBezTo>
                <a:cubicBezTo>
                  <a:pt x="15813" y="113471"/>
                  <a:pt x="17162" y="117203"/>
                  <a:pt x="19860" y="120170"/>
                </a:cubicBezTo>
                <a:cubicBezTo>
                  <a:pt x="22558" y="123137"/>
                  <a:pt x="25665" y="124620"/>
                  <a:pt x="29179" y="124620"/>
                </a:cubicBezTo>
                <a:cubicBezTo>
                  <a:pt x="33947" y="124620"/>
                  <a:pt x="40222" y="121497"/>
                  <a:pt x="48003" y="115249"/>
                </a:cubicBezTo>
                <a:close/>
                <a:moveTo>
                  <a:pt x="109872" y="63440"/>
                </a:moveTo>
                <a:cubicBezTo>
                  <a:pt x="119975" y="51266"/>
                  <a:pt x="129607" y="45180"/>
                  <a:pt x="138768" y="45180"/>
                </a:cubicBezTo>
                <a:cubicBezTo>
                  <a:pt x="143475" y="45180"/>
                  <a:pt x="147522" y="46354"/>
                  <a:pt x="150910" y="48703"/>
                </a:cubicBezTo>
                <a:cubicBezTo>
                  <a:pt x="154299" y="51051"/>
                  <a:pt x="156997" y="54917"/>
                  <a:pt x="159005" y="60301"/>
                </a:cubicBezTo>
                <a:cubicBezTo>
                  <a:pt x="160385" y="64056"/>
                  <a:pt x="161076" y="69817"/>
                  <a:pt x="161076" y="77582"/>
                </a:cubicBezTo>
                <a:lnTo>
                  <a:pt x="161076" y="114302"/>
                </a:lnTo>
                <a:cubicBezTo>
                  <a:pt x="161076" y="119750"/>
                  <a:pt x="161515" y="123444"/>
                  <a:pt x="162393" y="125385"/>
                </a:cubicBezTo>
                <a:cubicBezTo>
                  <a:pt x="163084" y="126950"/>
                  <a:pt x="164198" y="128171"/>
                  <a:pt x="165735" y="129047"/>
                </a:cubicBezTo>
                <a:cubicBezTo>
                  <a:pt x="167272" y="129924"/>
                  <a:pt x="170112" y="130362"/>
                  <a:pt x="174253" y="130362"/>
                </a:cubicBezTo>
                <a:lnTo>
                  <a:pt x="174253" y="133845"/>
                </a:lnTo>
                <a:lnTo>
                  <a:pt x="131615" y="133845"/>
                </a:lnTo>
                <a:lnTo>
                  <a:pt x="131615" y="130362"/>
                </a:lnTo>
                <a:lnTo>
                  <a:pt x="133403" y="130362"/>
                </a:lnTo>
                <a:cubicBezTo>
                  <a:pt x="137419" y="130362"/>
                  <a:pt x="140227" y="129753"/>
                  <a:pt x="141827" y="128535"/>
                </a:cubicBezTo>
                <a:cubicBezTo>
                  <a:pt x="143427" y="127318"/>
                  <a:pt x="144541" y="125523"/>
                  <a:pt x="145169" y="123153"/>
                </a:cubicBezTo>
                <a:cubicBezTo>
                  <a:pt x="145420" y="122215"/>
                  <a:pt x="145545" y="119281"/>
                  <a:pt x="145545" y="114349"/>
                </a:cubicBezTo>
                <a:lnTo>
                  <a:pt x="145545" y="79232"/>
                </a:lnTo>
                <a:cubicBezTo>
                  <a:pt x="145545" y="71429"/>
                  <a:pt x="144526" y="65764"/>
                  <a:pt x="142486" y="62237"/>
                </a:cubicBezTo>
                <a:cubicBezTo>
                  <a:pt x="140447" y="58709"/>
                  <a:pt x="137011" y="56945"/>
                  <a:pt x="132180" y="56945"/>
                </a:cubicBezTo>
                <a:cubicBezTo>
                  <a:pt x="124712" y="56945"/>
                  <a:pt x="117277" y="61003"/>
                  <a:pt x="109872" y="69120"/>
                </a:cubicBezTo>
                <a:lnTo>
                  <a:pt x="109872" y="114349"/>
                </a:lnTo>
                <a:cubicBezTo>
                  <a:pt x="109872" y="120155"/>
                  <a:pt x="110217" y="123745"/>
                  <a:pt x="110908" y="125118"/>
                </a:cubicBezTo>
                <a:cubicBezTo>
                  <a:pt x="111786" y="126927"/>
                  <a:pt x="112994" y="128254"/>
                  <a:pt x="114531" y="129097"/>
                </a:cubicBezTo>
                <a:cubicBezTo>
                  <a:pt x="116069" y="129940"/>
                  <a:pt x="119190" y="130362"/>
                  <a:pt x="123897" y="130362"/>
                </a:cubicBezTo>
                <a:lnTo>
                  <a:pt x="123897" y="133845"/>
                </a:lnTo>
                <a:lnTo>
                  <a:pt x="81258" y="133845"/>
                </a:lnTo>
                <a:lnTo>
                  <a:pt x="81258" y="130362"/>
                </a:lnTo>
                <a:lnTo>
                  <a:pt x="83141" y="130362"/>
                </a:lnTo>
                <a:cubicBezTo>
                  <a:pt x="87533" y="130362"/>
                  <a:pt x="90498" y="129251"/>
                  <a:pt x="92036" y="127029"/>
                </a:cubicBezTo>
                <a:cubicBezTo>
                  <a:pt x="93573" y="124806"/>
                  <a:pt x="94342" y="120563"/>
                  <a:pt x="94342" y="114302"/>
                </a:cubicBezTo>
                <a:lnTo>
                  <a:pt x="94342" y="82370"/>
                </a:lnTo>
                <a:cubicBezTo>
                  <a:pt x="94342" y="72040"/>
                  <a:pt x="94106" y="65749"/>
                  <a:pt x="93636" y="63496"/>
                </a:cubicBezTo>
                <a:cubicBezTo>
                  <a:pt x="93165" y="61241"/>
                  <a:pt x="92444" y="59706"/>
                  <a:pt x="91471" y="58892"/>
                </a:cubicBezTo>
                <a:cubicBezTo>
                  <a:pt x="90498" y="58079"/>
                  <a:pt x="89196" y="57672"/>
                  <a:pt x="87565" y="57672"/>
                </a:cubicBezTo>
                <a:cubicBezTo>
                  <a:pt x="85808" y="57672"/>
                  <a:pt x="83706" y="58141"/>
                  <a:pt x="81258" y="59081"/>
                </a:cubicBezTo>
                <a:lnTo>
                  <a:pt x="79847" y="55698"/>
                </a:lnTo>
                <a:lnTo>
                  <a:pt x="105825" y="45180"/>
                </a:lnTo>
                <a:lnTo>
                  <a:pt x="109872" y="45180"/>
                </a:lnTo>
                <a:lnTo>
                  <a:pt x="109872" y="63440"/>
                </a:lnTo>
                <a:close/>
                <a:moveTo>
                  <a:pt x="229975" y="121420"/>
                </a:moveTo>
                <a:cubicBezTo>
                  <a:pt x="221127" y="128260"/>
                  <a:pt x="215574" y="132213"/>
                  <a:pt x="213315" y="133280"/>
                </a:cubicBezTo>
                <a:cubicBezTo>
                  <a:pt x="209926" y="134911"/>
                  <a:pt x="206318" y="135727"/>
                  <a:pt x="202490" y="135727"/>
                </a:cubicBezTo>
                <a:cubicBezTo>
                  <a:pt x="196529" y="135727"/>
                  <a:pt x="191619" y="133688"/>
                  <a:pt x="187760" y="129609"/>
                </a:cubicBezTo>
                <a:cubicBezTo>
                  <a:pt x="183901" y="125530"/>
                  <a:pt x="181971" y="120165"/>
                  <a:pt x="181971" y="113514"/>
                </a:cubicBezTo>
                <a:cubicBezTo>
                  <a:pt x="181971" y="109310"/>
                  <a:pt x="182913" y="105670"/>
                  <a:pt x="184795" y="102595"/>
                </a:cubicBezTo>
                <a:cubicBezTo>
                  <a:pt x="187368" y="98328"/>
                  <a:pt x="191839" y="94312"/>
                  <a:pt x="198208" y="90547"/>
                </a:cubicBezTo>
                <a:cubicBezTo>
                  <a:pt x="204577" y="86783"/>
                  <a:pt x="215166" y="82202"/>
                  <a:pt x="229975" y="76805"/>
                </a:cubicBezTo>
                <a:lnTo>
                  <a:pt x="229975" y="73417"/>
                </a:lnTo>
                <a:cubicBezTo>
                  <a:pt x="229975" y="64820"/>
                  <a:pt x="228610" y="58922"/>
                  <a:pt x="225880" y="55722"/>
                </a:cubicBezTo>
                <a:cubicBezTo>
                  <a:pt x="223151" y="52521"/>
                  <a:pt x="219182" y="50921"/>
                  <a:pt x="213974" y="50921"/>
                </a:cubicBezTo>
                <a:cubicBezTo>
                  <a:pt x="210020" y="50921"/>
                  <a:pt x="206883" y="51984"/>
                  <a:pt x="204561" y="54110"/>
                </a:cubicBezTo>
                <a:cubicBezTo>
                  <a:pt x="202177" y="56235"/>
                  <a:pt x="200984" y="58674"/>
                  <a:pt x="200984" y="61425"/>
                </a:cubicBezTo>
                <a:lnTo>
                  <a:pt x="201173" y="66863"/>
                </a:lnTo>
                <a:cubicBezTo>
                  <a:pt x="201173" y="69738"/>
                  <a:pt x="200435" y="71957"/>
                  <a:pt x="198961" y="73520"/>
                </a:cubicBezTo>
                <a:cubicBezTo>
                  <a:pt x="197486" y="75083"/>
                  <a:pt x="195557" y="75864"/>
                  <a:pt x="193172" y="75864"/>
                </a:cubicBezTo>
                <a:cubicBezTo>
                  <a:pt x="190850" y="75864"/>
                  <a:pt x="188952" y="75051"/>
                  <a:pt x="187478" y="73426"/>
                </a:cubicBezTo>
                <a:cubicBezTo>
                  <a:pt x="186003" y="71798"/>
                  <a:pt x="185266" y="69576"/>
                  <a:pt x="185266" y="66761"/>
                </a:cubicBezTo>
                <a:cubicBezTo>
                  <a:pt x="185266" y="61382"/>
                  <a:pt x="188027" y="56440"/>
                  <a:pt x="193549" y="51936"/>
                </a:cubicBezTo>
                <a:cubicBezTo>
                  <a:pt x="199071" y="47432"/>
                  <a:pt x="206820" y="45180"/>
                  <a:pt x="216797" y="45180"/>
                </a:cubicBezTo>
                <a:cubicBezTo>
                  <a:pt x="224453" y="45180"/>
                  <a:pt x="230728" y="46464"/>
                  <a:pt x="235622" y="49033"/>
                </a:cubicBezTo>
                <a:cubicBezTo>
                  <a:pt x="239324" y="50976"/>
                  <a:pt x="242054" y="54017"/>
                  <a:pt x="243811" y="58154"/>
                </a:cubicBezTo>
                <a:cubicBezTo>
                  <a:pt x="244940" y="60848"/>
                  <a:pt x="245505" y="66363"/>
                  <a:pt x="245505" y="74699"/>
                </a:cubicBezTo>
                <a:lnTo>
                  <a:pt x="245505" y="103937"/>
                </a:lnTo>
                <a:cubicBezTo>
                  <a:pt x="245505" y="112147"/>
                  <a:pt x="245662" y="117177"/>
                  <a:pt x="245976" y="119026"/>
                </a:cubicBezTo>
                <a:cubicBezTo>
                  <a:pt x="246290" y="120875"/>
                  <a:pt x="246807" y="122113"/>
                  <a:pt x="247529" y="122741"/>
                </a:cubicBezTo>
                <a:cubicBezTo>
                  <a:pt x="248250" y="123366"/>
                  <a:pt x="249082" y="123679"/>
                  <a:pt x="250023" y="123679"/>
                </a:cubicBezTo>
                <a:cubicBezTo>
                  <a:pt x="251027" y="123679"/>
                  <a:pt x="251906" y="123460"/>
                  <a:pt x="252659" y="123020"/>
                </a:cubicBezTo>
                <a:cubicBezTo>
                  <a:pt x="253976" y="122205"/>
                  <a:pt x="256518" y="119914"/>
                  <a:pt x="260283" y="116149"/>
                </a:cubicBezTo>
                <a:lnTo>
                  <a:pt x="260283" y="121420"/>
                </a:lnTo>
                <a:cubicBezTo>
                  <a:pt x="253255" y="130833"/>
                  <a:pt x="246541" y="135539"/>
                  <a:pt x="240140" y="135539"/>
                </a:cubicBezTo>
                <a:cubicBezTo>
                  <a:pt x="237065" y="135539"/>
                  <a:pt x="234618" y="134472"/>
                  <a:pt x="232798" y="132339"/>
                </a:cubicBezTo>
                <a:cubicBezTo>
                  <a:pt x="230979" y="130205"/>
                  <a:pt x="230037" y="126566"/>
                  <a:pt x="229975" y="121420"/>
                </a:cubicBezTo>
                <a:moveTo>
                  <a:pt x="229975" y="115249"/>
                </a:moveTo>
                <a:lnTo>
                  <a:pt x="229975" y="82547"/>
                </a:lnTo>
                <a:cubicBezTo>
                  <a:pt x="220499" y="86294"/>
                  <a:pt x="214381" y="88949"/>
                  <a:pt x="211620" y="90512"/>
                </a:cubicBezTo>
                <a:cubicBezTo>
                  <a:pt x="206663" y="93261"/>
                  <a:pt x="203118" y="96135"/>
                  <a:pt x="200984" y="99133"/>
                </a:cubicBezTo>
                <a:cubicBezTo>
                  <a:pt x="198851" y="102132"/>
                  <a:pt x="197784" y="105411"/>
                  <a:pt x="197784" y="108972"/>
                </a:cubicBezTo>
                <a:cubicBezTo>
                  <a:pt x="197784" y="113471"/>
                  <a:pt x="199133" y="117203"/>
                  <a:pt x="201832" y="120170"/>
                </a:cubicBezTo>
                <a:cubicBezTo>
                  <a:pt x="204530" y="123137"/>
                  <a:pt x="207636" y="124620"/>
                  <a:pt x="211150" y="124620"/>
                </a:cubicBezTo>
                <a:cubicBezTo>
                  <a:pt x="215919" y="124620"/>
                  <a:pt x="222194" y="121497"/>
                  <a:pt x="229975" y="115249"/>
                </a:cubicBezTo>
                <a:close/>
                <a:moveTo>
                  <a:pt x="296361" y="0"/>
                </a:moveTo>
                <a:lnTo>
                  <a:pt x="296361" y="114279"/>
                </a:lnTo>
                <a:cubicBezTo>
                  <a:pt x="296361" y="119671"/>
                  <a:pt x="296754" y="123246"/>
                  <a:pt x="297538" y="125003"/>
                </a:cubicBezTo>
                <a:cubicBezTo>
                  <a:pt x="298322" y="126758"/>
                  <a:pt x="299530" y="128090"/>
                  <a:pt x="301162" y="129000"/>
                </a:cubicBezTo>
                <a:cubicBezTo>
                  <a:pt x="302793" y="129908"/>
                  <a:pt x="305837" y="130362"/>
                  <a:pt x="310292" y="130362"/>
                </a:cubicBezTo>
                <a:lnTo>
                  <a:pt x="310292" y="133845"/>
                </a:lnTo>
                <a:lnTo>
                  <a:pt x="268030" y="133845"/>
                </a:lnTo>
                <a:lnTo>
                  <a:pt x="268030" y="130362"/>
                </a:lnTo>
                <a:cubicBezTo>
                  <a:pt x="271983" y="130362"/>
                  <a:pt x="274682" y="129955"/>
                  <a:pt x="276125" y="129141"/>
                </a:cubicBezTo>
                <a:cubicBezTo>
                  <a:pt x="277568" y="128326"/>
                  <a:pt x="278697" y="126977"/>
                  <a:pt x="279513" y="125097"/>
                </a:cubicBezTo>
                <a:cubicBezTo>
                  <a:pt x="280329" y="123214"/>
                  <a:pt x="280737" y="119608"/>
                  <a:pt x="280737" y="114279"/>
                </a:cubicBezTo>
                <a:lnTo>
                  <a:pt x="280737" y="36023"/>
                </a:lnTo>
                <a:cubicBezTo>
                  <a:pt x="280737" y="26305"/>
                  <a:pt x="280517" y="20333"/>
                  <a:pt x="280078" y="18107"/>
                </a:cubicBezTo>
                <a:cubicBezTo>
                  <a:pt x="279639" y="15880"/>
                  <a:pt x="278933" y="14359"/>
                  <a:pt x="277960" y="13545"/>
                </a:cubicBezTo>
                <a:cubicBezTo>
                  <a:pt x="276988" y="12729"/>
                  <a:pt x="275748" y="12321"/>
                  <a:pt x="274242" y="12321"/>
                </a:cubicBezTo>
                <a:cubicBezTo>
                  <a:pt x="272611" y="12321"/>
                  <a:pt x="270540" y="12823"/>
                  <a:pt x="268030" y="13827"/>
                </a:cubicBezTo>
                <a:lnTo>
                  <a:pt x="266430" y="10533"/>
                </a:lnTo>
                <a:lnTo>
                  <a:pt x="292126" y="0"/>
                </a:lnTo>
                <a:lnTo>
                  <a:pt x="296361" y="0"/>
                </a:lnTo>
                <a:close/>
                <a:moveTo>
                  <a:pt x="315407" y="47627"/>
                </a:moveTo>
                <a:lnTo>
                  <a:pt x="355598" y="47627"/>
                </a:lnTo>
                <a:lnTo>
                  <a:pt x="355598" y="51109"/>
                </a:lnTo>
                <a:lnTo>
                  <a:pt x="353622" y="51109"/>
                </a:lnTo>
                <a:cubicBezTo>
                  <a:pt x="350798" y="51109"/>
                  <a:pt x="348680" y="51721"/>
                  <a:pt x="347268" y="52945"/>
                </a:cubicBezTo>
                <a:cubicBezTo>
                  <a:pt x="345856" y="54168"/>
                  <a:pt x="345150" y="55690"/>
                  <a:pt x="345150" y="57510"/>
                </a:cubicBezTo>
                <a:cubicBezTo>
                  <a:pt x="345150" y="59957"/>
                  <a:pt x="346186" y="63346"/>
                  <a:pt x="348256" y="67675"/>
                </a:cubicBezTo>
                <a:lnTo>
                  <a:pt x="369246" y="111161"/>
                </a:lnTo>
                <a:lnTo>
                  <a:pt x="388542" y="63534"/>
                </a:lnTo>
                <a:cubicBezTo>
                  <a:pt x="389608" y="60961"/>
                  <a:pt x="390142" y="58420"/>
                  <a:pt x="390142" y="55910"/>
                </a:cubicBezTo>
                <a:cubicBezTo>
                  <a:pt x="390142" y="54780"/>
                  <a:pt x="389922" y="53933"/>
                  <a:pt x="389483" y="53368"/>
                </a:cubicBezTo>
                <a:cubicBezTo>
                  <a:pt x="388981" y="52678"/>
                  <a:pt x="388197" y="52129"/>
                  <a:pt x="387130" y="51721"/>
                </a:cubicBezTo>
                <a:cubicBezTo>
                  <a:pt x="386063" y="51313"/>
                  <a:pt x="384181" y="51109"/>
                  <a:pt x="381482" y="51109"/>
                </a:cubicBezTo>
                <a:lnTo>
                  <a:pt x="381482" y="47627"/>
                </a:lnTo>
                <a:lnTo>
                  <a:pt x="409531" y="47627"/>
                </a:lnTo>
                <a:lnTo>
                  <a:pt x="409531" y="51109"/>
                </a:lnTo>
                <a:cubicBezTo>
                  <a:pt x="407210" y="51360"/>
                  <a:pt x="405421" y="51862"/>
                  <a:pt x="404166" y="52615"/>
                </a:cubicBezTo>
                <a:cubicBezTo>
                  <a:pt x="402911" y="53368"/>
                  <a:pt x="401531" y="54780"/>
                  <a:pt x="400025" y="56851"/>
                </a:cubicBezTo>
                <a:cubicBezTo>
                  <a:pt x="399460" y="57730"/>
                  <a:pt x="398393" y="60145"/>
                  <a:pt x="396825" y="64099"/>
                </a:cubicBezTo>
                <a:lnTo>
                  <a:pt x="361716" y="150128"/>
                </a:lnTo>
                <a:cubicBezTo>
                  <a:pt x="358328" y="158474"/>
                  <a:pt x="353888" y="164780"/>
                  <a:pt x="348398" y="169047"/>
                </a:cubicBezTo>
                <a:cubicBezTo>
                  <a:pt x="342907" y="173314"/>
                  <a:pt x="337620" y="175448"/>
                  <a:pt x="332538" y="175448"/>
                </a:cubicBezTo>
                <a:cubicBezTo>
                  <a:pt x="328836" y="175448"/>
                  <a:pt x="325792" y="174394"/>
                  <a:pt x="323408" y="172286"/>
                </a:cubicBezTo>
                <a:cubicBezTo>
                  <a:pt x="321023" y="170178"/>
                  <a:pt x="319831" y="167760"/>
                  <a:pt x="319831" y="165032"/>
                </a:cubicBezTo>
                <a:cubicBezTo>
                  <a:pt x="319831" y="162428"/>
                  <a:pt x="320694" y="160328"/>
                  <a:pt x="322419" y="158732"/>
                </a:cubicBezTo>
                <a:cubicBezTo>
                  <a:pt x="324145" y="157137"/>
                  <a:pt x="326514" y="156340"/>
                  <a:pt x="329526" y="156340"/>
                </a:cubicBezTo>
                <a:cubicBezTo>
                  <a:pt x="331596" y="156340"/>
                  <a:pt x="334420" y="157031"/>
                  <a:pt x="337997" y="158411"/>
                </a:cubicBezTo>
                <a:cubicBezTo>
                  <a:pt x="340507" y="159352"/>
                  <a:pt x="342076" y="159823"/>
                  <a:pt x="342703" y="159823"/>
                </a:cubicBezTo>
                <a:cubicBezTo>
                  <a:pt x="344586" y="159823"/>
                  <a:pt x="346641" y="158843"/>
                  <a:pt x="348868" y="156884"/>
                </a:cubicBezTo>
                <a:cubicBezTo>
                  <a:pt x="351096" y="154927"/>
                  <a:pt x="353339" y="151139"/>
                  <a:pt x="355598" y="145519"/>
                </a:cubicBezTo>
                <a:lnTo>
                  <a:pt x="361716" y="130456"/>
                </a:lnTo>
                <a:lnTo>
                  <a:pt x="330749" y="65416"/>
                </a:lnTo>
                <a:cubicBezTo>
                  <a:pt x="329808" y="63471"/>
                  <a:pt x="328302" y="61055"/>
                  <a:pt x="326231" y="58169"/>
                </a:cubicBezTo>
                <a:cubicBezTo>
                  <a:pt x="324663" y="55973"/>
                  <a:pt x="323376" y="54498"/>
                  <a:pt x="322372" y="53745"/>
                </a:cubicBezTo>
                <a:cubicBezTo>
                  <a:pt x="320929" y="52741"/>
                  <a:pt x="318607" y="51862"/>
                  <a:pt x="315407" y="51109"/>
                </a:cubicBezTo>
                <a:lnTo>
                  <a:pt x="315407" y="47627"/>
                </a:lnTo>
                <a:close/>
                <a:moveTo>
                  <a:pt x="472406" y="45180"/>
                </a:moveTo>
                <a:lnTo>
                  <a:pt x="472406" y="74358"/>
                </a:lnTo>
                <a:lnTo>
                  <a:pt x="469300" y="74358"/>
                </a:lnTo>
                <a:cubicBezTo>
                  <a:pt x="466916" y="65206"/>
                  <a:pt x="463857" y="58982"/>
                  <a:pt x="460123" y="55683"/>
                </a:cubicBezTo>
                <a:cubicBezTo>
                  <a:pt x="456390" y="52383"/>
                  <a:pt x="451636" y="50733"/>
                  <a:pt x="445863" y="50733"/>
                </a:cubicBezTo>
                <a:cubicBezTo>
                  <a:pt x="441471" y="50733"/>
                  <a:pt x="437925" y="51893"/>
                  <a:pt x="435227" y="54213"/>
                </a:cubicBezTo>
                <a:cubicBezTo>
                  <a:pt x="432529" y="56530"/>
                  <a:pt x="431180" y="59100"/>
                  <a:pt x="431180" y="61922"/>
                </a:cubicBezTo>
                <a:cubicBezTo>
                  <a:pt x="431180" y="65432"/>
                  <a:pt x="432184" y="68440"/>
                  <a:pt x="434192" y="70946"/>
                </a:cubicBezTo>
                <a:cubicBezTo>
                  <a:pt x="436137" y="73517"/>
                  <a:pt x="440090" y="76244"/>
                  <a:pt x="446052" y="79126"/>
                </a:cubicBezTo>
                <a:lnTo>
                  <a:pt x="459794" y="85803"/>
                </a:lnTo>
                <a:cubicBezTo>
                  <a:pt x="472532" y="92007"/>
                  <a:pt x="478901" y="100187"/>
                  <a:pt x="478901" y="110343"/>
                </a:cubicBezTo>
                <a:cubicBezTo>
                  <a:pt x="478901" y="118177"/>
                  <a:pt x="475936" y="124492"/>
                  <a:pt x="470006" y="129288"/>
                </a:cubicBezTo>
                <a:cubicBezTo>
                  <a:pt x="464076" y="134083"/>
                  <a:pt x="457441" y="136480"/>
                  <a:pt x="450099" y="136480"/>
                </a:cubicBezTo>
                <a:cubicBezTo>
                  <a:pt x="444828" y="136480"/>
                  <a:pt x="438804" y="135539"/>
                  <a:pt x="432027" y="133656"/>
                </a:cubicBezTo>
                <a:cubicBezTo>
                  <a:pt x="429956" y="133029"/>
                  <a:pt x="428262" y="132715"/>
                  <a:pt x="426944" y="132715"/>
                </a:cubicBezTo>
                <a:cubicBezTo>
                  <a:pt x="425501" y="132715"/>
                  <a:pt x="424372" y="133531"/>
                  <a:pt x="423556" y="135162"/>
                </a:cubicBezTo>
                <a:lnTo>
                  <a:pt x="420450" y="135162"/>
                </a:lnTo>
                <a:lnTo>
                  <a:pt x="420450" y="104290"/>
                </a:lnTo>
                <a:lnTo>
                  <a:pt x="423556" y="104290"/>
                </a:lnTo>
                <a:cubicBezTo>
                  <a:pt x="425313" y="113106"/>
                  <a:pt x="428670" y="119750"/>
                  <a:pt x="433627" y="124220"/>
                </a:cubicBezTo>
                <a:cubicBezTo>
                  <a:pt x="438584" y="128691"/>
                  <a:pt x="444138" y="130927"/>
                  <a:pt x="450287" y="130927"/>
                </a:cubicBezTo>
                <a:cubicBezTo>
                  <a:pt x="454617" y="130927"/>
                  <a:pt x="458146" y="129658"/>
                  <a:pt x="460876" y="127121"/>
                </a:cubicBezTo>
                <a:cubicBezTo>
                  <a:pt x="463606" y="124581"/>
                  <a:pt x="464970" y="121525"/>
                  <a:pt x="464970" y="117952"/>
                </a:cubicBezTo>
                <a:cubicBezTo>
                  <a:pt x="464970" y="113627"/>
                  <a:pt x="463449" y="109991"/>
                  <a:pt x="460405" y="107046"/>
                </a:cubicBezTo>
                <a:cubicBezTo>
                  <a:pt x="457362" y="104100"/>
                  <a:pt x="451291" y="100372"/>
                  <a:pt x="442192" y="95860"/>
                </a:cubicBezTo>
                <a:cubicBezTo>
                  <a:pt x="433094" y="91346"/>
                  <a:pt x="427133" y="87271"/>
                  <a:pt x="424309" y="83635"/>
                </a:cubicBezTo>
                <a:cubicBezTo>
                  <a:pt x="421485" y="80062"/>
                  <a:pt x="420073" y="75549"/>
                  <a:pt x="420073" y="70096"/>
                </a:cubicBezTo>
                <a:cubicBezTo>
                  <a:pt x="420073" y="63013"/>
                  <a:pt x="422505" y="57090"/>
                  <a:pt x="427368" y="52327"/>
                </a:cubicBezTo>
                <a:cubicBezTo>
                  <a:pt x="432231" y="47562"/>
                  <a:pt x="438522" y="45180"/>
                  <a:pt x="446240" y="45180"/>
                </a:cubicBezTo>
                <a:cubicBezTo>
                  <a:pt x="449628" y="45180"/>
                  <a:pt x="453738" y="45901"/>
                  <a:pt x="458570" y="47344"/>
                </a:cubicBezTo>
                <a:cubicBezTo>
                  <a:pt x="461770" y="48286"/>
                  <a:pt x="463904" y="48756"/>
                  <a:pt x="464970" y="48756"/>
                </a:cubicBezTo>
                <a:cubicBezTo>
                  <a:pt x="465974" y="48756"/>
                  <a:pt x="466759" y="48537"/>
                  <a:pt x="467324" y="48097"/>
                </a:cubicBezTo>
                <a:cubicBezTo>
                  <a:pt x="467888" y="47658"/>
                  <a:pt x="468547" y="46686"/>
                  <a:pt x="469300" y="45180"/>
                </a:cubicBezTo>
                <a:lnTo>
                  <a:pt x="472406" y="45180"/>
                </a:lnTo>
                <a:close/>
                <a:moveTo>
                  <a:pt x="516708" y="19201"/>
                </a:moveTo>
                <a:lnTo>
                  <a:pt x="516708" y="47627"/>
                </a:lnTo>
                <a:lnTo>
                  <a:pt x="536851" y="47627"/>
                </a:lnTo>
                <a:lnTo>
                  <a:pt x="536851" y="54216"/>
                </a:lnTo>
                <a:lnTo>
                  <a:pt x="516708" y="54216"/>
                </a:lnTo>
                <a:lnTo>
                  <a:pt x="516708" y="110049"/>
                </a:lnTo>
                <a:cubicBezTo>
                  <a:pt x="516708" y="115628"/>
                  <a:pt x="517508" y="119389"/>
                  <a:pt x="519109" y="121332"/>
                </a:cubicBezTo>
                <a:cubicBezTo>
                  <a:pt x="520709" y="123273"/>
                  <a:pt x="522764" y="124244"/>
                  <a:pt x="525274" y="124244"/>
                </a:cubicBezTo>
                <a:cubicBezTo>
                  <a:pt x="527344" y="124244"/>
                  <a:pt x="529352" y="123601"/>
                  <a:pt x="531298" y="122314"/>
                </a:cubicBezTo>
                <a:cubicBezTo>
                  <a:pt x="533243" y="121028"/>
                  <a:pt x="534749" y="119130"/>
                  <a:pt x="535816" y="116620"/>
                </a:cubicBezTo>
                <a:lnTo>
                  <a:pt x="539486" y="116620"/>
                </a:lnTo>
                <a:cubicBezTo>
                  <a:pt x="537290" y="122787"/>
                  <a:pt x="534184" y="127451"/>
                  <a:pt x="530168" y="130612"/>
                </a:cubicBezTo>
                <a:cubicBezTo>
                  <a:pt x="526152" y="133771"/>
                  <a:pt x="522011" y="135351"/>
                  <a:pt x="517744" y="135351"/>
                </a:cubicBezTo>
                <a:cubicBezTo>
                  <a:pt x="514857" y="135351"/>
                  <a:pt x="512033" y="134550"/>
                  <a:pt x="509273" y="132947"/>
                </a:cubicBezTo>
                <a:cubicBezTo>
                  <a:pt x="506512" y="131345"/>
                  <a:pt x="504472" y="129053"/>
                  <a:pt x="503154" y="126071"/>
                </a:cubicBezTo>
                <a:cubicBezTo>
                  <a:pt x="501837" y="123086"/>
                  <a:pt x="501178" y="118484"/>
                  <a:pt x="501178" y="112264"/>
                </a:cubicBezTo>
                <a:lnTo>
                  <a:pt x="501178" y="54216"/>
                </a:lnTo>
                <a:lnTo>
                  <a:pt x="487530" y="54216"/>
                </a:lnTo>
                <a:lnTo>
                  <a:pt x="487530" y="51109"/>
                </a:lnTo>
                <a:cubicBezTo>
                  <a:pt x="490981" y="49725"/>
                  <a:pt x="494511" y="47381"/>
                  <a:pt x="498119" y="44077"/>
                </a:cubicBezTo>
                <a:cubicBezTo>
                  <a:pt x="501727" y="40772"/>
                  <a:pt x="504943" y="36855"/>
                  <a:pt x="507767" y="32323"/>
                </a:cubicBezTo>
                <a:cubicBezTo>
                  <a:pt x="509210" y="29932"/>
                  <a:pt x="511218" y="25559"/>
                  <a:pt x="513790" y="19201"/>
                </a:cubicBezTo>
                <a:lnTo>
                  <a:pt x="516708" y="19201"/>
                </a:lnTo>
                <a:close/>
                <a:moveTo>
                  <a:pt x="565779" y="44803"/>
                </a:moveTo>
                <a:cubicBezTo>
                  <a:pt x="568666" y="44803"/>
                  <a:pt x="571128" y="45807"/>
                  <a:pt x="573168" y="47815"/>
                </a:cubicBezTo>
                <a:cubicBezTo>
                  <a:pt x="575207" y="49823"/>
                  <a:pt x="576227" y="52270"/>
                  <a:pt x="576227" y="55157"/>
                </a:cubicBezTo>
                <a:cubicBezTo>
                  <a:pt x="576227" y="58043"/>
                  <a:pt x="575207" y="60506"/>
                  <a:pt x="573168" y="62546"/>
                </a:cubicBezTo>
                <a:cubicBezTo>
                  <a:pt x="571128" y="64585"/>
                  <a:pt x="568666" y="65605"/>
                  <a:pt x="565779" y="65605"/>
                </a:cubicBezTo>
                <a:cubicBezTo>
                  <a:pt x="562893" y="65605"/>
                  <a:pt x="560430" y="64585"/>
                  <a:pt x="558390" y="62546"/>
                </a:cubicBezTo>
                <a:cubicBezTo>
                  <a:pt x="556351" y="60506"/>
                  <a:pt x="555331" y="58043"/>
                  <a:pt x="555331" y="55157"/>
                </a:cubicBezTo>
                <a:cubicBezTo>
                  <a:pt x="555331" y="52270"/>
                  <a:pt x="556351" y="49823"/>
                  <a:pt x="558390" y="47815"/>
                </a:cubicBezTo>
                <a:cubicBezTo>
                  <a:pt x="560430" y="45807"/>
                  <a:pt x="562893" y="44803"/>
                  <a:pt x="565779" y="44803"/>
                </a:cubicBezTo>
                <a:moveTo>
                  <a:pt x="552602" y="166035"/>
                </a:moveTo>
                <a:lnTo>
                  <a:pt x="552602" y="161894"/>
                </a:lnTo>
                <a:cubicBezTo>
                  <a:pt x="559065" y="159752"/>
                  <a:pt x="564069" y="156430"/>
                  <a:pt x="567614" y="151925"/>
                </a:cubicBezTo>
                <a:cubicBezTo>
                  <a:pt x="571160" y="147423"/>
                  <a:pt x="572933" y="142652"/>
                  <a:pt x="572933" y="137613"/>
                </a:cubicBezTo>
                <a:cubicBezTo>
                  <a:pt x="572933" y="136418"/>
                  <a:pt x="572650" y="135413"/>
                  <a:pt x="572085" y="134598"/>
                </a:cubicBezTo>
                <a:cubicBezTo>
                  <a:pt x="571646" y="134033"/>
                  <a:pt x="571207" y="133750"/>
                  <a:pt x="570768" y="133750"/>
                </a:cubicBezTo>
                <a:cubicBezTo>
                  <a:pt x="570077" y="133750"/>
                  <a:pt x="568571" y="134378"/>
                  <a:pt x="566250" y="135633"/>
                </a:cubicBezTo>
                <a:cubicBezTo>
                  <a:pt x="565120" y="136198"/>
                  <a:pt x="563928" y="136480"/>
                  <a:pt x="562673" y="136480"/>
                </a:cubicBezTo>
                <a:cubicBezTo>
                  <a:pt x="559598" y="136480"/>
                  <a:pt x="557151" y="135570"/>
                  <a:pt x="555331" y="133750"/>
                </a:cubicBezTo>
                <a:cubicBezTo>
                  <a:pt x="553512" y="131931"/>
                  <a:pt x="552602" y="129421"/>
                  <a:pt x="552602" y="126221"/>
                </a:cubicBezTo>
                <a:cubicBezTo>
                  <a:pt x="552602" y="123146"/>
                  <a:pt x="553778" y="120510"/>
                  <a:pt x="556131" y="118314"/>
                </a:cubicBezTo>
                <a:cubicBezTo>
                  <a:pt x="558484" y="116118"/>
                  <a:pt x="561355" y="115020"/>
                  <a:pt x="564744" y="115020"/>
                </a:cubicBezTo>
                <a:cubicBezTo>
                  <a:pt x="568885" y="115020"/>
                  <a:pt x="572572" y="116828"/>
                  <a:pt x="575803" y="120444"/>
                </a:cubicBezTo>
                <a:cubicBezTo>
                  <a:pt x="579035" y="124058"/>
                  <a:pt x="580651" y="128850"/>
                  <a:pt x="580651" y="134821"/>
                </a:cubicBezTo>
                <a:cubicBezTo>
                  <a:pt x="580651" y="141298"/>
                  <a:pt x="578407" y="147318"/>
                  <a:pt x="573921" y="152881"/>
                </a:cubicBezTo>
                <a:cubicBezTo>
                  <a:pt x="569434" y="158444"/>
                  <a:pt x="562328" y="162829"/>
                  <a:pt x="552602" y="166035"/>
                </a:cubicBezTo>
                <a:close/>
                <a:moveTo>
                  <a:pt x="672078" y="19201"/>
                </a:moveTo>
                <a:lnTo>
                  <a:pt x="672078" y="47627"/>
                </a:lnTo>
                <a:lnTo>
                  <a:pt x="692220" y="47627"/>
                </a:lnTo>
                <a:lnTo>
                  <a:pt x="692220" y="54216"/>
                </a:lnTo>
                <a:lnTo>
                  <a:pt x="672078" y="54216"/>
                </a:lnTo>
                <a:lnTo>
                  <a:pt x="672078" y="110049"/>
                </a:lnTo>
                <a:cubicBezTo>
                  <a:pt x="672078" y="115628"/>
                  <a:pt x="672878" y="119389"/>
                  <a:pt x="674478" y="121332"/>
                </a:cubicBezTo>
                <a:cubicBezTo>
                  <a:pt x="676078" y="123273"/>
                  <a:pt x="678133" y="124244"/>
                  <a:pt x="680643" y="124244"/>
                </a:cubicBezTo>
                <a:cubicBezTo>
                  <a:pt x="682714" y="124244"/>
                  <a:pt x="684722" y="123601"/>
                  <a:pt x="686667" y="122314"/>
                </a:cubicBezTo>
                <a:cubicBezTo>
                  <a:pt x="688612" y="121028"/>
                  <a:pt x="690118" y="119130"/>
                  <a:pt x="691185" y="116620"/>
                </a:cubicBezTo>
                <a:lnTo>
                  <a:pt x="694856" y="116620"/>
                </a:lnTo>
                <a:cubicBezTo>
                  <a:pt x="692660" y="122787"/>
                  <a:pt x="689553" y="127451"/>
                  <a:pt x="685538" y="130612"/>
                </a:cubicBezTo>
                <a:cubicBezTo>
                  <a:pt x="681522" y="133771"/>
                  <a:pt x="677380" y="135351"/>
                  <a:pt x="673113" y="135351"/>
                </a:cubicBezTo>
                <a:cubicBezTo>
                  <a:pt x="670227" y="135351"/>
                  <a:pt x="667403" y="134550"/>
                  <a:pt x="664642" y="132947"/>
                </a:cubicBezTo>
                <a:cubicBezTo>
                  <a:pt x="661881" y="131345"/>
                  <a:pt x="659842" y="129053"/>
                  <a:pt x="658524" y="126071"/>
                </a:cubicBezTo>
                <a:cubicBezTo>
                  <a:pt x="657206" y="123086"/>
                  <a:pt x="656547" y="118484"/>
                  <a:pt x="656547" y="112264"/>
                </a:cubicBezTo>
                <a:lnTo>
                  <a:pt x="656547" y="54216"/>
                </a:lnTo>
                <a:lnTo>
                  <a:pt x="642899" y="54216"/>
                </a:lnTo>
                <a:lnTo>
                  <a:pt x="642899" y="51109"/>
                </a:lnTo>
                <a:cubicBezTo>
                  <a:pt x="646350" y="49725"/>
                  <a:pt x="649880" y="47381"/>
                  <a:pt x="653488" y="44077"/>
                </a:cubicBezTo>
                <a:cubicBezTo>
                  <a:pt x="657096" y="40772"/>
                  <a:pt x="660312" y="36855"/>
                  <a:pt x="663136" y="32323"/>
                </a:cubicBezTo>
                <a:cubicBezTo>
                  <a:pt x="664579" y="29932"/>
                  <a:pt x="666587" y="25559"/>
                  <a:pt x="669160" y="19201"/>
                </a:cubicBezTo>
                <a:lnTo>
                  <a:pt x="672078" y="19201"/>
                </a:lnTo>
                <a:close/>
                <a:moveTo>
                  <a:pt x="725950" y="0"/>
                </a:moveTo>
                <a:lnTo>
                  <a:pt x="725950" y="63157"/>
                </a:lnTo>
                <a:cubicBezTo>
                  <a:pt x="732915" y="55502"/>
                  <a:pt x="738437" y="50592"/>
                  <a:pt x="742516" y="48427"/>
                </a:cubicBezTo>
                <a:cubicBezTo>
                  <a:pt x="746594" y="46262"/>
                  <a:pt x="750673" y="45180"/>
                  <a:pt x="754752" y="45180"/>
                </a:cubicBezTo>
                <a:cubicBezTo>
                  <a:pt x="759646" y="45180"/>
                  <a:pt x="763850" y="46526"/>
                  <a:pt x="767364" y="49218"/>
                </a:cubicBezTo>
                <a:cubicBezTo>
                  <a:pt x="770878" y="51910"/>
                  <a:pt x="773482" y="56136"/>
                  <a:pt x="775177" y="61895"/>
                </a:cubicBezTo>
                <a:cubicBezTo>
                  <a:pt x="776369" y="65904"/>
                  <a:pt x="776965" y="73230"/>
                  <a:pt x="776965" y="83873"/>
                </a:cubicBezTo>
                <a:lnTo>
                  <a:pt x="776965" y="114302"/>
                </a:lnTo>
                <a:cubicBezTo>
                  <a:pt x="776965" y="119750"/>
                  <a:pt x="777404" y="123475"/>
                  <a:pt x="778283" y="125479"/>
                </a:cubicBezTo>
                <a:cubicBezTo>
                  <a:pt x="778910" y="126981"/>
                  <a:pt x="779977" y="128171"/>
                  <a:pt x="781483" y="129047"/>
                </a:cubicBezTo>
                <a:cubicBezTo>
                  <a:pt x="782989" y="129924"/>
                  <a:pt x="785750" y="130362"/>
                  <a:pt x="789766" y="130362"/>
                </a:cubicBezTo>
                <a:lnTo>
                  <a:pt x="789766" y="133845"/>
                </a:lnTo>
                <a:lnTo>
                  <a:pt x="747410" y="133845"/>
                </a:lnTo>
                <a:lnTo>
                  <a:pt x="747410" y="130362"/>
                </a:lnTo>
                <a:lnTo>
                  <a:pt x="749387" y="130362"/>
                </a:lnTo>
                <a:cubicBezTo>
                  <a:pt x="753403" y="130362"/>
                  <a:pt x="756195" y="129750"/>
                  <a:pt x="757764" y="128527"/>
                </a:cubicBezTo>
                <a:cubicBezTo>
                  <a:pt x="759332" y="127303"/>
                  <a:pt x="760431" y="125499"/>
                  <a:pt x="761058" y="123114"/>
                </a:cubicBezTo>
                <a:cubicBezTo>
                  <a:pt x="761246" y="122110"/>
                  <a:pt x="761340" y="119161"/>
                  <a:pt x="761340" y="114267"/>
                </a:cubicBezTo>
                <a:lnTo>
                  <a:pt x="761340" y="83771"/>
                </a:lnTo>
                <a:cubicBezTo>
                  <a:pt x="761340" y="74358"/>
                  <a:pt x="760854" y="68177"/>
                  <a:pt x="759881" y="65228"/>
                </a:cubicBezTo>
                <a:cubicBezTo>
                  <a:pt x="758909" y="62279"/>
                  <a:pt x="757356" y="60067"/>
                  <a:pt x="755222" y="58592"/>
                </a:cubicBezTo>
                <a:cubicBezTo>
                  <a:pt x="753089" y="57118"/>
                  <a:pt x="750516" y="56380"/>
                  <a:pt x="747504" y="56380"/>
                </a:cubicBezTo>
                <a:cubicBezTo>
                  <a:pt x="744429" y="56380"/>
                  <a:pt x="741229" y="57196"/>
                  <a:pt x="737903" y="58828"/>
                </a:cubicBezTo>
                <a:cubicBezTo>
                  <a:pt x="734578" y="60459"/>
                  <a:pt x="730593" y="63753"/>
                  <a:pt x="725950" y="68711"/>
                </a:cubicBezTo>
                <a:lnTo>
                  <a:pt x="725950" y="114267"/>
                </a:lnTo>
                <a:cubicBezTo>
                  <a:pt x="725950" y="120165"/>
                  <a:pt x="726279" y="123836"/>
                  <a:pt x="726938" y="125279"/>
                </a:cubicBezTo>
                <a:cubicBezTo>
                  <a:pt x="727597" y="126723"/>
                  <a:pt x="728820" y="127930"/>
                  <a:pt x="730609" y="128903"/>
                </a:cubicBezTo>
                <a:cubicBezTo>
                  <a:pt x="732397" y="129876"/>
                  <a:pt x="735488" y="130362"/>
                  <a:pt x="739880" y="130362"/>
                </a:cubicBezTo>
                <a:lnTo>
                  <a:pt x="739880" y="133845"/>
                </a:lnTo>
                <a:lnTo>
                  <a:pt x="697148" y="133845"/>
                </a:lnTo>
                <a:lnTo>
                  <a:pt x="697148" y="130362"/>
                </a:lnTo>
                <a:cubicBezTo>
                  <a:pt x="700975" y="130362"/>
                  <a:pt x="703987" y="129766"/>
                  <a:pt x="706184" y="128574"/>
                </a:cubicBezTo>
                <a:cubicBezTo>
                  <a:pt x="707439" y="127948"/>
                  <a:pt x="708443" y="126758"/>
                  <a:pt x="709196" y="125003"/>
                </a:cubicBezTo>
                <a:cubicBezTo>
                  <a:pt x="709949" y="123246"/>
                  <a:pt x="710325" y="119671"/>
                  <a:pt x="710325" y="114279"/>
                </a:cubicBezTo>
                <a:lnTo>
                  <a:pt x="710325" y="36305"/>
                </a:lnTo>
                <a:cubicBezTo>
                  <a:pt x="710325" y="26462"/>
                  <a:pt x="710090" y="20411"/>
                  <a:pt x="709619" y="18154"/>
                </a:cubicBezTo>
                <a:cubicBezTo>
                  <a:pt x="709149" y="15895"/>
                  <a:pt x="708427" y="14359"/>
                  <a:pt x="707454" y="13545"/>
                </a:cubicBezTo>
                <a:cubicBezTo>
                  <a:pt x="706482" y="12729"/>
                  <a:pt x="705180" y="12321"/>
                  <a:pt x="703548" y="12321"/>
                </a:cubicBezTo>
                <a:cubicBezTo>
                  <a:pt x="702230" y="12321"/>
                  <a:pt x="700097" y="12823"/>
                  <a:pt x="697148" y="13827"/>
                </a:cubicBezTo>
                <a:lnTo>
                  <a:pt x="695830" y="10533"/>
                </a:lnTo>
                <a:lnTo>
                  <a:pt x="721620" y="0"/>
                </a:lnTo>
                <a:lnTo>
                  <a:pt x="725950" y="0"/>
                </a:lnTo>
                <a:close/>
                <a:moveTo>
                  <a:pt x="811509" y="80194"/>
                </a:moveTo>
                <a:cubicBezTo>
                  <a:pt x="811446" y="92965"/>
                  <a:pt x="814552" y="102983"/>
                  <a:pt x="820827" y="110246"/>
                </a:cubicBezTo>
                <a:cubicBezTo>
                  <a:pt x="827102" y="117507"/>
                  <a:pt x="834475" y="121138"/>
                  <a:pt x="842946" y="121138"/>
                </a:cubicBezTo>
                <a:cubicBezTo>
                  <a:pt x="848594" y="121138"/>
                  <a:pt x="853504" y="119585"/>
                  <a:pt x="857677" y="116479"/>
                </a:cubicBezTo>
                <a:cubicBezTo>
                  <a:pt x="861849" y="113373"/>
                  <a:pt x="865348" y="108055"/>
                  <a:pt x="868171" y="100525"/>
                </a:cubicBezTo>
                <a:lnTo>
                  <a:pt x="871089" y="102407"/>
                </a:lnTo>
                <a:cubicBezTo>
                  <a:pt x="869771" y="111004"/>
                  <a:pt x="865944" y="118832"/>
                  <a:pt x="859606" y="125891"/>
                </a:cubicBezTo>
                <a:cubicBezTo>
                  <a:pt x="853268" y="132950"/>
                  <a:pt x="845331" y="136480"/>
                  <a:pt x="835793" y="136480"/>
                </a:cubicBezTo>
                <a:cubicBezTo>
                  <a:pt x="825439" y="136480"/>
                  <a:pt x="816576" y="132457"/>
                  <a:pt x="809203" y="124412"/>
                </a:cubicBezTo>
                <a:cubicBezTo>
                  <a:pt x="801829" y="116364"/>
                  <a:pt x="798143" y="105546"/>
                  <a:pt x="798143" y="91956"/>
                </a:cubicBezTo>
                <a:cubicBezTo>
                  <a:pt x="798143" y="77242"/>
                  <a:pt x="801924" y="65767"/>
                  <a:pt x="809485" y="57533"/>
                </a:cubicBezTo>
                <a:cubicBezTo>
                  <a:pt x="817046" y="49298"/>
                  <a:pt x="826537" y="45180"/>
                  <a:pt x="837957" y="45180"/>
                </a:cubicBezTo>
                <a:cubicBezTo>
                  <a:pt x="847621" y="45180"/>
                  <a:pt x="855559" y="48356"/>
                  <a:pt x="861771" y="54710"/>
                </a:cubicBezTo>
                <a:cubicBezTo>
                  <a:pt x="867983" y="61061"/>
                  <a:pt x="871089" y="69556"/>
                  <a:pt x="871089" y="80194"/>
                </a:cubicBezTo>
                <a:lnTo>
                  <a:pt x="811509" y="80194"/>
                </a:lnTo>
                <a:moveTo>
                  <a:pt x="811509" y="74735"/>
                </a:moveTo>
                <a:lnTo>
                  <a:pt x="851417" y="74735"/>
                </a:lnTo>
                <a:cubicBezTo>
                  <a:pt x="851104" y="69213"/>
                  <a:pt x="850445" y="65322"/>
                  <a:pt x="849441" y="63063"/>
                </a:cubicBezTo>
                <a:cubicBezTo>
                  <a:pt x="847872" y="59549"/>
                  <a:pt x="845534" y="56788"/>
                  <a:pt x="842428" y="54780"/>
                </a:cubicBezTo>
                <a:cubicBezTo>
                  <a:pt x="839322" y="52772"/>
                  <a:pt x="836075" y="51768"/>
                  <a:pt x="832687" y="51768"/>
                </a:cubicBezTo>
                <a:cubicBezTo>
                  <a:pt x="827478" y="51768"/>
                  <a:pt x="822819" y="53792"/>
                  <a:pt x="818709" y="57839"/>
                </a:cubicBezTo>
                <a:cubicBezTo>
                  <a:pt x="814599" y="61887"/>
                  <a:pt x="812199" y="67518"/>
                  <a:pt x="811509" y="74735"/>
                </a:cubicBezTo>
                <a:close/>
                <a:moveTo>
                  <a:pt x="877707" y="47627"/>
                </a:moveTo>
                <a:lnTo>
                  <a:pt x="917898" y="47627"/>
                </a:lnTo>
                <a:lnTo>
                  <a:pt x="917898" y="51109"/>
                </a:lnTo>
                <a:lnTo>
                  <a:pt x="915922" y="51109"/>
                </a:lnTo>
                <a:cubicBezTo>
                  <a:pt x="913098" y="51109"/>
                  <a:pt x="910980" y="51721"/>
                  <a:pt x="909568" y="52945"/>
                </a:cubicBezTo>
                <a:cubicBezTo>
                  <a:pt x="908156" y="54168"/>
                  <a:pt x="907450" y="55690"/>
                  <a:pt x="907450" y="57510"/>
                </a:cubicBezTo>
                <a:cubicBezTo>
                  <a:pt x="907450" y="59957"/>
                  <a:pt x="908486" y="63346"/>
                  <a:pt x="910556" y="67675"/>
                </a:cubicBezTo>
                <a:lnTo>
                  <a:pt x="931546" y="111161"/>
                </a:lnTo>
                <a:lnTo>
                  <a:pt x="950842" y="63534"/>
                </a:lnTo>
                <a:cubicBezTo>
                  <a:pt x="951908" y="60961"/>
                  <a:pt x="952442" y="58420"/>
                  <a:pt x="952442" y="55910"/>
                </a:cubicBezTo>
                <a:cubicBezTo>
                  <a:pt x="952442" y="54780"/>
                  <a:pt x="952222" y="53933"/>
                  <a:pt x="951783" y="53368"/>
                </a:cubicBezTo>
                <a:cubicBezTo>
                  <a:pt x="951281" y="52678"/>
                  <a:pt x="950497" y="52129"/>
                  <a:pt x="949430" y="51721"/>
                </a:cubicBezTo>
                <a:cubicBezTo>
                  <a:pt x="948363" y="51313"/>
                  <a:pt x="946481" y="51109"/>
                  <a:pt x="943782" y="51109"/>
                </a:cubicBezTo>
                <a:lnTo>
                  <a:pt x="943782" y="47627"/>
                </a:lnTo>
                <a:lnTo>
                  <a:pt x="971831" y="47627"/>
                </a:lnTo>
                <a:lnTo>
                  <a:pt x="971831" y="51109"/>
                </a:lnTo>
                <a:cubicBezTo>
                  <a:pt x="969510" y="51360"/>
                  <a:pt x="967721" y="51862"/>
                  <a:pt x="966466" y="52615"/>
                </a:cubicBezTo>
                <a:cubicBezTo>
                  <a:pt x="965211" y="53368"/>
                  <a:pt x="963831" y="54780"/>
                  <a:pt x="962325" y="56851"/>
                </a:cubicBezTo>
                <a:cubicBezTo>
                  <a:pt x="961760" y="57730"/>
                  <a:pt x="960693" y="60145"/>
                  <a:pt x="959125" y="64099"/>
                </a:cubicBezTo>
                <a:lnTo>
                  <a:pt x="924016" y="150128"/>
                </a:lnTo>
                <a:cubicBezTo>
                  <a:pt x="920628" y="158474"/>
                  <a:pt x="916188" y="164780"/>
                  <a:pt x="910698" y="169047"/>
                </a:cubicBezTo>
                <a:cubicBezTo>
                  <a:pt x="905207" y="173314"/>
                  <a:pt x="899920" y="175448"/>
                  <a:pt x="894838" y="175448"/>
                </a:cubicBezTo>
                <a:cubicBezTo>
                  <a:pt x="891136" y="175448"/>
                  <a:pt x="888092" y="174394"/>
                  <a:pt x="885708" y="172286"/>
                </a:cubicBezTo>
                <a:cubicBezTo>
                  <a:pt x="883323" y="170178"/>
                  <a:pt x="882131" y="167760"/>
                  <a:pt x="882131" y="165032"/>
                </a:cubicBezTo>
                <a:cubicBezTo>
                  <a:pt x="882131" y="162428"/>
                  <a:pt x="882994" y="160328"/>
                  <a:pt x="884719" y="158732"/>
                </a:cubicBezTo>
                <a:cubicBezTo>
                  <a:pt x="886445" y="157137"/>
                  <a:pt x="888814" y="156340"/>
                  <a:pt x="891826" y="156340"/>
                </a:cubicBezTo>
                <a:cubicBezTo>
                  <a:pt x="893896" y="156340"/>
                  <a:pt x="896720" y="157031"/>
                  <a:pt x="900297" y="158411"/>
                </a:cubicBezTo>
                <a:cubicBezTo>
                  <a:pt x="902807" y="159352"/>
                  <a:pt x="904376" y="159823"/>
                  <a:pt x="905003" y="159823"/>
                </a:cubicBezTo>
                <a:cubicBezTo>
                  <a:pt x="906886" y="159823"/>
                  <a:pt x="908941" y="158843"/>
                  <a:pt x="911168" y="156884"/>
                </a:cubicBezTo>
                <a:cubicBezTo>
                  <a:pt x="913396" y="154927"/>
                  <a:pt x="915639" y="151139"/>
                  <a:pt x="917898" y="145519"/>
                </a:cubicBezTo>
                <a:lnTo>
                  <a:pt x="924016" y="130456"/>
                </a:lnTo>
                <a:lnTo>
                  <a:pt x="893049" y="65416"/>
                </a:lnTo>
                <a:cubicBezTo>
                  <a:pt x="892108" y="63471"/>
                  <a:pt x="890602" y="61055"/>
                  <a:pt x="888531" y="58169"/>
                </a:cubicBezTo>
                <a:cubicBezTo>
                  <a:pt x="886963" y="55973"/>
                  <a:pt x="885676" y="54498"/>
                  <a:pt x="884672" y="53745"/>
                </a:cubicBezTo>
                <a:cubicBezTo>
                  <a:pt x="883229" y="52741"/>
                  <a:pt x="880907" y="51862"/>
                  <a:pt x="877707" y="51109"/>
                </a:cubicBezTo>
                <a:lnTo>
                  <a:pt x="877707" y="47627"/>
                </a:lnTo>
                <a:close/>
                <a:moveTo>
                  <a:pt x="1052778" y="63534"/>
                </a:moveTo>
                <a:cubicBezTo>
                  <a:pt x="1059053" y="57259"/>
                  <a:pt x="1062755" y="53651"/>
                  <a:pt x="1063885" y="52710"/>
                </a:cubicBezTo>
                <a:cubicBezTo>
                  <a:pt x="1066708" y="50325"/>
                  <a:pt x="1069752" y="48474"/>
                  <a:pt x="1073015" y="47156"/>
                </a:cubicBezTo>
                <a:cubicBezTo>
                  <a:pt x="1076278" y="45838"/>
                  <a:pt x="1079509" y="45180"/>
                  <a:pt x="1082710" y="45180"/>
                </a:cubicBezTo>
                <a:cubicBezTo>
                  <a:pt x="1088106" y="45180"/>
                  <a:pt x="1092749" y="46748"/>
                  <a:pt x="1096640" y="49886"/>
                </a:cubicBezTo>
                <a:cubicBezTo>
                  <a:pt x="1100530" y="53023"/>
                  <a:pt x="1103134" y="57573"/>
                  <a:pt x="1104452" y="63534"/>
                </a:cubicBezTo>
                <a:cubicBezTo>
                  <a:pt x="1110915" y="56004"/>
                  <a:pt x="1116375" y="51062"/>
                  <a:pt x="1120830" y="48709"/>
                </a:cubicBezTo>
                <a:cubicBezTo>
                  <a:pt x="1125285" y="46356"/>
                  <a:pt x="1129866" y="45180"/>
                  <a:pt x="1134572" y="45180"/>
                </a:cubicBezTo>
                <a:cubicBezTo>
                  <a:pt x="1139153" y="45180"/>
                  <a:pt x="1143216" y="46354"/>
                  <a:pt x="1146761" y="48703"/>
                </a:cubicBezTo>
                <a:cubicBezTo>
                  <a:pt x="1150306" y="51051"/>
                  <a:pt x="1153114" y="54885"/>
                  <a:pt x="1155185" y="60207"/>
                </a:cubicBezTo>
                <a:cubicBezTo>
                  <a:pt x="1156566" y="63839"/>
                  <a:pt x="1157256" y="69536"/>
                  <a:pt x="1157256" y="77299"/>
                </a:cubicBezTo>
                <a:lnTo>
                  <a:pt x="1157256" y="114302"/>
                </a:lnTo>
                <a:cubicBezTo>
                  <a:pt x="1157256" y="119687"/>
                  <a:pt x="1157664" y="123381"/>
                  <a:pt x="1158479" y="125385"/>
                </a:cubicBezTo>
                <a:cubicBezTo>
                  <a:pt x="1159107" y="126762"/>
                  <a:pt x="1160268" y="127935"/>
                  <a:pt x="1161962" y="128906"/>
                </a:cubicBezTo>
                <a:cubicBezTo>
                  <a:pt x="1163656" y="129877"/>
                  <a:pt x="1166417" y="130362"/>
                  <a:pt x="1170245" y="130362"/>
                </a:cubicBezTo>
                <a:lnTo>
                  <a:pt x="1170245" y="133845"/>
                </a:lnTo>
                <a:lnTo>
                  <a:pt x="1127701" y="133845"/>
                </a:lnTo>
                <a:lnTo>
                  <a:pt x="1127701" y="130362"/>
                </a:lnTo>
                <a:lnTo>
                  <a:pt x="1129489" y="130362"/>
                </a:lnTo>
                <a:cubicBezTo>
                  <a:pt x="1133191" y="130362"/>
                  <a:pt x="1136078" y="129644"/>
                  <a:pt x="1138149" y="128209"/>
                </a:cubicBezTo>
                <a:cubicBezTo>
                  <a:pt x="1139592" y="127209"/>
                  <a:pt x="1140627" y="125617"/>
                  <a:pt x="1141255" y="123432"/>
                </a:cubicBezTo>
                <a:cubicBezTo>
                  <a:pt x="1141506" y="122371"/>
                  <a:pt x="1141631" y="119344"/>
                  <a:pt x="1141631" y="114349"/>
                </a:cubicBezTo>
                <a:lnTo>
                  <a:pt x="1141631" y="77452"/>
                </a:lnTo>
                <a:cubicBezTo>
                  <a:pt x="1141631" y="70460"/>
                  <a:pt x="1140784" y="65528"/>
                  <a:pt x="1139090" y="62657"/>
                </a:cubicBezTo>
                <a:cubicBezTo>
                  <a:pt x="1136643" y="58661"/>
                  <a:pt x="1132721" y="56663"/>
                  <a:pt x="1127324" y="56663"/>
                </a:cubicBezTo>
                <a:cubicBezTo>
                  <a:pt x="1123999" y="56663"/>
                  <a:pt x="1120657" y="57490"/>
                  <a:pt x="1117300" y="59145"/>
                </a:cubicBezTo>
                <a:cubicBezTo>
                  <a:pt x="1113943" y="60798"/>
                  <a:pt x="1109880" y="63873"/>
                  <a:pt x="1105111" y="68369"/>
                </a:cubicBezTo>
                <a:lnTo>
                  <a:pt x="1104923" y="69399"/>
                </a:lnTo>
                <a:lnTo>
                  <a:pt x="1105111" y="73426"/>
                </a:lnTo>
                <a:lnTo>
                  <a:pt x="1105111" y="114349"/>
                </a:lnTo>
                <a:cubicBezTo>
                  <a:pt x="1105111" y="120218"/>
                  <a:pt x="1105440" y="123870"/>
                  <a:pt x="1106099" y="125306"/>
                </a:cubicBezTo>
                <a:cubicBezTo>
                  <a:pt x="1106758" y="126741"/>
                  <a:pt x="1107998" y="127943"/>
                  <a:pt x="1109817" y="128912"/>
                </a:cubicBezTo>
                <a:cubicBezTo>
                  <a:pt x="1111637" y="129879"/>
                  <a:pt x="1114743" y="130362"/>
                  <a:pt x="1119136" y="130362"/>
                </a:cubicBezTo>
                <a:lnTo>
                  <a:pt x="1119136" y="133845"/>
                </a:lnTo>
                <a:lnTo>
                  <a:pt x="1075556" y="133845"/>
                </a:lnTo>
                <a:lnTo>
                  <a:pt x="1075556" y="130362"/>
                </a:lnTo>
                <a:cubicBezTo>
                  <a:pt x="1080325" y="130362"/>
                  <a:pt x="1083604" y="129800"/>
                  <a:pt x="1085392" y="128677"/>
                </a:cubicBezTo>
                <a:cubicBezTo>
                  <a:pt x="1087180" y="127553"/>
                  <a:pt x="1088420" y="125868"/>
                  <a:pt x="1089110" y="123620"/>
                </a:cubicBezTo>
                <a:cubicBezTo>
                  <a:pt x="1089424" y="122558"/>
                  <a:pt x="1089581" y="119467"/>
                  <a:pt x="1089581" y="114349"/>
                </a:cubicBezTo>
                <a:lnTo>
                  <a:pt x="1089581" y="77452"/>
                </a:lnTo>
                <a:cubicBezTo>
                  <a:pt x="1089581" y="70460"/>
                  <a:pt x="1088545" y="65434"/>
                  <a:pt x="1086474" y="62375"/>
                </a:cubicBezTo>
                <a:cubicBezTo>
                  <a:pt x="1083713" y="58379"/>
                  <a:pt x="1079854" y="56380"/>
                  <a:pt x="1074897" y="56380"/>
                </a:cubicBezTo>
                <a:cubicBezTo>
                  <a:pt x="1071509" y="56380"/>
                  <a:pt x="1068152" y="57285"/>
                  <a:pt x="1064826" y="59095"/>
                </a:cubicBezTo>
                <a:cubicBezTo>
                  <a:pt x="1059618" y="61843"/>
                  <a:pt x="1055602" y="64933"/>
                  <a:pt x="1052778" y="68367"/>
                </a:cubicBezTo>
                <a:lnTo>
                  <a:pt x="1052778" y="114349"/>
                </a:lnTo>
                <a:cubicBezTo>
                  <a:pt x="1052778" y="119967"/>
                  <a:pt x="1053170" y="123619"/>
                  <a:pt x="1053955" y="125306"/>
                </a:cubicBezTo>
                <a:cubicBezTo>
                  <a:pt x="1054739" y="126990"/>
                  <a:pt x="1055900" y="128254"/>
                  <a:pt x="1057437" y="129097"/>
                </a:cubicBezTo>
                <a:cubicBezTo>
                  <a:pt x="1058975" y="129940"/>
                  <a:pt x="1062096" y="130362"/>
                  <a:pt x="1066803" y="130362"/>
                </a:cubicBezTo>
                <a:lnTo>
                  <a:pt x="1066803" y="133845"/>
                </a:lnTo>
                <a:lnTo>
                  <a:pt x="1024164" y="133845"/>
                </a:lnTo>
                <a:lnTo>
                  <a:pt x="1024164" y="130362"/>
                </a:lnTo>
                <a:cubicBezTo>
                  <a:pt x="1028117" y="130362"/>
                  <a:pt x="1030878" y="129939"/>
                  <a:pt x="1032447" y="129094"/>
                </a:cubicBezTo>
                <a:cubicBezTo>
                  <a:pt x="1034016" y="128249"/>
                  <a:pt x="1035208" y="126903"/>
                  <a:pt x="1036024" y="125056"/>
                </a:cubicBezTo>
                <a:cubicBezTo>
                  <a:pt x="1036840" y="123209"/>
                  <a:pt x="1037248" y="119624"/>
                  <a:pt x="1037248" y="114302"/>
                </a:cubicBezTo>
                <a:lnTo>
                  <a:pt x="1037248" y="81432"/>
                </a:lnTo>
                <a:cubicBezTo>
                  <a:pt x="1037248" y="71977"/>
                  <a:pt x="1036965" y="65872"/>
                  <a:pt x="1036400" y="63119"/>
                </a:cubicBezTo>
                <a:cubicBezTo>
                  <a:pt x="1035961" y="61052"/>
                  <a:pt x="1035271" y="59628"/>
                  <a:pt x="1034330" y="58845"/>
                </a:cubicBezTo>
                <a:cubicBezTo>
                  <a:pt x="1033388" y="58063"/>
                  <a:pt x="1032102" y="57672"/>
                  <a:pt x="1030471" y="57672"/>
                </a:cubicBezTo>
                <a:cubicBezTo>
                  <a:pt x="1028714" y="57672"/>
                  <a:pt x="1026611" y="58141"/>
                  <a:pt x="1024164" y="59081"/>
                </a:cubicBezTo>
                <a:lnTo>
                  <a:pt x="1022752" y="55698"/>
                </a:lnTo>
                <a:lnTo>
                  <a:pt x="1048731" y="45180"/>
                </a:lnTo>
                <a:lnTo>
                  <a:pt x="1052778" y="45180"/>
                </a:lnTo>
                <a:lnTo>
                  <a:pt x="1052778" y="63534"/>
                </a:lnTo>
                <a:close/>
                <a:moveTo>
                  <a:pt x="1225999" y="121420"/>
                </a:moveTo>
                <a:cubicBezTo>
                  <a:pt x="1217151" y="128260"/>
                  <a:pt x="1211598" y="132213"/>
                  <a:pt x="1209339" y="133280"/>
                </a:cubicBezTo>
                <a:cubicBezTo>
                  <a:pt x="1205951" y="134911"/>
                  <a:pt x="1202343" y="135727"/>
                  <a:pt x="1198515" y="135727"/>
                </a:cubicBezTo>
                <a:cubicBezTo>
                  <a:pt x="1192554" y="135727"/>
                  <a:pt x="1187644" y="133688"/>
                  <a:pt x="1183784" y="129609"/>
                </a:cubicBezTo>
                <a:cubicBezTo>
                  <a:pt x="1179925" y="125530"/>
                  <a:pt x="1177996" y="120165"/>
                  <a:pt x="1177996" y="113514"/>
                </a:cubicBezTo>
                <a:cubicBezTo>
                  <a:pt x="1177996" y="109310"/>
                  <a:pt x="1178937" y="105670"/>
                  <a:pt x="1180820" y="102595"/>
                </a:cubicBezTo>
                <a:cubicBezTo>
                  <a:pt x="1183392" y="98328"/>
                  <a:pt x="1187863" y="94312"/>
                  <a:pt x="1194232" y="90547"/>
                </a:cubicBezTo>
                <a:cubicBezTo>
                  <a:pt x="1200601" y="86783"/>
                  <a:pt x="1211190" y="82202"/>
                  <a:pt x="1225999" y="76805"/>
                </a:cubicBezTo>
                <a:lnTo>
                  <a:pt x="1225999" y="73417"/>
                </a:lnTo>
                <a:cubicBezTo>
                  <a:pt x="1225999" y="64820"/>
                  <a:pt x="1224634" y="58922"/>
                  <a:pt x="1221905" y="55722"/>
                </a:cubicBezTo>
                <a:cubicBezTo>
                  <a:pt x="1219175" y="52521"/>
                  <a:pt x="1215206" y="50921"/>
                  <a:pt x="1209998" y="50921"/>
                </a:cubicBezTo>
                <a:cubicBezTo>
                  <a:pt x="1206045" y="50921"/>
                  <a:pt x="1202907" y="51984"/>
                  <a:pt x="1200586" y="54110"/>
                </a:cubicBezTo>
                <a:cubicBezTo>
                  <a:pt x="1198201" y="56235"/>
                  <a:pt x="1197009" y="58674"/>
                  <a:pt x="1197009" y="61425"/>
                </a:cubicBezTo>
                <a:lnTo>
                  <a:pt x="1197197" y="66863"/>
                </a:lnTo>
                <a:cubicBezTo>
                  <a:pt x="1197197" y="69738"/>
                  <a:pt x="1196460" y="71957"/>
                  <a:pt x="1194985" y="73520"/>
                </a:cubicBezTo>
                <a:cubicBezTo>
                  <a:pt x="1193511" y="75083"/>
                  <a:pt x="1191581" y="75864"/>
                  <a:pt x="1189197" y="75864"/>
                </a:cubicBezTo>
                <a:cubicBezTo>
                  <a:pt x="1186875" y="75864"/>
                  <a:pt x="1184977" y="75051"/>
                  <a:pt x="1183502" y="73426"/>
                </a:cubicBezTo>
                <a:cubicBezTo>
                  <a:pt x="1182027" y="71798"/>
                  <a:pt x="1181290" y="69576"/>
                  <a:pt x="1181290" y="66761"/>
                </a:cubicBezTo>
                <a:cubicBezTo>
                  <a:pt x="1181290" y="61382"/>
                  <a:pt x="1184051" y="56440"/>
                  <a:pt x="1189573" y="51936"/>
                </a:cubicBezTo>
                <a:cubicBezTo>
                  <a:pt x="1195095" y="47432"/>
                  <a:pt x="1202845" y="45180"/>
                  <a:pt x="1212822" y="45180"/>
                </a:cubicBezTo>
                <a:cubicBezTo>
                  <a:pt x="1220477" y="45180"/>
                  <a:pt x="1226752" y="46464"/>
                  <a:pt x="1231647" y="49033"/>
                </a:cubicBezTo>
                <a:cubicBezTo>
                  <a:pt x="1235349" y="50976"/>
                  <a:pt x="1238078" y="54017"/>
                  <a:pt x="1239835" y="58154"/>
                </a:cubicBezTo>
                <a:cubicBezTo>
                  <a:pt x="1240965" y="60848"/>
                  <a:pt x="1241530" y="66363"/>
                  <a:pt x="1241530" y="74699"/>
                </a:cubicBezTo>
                <a:lnTo>
                  <a:pt x="1241530" y="103937"/>
                </a:lnTo>
                <a:cubicBezTo>
                  <a:pt x="1241530" y="112147"/>
                  <a:pt x="1241687" y="117177"/>
                  <a:pt x="1242000" y="119026"/>
                </a:cubicBezTo>
                <a:cubicBezTo>
                  <a:pt x="1242314" y="120875"/>
                  <a:pt x="1242832" y="122113"/>
                  <a:pt x="1243553" y="122741"/>
                </a:cubicBezTo>
                <a:cubicBezTo>
                  <a:pt x="1244275" y="123366"/>
                  <a:pt x="1245106" y="123679"/>
                  <a:pt x="1246048" y="123679"/>
                </a:cubicBezTo>
                <a:cubicBezTo>
                  <a:pt x="1247052" y="123679"/>
                  <a:pt x="1247930" y="123460"/>
                  <a:pt x="1248683" y="123020"/>
                </a:cubicBezTo>
                <a:cubicBezTo>
                  <a:pt x="1250001" y="122205"/>
                  <a:pt x="1252542" y="119914"/>
                  <a:pt x="1256307" y="116149"/>
                </a:cubicBezTo>
                <a:lnTo>
                  <a:pt x="1256307" y="121420"/>
                </a:lnTo>
                <a:cubicBezTo>
                  <a:pt x="1249279" y="130833"/>
                  <a:pt x="1242565" y="135539"/>
                  <a:pt x="1236165" y="135539"/>
                </a:cubicBezTo>
                <a:cubicBezTo>
                  <a:pt x="1233090" y="135539"/>
                  <a:pt x="1230643" y="134472"/>
                  <a:pt x="1228823" y="132339"/>
                </a:cubicBezTo>
                <a:cubicBezTo>
                  <a:pt x="1227003" y="130205"/>
                  <a:pt x="1226062" y="126566"/>
                  <a:pt x="1225999" y="121420"/>
                </a:cubicBezTo>
                <a:moveTo>
                  <a:pt x="1225999" y="115249"/>
                </a:moveTo>
                <a:lnTo>
                  <a:pt x="1225999" y="82547"/>
                </a:lnTo>
                <a:cubicBezTo>
                  <a:pt x="1216524" y="86294"/>
                  <a:pt x="1210406" y="88949"/>
                  <a:pt x="1207645" y="90512"/>
                </a:cubicBezTo>
                <a:cubicBezTo>
                  <a:pt x="1202688" y="93261"/>
                  <a:pt x="1199142" y="96135"/>
                  <a:pt x="1197009" y="99133"/>
                </a:cubicBezTo>
                <a:cubicBezTo>
                  <a:pt x="1194875" y="102132"/>
                  <a:pt x="1193809" y="105411"/>
                  <a:pt x="1193809" y="108972"/>
                </a:cubicBezTo>
                <a:cubicBezTo>
                  <a:pt x="1193809" y="113471"/>
                  <a:pt x="1195158" y="117203"/>
                  <a:pt x="1197856" y="120170"/>
                </a:cubicBezTo>
                <a:cubicBezTo>
                  <a:pt x="1200554" y="123137"/>
                  <a:pt x="1203660" y="124620"/>
                  <a:pt x="1207174" y="124620"/>
                </a:cubicBezTo>
                <a:cubicBezTo>
                  <a:pt x="1211943" y="124620"/>
                  <a:pt x="1218218" y="121497"/>
                  <a:pt x="1225999" y="115249"/>
                </a:cubicBezTo>
                <a:close/>
                <a:moveTo>
                  <a:pt x="1284668" y="0"/>
                </a:moveTo>
                <a:cubicBezTo>
                  <a:pt x="1287303" y="0"/>
                  <a:pt x="1289547" y="930"/>
                  <a:pt x="1291398" y="2791"/>
                </a:cubicBezTo>
                <a:cubicBezTo>
                  <a:pt x="1293249" y="4650"/>
                  <a:pt x="1294174" y="6904"/>
                  <a:pt x="1294174" y="9554"/>
                </a:cubicBezTo>
                <a:cubicBezTo>
                  <a:pt x="1294174" y="12203"/>
                  <a:pt x="1293249" y="14474"/>
                  <a:pt x="1291398" y="16366"/>
                </a:cubicBezTo>
                <a:cubicBezTo>
                  <a:pt x="1289547" y="18256"/>
                  <a:pt x="1287303" y="19201"/>
                  <a:pt x="1284668" y="19201"/>
                </a:cubicBezTo>
                <a:cubicBezTo>
                  <a:pt x="1282032" y="19201"/>
                  <a:pt x="1279773" y="18256"/>
                  <a:pt x="1277891" y="16366"/>
                </a:cubicBezTo>
                <a:cubicBezTo>
                  <a:pt x="1276008" y="14474"/>
                  <a:pt x="1275067" y="12203"/>
                  <a:pt x="1275067" y="9554"/>
                </a:cubicBezTo>
                <a:cubicBezTo>
                  <a:pt x="1275067" y="6904"/>
                  <a:pt x="1275993" y="4650"/>
                  <a:pt x="1277844" y="2791"/>
                </a:cubicBezTo>
                <a:cubicBezTo>
                  <a:pt x="1279695" y="930"/>
                  <a:pt x="1281970" y="0"/>
                  <a:pt x="1284668" y="0"/>
                </a:cubicBezTo>
                <a:moveTo>
                  <a:pt x="1292480" y="45180"/>
                </a:moveTo>
                <a:lnTo>
                  <a:pt x="1292480" y="114302"/>
                </a:lnTo>
                <a:cubicBezTo>
                  <a:pt x="1292480" y="119687"/>
                  <a:pt x="1292872" y="123271"/>
                  <a:pt x="1293657" y="125056"/>
                </a:cubicBezTo>
                <a:cubicBezTo>
                  <a:pt x="1294441" y="126840"/>
                  <a:pt x="1295602" y="128171"/>
                  <a:pt x="1297139" y="129047"/>
                </a:cubicBezTo>
                <a:cubicBezTo>
                  <a:pt x="1298677" y="129924"/>
                  <a:pt x="1301485" y="130362"/>
                  <a:pt x="1305563" y="130362"/>
                </a:cubicBezTo>
                <a:lnTo>
                  <a:pt x="1305563" y="133845"/>
                </a:lnTo>
                <a:lnTo>
                  <a:pt x="1263678" y="133845"/>
                </a:lnTo>
                <a:lnTo>
                  <a:pt x="1263678" y="130362"/>
                </a:lnTo>
                <a:cubicBezTo>
                  <a:pt x="1267882" y="130362"/>
                  <a:pt x="1270706" y="129955"/>
                  <a:pt x="1272149" y="129141"/>
                </a:cubicBezTo>
                <a:cubicBezTo>
                  <a:pt x="1273592" y="128328"/>
                  <a:pt x="1274738" y="126981"/>
                  <a:pt x="1275585" y="125103"/>
                </a:cubicBezTo>
                <a:cubicBezTo>
                  <a:pt x="1276432" y="123224"/>
                  <a:pt x="1276855" y="119624"/>
                  <a:pt x="1276855" y="114302"/>
                </a:cubicBezTo>
                <a:lnTo>
                  <a:pt x="1276855" y="81150"/>
                </a:lnTo>
                <a:cubicBezTo>
                  <a:pt x="1276855" y="71820"/>
                  <a:pt x="1276573" y="65778"/>
                  <a:pt x="1276008" y="63025"/>
                </a:cubicBezTo>
                <a:cubicBezTo>
                  <a:pt x="1275569" y="61021"/>
                  <a:pt x="1274879" y="59628"/>
                  <a:pt x="1273938" y="58845"/>
                </a:cubicBezTo>
                <a:cubicBezTo>
                  <a:pt x="1272996" y="58063"/>
                  <a:pt x="1271710" y="57672"/>
                  <a:pt x="1270078" y="57672"/>
                </a:cubicBezTo>
                <a:cubicBezTo>
                  <a:pt x="1268322" y="57672"/>
                  <a:pt x="1266188" y="58141"/>
                  <a:pt x="1263678" y="59081"/>
                </a:cubicBezTo>
                <a:lnTo>
                  <a:pt x="1262360" y="55698"/>
                </a:lnTo>
                <a:lnTo>
                  <a:pt x="1288339" y="45180"/>
                </a:lnTo>
                <a:lnTo>
                  <a:pt x="1292480" y="45180"/>
                </a:lnTo>
                <a:close/>
                <a:moveTo>
                  <a:pt x="1341458" y="63440"/>
                </a:moveTo>
                <a:cubicBezTo>
                  <a:pt x="1351560" y="51266"/>
                  <a:pt x="1361192" y="45180"/>
                  <a:pt x="1370354" y="45180"/>
                </a:cubicBezTo>
                <a:cubicBezTo>
                  <a:pt x="1375060" y="45180"/>
                  <a:pt x="1379107" y="46354"/>
                  <a:pt x="1382496" y="48703"/>
                </a:cubicBezTo>
                <a:cubicBezTo>
                  <a:pt x="1385884" y="51051"/>
                  <a:pt x="1388582" y="54917"/>
                  <a:pt x="1390590" y="60301"/>
                </a:cubicBezTo>
                <a:cubicBezTo>
                  <a:pt x="1391971" y="64056"/>
                  <a:pt x="1392661" y="69817"/>
                  <a:pt x="1392661" y="77582"/>
                </a:cubicBezTo>
                <a:lnTo>
                  <a:pt x="1392661" y="114302"/>
                </a:lnTo>
                <a:cubicBezTo>
                  <a:pt x="1392661" y="119750"/>
                  <a:pt x="1393100" y="123444"/>
                  <a:pt x="1393979" y="125385"/>
                </a:cubicBezTo>
                <a:cubicBezTo>
                  <a:pt x="1394669" y="126950"/>
                  <a:pt x="1395783" y="128171"/>
                  <a:pt x="1397320" y="129047"/>
                </a:cubicBezTo>
                <a:cubicBezTo>
                  <a:pt x="1398858" y="129924"/>
                  <a:pt x="1401697" y="130362"/>
                  <a:pt x="1405838" y="130362"/>
                </a:cubicBezTo>
                <a:lnTo>
                  <a:pt x="1405838" y="133845"/>
                </a:lnTo>
                <a:lnTo>
                  <a:pt x="1363200" y="133845"/>
                </a:lnTo>
                <a:lnTo>
                  <a:pt x="1363200" y="130362"/>
                </a:lnTo>
                <a:lnTo>
                  <a:pt x="1364989" y="130362"/>
                </a:lnTo>
                <a:cubicBezTo>
                  <a:pt x="1369005" y="130362"/>
                  <a:pt x="1371813" y="129753"/>
                  <a:pt x="1373413" y="128535"/>
                </a:cubicBezTo>
                <a:cubicBezTo>
                  <a:pt x="1375013" y="127318"/>
                  <a:pt x="1376127" y="125523"/>
                  <a:pt x="1376754" y="123153"/>
                </a:cubicBezTo>
                <a:cubicBezTo>
                  <a:pt x="1377005" y="122215"/>
                  <a:pt x="1377131" y="119281"/>
                  <a:pt x="1377131" y="114349"/>
                </a:cubicBezTo>
                <a:lnTo>
                  <a:pt x="1377131" y="79232"/>
                </a:lnTo>
                <a:cubicBezTo>
                  <a:pt x="1377131" y="71429"/>
                  <a:pt x="1376111" y="65764"/>
                  <a:pt x="1374072" y="62237"/>
                </a:cubicBezTo>
                <a:cubicBezTo>
                  <a:pt x="1372032" y="58709"/>
                  <a:pt x="1368597" y="56945"/>
                  <a:pt x="1363765" y="56945"/>
                </a:cubicBezTo>
                <a:cubicBezTo>
                  <a:pt x="1356298" y="56945"/>
                  <a:pt x="1348862" y="61003"/>
                  <a:pt x="1341458" y="69120"/>
                </a:cubicBezTo>
                <a:lnTo>
                  <a:pt x="1341458" y="114349"/>
                </a:lnTo>
                <a:cubicBezTo>
                  <a:pt x="1341458" y="120155"/>
                  <a:pt x="1341803" y="123745"/>
                  <a:pt x="1342493" y="125118"/>
                </a:cubicBezTo>
                <a:cubicBezTo>
                  <a:pt x="1343371" y="126927"/>
                  <a:pt x="1344579" y="128254"/>
                  <a:pt x="1346117" y="129097"/>
                </a:cubicBezTo>
                <a:cubicBezTo>
                  <a:pt x="1347654" y="129940"/>
                  <a:pt x="1350776" y="130362"/>
                  <a:pt x="1355482" y="130362"/>
                </a:cubicBezTo>
                <a:lnTo>
                  <a:pt x="1355482" y="133845"/>
                </a:lnTo>
                <a:lnTo>
                  <a:pt x="1312844" y="133845"/>
                </a:lnTo>
                <a:lnTo>
                  <a:pt x="1312844" y="130362"/>
                </a:lnTo>
                <a:lnTo>
                  <a:pt x="1314726" y="130362"/>
                </a:lnTo>
                <a:cubicBezTo>
                  <a:pt x="1319119" y="130362"/>
                  <a:pt x="1322084" y="129251"/>
                  <a:pt x="1323621" y="127029"/>
                </a:cubicBezTo>
                <a:cubicBezTo>
                  <a:pt x="1325158" y="124806"/>
                  <a:pt x="1325927" y="120563"/>
                  <a:pt x="1325927" y="114302"/>
                </a:cubicBezTo>
                <a:lnTo>
                  <a:pt x="1325927" y="82370"/>
                </a:lnTo>
                <a:cubicBezTo>
                  <a:pt x="1325927" y="72040"/>
                  <a:pt x="1325692" y="65749"/>
                  <a:pt x="1325221" y="63496"/>
                </a:cubicBezTo>
                <a:cubicBezTo>
                  <a:pt x="1324750" y="61241"/>
                  <a:pt x="1324029" y="59706"/>
                  <a:pt x="1323056" y="58892"/>
                </a:cubicBezTo>
                <a:cubicBezTo>
                  <a:pt x="1322084" y="58079"/>
                  <a:pt x="1320782" y="57672"/>
                  <a:pt x="1319150" y="57672"/>
                </a:cubicBezTo>
                <a:cubicBezTo>
                  <a:pt x="1317393" y="57672"/>
                  <a:pt x="1315291" y="58141"/>
                  <a:pt x="1312844" y="59081"/>
                </a:cubicBezTo>
                <a:lnTo>
                  <a:pt x="1311432" y="55698"/>
                </a:lnTo>
                <a:lnTo>
                  <a:pt x="1337410" y="45180"/>
                </a:lnTo>
                <a:lnTo>
                  <a:pt x="1341458" y="45180"/>
                </a:lnTo>
                <a:lnTo>
                  <a:pt x="1341458" y="63440"/>
                </a:lnTo>
                <a:close/>
                <a:moveTo>
                  <a:pt x="1437746" y="19201"/>
                </a:moveTo>
                <a:lnTo>
                  <a:pt x="1437746" y="47627"/>
                </a:lnTo>
                <a:lnTo>
                  <a:pt x="1457889" y="47627"/>
                </a:lnTo>
                <a:lnTo>
                  <a:pt x="1457889" y="54216"/>
                </a:lnTo>
                <a:lnTo>
                  <a:pt x="1437746" y="54216"/>
                </a:lnTo>
                <a:lnTo>
                  <a:pt x="1437746" y="110049"/>
                </a:lnTo>
                <a:cubicBezTo>
                  <a:pt x="1437746" y="115628"/>
                  <a:pt x="1438546" y="119389"/>
                  <a:pt x="1440146" y="121332"/>
                </a:cubicBezTo>
                <a:cubicBezTo>
                  <a:pt x="1441747" y="123273"/>
                  <a:pt x="1443802" y="124244"/>
                  <a:pt x="1446312" y="124244"/>
                </a:cubicBezTo>
                <a:cubicBezTo>
                  <a:pt x="1448382" y="124244"/>
                  <a:pt x="1450390" y="123601"/>
                  <a:pt x="1452336" y="122314"/>
                </a:cubicBezTo>
                <a:cubicBezTo>
                  <a:pt x="1454281" y="121028"/>
                  <a:pt x="1455787" y="119130"/>
                  <a:pt x="1456854" y="116620"/>
                </a:cubicBezTo>
                <a:lnTo>
                  <a:pt x="1460524" y="116620"/>
                </a:lnTo>
                <a:cubicBezTo>
                  <a:pt x="1458328" y="122787"/>
                  <a:pt x="1455222" y="127451"/>
                  <a:pt x="1451206" y="130612"/>
                </a:cubicBezTo>
                <a:cubicBezTo>
                  <a:pt x="1447190" y="133771"/>
                  <a:pt x="1443049" y="135351"/>
                  <a:pt x="1438782" y="135351"/>
                </a:cubicBezTo>
                <a:cubicBezTo>
                  <a:pt x="1435895" y="135351"/>
                  <a:pt x="1433071" y="134550"/>
                  <a:pt x="1430310" y="132947"/>
                </a:cubicBezTo>
                <a:cubicBezTo>
                  <a:pt x="1427550" y="131345"/>
                  <a:pt x="1425510" y="129053"/>
                  <a:pt x="1424192" y="126071"/>
                </a:cubicBezTo>
                <a:cubicBezTo>
                  <a:pt x="1422875" y="123086"/>
                  <a:pt x="1422216" y="118484"/>
                  <a:pt x="1422216" y="112264"/>
                </a:cubicBezTo>
                <a:lnTo>
                  <a:pt x="1422216" y="54216"/>
                </a:lnTo>
                <a:lnTo>
                  <a:pt x="1408568" y="54216"/>
                </a:lnTo>
                <a:lnTo>
                  <a:pt x="1408568" y="51109"/>
                </a:lnTo>
                <a:cubicBezTo>
                  <a:pt x="1412019" y="49725"/>
                  <a:pt x="1415549" y="47381"/>
                  <a:pt x="1419157" y="44077"/>
                </a:cubicBezTo>
                <a:cubicBezTo>
                  <a:pt x="1422765" y="40772"/>
                  <a:pt x="1425981" y="36855"/>
                  <a:pt x="1428805" y="32323"/>
                </a:cubicBezTo>
                <a:cubicBezTo>
                  <a:pt x="1430248" y="29932"/>
                  <a:pt x="1432256" y="25559"/>
                  <a:pt x="1434828" y="19201"/>
                </a:cubicBezTo>
                <a:lnTo>
                  <a:pt x="1437746" y="19201"/>
                </a:lnTo>
                <a:close/>
                <a:moveTo>
                  <a:pt x="1515148" y="121420"/>
                </a:moveTo>
                <a:cubicBezTo>
                  <a:pt x="1506301" y="128260"/>
                  <a:pt x="1500747" y="132213"/>
                  <a:pt x="1498488" y="133280"/>
                </a:cubicBezTo>
                <a:cubicBezTo>
                  <a:pt x="1495100" y="134911"/>
                  <a:pt x="1491492" y="135727"/>
                  <a:pt x="1487664" y="135727"/>
                </a:cubicBezTo>
                <a:cubicBezTo>
                  <a:pt x="1481703" y="135727"/>
                  <a:pt x="1476793" y="133688"/>
                  <a:pt x="1472934" y="129609"/>
                </a:cubicBezTo>
                <a:cubicBezTo>
                  <a:pt x="1469075" y="125530"/>
                  <a:pt x="1467145" y="120165"/>
                  <a:pt x="1467145" y="113514"/>
                </a:cubicBezTo>
                <a:cubicBezTo>
                  <a:pt x="1467145" y="109310"/>
                  <a:pt x="1468086" y="105670"/>
                  <a:pt x="1469969" y="102595"/>
                </a:cubicBezTo>
                <a:cubicBezTo>
                  <a:pt x="1472542" y="98328"/>
                  <a:pt x="1477012" y="94312"/>
                  <a:pt x="1483382" y="90547"/>
                </a:cubicBezTo>
                <a:cubicBezTo>
                  <a:pt x="1489751" y="86783"/>
                  <a:pt x="1500340" y="82202"/>
                  <a:pt x="1515148" y="76805"/>
                </a:cubicBezTo>
                <a:lnTo>
                  <a:pt x="1515148" y="73417"/>
                </a:lnTo>
                <a:cubicBezTo>
                  <a:pt x="1515148" y="64820"/>
                  <a:pt x="1513784" y="58922"/>
                  <a:pt x="1511054" y="55722"/>
                </a:cubicBezTo>
                <a:cubicBezTo>
                  <a:pt x="1508324" y="52521"/>
                  <a:pt x="1504356" y="50921"/>
                  <a:pt x="1499147" y="50921"/>
                </a:cubicBezTo>
                <a:cubicBezTo>
                  <a:pt x="1495194" y="50921"/>
                  <a:pt x="1492057" y="51984"/>
                  <a:pt x="1489735" y="54110"/>
                </a:cubicBezTo>
                <a:cubicBezTo>
                  <a:pt x="1487350" y="56235"/>
                  <a:pt x="1486158" y="58674"/>
                  <a:pt x="1486158" y="61425"/>
                </a:cubicBezTo>
                <a:lnTo>
                  <a:pt x="1486346" y="66863"/>
                </a:lnTo>
                <a:cubicBezTo>
                  <a:pt x="1486346" y="69738"/>
                  <a:pt x="1485609" y="71957"/>
                  <a:pt x="1484135" y="73520"/>
                </a:cubicBezTo>
                <a:cubicBezTo>
                  <a:pt x="1482660" y="75083"/>
                  <a:pt x="1480730" y="75864"/>
                  <a:pt x="1478346" y="75864"/>
                </a:cubicBezTo>
                <a:cubicBezTo>
                  <a:pt x="1476024" y="75864"/>
                  <a:pt x="1474126" y="75051"/>
                  <a:pt x="1472651" y="73426"/>
                </a:cubicBezTo>
                <a:cubicBezTo>
                  <a:pt x="1471177" y="71798"/>
                  <a:pt x="1470439" y="69576"/>
                  <a:pt x="1470439" y="66761"/>
                </a:cubicBezTo>
                <a:cubicBezTo>
                  <a:pt x="1470439" y="61382"/>
                  <a:pt x="1473200" y="56440"/>
                  <a:pt x="1478722" y="51936"/>
                </a:cubicBezTo>
                <a:cubicBezTo>
                  <a:pt x="1484244" y="47432"/>
                  <a:pt x="1491994" y="45180"/>
                  <a:pt x="1501971" y="45180"/>
                </a:cubicBezTo>
                <a:cubicBezTo>
                  <a:pt x="1509626" y="45180"/>
                  <a:pt x="1515901" y="46464"/>
                  <a:pt x="1520796" y="49033"/>
                </a:cubicBezTo>
                <a:cubicBezTo>
                  <a:pt x="1524498" y="50976"/>
                  <a:pt x="1527228" y="54017"/>
                  <a:pt x="1528985" y="58154"/>
                </a:cubicBezTo>
                <a:cubicBezTo>
                  <a:pt x="1530114" y="60848"/>
                  <a:pt x="1530679" y="66363"/>
                  <a:pt x="1530679" y="74699"/>
                </a:cubicBezTo>
                <a:lnTo>
                  <a:pt x="1530679" y="103937"/>
                </a:lnTo>
                <a:cubicBezTo>
                  <a:pt x="1530679" y="112147"/>
                  <a:pt x="1530836" y="117177"/>
                  <a:pt x="1531150" y="119026"/>
                </a:cubicBezTo>
                <a:cubicBezTo>
                  <a:pt x="1531463" y="120875"/>
                  <a:pt x="1531981" y="122113"/>
                  <a:pt x="1532703" y="122741"/>
                </a:cubicBezTo>
                <a:cubicBezTo>
                  <a:pt x="1533424" y="123366"/>
                  <a:pt x="1534256" y="123679"/>
                  <a:pt x="1535197" y="123679"/>
                </a:cubicBezTo>
                <a:cubicBezTo>
                  <a:pt x="1536201" y="123679"/>
                  <a:pt x="1537079" y="123460"/>
                  <a:pt x="1537832" y="123020"/>
                </a:cubicBezTo>
                <a:cubicBezTo>
                  <a:pt x="1539150" y="122205"/>
                  <a:pt x="1541691" y="119914"/>
                  <a:pt x="1545456" y="116149"/>
                </a:cubicBezTo>
                <a:lnTo>
                  <a:pt x="1545456" y="121420"/>
                </a:lnTo>
                <a:cubicBezTo>
                  <a:pt x="1538428" y="130833"/>
                  <a:pt x="1531714" y="135539"/>
                  <a:pt x="1525314" y="135539"/>
                </a:cubicBezTo>
                <a:cubicBezTo>
                  <a:pt x="1522239" y="135539"/>
                  <a:pt x="1519792" y="134472"/>
                  <a:pt x="1517972" y="132339"/>
                </a:cubicBezTo>
                <a:cubicBezTo>
                  <a:pt x="1516152" y="130205"/>
                  <a:pt x="1515211" y="126566"/>
                  <a:pt x="1515148" y="121420"/>
                </a:cubicBezTo>
                <a:moveTo>
                  <a:pt x="1515148" y="115249"/>
                </a:moveTo>
                <a:lnTo>
                  <a:pt x="1515148" y="82547"/>
                </a:lnTo>
                <a:cubicBezTo>
                  <a:pt x="1505673" y="86294"/>
                  <a:pt x="1499555" y="88949"/>
                  <a:pt x="1496794" y="90512"/>
                </a:cubicBezTo>
                <a:cubicBezTo>
                  <a:pt x="1491837" y="93261"/>
                  <a:pt x="1488292" y="96135"/>
                  <a:pt x="1486158" y="99133"/>
                </a:cubicBezTo>
                <a:cubicBezTo>
                  <a:pt x="1484025" y="102132"/>
                  <a:pt x="1482958" y="105411"/>
                  <a:pt x="1482958" y="108972"/>
                </a:cubicBezTo>
                <a:cubicBezTo>
                  <a:pt x="1482958" y="113471"/>
                  <a:pt x="1484307" y="117203"/>
                  <a:pt x="1487005" y="120170"/>
                </a:cubicBezTo>
                <a:cubicBezTo>
                  <a:pt x="1489704" y="123137"/>
                  <a:pt x="1492810" y="124620"/>
                  <a:pt x="1496324" y="124620"/>
                </a:cubicBezTo>
                <a:cubicBezTo>
                  <a:pt x="1501093" y="124620"/>
                  <a:pt x="1507367" y="121497"/>
                  <a:pt x="1515148" y="115249"/>
                </a:cubicBezTo>
                <a:close/>
                <a:moveTo>
                  <a:pt x="1573817" y="0"/>
                </a:moveTo>
                <a:cubicBezTo>
                  <a:pt x="1576453" y="0"/>
                  <a:pt x="1578696" y="930"/>
                  <a:pt x="1580547" y="2791"/>
                </a:cubicBezTo>
                <a:cubicBezTo>
                  <a:pt x="1582398" y="4650"/>
                  <a:pt x="1583324" y="6904"/>
                  <a:pt x="1583324" y="9554"/>
                </a:cubicBezTo>
                <a:cubicBezTo>
                  <a:pt x="1583324" y="12203"/>
                  <a:pt x="1582398" y="14474"/>
                  <a:pt x="1580547" y="16366"/>
                </a:cubicBezTo>
                <a:cubicBezTo>
                  <a:pt x="1578696" y="18256"/>
                  <a:pt x="1576453" y="19201"/>
                  <a:pt x="1573817" y="19201"/>
                </a:cubicBezTo>
                <a:cubicBezTo>
                  <a:pt x="1571182" y="19201"/>
                  <a:pt x="1568923" y="18256"/>
                  <a:pt x="1567040" y="16366"/>
                </a:cubicBezTo>
                <a:cubicBezTo>
                  <a:pt x="1565158" y="14474"/>
                  <a:pt x="1564216" y="12203"/>
                  <a:pt x="1564216" y="9554"/>
                </a:cubicBezTo>
                <a:cubicBezTo>
                  <a:pt x="1564216" y="6904"/>
                  <a:pt x="1565142" y="4650"/>
                  <a:pt x="1566993" y="2791"/>
                </a:cubicBezTo>
                <a:cubicBezTo>
                  <a:pt x="1568844" y="930"/>
                  <a:pt x="1571119" y="0"/>
                  <a:pt x="1573817" y="0"/>
                </a:cubicBezTo>
                <a:moveTo>
                  <a:pt x="1581629" y="45180"/>
                </a:moveTo>
                <a:lnTo>
                  <a:pt x="1581629" y="114302"/>
                </a:lnTo>
                <a:cubicBezTo>
                  <a:pt x="1581629" y="119687"/>
                  <a:pt x="1582022" y="123271"/>
                  <a:pt x="1582806" y="125056"/>
                </a:cubicBezTo>
                <a:cubicBezTo>
                  <a:pt x="1583590" y="126840"/>
                  <a:pt x="1584751" y="128171"/>
                  <a:pt x="1586288" y="129047"/>
                </a:cubicBezTo>
                <a:cubicBezTo>
                  <a:pt x="1587826" y="129924"/>
                  <a:pt x="1590634" y="130362"/>
                  <a:pt x="1594713" y="130362"/>
                </a:cubicBezTo>
                <a:lnTo>
                  <a:pt x="1594713" y="133845"/>
                </a:lnTo>
                <a:lnTo>
                  <a:pt x="1552827" y="133845"/>
                </a:lnTo>
                <a:lnTo>
                  <a:pt x="1552827" y="130362"/>
                </a:lnTo>
                <a:cubicBezTo>
                  <a:pt x="1557032" y="130362"/>
                  <a:pt x="1559855" y="129955"/>
                  <a:pt x="1561299" y="129141"/>
                </a:cubicBezTo>
                <a:cubicBezTo>
                  <a:pt x="1562742" y="128328"/>
                  <a:pt x="1563887" y="126981"/>
                  <a:pt x="1564734" y="125103"/>
                </a:cubicBezTo>
                <a:cubicBezTo>
                  <a:pt x="1565581" y="123224"/>
                  <a:pt x="1566005" y="119624"/>
                  <a:pt x="1566005" y="114302"/>
                </a:cubicBezTo>
                <a:lnTo>
                  <a:pt x="1566005" y="81150"/>
                </a:lnTo>
                <a:cubicBezTo>
                  <a:pt x="1566005" y="71820"/>
                  <a:pt x="1565722" y="65778"/>
                  <a:pt x="1565158" y="63025"/>
                </a:cubicBezTo>
                <a:cubicBezTo>
                  <a:pt x="1564718" y="61021"/>
                  <a:pt x="1564028" y="59628"/>
                  <a:pt x="1563087" y="58845"/>
                </a:cubicBezTo>
                <a:cubicBezTo>
                  <a:pt x="1562146" y="58063"/>
                  <a:pt x="1560859" y="57672"/>
                  <a:pt x="1559228" y="57672"/>
                </a:cubicBezTo>
                <a:cubicBezTo>
                  <a:pt x="1557471" y="57672"/>
                  <a:pt x="1555337" y="58141"/>
                  <a:pt x="1552827" y="59081"/>
                </a:cubicBezTo>
                <a:lnTo>
                  <a:pt x="1551510" y="55698"/>
                </a:lnTo>
                <a:lnTo>
                  <a:pt x="1577488" y="45180"/>
                </a:lnTo>
                <a:lnTo>
                  <a:pt x="1581629" y="45180"/>
                </a:lnTo>
                <a:close/>
                <a:moveTo>
                  <a:pt x="1630607" y="63440"/>
                </a:moveTo>
                <a:cubicBezTo>
                  <a:pt x="1640709" y="51266"/>
                  <a:pt x="1650342" y="45180"/>
                  <a:pt x="1659503" y="45180"/>
                </a:cubicBezTo>
                <a:cubicBezTo>
                  <a:pt x="1664209" y="45180"/>
                  <a:pt x="1668256" y="46354"/>
                  <a:pt x="1671645" y="48703"/>
                </a:cubicBezTo>
                <a:cubicBezTo>
                  <a:pt x="1675033" y="51051"/>
                  <a:pt x="1677732" y="54917"/>
                  <a:pt x="1679740" y="60301"/>
                </a:cubicBezTo>
                <a:cubicBezTo>
                  <a:pt x="1681120" y="64056"/>
                  <a:pt x="1681810" y="69817"/>
                  <a:pt x="1681810" y="77582"/>
                </a:cubicBezTo>
                <a:lnTo>
                  <a:pt x="1681810" y="114302"/>
                </a:lnTo>
                <a:cubicBezTo>
                  <a:pt x="1681810" y="119750"/>
                  <a:pt x="1682250" y="123444"/>
                  <a:pt x="1683128" y="125385"/>
                </a:cubicBezTo>
                <a:cubicBezTo>
                  <a:pt x="1683818" y="126950"/>
                  <a:pt x="1684932" y="128171"/>
                  <a:pt x="1686470" y="129047"/>
                </a:cubicBezTo>
                <a:cubicBezTo>
                  <a:pt x="1688007" y="129924"/>
                  <a:pt x="1690846" y="130362"/>
                  <a:pt x="1694988" y="130362"/>
                </a:cubicBezTo>
                <a:lnTo>
                  <a:pt x="1694988" y="133845"/>
                </a:lnTo>
                <a:lnTo>
                  <a:pt x="1652349" y="133845"/>
                </a:lnTo>
                <a:lnTo>
                  <a:pt x="1652349" y="130362"/>
                </a:lnTo>
                <a:lnTo>
                  <a:pt x="1654138" y="130362"/>
                </a:lnTo>
                <a:cubicBezTo>
                  <a:pt x="1658154" y="130362"/>
                  <a:pt x="1660962" y="129753"/>
                  <a:pt x="1662562" y="128535"/>
                </a:cubicBezTo>
                <a:cubicBezTo>
                  <a:pt x="1664162" y="127318"/>
                  <a:pt x="1665276" y="125523"/>
                  <a:pt x="1665903" y="123153"/>
                </a:cubicBezTo>
                <a:cubicBezTo>
                  <a:pt x="1666154" y="122215"/>
                  <a:pt x="1666280" y="119281"/>
                  <a:pt x="1666280" y="114349"/>
                </a:cubicBezTo>
                <a:lnTo>
                  <a:pt x="1666280" y="79232"/>
                </a:lnTo>
                <a:cubicBezTo>
                  <a:pt x="1666280" y="71429"/>
                  <a:pt x="1665260" y="65764"/>
                  <a:pt x="1663221" y="62237"/>
                </a:cubicBezTo>
                <a:cubicBezTo>
                  <a:pt x="1661181" y="58709"/>
                  <a:pt x="1657746" y="56945"/>
                  <a:pt x="1652914" y="56945"/>
                </a:cubicBezTo>
                <a:cubicBezTo>
                  <a:pt x="1645447" y="56945"/>
                  <a:pt x="1638011" y="61003"/>
                  <a:pt x="1630607" y="69120"/>
                </a:cubicBezTo>
                <a:lnTo>
                  <a:pt x="1630607" y="114349"/>
                </a:lnTo>
                <a:cubicBezTo>
                  <a:pt x="1630607" y="120155"/>
                  <a:pt x="1630952" y="123745"/>
                  <a:pt x="1631642" y="125118"/>
                </a:cubicBezTo>
                <a:cubicBezTo>
                  <a:pt x="1632521" y="126927"/>
                  <a:pt x="1633729" y="128254"/>
                  <a:pt x="1635266" y="129097"/>
                </a:cubicBezTo>
                <a:cubicBezTo>
                  <a:pt x="1636803" y="129940"/>
                  <a:pt x="1639925" y="130362"/>
                  <a:pt x="1644631" y="130362"/>
                </a:cubicBezTo>
                <a:lnTo>
                  <a:pt x="1644631" y="133845"/>
                </a:lnTo>
                <a:lnTo>
                  <a:pt x="1601993" y="133845"/>
                </a:lnTo>
                <a:lnTo>
                  <a:pt x="1601993" y="130362"/>
                </a:lnTo>
                <a:lnTo>
                  <a:pt x="1603876" y="130362"/>
                </a:lnTo>
                <a:cubicBezTo>
                  <a:pt x="1608268" y="130362"/>
                  <a:pt x="1611233" y="129251"/>
                  <a:pt x="1612770" y="127029"/>
                </a:cubicBezTo>
                <a:cubicBezTo>
                  <a:pt x="1614308" y="124806"/>
                  <a:pt x="1615076" y="120563"/>
                  <a:pt x="1615076" y="114302"/>
                </a:cubicBezTo>
                <a:lnTo>
                  <a:pt x="1615076" y="82370"/>
                </a:lnTo>
                <a:cubicBezTo>
                  <a:pt x="1615076" y="72040"/>
                  <a:pt x="1614841" y="65749"/>
                  <a:pt x="1614370" y="63496"/>
                </a:cubicBezTo>
                <a:cubicBezTo>
                  <a:pt x="1613900" y="61241"/>
                  <a:pt x="1613178" y="59706"/>
                  <a:pt x="1612206" y="58892"/>
                </a:cubicBezTo>
                <a:cubicBezTo>
                  <a:pt x="1611233" y="58079"/>
                  <a:pt x="1609931" y="57672"/>
                  <a:pt x="1608299" y="57672"/>
                </a:cubicBezTo>
                <a:cubicBezTo>
                  <a:pt x="1606542" y="57672"/>
                  <a:pt x="1604440" y="58141"/>
                  <a:pt x="1601993" y="59081"/>
                </a:cubicBezTo>
                <a:lnTo>
                  <a:pt x="1600581" y="55698"/>
                </a:lnTo>
                <a:lnTo>
                  <a:pt x="1626559" y="45180"/>
                </a:lnTo>
                <a:lnTo>
                  <a:pt x="1630607" y="45180"/>
                </a:lnTo>
                <a:lnTo>
                  <a:pt x="1630607" y="63440"/>
                </a:lnTo>
                <a:close/>
                <a:moveTo>
                  <a:pt x="1810948" y="124150"/>
                </a:moveTo>
                <a:cubicBezTo>
                  <a:pt x="1806744" y="128542"/>
                  <a:pt x="1802634" y="131695"/>
                  <a:pt x="1798618" y="133609"/>
                </a:cubicBezTo>
                <a:cubicBezTo>
                  <a:pt x="1794602" y="135523"/>
                  <a:pt x="1790272" y="136480"/>
                  <a:pt x="1785629" y="136480"/>
                </a:cubicBezTo>
                <a:cubicBezTo>
                  <a:pt x="1776217" y="136480"/>
                  <a:pt x="1767996" y="132551"/>
                  <a:pt x="1760968" y="124694"/>
                </a:cubicBezTo>
                <a:cubicBezTo>
                  <a:pt x="1753940" y="116835"/>
                  <a:pt x="1750426" y="106736"/>
                  <a:pt x="1750426" y="94398"/>
                </a:cubicBezTo>
                <a:cubicBezTo>
                  <a:pt x="1750426" y="82062"/>
                  <a:pt x="1754317" y="70775"/>
                  <a:pt x="1762098" y="60537"/>
                </a:cubicBezTo>
                <a:cubicBezTo>
                  <a:pt x="1769879" y="50299"/>
                  <a:pt x="1779887" y="45180"/>
                  <a:pt x="1792124" y="45180"/>
                </a:cubicBezTo>
                <a:cubicBezTo>
                  <a:pt x="1799716" y="45180"/>
                  <a:pt x="1805991" y="47595"/>
                  <a:pt x="1810948" y="52427"/>
                </a:cubicBezTo>
                <a:lnTo>
                  <a:pt x="1810948" y="36485"/>
                </a:lnTo>
                <a:cubicBezTo>
                  <a:pt x="1810948" y="26592"/>
                  <a:pt x="1810713" y="20511"/>
                  <a:pt x="1810242" y="18242"/>
                </a:cubicBezTo>
                <a:cubicBezTo>
                  <a:pt x="1809772" y="15974"/>
                  <a:pt x="1809035" y="14430"/>
                  <a:pt x="1808031" y="13613"/>
                </a:cubicBezTo>
                <a:cubicBezTo>
                  <a:pt x="1807027" y="12793"/>
                  <a:pt x="1805772" y="12383"/>
                  <a:pt x="1804266" y="12383"/>
                </a:cubicBezTo>
                <a:cubicBezTo>
                  <a:pt x="1802634" y="12383"/>
                  <a:pt x="1800469" y="12887"/>
                  <a:pt x="1797771" y="13895"/>
                </a:cubicBezTo>
                <a:lnTo>
                  <a:pt x="1796547" y="10586"/>
                </a:lnTo>
                <a:lnTo>
                  <a:pt x="1822243" y="0"/>
                </a:lnTo>
                <a:lnTo>
                  <a:pt x="1826479" y="0"/>
                </a:lnTo>
                <a:lnTo>
                  <a:pt x="1826479" y="99678"/>
                </a:lnTo>
                <a:cubicBezTo>
                  <a:pt x="1826479" y="109780"/>
                  <a:pt x="1826714" y="115945"/>
                  <a:pt x="1827185" y="118173"/>
                </a:cubicBezTo>
                <a:cubicBezTo>
                  <a:pt x="1827655" y="120401"/>
                  <a:pt x="1828408" y="121954"/>
                  <a:pt x="1829444" y="122832"/>
                </a:cubicBezTo>
                <a:cubicBezTo>
                  <a:pt x="1830479" y="123711"/>
                  <a:pt x="1831687" y="124150"/>
                  <a:pt x="1833068" y="124150"/>
                </a:cubicBezTo>
                <a:cubicBezTo>
                  <a:pt x="1834762" y="124150"/>
                  <a:pt x="1837021" y="123616"/>
                  <a:pt x="1839844" y="122550"/>
                </a:cubicBezTo>
                <a:lnTo>
                  <a:pt x="1840880" y="125844"/>
                </a:lnTo>
                <a:lnTo>
                  <a:pt x="1815278" y="136480"/>
                </a:lnTo>
                <a:lnTo>
                  <a:pt x="1810948" y="136480"/>
                </a:lnTo>
                <a:lnTo>
                  <a:pt x="1810948" y="124150"/>
                </a:lnTo>
                <a:moveTo>
                  <a:pt x="1810948" y="117582"/>
                </a:moveTo>
                <a:lnTo>
                  <a:pt x="1810948" y="73267"/>
                </a:lnTo>
                <a:cubicBezTo>
                  <a:pt x="1810572" y="69010"/>
                  <a:pt x="1809442" y="65129"/>
                  <a:pt x="1807560" y="61625"/>
                </a:cubicBezTo>
                <a:cubicBezTo>
                  <a:pt x="1805677" y="58119"/>
                  <a:pt x="1803183" y="55474"/>
                  <a:pt x="1800077" y="53692"/>
                </a:cubicBezTo>
                <a:cubicBezTo>
                  <a:pt x="1796971" y="51908"/>
                  <a:pt x="1793943" y="51015"/>
                  <a:pt x="1790994" y="51015"/>
                </a:cubicBezTo>
                <a:cubicBezTo>
                  <a:pt x="1785472" y="51015"/>
                  <a:pt x="1780546" y="53488"/>
                  <a:pt x="1776217" y="58433"/>
                </a:cubicBezTo>
                <a:cubicBezTo>
                  <a:pt x="1770506" y="64942"/>
                  <a:pt x="1767651" y="74455"/>
                  <a:pt x="1767651" y="86974"/>
                </a:cubicBezTo>
                <a:cubicBezTo>
                  <a:pt x="1767651" y="99618"/>
                  <a:pt x="1770412" y="109305"/>
                  <a:pt x="1775934" y="116035"/>
                </a:cubicBezTo>
                <a:cubicBezTo>
                  <a:pt x="1781456" y="122762"/>
                  <a:pt x="1787606" y="126126"/>
                  <a:pt x="1794383" y="126126"/>
                </a:cubicBezTo>
                <a:cubicBezTo>
                  <a:pt x="1800093" y="126126"/>
                  <a:pt x="1805615" y="123278"/>
                  <a:pt x="1810948" y="117582"/>
                </a:cubicBezTo>
                <a:close/>
                <a:moveTo>
                  <a:pt x="1860928" y="80194"/>
                </a:moveTo>
                <a:cubicBezTo>
                  <a:pt x="1860866" y="92965"/>
                  <a:pt x="1863972" y="102983"/>
                  <a:pt x="1870247" y="110246"/>
                </a:cubicBezTo>
                <a:cubicBezTo>
                  <a:pt x="1876522" y="117507"/>
                  <a:pt x="1883895" y="121138"/>
                  <a:pt x="1892366" y="121138"/>
                </a:cubicBezTo>
                <a:cubicBezTo>
                  <a:pt x="1898013" y="121138"/>
                  <a:pt x="1902923" y="119585"/>
                  <a:pt x="1907096" y="116479"/>
                </a:cubicBezTo>
                <a:cubicBezTo>
                  <a:pt x="1911269" y="113373"/>
                  <a:pt x="1914767" y="108055"/>
                  <a:pt x="1917591" y="100525"/>
                </a:cubicBezTo>
                <a:lnTo>
                  <a:pt x="1920509" y="102407"/>
                </a:lnTo>
                <a:cubicBezTo>
                  <a:pt x="1919191" y="111004"/>
                  <a:pt x="1915363" y="118832"/>
                  <a:pt x="1909026" y="125891"/>
                </a:cubicBezTo>
                <a:cubicBezTo>
                  <a:pt x="1902688" y="132950"/>
                  <a:pt x="1894750" y="136480"/>
                  <a:pt x="1885212" y="136480"/>
                </a:cubicBezTo>
                <a:cubicBezTo>
                  <a:pt x="1874859" y="136480"/>
                  <a:pt x="1865995" y="132457"/>
                  <a:pt x="1858622" y="124412"/>
                </a:cubicBezTo>
                <a:cubicBezTo>
                  <a:pt x="1851249" y="116364"/>
                  <a:pt x="1847563" y="105546"/>
                  <a:pt x="1847563" y="91956"/>
                </a:cubicBezTo>
                <a:cubicBezTo>
                  <a:pt x="1847563" y="77242"/>
                  <a:pt x="1851343" y="65767"/>
                  <a:pt x="1858905" y="57533"/>
                </a:cubicBezTo>
                <a:cubicBezTo>
                  <a:pt x="1866466" y="49298"/>
                  <a:pt x="1875957" y="45180"/>
                  <a:pt x="1887377" y="45180"/>
                </a:cubicBezTo>
                <a:cubicBezTo>
                  <a:pt x="1897041" y="45180"/>
                  <a:pt x="1904978" y="48356"/>
                  <a:pt x="1911191" y="54710"/>
                </a:cubicBezTo>
                <a:cubicBezTo>
                  <a:pt x="1917403" y="61061"/>
                  <a:pt x="1920509" y="69556"/>
                  <a:pt x="1920509" y="80194"/>
                </a:cubicBezTo>
                <a:lnTo>
                  <a:pt x="1860928" y="80194"/>
                </a:lnTo>
                <a:moveTo>
                  <a:pt x="1860928" y="74735"/>
                </a:moveTo>
                <a:lnTo>
                  <a:pt x="1900837" y="74735"/>
                </a:lnTo>
                <a:cubicBezTo>
                  <a:pt x="1900523" y="69213"/>
                  <a:pt x="1899864" y="65322"/>
                  <a:pt x="1898860" y="63063"/>
                </a:cubicBezTo>
                <a:cubicBezTo>
                  <a:pt x="1897292" y="59549"/>
                  <a:pt x="1894954" y="56788"/>
                  <a:pt x="1891848" y="54780"/>
                </a:cubicBezTo>
                <a:cubicBezTo>
                  <a:pt x="1888742" y="52772"/>
                  <a:pt x="1885495" y="51768"/>
                  <a:pt x="1882106" y="51768"/>
                </a:cubicBezTo>
                <a:cubicBezTo>
                  <a:pt x="1876898" y="51768"/>
                  <a:pt x="1872239" y="53792"/>
                  <a:pt x="1868129" y="57839"/>
                </a:cubicBezTo>
                <a:cubicBezTo>
                  <a:pt x="1864019" y="61887"/>
                  <a:pt x="1861619" y="67518"/>
                  <a:pt x="1860928" y="74735"/>
                </a:cubicBezTo>
                <a:close/>
                <a:moveTo>
                  <a:pt x="2005250" y="101089"/>
                </a:moveTo>
                <a:cubicBezTo>
                  <a:pt x="2002928" y="112447"/>
                  <a:pt x="1998379" y="121185"/>
                  <a:pt x="1991602" y="127303"/>
                </a:cubicBezTo>
                <a:cubicBezTo>
                  <a:pt x="1984825" y="133421"/>
                  <a:pt x="1977326" y="136480"/>
                  <a:pt x="1969106" y="136480"/>
                </a:cubicBezTo>
                <a:cubicBezTo>
                  <a:pt x="1959317" y="136480"/>
                  <a:pt x="1950783" y="132375"/>
                  <a:pt x="1943504" y="124165"/>
                </a:cubicBezTo>
                <a:cubicBezTo>
                  <a:pt x="1936226" y="115952"/>
                  <a:pt x="1932586" y="104856"/>
                  <a:pt x="1932586" y="90877"/>
                </a:cubicBezTo>
                <a:cubicBezTo>
                  <a:pt x="1932586" y="77337"/>
                  <a:pt x="1936618" y="66336"/>
                  <a:pt x="1944681" y="57875"/>
                </a:cubicBezTo>
                <a:cubicBezTo>
                  <a:pt x="1952744" y="49411"/>
                  <a:pt x="1962423" y="45180"/>
                  <a:pt x="1973718" y="45180"/>
                </a:cubicBezTo>
                <a:cubicBezTo>
                  <a:pt x="1982190" y="45180"/>
                  <a:pt x="1989155" y="47416"/>
                  <a:pt x="1994614" y="51889"/>
                </a:cubicBezTo>
                <a:cubicBezTo>
                  <a:pt x="2000073" y="56360"/>
                  <a:pt x="2002803" y="61003"/>
                  <a:pt x="2002803" y="65819"/>
                </a:cubicBezTo>
                <a:cubicBezTo>
                  <a:pt x="2002803" y="68196"/>
                  <a:pt x="2002034" y="70120"/>
                  <a:pt x="2000497" y="71590"/>
                </a:cubicBezTo>
                <a:cubicBezTo>
                  <a:pt x="1998959" y="73059"/>
                  <a:pt x="1996810" y="73793"/>
                  <a:pt x="1994049" y="73793"/>
                </a:cubicBezTo>
                <a:cubicBezTo>
                  <a:pt x="1990347" y="73793"/>
                  <a:pt x="1987555" y="72601"/>
                  <a:pt x="1985672" y="70217"/>
                </a:cubicBezTo>
                <a:cubicBezTo>
                  <a:pt x="1984605" y="68899"/>
                  <a:pt x="1983899" y="66389"/>
                  <a:pt x="1983554" y="62687"/>
                </a:cubicBezTo>
                <a:cubicBezTo>
                  <a:pt x="1983209" y="58985"/>
                  <a:pt x="1981939" y="56161"/>
                  <a:pt x="1979742" y="54216"/>
                </a:cubicBezTo>
                <a:cubicBezTo>
                  <a:pt x="1977546" y="52333"/>
                  <a:pt x="1974503" y="51392"/>
                  <a:pt x="1970612" y="51392"/>
                </a:cubicBezTo>
                <a:cubicBezTo>
                  <a:pt x="1964337" y="51392"/>
                  <a:pt x="1959286" y="53714"/>
                  <a:pt x="1955458" y="58357"/>
                </a:cubicBezTo>
                <a:cubicBezTo>
                  <a:pt x="1950376" y="64506"/>
                  <a:pt x="1947834" y="72633"/>
                  <a:pt x="1947834" y="82735"/>
                </a:cubicBezTo>
                <a:cubicBezTo>
                  <a:pt x="1947834" y="93026"/>
                  <a:pt x="1950360" y="102109"/>
                  <a:pt x="1955411" y="109984"/>
                </a:cubicBezTo>
                <a:cubicBezTo>
                  <a:pt x="1960463" y="117859"/>
                  <a:pt x="1967287" y="121797"/>
                  <a:pt x="1975883" y="121797"/>
                </a:cubicBezTo>
                <a:cubicBezTo>
                  <a:pt x="1982033" y="121797"/>
                  <a:pt x="1987555" y="119695"/>
                  <a:pt x="1992449" y="115490"/>
                </a:cubicBezTo>
                <a:cubicBezTo>
                  <a:pt x="1995900" y="112604"/>
                  <a:pt x="1999257" y="107364"/>
                  <a:pt x="2002520" y="99772"/>
                </a:cubicBezTo>
                <a:lnTo>
                  <a:pt x="2005250" y="101089"/>
                </a:lnTo>
                <a:close/>
                <a:moveTo>
                  <a:pt x="2039540" y="0"/>
                </a:moveTo>
                <a:cubicBezTo>
                  <a:pt x="2042176" y="0"/>
                  <a:pt x="2044419" y="930"/>
                  <a:pt x="2046270" y="2791"/>
                </a:cubicBezTo>
                <a:cubicBezTo>
                  <a:pt x="2048121" y="4650"/>
                  <a:pt x="2049047" y="6904"/>
                  <a:pt x="2049047" y="9554"/>
                </a:cubicBezTo>
                <a:cubicBezTo>
                  <a:pt x="2049047" y="12203"/>
                  <a:pt x="2048121" y="14474"/>
                  <a:pt x="2046270" y="16366"/>
                </a:cubicBezTo>
                <a:cubicBezTo>
                  <a:pt x="2044419" y="18256"/>
                  <a:pt x="2042176" y="19201"/>
                  <a:pt x="2039540" y="19201"/>
                </a:cubicBezTo>
                <a:cubicBezTo>
                  <a:pt x="2036905" y="19201"/>
                  <a:pt x="2034646" y="18256"/>
                  <a:pt x="2032763" y="16366"/>
                </a:cubicBezTo>
                <a:cubicBezTo>
                  <a:pt x="2030881" y="14474"/>
                  <a:pt x="2029939" y="12203"/>
                  <a:pt x="2029939" y="9554"/>
                </a:cubicBezTo>
                <a:cubicBezTo>
                  <a:pt x="2029939" y="6904"/>
                  <a:pt x="2030865" y="4650"/>
                  <a:pt x="2032716" y="2791"/>
                </a:cubicBezTo>
                <a:cubicBezTo>
                  <a:pt x="2034567" y="930"/>
                  <a:pt x="2036842" y="0"/>
                  <a:pt x="2039540" y="0"/>
                </a:cubicBezTo>
                <a:moveTo>
                  <a:pt x="2047352" y="45180"/>
                </a:moveTo>
                <a:lnTo>
                  <a:pt x="2047352" y="114302"/>
                </a:lnTo>
                <a:cubicBezTo>
                  <a:pt x="2047352" y="119687"/>
                  <a:pt x="2047745" y="123271"/>
                  <a:pt x="2048529" y="125056"/>
                </a:cubicBezTo>
                <a:cubicBezTo>
                  <a:pt x="2049313" y="126840"/>
                  <a:pt x="2050474" y="128171"/>
                  <a:pt x="2052012" y="129047"/>
                </a:cubicBezTo>
                <a:cubicBezTo>
                  <a:pt x="2053549" y="129924"/>
                  <a:pt x="2056357" y="130362"/>
                  <a:pt x="2060436" y="130362"/>
                </a:cubicBezTo>
                <a:lnTo>
                  <a:pt x="2060436" y="133845"/>
                </a:lnTo>
                <a:lnTo>
                  <a:pt x="2018550" y="133845"/>
                </a:lnTo>
                <a:lnTo>
                  <a:pt x="2018550" y="130362"/>
                </a:lnTo>
                <a:cubicBezTo>
                  <a:pt x="2022755" y="130362"/>
                  <a:pt x="2025578" y="129955"/>
                  <a:pt x="2027022" y="129141"/>
                </a:cubicBezTo>
                <a:cubicBezTo>
                  <a:pt x="2028465" y="128328"/>
                  <a:pt x="2029610" y="126981"/>
                  <a:pt x="2030457" y="125103"/>
                </a:cubicBezTo>
                <a:cubicBezTo>
                  <a:pt x="2031304" y="123224"/>
                  <a:pt x="2031728" y="119624"/>
                  <a:pt x="2031728" y="114302"/>
                </a:cubicBezTo>
                <a:lnTo>
                  <a:pt x="2031728" y="81150"/>
                </a:lnTo>
                <a:cubicBezTo>
                  <a:pt x="2031728" y="71820"/>
                  <a:pt x="2031445" y="65778"/>
                  <a:pt x="2030881" y="63025"/>
                </a:cubicBezTo>
                <a:cubicBezTo>
                  <a:pt x="2030441" y="61021"/>
                  <a:pt x="2029751" y="59628"/>
                  <a:pt x="2028810" y="58845"/>
                </a:cubicBezTo>
                <a:cubicBezTo>
                  <a:pt x="2027869" y="58063"/>
                  <a:pt x="2026582" y="57672"/>
                  <a:pt x="2024951" y="57672"/>
                </a:cubicBezTo>
                <a:cubicBezTo>
                  <a:pt x="2023194" y="57672"/>
                  <a:pt x="2021060" y="58141"/>
                  <a:pt x="2018550" y="59081"/>
                </a:cubicBezTo>
                <a:lnTo>
                  <a:pt x="2017233" y="55698"/>
                </a:lnTo>
                <a:lnTo>
                  <a:pt x="2043211" y="45180"/>
                </a:lnTo>
                <a:lnTo>
                  <a:pt x="2047352" y="45180"/>
                </a:lnTo>
                <a:close/>
                <a:moveTo>
                  <a:pt x="2126920" y="45180"/>
                </a:moveTo>
                <a:lnTo>
                  <a:pt x="2126920" y="74358"/>
                </a:lnTo>
                <a:lnTo>
                  <a:pt x="2123814" y="74358"/>
                </a:lnTo>
                <a:cubicBezTo>
                  <a:pt x="2121430" y="65206"/>
                  <a:pt x="2118371" y="58982"/>
                  <a:pt x="2114637" y="55683"/>
                </a:cubicBezTo>
                <a:cubicBezTo>
                  <a:pt x="2110903" y="52383"/>
                  <a:pt x="2106150" y="50733"/>
                  <a:pt x="2100377" y="50733"/>
                </a:cubicBezTo>
                <a:cubicBezTo>
                  <a:pt x="2095985" y="50733"/>
                  <a:pt x="2092439" y="51893"/>
                  <a:pt x="2089741" y="54213"/>
                </a:cubicBezTo>
                <a:cubicBezTo>
                  <a:pt x="2087043" y="56530"/>
                  <a:pt x="2085694" y="59100"/>
                  <a:pt x="2085694" y="61922"/>
                </a:cubicBezTo>
                <a:cubicBezTo>
                  <a:pt x="2085694" y="65432"/>
                  <a:pt x="2086698" y="68440"/>
                  <a:pt x="2088706" y="70946"/>
                </a:cubicBezTo>
                <a:cubicBezTo>
                  <a:pt x="2090651" y="73517"/>
                  <a:pt x="2094604" y="76244"/>
                  <a:pt x="2100565" y="79126"/>
                </a:cubicBezTo>
                <a:lnTo>
                  <a:pt x="2114308" y="85803"/>
                </a:lnTo>
                <a:cubicBezTo>
                  <a:pt x="2127046" y="92007"/>
                  <a:pt x="2133415" y="100187"/>
                  <a:pt x="2133415" y="110343"/>
                </a:cubicBezTo>
                <a:cubicBezTo>
                  <a:pt x="2133415" y="118177"/>
                  <a:pt x="2130450" y="124492"/>
                  <a:pt x="2124520" y="129288"/>
                </a:cubicBezTo>
                <a:cubicBezTo>
                  <a:pt x="2118590" y="134083"/>
                  <a:pt x="2111954" y="136480"/>
                  <a:pt x="2104613" y="136480"/>
                </a:cubicBezTo>
                <a:cubicBezTo>
                  <a:pt x="2099342" y="136480"/>
                  <a:pt x="2093318" y="135539"/>
                  <a:pt x="2086541" y="133656"/>
                </a:cubicBezTo>
                <a:cubicBezTo>
                  <a:pt x="2084470" y="133029"/>
                  <a:pt x="2082776" y="132715"/>
                  <a:pt x="2081458" y="132715"/>
                </a:cubicBezTo>
                <a:cubicBezTo>
                  <a:pt x="2080015" y="132715"/>
                  <a:pt x="2078886" y="133531"/>
                  <a:pt x="2078070" y="135162"/>
                </a:cubicBezTo>
                <a:lnTo>
                  <a:pt x="2074964" y="135162"/>
                </a:lnTo>
                <a:lnTo>
                  <a:pt x="2074964" y="104290"/>
                </a:lnTo>
                <a:lnTo>
                  <a:pt x="2078070" y="104290"/>
                </a:lnTo>
                <a:cubicBezTo>
                  <a:pt x="2079827" y="113106"/>
                  <a:pt x="2083184" y="119750"/>
                  <a:pt x="2088141" y="124220"/>
                </a:cubicBezTo>
                <a:cubicBezTo>
                  <a:pt x="2093098" y="128691"/>
                  <a:pt x="2098652" y="130927"/>
                  <a:pt x="2104801" y="130927"/>
                </a:cubicBezTo>
                <a:cubicBezTo>
                  <a:pt x="2109131" y="130927"/>
                  <a:pt x="2112660" y="129658"/>
                  <a:pt x="2115390" y="127121"/>
                </a:cubicBezTo>
                <a:cubicBezTo>
                  <a:pt x="2118120" y="124581"/>
                  <a:pt x="2119484" y="121525"/>
                  <a:pt x="2119484" y="117952"/>
                </a:cubicBezTo>
                <a:cubicBezTo>
                  <a:pt x="2119484" y="113627"/>
                  <a:pt x="2117963" y="109991"/>
                  <a:pt x="2114919" y="107046"/>
                </a:cubicBezTo>
                <a:cubicBezTo>
                  <a:pt x="2111876" y="104100"/>
                  <a:pt x="2105805" y="100372"/>
                  <a:pt x="2096706" y="95860"/>
                </a:cubicBezTo>
                <a:cubicBezTo>
                  <a:pt x="2087608" y="91346"/>
                  <a:pt x="2081646" y="87271"/>
                  <a:pt x="2078823" y="83635"/>
                </a:cubicBezTo>
                <a:cubicBezTo>
                  <a:pt x="2075999" y="80062"/>
                  <a:pt x="2074587" y="75549"/>
                  <a:pt x="2074587" y="70096"/>
                </a:cubicBezTo>
                <a:cubicBezTo>
                  <a:pt x="2074587" y="63013"/>
                  <a:pt x="2077019" y="57090"/>
                  <a:pt x="2081882" y="52327"/>
                </a:cubicBezTo>
                <a:cubicBezTo>
                  <a:pt x="2086745" y="47562"/>
                  <a:pt x="2093036" y="45180"/>
                  <a:pt x="2100754" y="45180"/>
                </a:cubicBezTo>
                <a:cubicBezTo>
                  <a:pt x="2104142" y="45180"/>
                  <a:pt x="2108252" y="45901"/>
                  <a:pt x="2113084" y="47344"/>
                </a:cubicBezTo>
                <a:cubicBezTo>
                  <a:pt x="2116284" y="48286"/>
                  <a:pt x="2118418" y="48756"/>
                  <a:pt x="2119484" y="48756"/>
                </a:cubicBezTo>
                <a:cubicBezTo>
                  <a:pt x="2120488" y="48756"/>
                  <a:pt x="2121273" y="48537"/>
                  <a:pt x="2121838" y="48097"/>
                </a:cubicBezTo>
                <a:cubicBezTo>
                  <a:pt x="2122402" y="47658"/>
                  <a:pt x="2123061" y="46686"/>
                  <a:pt x="2123814" y="45180"/>
                </a:cubicBezTo>
                <a:lnTo>
                  <a:pt x="2126920" y="45180"/>
                </a:lnTo>
                <a:close/>
                <a:moveTo>
                  <a:pt x="2168116" y="0"/>
                </a:moveTo>
                <a:cubicBezTo>
                  <a:pt x="2170751" y="0"/>
                  <a:pt x="2172994" y="930"/>
                  <a:pt x="2174845" y="2791"/>
                </a:cubicBezTo>
                <a:cubicBezTo>
                  <a:pt x="2176697" y="4650"/>
                  <a:pt x="2177622" y="6904"/>
                  <a:pt x="2177622" y="9554"/>
                </a:cubicBezTo>
                <a:cubicBezTo>
                  <a:pt x="2177622" y="12203"/>
                  <a:pt x="2176697" y="14474"/>
                  <a:pt x="2174845" y="16366"/>
                </a:cubicBezTo>
                <a:cubicBezTo>
                  <a:pt x="2172994" y="18256"/>
                  <a:pt x="2170751" y="19201"/>
                  <a:pt x="2168116" y="19201"/>
                </a:cubicBezTo>
                <a:cubicBezTo>
                  <a:pt x="2165480" y="19201"/>
                  <a:pt x="2163221" y="18256"/>
                  <a:pt x="2161339" y="16366"/>
                </a:cubicBezTo>
                <a:cubicBezTo>
                  <a:pt x="2159456" y="14474"/>
                  <a:pt x="2158515" y="12203"/>
                  <a:pt x="2158515" y="9554"/>
                </a:cubicBezTo>
                <a:cubicBezTo>
                  <a:pt x="2158515" y="6904"/>
                  <a:pt x="2159440" y="4650"/>
                  <a:pt x="2161292" y="2791"/>
                </a:cubicBezTo>
                <a:cubicBezTo>
                  <a:pt x="2163143" y="930"/>
                  <a:pt x="2165417" y="0"/>
                  <a:pt x="2168116" y="0"/>
                </a:cubicBezTo>
                <a:moveTo>
                  <a:pt x="2175928" y="45180"/>
                </a:moveTo>
                <a:lnTo>
                  <a:pt x="2175928" y="114302"/>
                </a:lnTo>
                <a:cubicBezTo>
                  <a:pt x="2175928" y="119687"/>
                  <a:pt x="2176320" y="123271"/>
                  <a:pt x="2177104" y="125056"/>
                </a:cubicBezTo>
                <a:cubicBezTo>
                  <a:pt x="2177889" y="126840"/>
                  <a:pt x="2179050" y="128171"/>
                  <a:pt x="2180587" y="129047"/>
                </a:cubicBezTo>
                <a:cubicBezTo>
                  <a:pt x="2182124" y="129924"/>
                  <a:pt x="2184932" y="130362"/>
                  <a:pt x="2189011" y="130362"/>
                </a:cubicBezTo>
                <a:lnTo>
                  <a:pt x="2189011" y="133845"/>
                </a:lnTo>
                <a:lnTo>
                  <a:pt x="2147126" y="133845"/>
                </a:lnTo>
                <a:lnTo>
                  <a:pt x="2147126" y="130362"/>
                </a:lnTo>
                <a:cubicBezTo>
                  <a:pt x="2151330" y="130362"/>
                  <a:pt x="2154154" y="129955"/>
                  <a:pt x="2155597" y="129141"/>
                </a:cubicBezTo>
                <a:cubicBezTo>
                  <a:pt x="2157040" y="128328"/>
                  <a:pt x="2158185" y="126981"/>
                  <a:pt x="2159033" y="125103"/>
                </a:cubicBezTo>
                <a:cubicBezTo>
                  <a:pt x="2159880" y="123224"/>
                  <a:pt x="2160303" y="119624"/>
                  <a:pt x="2160303" y="114302"/>
                </a:cubicBezTo>
                <a:lnTo>
                  <a:pt x="2160303" y="81150"/>
                </a:lnTo>
                <a:cubicBezTo>
                  <a:pt x="2160303" y="71820"/>
                  <a:pt x="2160021" y="65778"/>
                  <a:pt x="2159456" y="63025"/>
                </a:cubicBezTo>
                <a:cubicBezTo>
                  <a:pt x="2159017" y="61021"/>
                  <a:pt x="2158327" y="59628"/>
                  <a:pt x="2157385" y="58845"/>
                </a:cubicBezTo>
                <a:cubicBezTo>
                  <a:pt x="2156444" y="58063"/>
                  <a:pt x="2155158" y="57672"/>
                  <a:pt x="2153526" y="57672"/>
                </a:cubicBezTo>
                <a:cubicBezTo>
                  <a:pt x="2151769" y="57672"/>
                  <a:pt x="2149636" y="58141"/>
                  <a:pt x="2147126" y="59081"/>
                </a:cubicBezTo>
                <a:lnTo>
                  <a:pt x="2145808" y="55698"/>
                </a:lnTo>
                <a:lnTo>
                  <a:pt x="2171786" y="45180"/>
                </a:lnTo>
                <a:lnTo>
                  <a:pt x="2175928" y="45180"/>
                </a:lnTo>
                <a:close/>
                <a:moveTo>
                  <a:pt x="2241941" y="45180"/>
                </a:moveTo>
                <a:cubicBezTo>
                  <a:pt x="2254993" y="45180"/>
                  <a:pt x="2265472" y="50132"/>
                  <a:pt x="2273378" y="60037"/>
                </a:cubicBezTo>
                <a:cubicBezTo>
                  <a:pt x="2280093" y="68498"/>
                  <a:pt x="2283450" y="78214"/>
                  <a:pt x="2283450" y="89186"/>
                </a:cubicBezTo>
                <a:cubicBezTo>
                  <a:pt x="2283450" y="96896"/>
                  <a:pt x="2281599" y="104700"/>
                  <a:pt x="2277896" y="112599"/>
                </a:cubicBezTo>
                <a:cubicBezTo>
                  <a:pt x="2274194" y="120496"/>
                  <a:pt x="2269096" y="126450"/>
                  <a:pt x="2262601" y="130462"/>
                </a:cubicBezTo>
                <a:cubicBezTo>
                  <a:pt x="2256107" y="134474"/>
                  <a:pt x="2248875" y="136480"/>
                  <a:pt x="2240906" y="136480"/>
                </a:cubicBezTo>
                <a:cubicBezTo>
                  <a:pt x="2227916" y="136480"/>
                  <a:pt x="2217594" y="131308"/>
                  <a:pt x="2209939" y="120964"/>
                </a:cubicBezTo>
                <a:cubicBezTo>
                  <a:pt x="2203476" y="112252"/>
                  <a:pt x="2200244" y="102474"/>
                  <a:pt x="2200244" y="91630"/>
                </a:cubicBezTo>
                <a:cubicBezTo>
                  <a:pt x="2200244" y="83731"/>
                  <a:pt x="2202205" y="75880"/>
                  <a:pt x="2206127" y="68075"/>
                </a:cubicBezTo>
                <a:cubicBezTo>
                  <a:pt x="2210049" y="60271"/>
                  <a:pt x="2215210" y="54504"/>
                  <a:pt x="2221610" y="50774"/>
                </a:cubicBezTo>
                <a:cubicBezTo>
                  <a:pt x="2228011" y="47044"/>
                  <a:pt x="2234788" y="45180"/>
                  <a:pt x="2241941" y="45180"/>
                </a:cubicBezTo>
                <a:moveTo>
                  <a:pt x="2239023" y="51392"/>
                </a:moveTo>
                <a:cubicBezTo>
                  <a:pt x="2235697" y="51392"/>
                  <a:pt x="2232356" y="52379"/>
                  <a:pt x="2228999" y="54354"/>
                </a:cubicBezTo>
                <a:cubicBezTo>
                  <a:pt x="2225642" y="56328"/>
                  <a:pt x="2222928" y="59791"/>
                  <a:pt x="2220857" y="64743"/>
                </a:cubicBezTo>
                <a:cubicBezTo>
                  <a:pt x="2218786" y="69694"/>
                  <a:pt x="2217751" y="76055"/>
                  <a:pt x="2217751" y="83826"/>
                </a:cubicBezTo>
                <a:cubicBezTo>
                  <a:pt x="2217751" y="96361"/>
                  <a:pt x="2220245" y="107172"/>
                  <a:pt x="2225234" y="116261"/>
                </a:cubicBezTo>
                <a:cubicBezTo>
                  <a:pt x="2230223" y="125348"/>
                  <a:pt x="2236796" y="129891"/>
                  <a:pt x="2244953" y="129891"/>
                </a:cubicBezTo>
                <a:cubicBezTo>
                  <a:pt x="2251040" y="129891"/>
                  <a:pt x="2256060" y="127384"/>
                  <a:pt x="2260013" y="122370"/>
                </a:cubicBezTo>
                <a:cubicBezTo>
                  <a:pt x="2263966" y="117356"/>
                  <a:pt x="2265943" y="108739"/>
                  <a:pt x="2265943" y="96518"/>
                </a:cubicBezTo>
                <a:cubicBezTo>
                  <a:pt x="2265943" y="81225"/>
                  <a:pt x="2262648" y="69191"/>
                  <a:pt x="2256060" y="60416"/>
                </a:cubicBezTo>
                <a:cubicBezTo>
                  <a:pt x="2251604" y="54400"/>
                  <a:pt x="2245926" y="51392"/>
                  <a:pt x="2239023" y="51392"/>
                </a:cubicBezTo>
                <a:close/>
                <a:moveTo>
                  <a:pt x="2321287" y="63440"/>
                </a:moveTo>
                <a:cubicBezTo>
                  <a:pt x="2331390" y="51266"/>
                  <a:pt x="2341022" y="45180"/>
                  <a:pt x="2350184" y="45180"/>
                </a:cubicBezTo>
                <a:cubicBezTo>
                  <a:pt x="2354890" y="45180"/>
                  <a:pt x="2358937" y="46354"/>
                  <a:pt x="2362326" y="48703"/>
                </a:cubicBezTo>
                <a:cubicBezTo>
                  <a:pt x="2365714" y="51051"/>
                  <a:pt x="2368412" y="54917"/>
                  <a:pt x="2370420" y="60301"/>
                </a:cubicBezTo>
                <a:cubicBezTo>
                  <a:pt x="2371801" y="64056"/>
                  <a:pt x="2372491" y="69817"/>
                  <a:pt x="2372491" y="77582"/>
                </a:cubicBezTo>
                <a:lnTo>
                  <a:pt x="2372491" y="114302"/>
                </a:lnTo>
                <a:cubicBezTo>
                  <a:pt x="2372491" y="119750"/>
                  <a:pt x="2372930" y="123444"/>
                  <a:pt x="2373809" y="125385"/>
                </a:cubicBezTo>
                <a:cubicBezTo>
                  <a:pt x="2374499" y="126950"/>
                  <a:pt x="2375613" y="128171"/>
                  <a:pt x="2377150" y="129047"/>
                </a:cubicBezTo>
                <a:cubicBezTo>
                  <a:pt x="2378687" y="129924"/>
                  <a:pt x="2381527" y="130362"/>
                  <a:pt x="2385668" y="130362"/>
                </a:cubicBezTo>
                <a:lnTo>
                  <a:pt x="2385668" y="133845"/>
                </a:lnTo>
                <a:lnTo>
                  <a:pt x="2343030" y="133845"/>
                </a:lnTo>
                <a:lnTo>
                  <a:pt x="2343030" y="130362"/>
                </a:lnTo>
                <a:lnTo>
                  <a:pt x="2344818" y="130362"/>
                </a:lnTo>
                <a:cubicBezTo>
                  <a:pt x="2348834" y="130362"/>
                  <a:pt x="2351642" y="129753"/>
                  <a:pt x="2353243" y="128535"/>
                </a:cubicBezTo>
                <a:cubicBezTo>
                  <a:pt x="2354843" y="127318"/>
                  <a:pt x="2355956" y="125523"/>
                  <a:pt x="2356584" y="123153"/>
                </a:cubicBezTo>
                <a:cubicBezTo>
                  <a:pt x="2356835" y="122215"/>
                  <a:pt x="2356960" y="119281"/>
                  <a:pt x="2356960" y="114349"/>
                </a:cubicBezTo>
                <a:lnTo>
                  <a:pt x="2356960" y="79232"/>
                </a:lnTo>
                <a:cubicBezTo>
                  <a:pt x="2356960" y="71429"/>
                  <a:pt x="2355941" y="65764"/>
                  <a:pt x="2353901" y="62237"/>
                </a:cubicBezTo>
                <a:cubicBezTo>
                  <a:pt x="2351862" y="58709"/>
                  <a:pt x="2348427" y="56945"/>
                  <a:pt x="2343595" y="56945"/>
                </a:cubicBezTo>
                <a:cubicBezTo>
                  <a:pt x="2336128" y="56945"/>
                  <a:pt x="2328692" y="61003"/>
                  <a:pt x="2321287" y="69120"/>
                </a:cubicBezTo>
                <a:lnTo>
                  <a:pt x="2321287" y="114349"/>
                </a:lnTo>
                <a:cubicBezTo>
                  <a:pt x="2321287" y="120155"/>
                  <a:pt x="2321633" y="123745"/>
                  <a:pt x="2322323" y="125118"/>
                </a:cubicBezTo>
                <a:cubicBezTo>
                  <a:pt x="2323201" y="126927"/>
                  <a:pt x="2324409" y="128254"/>
                  <a:pt x="2325947" y="129097"/>
                </a:cubicBezTo>
                <a:cubicBezTo>
                  <a:pt x="2327484" y="129940"/>
                  <a:pt x="2330606" y="130362"/>
                  <a:pt x="2335312" y="130362"/>
                </a:cubicBezTo>
                <a:lnTo>
                  <a:pt x="2335312" y="133845"/>
                </a:lnTo>
                <a:lnTo>
                  <a:pt x="2292674" y="133845"/>
                </a:lnTo>
                <a:lnTo>
                  <a:pt x="2292674" y="130362"/>
                </a:lnTo>
                <a:lnTo>
                  <a:pt x="2294556" y="130362"/>
                </a:lnTo>
                <a:cubicBezTo>
                  <a:pt x="2298949" y="130362"/>
                  <a:pt x="2301914" y="129251"/>
                  <a:pt x="2303451" y="127029"/>
                </a:cubicBezTo>
                <a:cubicBezTo>
                  <a:pt x="2304988" y="124806"/>
                  <a:pt x="2305757" y="120563"/>
                  <a:pt x="2305757" y="114302"/>
                </a:cubicBezTo>
                <a:lnTo>
                  <a:pt x="2305757" y="82370"/>
                </a:lnTo>
                <a:cubicBezTo>
                  <a:pt x="2305757" y="72040"/>
                  <a:pt x="2305522" y="65749"/>
                  <a:pt x="2305051" y="63496"/>
                </a:cubicBezTo>
                <a:cubicBezTo>
                  <a:pt x="2304580" y="61241"/>
                  <a:pt x="2303859" y="59706"/>
                  <a:pt x="2302886" y="58892"/>
                </a:cubicBezTo>
                <a:cubicBezTo>
                  <a:pt x="2301914" y="58079"/>
                  <a:pt x="2300611" y="57672"/>
                  <a:pt x="2298980" y="57672"/>
                </a:cubicBezTo>
                <a:cubicBezTo>
                  <a:pt x="2297223" y="57672"/>
                  <a:pt x="2295121" y="58141"/>
                  <a:pt x="2292674" y="59081"/>
                </a:cubicBezTo>
                <a:lnTo>
                  <a:pt x="2291262" y="55698"/>
                </a:lnTo>
                <a:lnTo>
                  <a:pt x="2317240" y="45180"/>
                </a:lnTo>
                <a:lnTo>
                  <a:pt x="2321287" y="45180"/>
                </a:lnTo>
                <a:lnTo>
                  <a:pt x="2321287" y="63440"/>
                </a:lnTo>
                <a:close/>
                <a:moveTo>
                  <a:pt x="2489582" y="121420"/>
                </a:moveTo>
                <a:cubicBezTo>
                  <a:pt x="2480735" y="128260"/>
                  <a:pt x="2475181" y="132213"/>
                  <a:pt x="2472922" y="133280"/>
                </a:cubicBezTo>
                <a:cubicBezTo>
                  <a:pt x="2469534" y="134911"/>
                  <a:pt x="2465926" y="135727"/>
                  <a:pt x="2462098" y="135727"/>
                </a:cubicBezTo>
                <a:cubicBezTo>
                  <a:pt x="2456137" y="135727"/>
                  <a:pt x="2451227" y="133688"/>
                  <a:pt x="2447368" y="129609"/>
                </a:cubicBezTo>
                <a:cubicBezTo>
                  <a:pt x="2443508" y="125530"/>
                  <a:pt x="2441579" y="120165"/>
                  <a:pt x="2441579" y="113514"/>
                </a:cubicBezTo>
                <a:cubicBezTo>
                  <a:pt x="2441579" y="109310"/>
                  <a:pt x="2442520" y="105670"/>
                  <a:pt x="2444403" y="102595"/>
                </a:cubicBezTo>
                <a:cubicBezTo>
                  <a:pt x="2446975" y="98328"/>
                  <a:pt x="2451446" y="94312"/>
                  <a:pt x="2457815" y="90547"/>
                </a:cubicBezTo>
                <a:cubicBezTo>
                  <a:pt x="2464184" y="86783"/>
                  <a:pt x="2474773" y="82202"/>
                  <a:pt x="2489582" y="76805"/>
                </a:cubicBezTo>
                <a:lnTo>
                  <a:pt x="2489582" y="73417"/>
                </a:lnTo>
                <a:cubicBezTo>
                  <a:pt x="2489582" y="64820"/>
                  <a:pt x="2488217" y="58922"/>
                  <a:pt x="2485488" y="55722"/>
                </a:cubicBezTo>
                <a:cubicBezTo>
                  <a:pt x="2482758" y="52521"/>
                  <a:pt x="2478789" y="50921"/>
                  <a:pt x="2473581" y="50921"/>
                </a:cubicBezTo>
                <a:cubicBezTo>
                  <a:pt x="2469628" y="50921"/>
                  <a:pt x="2466490" y="51984"/>
                  <a:pt x="2464169" y="54110"/>
                </a:cubicBezTo>
                <a:cubicBezTo>
                  <a:pt x="2461784" y="56235"/>
                  <a:pt x="2460592" y="58674"/>
                  <a:pt x="2460592" y="61425"/>
                </a:cubicBezTo>
                <a:lnTo>
                  <a:pt x="2460780" y="66863"/>
                </a:lnTo>
                <a:cubicBezTo>
                  <a:pt x="2460780" y="69738"/>
                  <a:pt x="2460043" y="71957"/>
                  <a:pt x="2458568" y="73520"/>
                </a:cubicBezTo>
                <a:cubicBezTo>
                  <a:pt x="2457094" y="75083"/>
                  <a:pt x="2455164" y="75864"/>
                  <a:pt x="2452780" y="75864"/>
                </a:cubicBezTo>
                <a:cubicBezTo>
                  <a:pt x="2450458" y="75864"/>
                  <a:pt x="2448560" y="75051"/>
                  <a:pt x="2447085" y="73426"/>
                </a:cubicBezTo>
                <a:cubicBezTo>
                  <a:pt x="2445611" y="71798"/>
                  <a:pt x="2444873" y="69576"/>
                  <a:pt x="2444873" y="66761"/>
                </a:cubicBezTo>
                <a:cubicBezTo>
                  <a:pt x="2444873" y="61382"/>
                  <a:pt x="2447634" y="56440"/>
                  <a:pt x="2453156" y="51936"/>
                </a:cubicBezTo>
                <a:cubicBezTo>
                  <a:pt x="2458678" y="47432"/>
                  <a:pt x="2466428" y="45180"/>
                  <a:pt x="2476405" y="45180"/>
                </a:cubicBezTo>
                <a:cubicBezTo>
                  <a:pt x="2484060" y="45180"/>
                  <a:pt x="2490335" y="46464"/>
                  <a:pt x="2495230" y="49033"/>
                </a:cubicBezTo>
                <a:cubicBezTo>
                  <a:pt x="2498932" y="50976"/>
                  <a:pt x="2501661" y="54017"/>
                  <a:pt x="2503418" y="58154"/>
                </a:cubicBezTo>
                <a:cubicBezTo>
                  <a:pt x="2504548" y="60848"/>
                  <a:pt x="2505113" y="66363"/>
                  <a:pt x="2505113" y="74699"/>
                </a:cubicBezTo>
                <a:lnTo>
                  <a:pt x="2505113" y="103937"/>
                </a:lnTo>
                <a:cubicBezTo>
                  <a:pt x="2505113" y="112147"/>
                  <a:pt x="2505270" y="117177"/>
                  <a:pt x="2505583" y="119026"/>
                </a:cubicBezTo>
                <a:cubicBezTo>
                  <a:pt x="2505897" y="120875"/>
                  <a:pt x="2506415" y="122113"/>
                  <a:pt x="2507136" y="122741"/>
                </a:cubicBezTo>
                <a:cubicBezTo>
                  <a:pt x="2507858" y="123366"/>
                  <a:pt x="2508689" y="123679"/>
                  <a:pt x="2509631" y="123679"/>
                </a:cubicBezTo>
                <a:cubicBezTo>
                  <a:pt x="2510635" y="123679"/>
                  <a:pt x="2511513" y="123460"/>
                  <a:pt x="2512266" y="123020"/>
                </a:cubicBezTo>
                <a:cubicBezTo>
                  <a:pt x="2513584" y="122205"/>
                  <a:pt x="2516125" y="119914"/>
                  <a:pt x="2519890" y="116149"/>
                </a:cubicBezTo>
                <a:lnTo>
                  <a:pt x="2519890" y="121420"/>
                </a:lnTo>
                <a:cubicBezTo>
                  <a:pt x="2512862" y="130833"/>
                  <a:pt x="2506148" y="135539"/>
                  <a:pt x="2499748" y="135539"/>
                </a:cubicBezTo>
                <a:cubicBezTo>
                  <a:pt x="2496673" y="135539"/>
                  <a:pt x="2494226" y="134472"/>
                  <a:pt x="2492406" y="132339"/>
                </a:cubicBezTo>
                <a:cubicBezTo>
                  <a:pt x="2490586" y="130205"/>
                  <a:pt x="2489645" y="126566"/>
                  <a:pt x="2489582" y="121420"/>
                </a:cubicBezTo>
                <a:moveTo>
                  <a:pt x="2489582" y="115249"/>
                </a:moveTo>
                <a:lnTo>
                  <a:pt x="2489582" y="82547"/>
                </a:lnTo>
                <a:cubicBezTo>
                  <a:pt x="2480107" y="86294"/>
                  <a:pt x="2473989" y="88949"/>
                  <a:pt x="2471228" y="90512"/>
                </a:cubicBezTo>
                <a:cubicBezTo>
                  <a:pt x="2466271" y="93261"/>
                  <a:pt x="2462725" y="96135"/>
                  <a:pt x="2460592" y="99133"/>
                </a:cubicBezTo>
                <a:cubicBezTo>
                  <a:pt x="2458458" y="102132"/>
                  <a:pt x="2457392" y="105411"/>
                  <a:pt x="2457392" y="108972"/>
                </a:cubicBezTo>
                <a:cubicBezTo>
                  <a:pt x="2457392" y="113471"/>
                  <a:pt x="2458741" y="117203"/>
                  <a:pt x="2461439" y="120170"/>
                </a:cubicBezTo>
                <a:cubicBezTo>
                  <a:pt x="2464137" y="123137"/>
                  <a:pt x="2467243" y="124620"/>
                  <a:pt x="2470757" y="124620"/>
                </a:cubicBezTo>
                <a:cubicBezTo>
                  <a:pt x="2475526" y="124620"/>
                  <a:pt x="2481801" y="121497"/>
                  <a:pt x="2489582" y="115249"/>
                </a:cubicBezTo>
                <a:close/>
                <a:moveTo>
                  <a:pt x="2601901" y="47627"/>
                </a:moveTo>
                <a:lnTo>
                  <a:pt x="2601901" y="99866"/>
                </a:lnTo>
                <a:cubicBezTo>
                  <a:pt x="2601901" y="109843"/>
                  <a:pt x="2602136" y="115945"/>
                  <a:pt x="2602607" y="118173"/>
                </a:cubicBezTo>
                <a:cubicBezTo>
                  <a:pt x="2603077" y="120401"/>
                  <a:pt x="2603830" y="121954"/>
                  <a:pt x="2604866" y="122832"/>
                </a:cubicBezTo>
                <a:cubicBezTo>
                  <a:pt x="2605901" y="123711"/>
                  <a:pt x="2607109" y="124150"/>
                  <a:pt x="2608489" y="124150"/>
                </a:cubicBezTo>
                <a:cubicBezTo>
                  <a:pt x="2610435" y="124150"/>
                  <a:pt x="2612631" y="123616"/>
                  <a:pt x="2615078" y="122550"/>
                </a:cubicBezTo>
                <a:lnTo>
                  <a:pt x="2616396" y="125844"/>
                </a:lnTo>
                <a:lnTo>
                  <a:pt x="2590606" y="136480"/>
                </a:lnTo>
                <a:lnTo>
                  <a:pt x="2586370" y="136480"/>
                </a:lnTo>
                <a:lnTo>
                  <a:pt x="2586370" y="118220"/>
                </a:lnTo>
                <a:cubicBezTo>
                  <a:pt x="2578966" y="126252"/>
                  <a:pt x="2573318" y="131303"/>
                  <a:pt x="2569428" y="133374"/>
                </a:cubicBezTo>
                <a:cubicBezTo>
                  <a:pt x="2565537" y="135445"/>
                  <a:pt x="2561427" y="136480"/>
                  <a:pt x="2557098" y="136480"/>
                </a:cubicBezTo>
                <a:cubicBezTo>
                  <a:pt x="2552266" y="136480"/>
                  <a:pt x="2548077" y="135084"/>
                  <a:pt x="2544532" y="132292"/>
                </a:cubicBezTo>
                <a:cubicBezTo>
                  <a:pt x="2540987" y="129499"/>
                  <a:pt x="2538524" y="125907"/>
                  <a:pt x="2537143" y="121514"/>
                </a:cubicBezTo>
                <a:cubicBezTo>
                  <a:pt x="2535763" y="117122"/>
                  <a:pt x="2535073" y="110910"/>
                  <a:pt x="2535073" y="102878"/>
                </a:cubicBezTo>
                <a:lnTo>
                  <a:pt x="2535073" y="64381"/>
                </a:lnTo>
                <a:cubicBezTo>
                  <a:pt x="2535073" y="60302"/>
                  <a:pt x="2534633" y="57479"/>
                  <a:pt x="2533755" y="55910"/>
                </a:cubicBezTo>
                <a:cubicBezTo>
                  <a:pt x="2532876" y="54341"/>
                  <a:pt x="2531574" y="53133"/>
                  <a:pt x="2529849" y="52286"/>
                </a:cubicBezTo>
                <a:cubicBezTo>
                  <a:pt x="2528123" y="51439"/>
                  <a:pt x="2525001" y="51047"/>
                  <a:pt x="2520483" y="51109"/>
                </a:cubicBezTo>
                <a:lnTo>
                  <a:pt x="2520483" y="47627"/>
                </a:lnTo>
                <a:lnTo>
                  <a:pt x="2550697" y="47627"/>
                </a:lnTo>
                <a:lnTo>
                  <a:pt x="2550697" y="105184"/>
                </a:lnTo>
                <a:cubicBezTo>
                  <a:pt x="2550697" y="113196"/>
                  <a:pt x="2552093" y="118454"/>
                  <a:pt x="2554886" y="120958"/>
                </a:cubicBezTo>
                <a:cubicBezTo>
                  <a:pt x="2557678" y="123463"/>
                  <a:pt x="2561051" y="124715"/>
                  <a:pt x="2565004" y="124715"/>
                </a:cubicBezTo>
                <a:cubicBezTo>
                  <a:pt x="2567702" y="124715"/>
                  <a:pt x="2570761" y="123869"/>
                  <a:pt x="2574181" y="122179"/>
                </a:cubicBezTo>
                <a:cubicBezTo>
                  <a:pt x="2577601" y="120489"/>
                  <a:pt x="2581664" y="117266"/>
                  <a:pt x="2586370" y="112511"/>
                </a:cubicBezTo>
                <a:lnTo>
                  <a:pt x="2586370" y="63784"/>
                </a:lnTo>
                <a:cubicBezTo>
                  <a:pt x="2586370" y="58901"/>
                  <a:pt x="2585476" y="55600"/>
                  <a:pt x="2583688" y="53880"/>
                </a:cubicBezTo>
                <a:cubicBezTo>
                  <a:pt x="2581899" y="52159"/>
                  <a:pt x="2578181" y="51235"/>
                  <a:pt x="2572534" y="51109"/>
                </a:cubicBezTo>
                <a:lnTo>
                  <a:pt x="2572534" y="47627"/>
                </a:lnTo>
                <a:lnTo>
                  <a:pt x="2601901" y="47627"/>
                </a:lnTo>
                <a:close/>
                <a:moveTo>
                  <a:pt x="2647740" y="19201"/>
                </a:moveTo>
                <a:lnTo>
                  <a:pt x="2647740" y="47627"/>
                </a:lnTo>
                <a:lnTo>
                  <a:pt x="2667883" y="47627"/>
                </a:lnTo>
                <a:lnTo>
                  <a:pt x="2667883" y="54216"/>
                </a:lnTo>
                <a:lnTo>
                  <a:pt x="2647740" y="54216"/>
                </a:lnTo>
                <a:lnTo>
                  <a:pt x="2647740" y="110049"/>
                </a:lnTo>
                <a:cubicBezTo>
                  <a:pt x="2647740" y="115628"/>
                  <a:pt x="2648540" y="119389"/>
                  <a:pt x="2650140" y="121332"/>
                </a:cubicBezTo>
                <a:cubicBezTo>
                  <a:pt x="2651740" y="123273"/>
                  <a:pt x="2653795" y="124244"/>
                  <a:pt x="2656305" y="124244"/>
                </a:cubicBezTo>
                <a:cubicBezTo>
                  <a:pt x="2658376" y="124244"/>
                  <a:pt x="2660384" y="123601"/>
                  <a:pt x="2662329" y="122314"/>
                </a:cubicBezTo>
                <a:cubicBezTo>
                  <a:pt x="2664275" y="121028"/>
                  <a:pt x="2665781" y="119130"/>
                  <a:pt x="2666847" y="116620"/>
                </a:cubicBezTo>
                <a:lnTo>
                  <a:pt x="2670518" y="116620"/>
                </a:lnTo>
                <a:cubicBezTo>
                  <a:pt x="2668322" y="122787"/>
                  <a:pt x="2665216" y="127451"/>
                  <a:pt x="2661200" y="130612"/>
                </a:cubicBezTo>
                <a:cubicBezTo>
                  <a:pt x="2657184" y="133771"/>
                  <a:pt x="2653042" y="135351"/>
                  <a:pt x="2648775" y="135351"/>
                </a:cubicBezTo>
                <a:cubicBezTo>
                  <a:pt x="2645889" y="135351"/>
                  <a:pt x="2643065" y="134550"/>
                  <a:pt x="2640304" y="132947"/>
                </a:cubicBezTo>
                <a:cubicBezTo>
                  <a:pt x="2637543" y="131345"/>
                  <a:pt x="2635504" y="129053"/>
                  <a:pt x="2634186" y="126071"/>
                </a:cubicBezTo>
                <a:cubicBezTo>
                  <a:pt x="2632868" y="123086"/>
                  <a:pt x="2632210" y="118484"/>
                  <a:pt x="2632210" y="112264"/>
                </a:cubicBezTo>
                <a:lnTo>
                  <a:pt x="2632210" y="54216"/>
                </a:lnTo>
                <a:lnTo>
                  <a:pt x="2618562" y="54216"/>
                </a:lnTo>
                <a:lnTo>
                  <a:pt x="2618562" y="51109"/>
                </a:lnTo>
                <a:cubicBezTo>
                  <a:pt x="2622013" y="49725"/>
                  <a:pt x="2625542" y="47381"/>
                  <a:pt x="2629151" y="44077"/>
                </a:cubicBezTo>
                <a:cubicBezTo>
                  <a:pt x="2632759" y="40772"/>
                  <a:pt x="2635975" y="36855"/>
                  <a:pt x="2638798" y="32323"/>
                </a:cubicBezTo>
                <a:cubicBezTo>
                  <a:pt x="2640242" y="29932"/>
                  <a:pt x="2642250" y="25559"/>
                  <a:pt x="2644822" y="19201"/>
                </a:cubicBezTo>
                <a:lnTo>
                  <a:pt x="2647740" y="19201"/>
                </a:lnTo>
                <a:close/>
                <a:moveTo>
                  <a:pt x="2718460" y="45180"/>
                </a:moveTo>
                <a:cubicBezTo>
                  <a:pt x="2731512" y="45180"/>
                  <a:pt x="2741991" y="50132"/>
                  <a:pt x="2749897" y="60037"/>
                </a:cubicBezTo>
                <a:cubicBezTo>
                  <a:pt x="2756612" y="68498"/>
                  <a:pt x="2759969" y="78214"/>
                  <a:pt x="2759969" y="89186"/>
                </a:cubicBezTo>
                <a:cubicBezTo>
                  <a:pt x="2759969" y="96896"/>
                  <a:pt x="2758118" y="104700"/>
                  <a:pt x="2754415" y="112599"/>
                </a:cubicBezTo>
                <a:cubicBezTo>
                  <a:pt x="2750713" y="120496"/>
                  <a:pt x="2745615" y="126450"/>
                  <a:pt x="2739120" y="130462"/>
                </a:cubicBezTo>
                <a:cubicBezTo>
                  <a:pt x="2732626" y="134474"/>
                  <a:pt x="2725394" y="136480"/>
                  <a:pt x="2717425" y="136480"/>
                </a:cubicBezTo>
                <a:cubicBezTo>
                  <a:pt x="2704435" y="136480"/>
                  <a:pt x="2694113" y="131308"/>
                  <a:pt x="2686458" y="120964"/>
                </a:cubicBezTo>
                <a:cubicBezTo>
                  <a:pt x="2679995" y="112252"/>
                  <a:pt x="2676763" y="102474"/>
                  <a:pt x="2676763" y="91630"/>
                </a:cubicBezTo>
                <a:cubicBezTo>
                  <a:pt x="2676763" y="83731"/>
                  <a:pt x="2678724" y="75880"/>
                  <a:pt x="2682646" y="68075"/>
                </a:cubicBezTo>
                <a:cubicBezTo>
                  <a:pt x="2686568" y="60271"/>
                  <a:pt x="2691729" y="54504"/>
                  <a:pt x="2698129" y="50774"/>
                </a:cubicBezTo>
                <a:cubicBezTo>
                  <a:pt x="2704530" y="47044"/>
                  <a:pt x="2711307" y="45180"/>
                  <a:pt x="2718460" y="45180"/>
                </a:cubicBezTo>
                <a:moveTo>
                  <a:pt x="2715542" y="51392"/>
                </a:moveTo>
                <a:cubicBezTo>
                  <a:pt x="2712216" y="51392"/>
                  <a:pt x="2708875" y="52379"/>
                  <a:pt x="2705518" y="54354"/>
                </a:cubicBezTo>
                <a:cubicBezTo>
                  <a:pt x="2702161" y="56328"/>
                  <a:pt x="2699447" y="59791"/>
                  <a:pt x="2697376" y="64743"/>
                </a:cubicBezTo>
                <a:cubicBezTo>
                  <a:pt x="2695305" y="69694"/>
                  <a:pt x="2694270" y="76055"/>
                  <a:pt x="2694270" y="83826"/>
                </a:cubicBezTo>
                <a:cubicBezTo>
                  <a:pt x="2694270" y="96361"/>
                  <a:pt x="2696764" y="107172"/>
                  <a:pt x="2701753" y="116261"/>
                </a:cubicBezTo>
                <a:cubicBezTo>
                  <a:pt x="2706742" y="125348"/>
                  <a:pt x="2713315" y="129891"/>
                  <a:pt x="2721472" y="129891"/>
                </a:cubicBezTo>
                <a:cubicBezTo>
                  <a:pt x="2727559" y="129891"/>
                  <a:pt x="2732579" y="127384"/>
                  <a:pt x="2736532" y="122370"/>
                </a:cubicBezTo>
                <a:cubicBezTo>
                  <a:pt x="2740485" y="117356"/>
                  <a:pt x="2742462" y="108739"/>
                  <a:pt x="2742462" y="96518"/>
                </a:cubicBezTo>
                <a:cubicBezTo>
                  <a:pt x="2742462" y="81225"/>
                  <a:pt x="2739167" y="69191"/>
                  <a:pt x="2732579" y="60416"/>
                </a:cubicBezTo>
                <a:cubicBezTo>
                  <a:pt x="2728123" y="54400"/>
                  <a:pt x="2722445" y="51392"/>
                  <a:pt x="2715542" y="51392"/>
                </a:cubicBezTo>
                <a:close/>
                <a:moveTo>
                  <a:pt x="2797807" y="63440"/>
                </a:moveTo>
                <a:cubicBezTo>
                  <a:pt x="2807909" y="51266"/>
                  <a:pt x="2817541" y="45180"/>
                  <a:pt x="2826703" y="45180"/>
                </a:cubicBezTo>
                <a:cubicBezTo>
                  <a:pt x="2831409" y="45180"/>
                  <a:pt x="2835456" y="46354"/>
                  <a:pt x="2838845" y="48703"/>
                </a:cubicBezTo>
                <a:cubicBezTo>
                  <a:pt x="2842233" y="51051"/>
                  <a:pt x="2844932" y="54917"/>
                  <a:pt x="2846940" y="60301"/>
                </a:cubicBezTo>
                <a:cubicBezTo>
                  <a:pt x="2848320" y="64056"/>
                  <a:pt x="2849010" y="69817"/>
                  <a:pt x="2849010" y="77582"/>
                </a:cubicBezTo>
                <a:lnTo>
                  <a:pt x="2849010" y="114302"/>
                </a:lnTo>
                <a:cubicBezTo>
                  <a:pt x="2849010" y="119750"/>
                  <a:pt x="2849450" y="123444"/>
                  <a:pt x="2850328" y="125385"/>
                </a:cubicBezTo>
                <a:cubicBezTo>
                  <a:pt x="2851018" y="126950"/>
                  <a:pt x="2852132" y="128171"/>
                  <a:pt x="2853669" y="129047"/>
                </a:cubicBezTo>
                <a:cubicBezTo>
                  <a:pt x="2855207" y="129924"/>
                  <a:pt x="2858046" y="130362"/>
                  <a:pt x="2862188" y="130362"/>
                </a:cubicBezTo>
                <a:lnTo>
                  <a:pt x="2862188" y="133845"/>
                </a:lnTo>
                <a:lnTo>
                  <a:pt x="2819549" y="133845"/>
                </a:lnTo>
                <a:lnTo>
                  <a:pt x="2819549" y="130362"/>
                </a:lnTo>
                <a:lnTo>
                  <a:pt x="2821338" y="130362"/>
                </a:lnTo>
                <a:cubicBezTo>
                  <a:pt x="2825354" y="130362"/>
                  <a:pt x="2828162" y="129753"/>
                  <a:pt x="2829762" y="128535"/>
                </a:cubicBezTo>
                <a:cubicBezTo>
                  <a:pt x="2831362" y="127318"/>
                  <a:pt x="2832476" y="125523"/>
                  <a:pt x="2833103" y="123153"/>
                </a:cubicBezTo>
                <a:cubicBezTo>
                  <a:pt x="2833354" y="122215"/>
                  <a:pt x="2833480" y="119281"/>
                  <a:pt x="2833480" y="114349"/>
                </a:cubicBezTo>
                <a:lnTo>
                  <a:pt x="2833480" y="79232"/>
                </a:lnTo>
                <a:cubicBezTo>
                  <a:pt x="2833480" y="71429"/>
                  <a:pt x="2832460" y="65764"/>
                  <a:pt x="2830421" y="62237"/>
                </a:cubicBezTo>
                <a:cubicBezTo>
                  <a:pt x="2828381" y="58709"/>
                  <a:pt x="2824946" y="56945"/>
                  <a:pt x="2820114" y="56945"/>
                </a:cubicBezTo>
                <a:cubicBezTo>
                  <a:pt x="2812647" y="56945"/>
                  <a:pt x="2805211" y="61003"/>
                  <a:pt x="2797807" y="69120"/>
                </a:cubicBezTo>
                <a:lnTo>
                  <a:pt x="2797807" y="114349"/>
                </a:lnTo>
                <a:cubicBezTo>
                  <a:pt x="2797807" y="120155"/>
                  <a:pt x="2798152" y="123745"/>
                  <a:pt x="2798842" y="125118"/>
                </a:cubicBezTo>
                <a:cubicBezTo>
                  <a:pt x="2799721" y="126927"/>
                  <a:pt x="2800928" y="128254"/>
                  <a:pt x="2802466" y="129097"/>
                </a:cubicBezTo>
                <a:cubicBezTo>
                  <a:pt x="2804003" y="129940"/>
                  <a:pt x="2807125" y="130362"/>
                  <a:pt x="2811831" y="130362"/>
                </a:cubicBezTo>
                <a:lnTo>
                  <a:pt x="2811831" y="133845"/>
                </a:lnTo>
                <a:lnTo>
                  <a:pt x="2769193" y="133845"/>
                </a:lnTo>
                <a:lnTo>
                  <a:pt x="2769193" y="130362"/>
                </a:lnTo>
                <a:lnTo>
                  <a:pt x="2771075" y="130362"/>
                </a:lnTo>
                <a:cubicBezTo>
                  <a:pt x="2775468" y="130362"/>
                  <a:pt x="2778433" y="129251"/>
                  <a:pt x="2779970" y="127029"/>
                </a:cubicBezTo>
                <a:cubicBezTo>
                  <a:pt x="2781508" y="124806"/>
                  <a:pt x="2782276" y="120563"/>
                  <a:pt x="2782276" y="114302"/>
                </a:cubicBezTo>
                <a:lnTo>
                  <a:pt x="2782276" y="82370"/>
                </a:lnTo>
                <a:cubicBezTo>
                  <a:pt x="2782276" y="72040"/>
                  <a:pt x="2782041" y="65749"/>
                  <a:pt x="2781570" y="63496"/>
                </a:cubicBezTo>
                <a:cubicBezTo>
                  <a:pt x="2781100" y="61241"/>
                  <a:pt x="2780378" y="59706"/>
                  <a:pt x="2779405" y="58892"/>
                </a:cubicBezTo>
                <a:cubicBezTo>
                  <a:pt x="2778433" y="58079"/>
                  <a:pt x="2777131" y="57672"/>
                  <a:pt x="2775499" y="57672"/>
                </a:cubicBezTo>
                <a:cubicBezTo>
                  <a:pt x="2773742" y="57672"/>
                  <a:pt x="2771640" y="58141"/>
                  <a:pt x="2769193" y="59081"/>
                </a:cubicBezTo>
                <a:lnTo>
                  <a:pt x="2767781" y="55698"/>
                </a:lnTo>
                <a:lnTo>
                  <a:pt x="2793759" y="45180"/>
                </a:lnTo>
                <a:lnTo>
                  <a:pt x="2797807" y="45180"/>
                </a:lnTo>
                <a:lnTo>
                  <a:pt x="2797807" y="63440"/>
                </a:lnTo>
                <a:close/>
                <a:moveTo>
                  <a:pt x="2911226" y="45180"/>
                </a:moveTo>
                <a:cubicBezTo>
                  <a:pt x="2924278" y="45180"/>
                  <a:pt x="2934757" y="50132"/>
                  <a:pt x="2942664" y="60037"/>
                </a:cubicBezTo>
                <a:cubicBezTo>
                  <a:pt x="2949378" y="68498"/>
                  <a:pt x="2952735" y="78214"/>
                  <a:pt x="2952735" y="89186"/>
                </a:cubicBezTo>
                <a:cubicBezTo>
                  <a:pt x="2952735" y="96896"/>
                  <a:pt x="2950884" y="104700"/>
                  <a:pt x="2947182" y="112599"/>
                </a:cubicBezTo>
                <a:cubicBezTo>
                  <a:pt x="2943479" y="120496"/>
                  <a:pt x="2938381" y="126450"/>
                  <a:pt x="2931886" y="130462"/>
                </a:cubicBezTo>
                <a:cubicBezTo>
                  <a:pt x="2925392" y="134474"/>
                  <a:pt x="2918160" y="136480"/>
                  <a:pt x="2910191" y="136480"/>
                </a:cubicBezTo>
                <a:cubicBezTo>
                  <a:pt x="2897202" y="136480"/>
                  <a:pt x="2886879" y="131308"/>
                  <a:pt x="2879224" y="120964"/>
                </a:cubicBezTo>
                <a:cubicBezTo>
                  <a:pt x="2872761" y="112252"/>
                  <a:pt x="2869529" y="102474"/>
                  <a:pt x="2869529" y="91630"/>
                </a:cubicBezTo>
                <a:cubicBezTo>
                  <a:pt x="2869529" y="83731"/>
                  <a:pt x="2871490" y="75880"/>
                  <a:pt x="2875412" y="68075"/>
                </a:cubicBezTo>
                <a:cubicBezTo>
                  <a:pt x="2879334" y="60271"/>
                  <a:pt x="2884495" y="54504"/>
                  <a:pt x="2890895" y="50774"/>
                </a:cubicBezTo>
                <a:cubicBezTo>
                  <a:pt x="2897296" y="47044"/>
                  <a:pt x="2904073" y="45180"/>
                  <a:pt x="2911226" y="45180"/>
                </a:cubicBezTo>
                <a:moveTo>
                  <a:pt x="2908308" y="51392"/>
                </a:moveTo>
                <a:cubicBezTo>
                  <a:pt x="2904982" y="51392"/>
                  <a:pt x="2901641" y="52379"/>
                  <a:pt x="2898284" y="54354"/>
                </a:cubicBezTo>
                <a:cubicBezTo>
                  <a:pt x="2894927" y="56328"/>
                  <a:pt x="2892213" y="59791"/>
                  <a:pt x="2890142" y="64743"/>
                </a:cubicBezTo>
                <a:cubicBezTo>
                  <a:pt x="2888072" y="69694"/>
                  <a:pt x="2887036" y="76055"/>
                  <a:pt x="2887036" y="83826"/>
                </a:cubicBezTo>
                <a:cubicBezTo>
                  <a:pt x="2887036" y="96361"/>
                  <a:pt x="2889530" y="107172"/>
                  <a:pt x="2894519" y="116261"/>
                </a:cubicBezTo>
                <a:cubicBezTo>
                  <a:pt x="2899508" y="125348"/>
                  <a:pt x="2906081" y="129891"/>
                  <a:pt x="2914238" y="129891"/>
                </a:cubicBezTo>
                <a:cubicBezTo>
                  <a:pt x="2920325" y="129891"/>
                  <a:pt x="2925345" y="127384"/>
                  <a:pt x="2929298" y="122370"/>
                </a:cubicBezTo>
                <a:cubicBezTo>
                  <a:pt x="2933251" y="117356"/>
                  <a:pt x="2935228" y="108739"/>
                  <a:pt x="2935228" y="96518"/>
                </a:cubicBezTo>
                <a:cubicBezTo>
                  <a:pt x="2935228" y="81225"/>
                  <a:pt x="2931933" y="69191"/>
                  <a:pt x="2925345" y="60416"/>
                </a:cubicBezTo>
                <a:cubicBezTo>
                  <a:pt x="2920889" y="54400"/>
                  <a:pt x="2915211" y="51392"/>
                  <a:pt x="2908308" y="51392"/>
                </a:cubicBezTo>
                <a:close/>
                <a:moveTo>
                  <a:pt x="2991043" y="63534"/>
                </a:moveTo>
                <a:cubicBezTo>
                  <a:pt x="2997318" y="57259"/>
                  <a:pt x="3001021" y="53651"/>
                  <a:pt x="3002150" y="52710"/>
                </a:cubicBezTo>
                <a:cubicBezTo>
                  <a:pt x="3004974" y="50325"/>
                  <a:pt x="3008017" y="48474"/>
                  <a:pt x="3011280" y="47156"/>
                </a:cubicBezTo>
                <a:cubicBezTo>
                  <a:pt x="3014543" y="45838"/>
                  <a:pt x="3017775" y="45180"/>
                  <a:pt x="3020975" y="45180"/>
                </a:cubicBezTo>
                <a:cubicBezTo>
                  <a:pt x="3026371" y="45180"/>
                  <a:pt x="3031015" y="46748"/>
                  <a:pt x="3034905" y="49886"/>
                </a:cubicBezTo>
                <a:cubicBezTo>
                  <a:pt x="3038796" y="53023"/>
                  <a:pt x="3041400" y="57573"/>
                  <a:pt x="3042718" y="63534"/>
                </a:cubicBezTo>
                <a:cubicBezTo>
                  <a:pt x="3049181" y="56004"/>
                  <a:pt x="3054640" y="51062"/>
                  <a:pt x="3059095" y="48709"/>
                </a:cubicBezTo>
                <a:cubicBezTo>
                  <a:pt x="3063550" y="46356"/>
                  <a:pt x="3068131" y="45180"/>
                  <a:pt x="3072837" y="45180"/>
                </a:cubicBezTo>
                <a:cubicBezTo>
                  <a:pt x="3077418" y="45180"/>
                  <a:pt x="3081481" y="46354"/>
                  <a:pt x="3085026" y="48703"/>
                </a:cubicBezTo>
                <a:cubicBezTo>
                  <a:pt x="3088572" y="51051"/>
                  <a:pt x="3091380" y="54885"/>
                  <a:pt x="3093451" y="60207"/>
                </a:cubicBezTo>
                <a:cubicBezTo>
                  <a:pt x="3094831" y="63839"/>
                  <a:pt x="3095521" y="69536"/>
                  <a:pt x="3095521" y="77299"/>
                </a:cubicBezTo>
                <a:lnTo>
                  <a:pt x="3095521" y="114302"/>
                </a:lnTo>
                <a:cubicBezTo>
                  <a:pt x="3095521" y="119687"/>
                  <a:pt x="3095929" y="123381"/>
                  <a:pt x="3096745" y="125385"/>
                </a:cubicBezTo>
                <a:cubicBezTo>
                  <a:pt x="3097372" y="126762"/>
                  <a:pt x="3098533" y="127935"/>
                  <a:pt x="3100227" y="128906"/>
                </a:cubicBezTo>
                <a:cubicBezTo>
                  <a:pt x="3101922" y="129877"/>
                  <a:pt x="3104683" y="130362"/>
                  <a:pt x="3108510" y="130362"/>
                </a:cubicBezTo>
                <a:lnTo>
                  <a:pt x="3108510" y="133845"/>
                </a:lnTo>
                <a:lnTo>
                  <a:pt x="3065966" y="133845"/>
                </a:lnTo>
                <a:lnTo>
                  <a:pt x="3065966" y="130362"/>
                </a:lnTo>
                <a:lnTo>
                  <a:pt x="3067755" y="130362"/>
                </a:lnTo>
                <a:cubicBezTo>
                  <a:pt x="3071457" y="130362"/>
                  <a:pt x="3074343" y="129644"/>
                  <a:pt x="3076414" y="128209"/>
                </a:cubicBezTo>
                <a:cubicBezTo>
                  <a:pt x="3077857" y="127209"/>
                  <a:pt x="3078893" y="125617"/>
                  <a:pt x="3079520" y="123432"/>
                </a:cubicBezTo>
                <a:cubicBezTo>
                  <a:pt x="3079771" y="122371"/>
                  <a:pt x="3079897" y="119344"/>
                  <a:pt x="3079897" y="114349"/>
                </a:cubicBezTo>
                <a:lnTo>
                  <a:pt x="3079897" y="77452"/>
                </a:lnTo>
                <a:cubicBezTo>
                  <a:pt x="3079897" y="70460"/>
                  <a:pt x="3079050" y="65528"/>
                  <a:pt x="3077355" y="62657"/>
                </a:cubicBezTo>
                <a:cubicBezTo>
                  <a:pt x="3074908" y="58661"/>
                  <a:pt x="3070986" y="56663"/>
                  <a:pt x="3065590" y="56663"/>
                </a:cubicBezTo>
                <a:cubicBezTo>
                  <a:pt x="3062264" y="56663"/>
                  <a:pt x="3058923" y="57490"/>
                  <a:pt x="3055566" y="59145"/>
                </a:cubicBezTo>
                <a:cubicBezTo>
                  <a:pt x="3052208" y="60798"/>
                  <a:pt x="3048145" y="63873"/>
                  <a:pt x="3043376" y="68369"/>
                </a:cubicBezTo>
                <a:lnTo>
                  <a:pt x="3043188" y="69399"/>
                </a:lnTo>
                <a:lnTo>
                  <a:pt x="3043376" y="73426"/>
                </a:lnTo>
                <a:lnTo>
                  <a:pt x="3043376" y="114349"/>
                </a:lnTo>
                <a:cubicBezTo>
                  <a:pt x="3043376" y="120218"/>
                  <a:pt x="3043706" y="123870"/>
                  <a:pt x="3044365" y="125306"/>
                </a:cubicBezTo>
                <a:cubicBezTo>
                  <a:pt x="3045024" y="126741"/>
                  <a:pt x="3046263" y="127943"/>
                  <a:pt x="3048083" y="128912"/>
                </a:cubicBezTo>
                <a:cubicBezTo>
                  <a:pt x="3049902" y="129879"/>
                  <a:pt x="3053008" y="130362"/>
                  <a:pt x="3057401" y="130362"/>
                </a:cubicBezTo>
                <a:lnTo>
                  <a:pt x="3057401" y="133845"/>
                </a:lnTo>
                <a:lnTo>
                  <a:pt x="3013821" y="133845"/>
                </a:lnTo>
                <a:lnTo>
                  <a:pt x="3013821" y="130362"/>
                </a:lnTo>
                <a:cubicBezTo>
                  <a:pt x="3018590" y="130362"/>
                  <a:pt x="3021869" y="129800"/>
                  <a:pt x="3023657" y="128677"/>
                </a:cubicBezTo>
                <a:cubicBezTo>
                  <a:pt x="3025446" y="127553"/>
                  <a:pt x="3026685" y="125868"/>
                  <a:pt x="3027375" y="123620"/>
                </a:cubicBezTo>
                <a:cubicBezTo>
                  <a:pt x="3027689" y="122558"/>
                  <a:pt x="3027846" y="119467"/>
                  <a:pt x="3027846" y="114349"/>
                </a:cubicBezTo>
                <a:lnTo>
                  <a:pt x="3027846" y="77452"/>
                </a:lnTo>
                <a:cubicBezTo>
                  <a:pt x="3027846" y="70460"/>
                  <a:pt x="3026811" y="65434"/>
                  <a:pt x="3024740" y="62375"/>
                </a:cubicBezTo>
                <a:cubicBezTo>
                  <a:pt x="3021979" y="58379"/>
                  <a:pt x="3018120" y="56380"/>
                  <a:pt x="3013163" y="56380"/>
                </a:cubicBezTo>
                <a:cubicBezTo>
                  <a:pt x="3009774" y="56380"/>
                  <a:pt x="3006417" y="57285"/>
                  <a:pt x="3003091" y="59095"/>
                </a:cubicBezTo>
                <a:cubicBezTo>
                  <a:pt x="2997883" y="61843"/>
                  <a:pt x="2993867" y="64933"/>
                  <a:pt x="2991043" y="68367"/>
                </a:cubicBezTo>
                <a:lnTo>
                  <a:pt x="2991043" y="114349"/>
                </a:lnTo>
                <a:cubicBezTo>
                  <a:pt x="2991043" y="119967"/>
                  <a:pt x="2991436" y="123619"/>
                  <a:pt x="2992220" y="125306"/>
                </a:cubicBezTo>
                <a:cubicBezTo>
                  <a:pt x="2993004" y="126990"/>
                  <a:pt x="2994165" y="128254"/>
                  <a:pt x="2995703" y="129097"/>
                </a:cubicBezTo>
                <a:cubicBezTo>
                  <a:pt x="2997240" y="129940"/>
                  <a:pt x="3000362" y="130362"/>
                  <a:pt x="3005068" y="130362"/>
                </a:cubicBezTo>
                <a:lnTo>
                  <a:pt x="3005068" y="133845"/>
                </a:lnTo>
                <a:lnTo>
                  <a:pt x="2962430" y="133845"/>
                </a:lnTo>
                <a:lnTo>
                  <a:pt x="2962430" y="130362"/>
                </a:lnTo>
                <a:cubicBezTo>
                  <a:pt x="2966383" y="130362"/>
                  <a:pt x="2969144" y="129939"/>
                  <a:pt x="2970713" y="129094"/>
                </a:cubicBezTo>
                <a:cubicBezTo>
                  <a:pt x="2972281" y="128249"/>
                  <a:pt x="2973474" y="126903"/>
                  <a:pt x="2974289" y="125056"/>
                </a:cubicBezTo>
                <a:cubicBezTo>
                  <a:pt x="2975105" y="123209"/>
                  <a:pt x="2975513" y="119624"/>
                  <a:pt x="2975513" y="114302"/>
                </a:cubicBezTo>
                <a:lnTo>
                  <a:pt x="2975513" y="81432"/>
                </a:lnTo>
                <a:cubicBezTo>
                  <a:pt x="2975513" y="71977"/>
                  <a:pt x="2975231" y="65872"/>
                  <a:pt x="2974666" y="63119"/>
                </a:cubicBezTo>
                <a:cubicBezTo>
                  <a:pt x="2974227" y="61052"/>
                  <a:pt x="2973536" y="59628"/>
                  <a:pt x="2972595" y="58845"/>
                </a:cubicBezTo>
                <a:cubicBezTo>
                  <a:pt x="2971654" y="58063"/>
                  <a:pt x="2970367" y="57672"/>
                  <a:pt x="2968736" y="57672"/>
                </a:cubicBezTo>
                <a:cubicBezTo>
                  <a:pt x="2966979" y="57672"/>
                  <a:pt x="2964877" y="58141"/>
                  <a:pt x="2962430" y="59081"/>
                </a:cubicBezTo>
                <a:lnTo>
                  <a:pt x="2961018" y="55698"/>
                </a:lnTo>
                <a:lnTo>
                  <a:pt x="2986996" y="45180"/>
                </a:lnTo>
                <a:lnTo>
                  <a:pt x="2991043" y="45180"/>
                </a:lnTo>
                <a:lnTo>
                  <a:pt x="2991043" y="63534"/>
                </a:lnTo>
                <a:close/>
                <a:moveTo>
                  <a:pt x="3110520" y="47627"/>
                </a:moveTo>
                <a:lnTo>
                  <a:pt x="3150711" y="47627"/>
                </a:lnTo>
                <a:lnTo>
                  <a:pt x="3150711" y="51109"/>
                </a:lnTo>
                <a:lnTo>
                  <a:pt x="3148734" y="51109"/>
                </a:lnTo>
                <a:cubicBezTo>
                  <a:pt x="3145910" y="51109"/>
                  <a:pt x="3143793" y="51721"/>
                  <a:pt x="3142381" y="52945"/>
                </a:cubicBezTo>
                <a:cubicBezTo>
                  <a:pt x="3140969" y="54168"/>
                  <a:pt x="3140263" y="55690"/>
                  <a:pt x="3140263" y="57510"/>
                </a:cubicBezTo>
                <a:cubicBezTo>
                  <a:pt x="3140263" y="59957"/>
                  <a:pt x="3141298" y="63346"/>
                  <a:pt x="3143369" y="67675"/>
                </a:cubicBezTo>
                <a:lnTo>
                  <a:pt x="3164359" y="111161"/>
                </a:lnTo>
                <a:lnTo>
                  <a:pt x="3183654" y="63534"/>
                </a:lnTo>
                <a:cubicBezTo>
                  <a:pt x="3184721" y="60961"/>
                  <a:pt x="3185254" y="58420"/>
                  <a:pt x="3185254" y="55910"/>
                </a:cubicBezTo>
                <a:cubicBezTo>
                  <a:pt x="3185254" y="54780"/>
                  <a:pt x="3185035" y="53933"/>
                  <a:pt x="3184595" y="53368"/>
                </a:cubicBezTo>
                <a:cubicBezTo>
                  <a:pt x="3184093" y="52678"/>
                  <a:pt x="3183309" y="52129"/>
                  <a:pt x="3182242" y="51721"/>
                </a:cubicBezTo>
                <a:cubicBezTo>
                  <a:pt x="3181176" y="51313"/>
                  <a:pt x="3179293" y="51109"/>
                  <a:pt x="3176595" y="51109"/>
                </a:cubicBezTo>
                <a:lnTo>
                  <a:pt x="3176595" y="47627"/>
                </a:lnTo>
                <a:lnTo>
                  <a:pt x="3204644" y="47627"/>
                </a:lnTo>
                <a:lnTo>
                  <a:pt x="3204644" y="51109"/>
                </a:lnTo>
                <a:cubicBezTo>
                  <a:pt x="3202322" y="51360"/>
                  <a:pt x="3200534" y="51862"/>
                  <a:pt x="3199279" y="52615"/>
                </a:cubicBezTo>
                <a:cubicBezTo>
                  <a:pt x="3198024" y="53368"/>
                  <a:pt x="3196643" y="54780"/>
                  <a:pt x="3195137" y="56851"/>
                </a:cubicBezTo>
                <a:cubicBezTo>
                  <a:pt x="3194573" y="57730"/>
                  <a:pt x="3193506" y="60145"/>
                  <a:pt x="3191937" y="64099"/>
                </a:cubicBezTo>
                <a:lnTo>
                  <a:pt x="3156829" y="150128"/>
                </a:lnTo>
                <a:cubicBezTo>
                  <a:pt x="3153440" y="158474"/>
                  <a:pt x="3149001" y="164780"/>
                  <a:pt x="3143510" y="169047"/>
                </a:cubicBezTo>
                <a:cubicBezTo>
                  <a:pt x="3138020" y="173314"/>
                  <a:pt x="3132733" y="175448"/>
                  <a:pt x="3127650" y="175448"/>
                </a:cubicBezTo>
                <a:cubicBezTo>
                  <a:pt x="3123948" y="175448"/>
                  <a:pt x="3120905" y="174394"/>
                  <a:pt x="3118520" y="172286"/>
                </a:cubicBezTo>
                <a:cubicBezTo>
                  <a:pt x="3116136" y="170178"/>
                  <a:pt x="3114943" y="167760"/>
                  <a:pt x="3114943" y="165032"/>
                </a:cubicBezTo>
                <a:cubicBezTo>
                  <a:pt x="3114943" y="162428"/>
                  <a:pt x="3115806" y="160328"/>
                  <a:pt x="3117532" y="158732"/>
                </a:cubicBezTo>
                <a:cubicBezTo>
                  <a:pt x="3119257" y="157137"/>
                  <a:pt x="3121626" y="156340"/>
                  <a:pt x="3124638" y="156340"/>
                </a:cubicBezTo>
                <a:cubicBezTo>
                  <a:pt x="3126709" y="156340"/>
                  <a:pt x="3129533" y="157031"/>
                  <a:pt x="3133109" y="158411"/>
                </a:cubicBezTo>
                <a:cubicBezTo>
                  <a:pt x="3135619" y="159352"/>
                  <a:pt x="3137188" y="159823"/>
                  <a:pt x="3137816" y="159823"/>
                </a:cubicBezTo>
                <a:cubicBezTo>
                  <a:pt x="3139698" y="159823"/>
                  <a:pt x="3141753" y="158843"/>
                  <a:pt x="3143981" y="156884"/>
                </a:cubicBezTo>
                <a:cubicBezTo>
                  <a:pt x="3146208" y="154927"/>
                  <a:pt x="3148452" y="151139"/>
                  <a:pt x="3150711" y="145519"/>
                </a:cubicBezTo>
                <a:lnTo>
                  <a:pt x="3156829" y="130456"/>
                </a:lnTo>
                <a:lnTo>
                  <a:pt x="3125862" y="65416"/>
                </a:lnTo>
                <a:cubicBezTo>
                  <a:pt x="3124921" y="63471"/>
                  <a:pt x="3123415" y="61055"/>
                  <a:pt x="3121344" y="58169"/>
                </a:cubicBezTo>
                <a:cubicBezTo>
                  <a:pt x="3119775" y="55973"/>
                  <a:pt x="3118489" y="54498"/>
                  <a:pt x="3117485" y="53745"/>
                </a:cubicBezTo>
                <a:cubicBezTo>
                  <a:pt x="3116042" y="52741"/>
                  <a:pt x="3113720" y="51862"/>
                  <a:pt x="3110520" y="51109"/>
                </a:cubicBezTo>
                <a:lnTo>
                  <a:pt x="3110520" y="47627"/>
                </a:lnTo>
                <a:close/>
                <a:moveTo>
                  <a:pt x="3216789" y="115585"/>
                </a:moveTo>
                <a:cubicBezTo>
                  <a:pt x="3219738" y="115585"/>
                  <a:pt x="3222216" y="116604"/>
                  <a:pt x="3224224" y="118644"/>
                </a:cubicBezTo>
                <a:cubicBezTo>
                  <a:pt x="3226232" y="120683"/>
                  <a:pt x="3227236" y="123146"/>
                  <a:pt x="3227236" y="126032"/>
                </a:cubicBezTo>
                <a:cubicBezTo>
                  <a:pt x="3227236" y="128919"/>
                  <a:pt x="3226217" y="131382"/>
                  <a:pt x="3224177" y="133421"/>
                </a:cubicBezTo>
                <a:cubicBezTo>
                  <a:pt x="3222138" y="135460"/>
                  <a:pt x="3219675" y="136480"/>
                  <a:pt x="3216789" y="136480"/>
                </a:cubicBezTo>
                <a:cubicBezTo>
                  <a:pt x="3213902" y="136480"/>
                  <a:pt x="3211439" y="135460"/>
                  <a:pt x="3209400" y="133421"/>
                </a:cubicBezTo>
                <a:cubicBezTo>
                  <a:pt x="3207361" y="131382"/>
                  <a:pt x="3206341" y="128919"/>
                  <a:pt x="3206341" y="126032"/>
                </a:cubicBezTo>
                <a:cubicBezTo>
                  <a:pt x="3206341" y="123083"/>
                  <a:pt x="3207361" y="120604"/>
                  <a:pt x="3209400" y="118596"/>
                </a:cubicBezTo>
                <a:cubicBezTo>
                  <a:pt x="3211439" y="116589"/>
                  <a:pt x="3213902" y="115585"/>
                  <a:pt x="3216789" y="115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b133d28564cac"/>
          <a:stretch xmlns:a="http://schemas.openxmlformats.org/drawingml/2006/main"/>
        </p:blipFill>
        <p:spPr>
          <a:xfrm xmlns:a="http://schemas.openxmlformats.org/drawingml/2006/main">
            <a:off x="2489067" y="1185875"/>
            <a:ext cx="544281" cy="544281"/>
          </a:xfrm>
          <a:prstGeom xmlns:a="http://schemas.openxmlformats.org/drawingml/2006/main" prst="rect">
            <a:avLst/>
          </a:prstGeom>
        </p:spPr>
      </p:pic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D9F59-C450-4BA1-98D4-C5DFF16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489" y="1089493"/>
            <a:ext cx="310694" cy="695093"/>
          </a:xfrm>
          <a:custGeom xmlns:a="http://schemas.openxmlformats.org/drawingml/2006/main">
            <a:pathLst>
              <a:path w="310694" h="695093" fill="none">
                <a:moveTo>
                  <a:pt x="0" y="0"/>
                </a:moveTo>
                <a:lnTo>
                  <a:pt x="113392" y="0"/>
                </a:lnTo>
                <a:cubicBezTo>
                  <a:pt x="188987" y="0"/>
                  <a:pt x="226784" y="37797"/>
                  <a:pt x="226784" y="113392"/>
                </a:cubicBezTo>
                <a:lnTo>
                  <a:pt x="226784" y="581701"/>
                </a:lnTo>
                <a:cubicBezTo>
                  <a:pt x="226784" y="657296"/>
                  <a:pt x="240769" y="695093"/>
                  <a:pt x="268739" y="695093"/>
                </a:cubicBezTo>
                <a:lnTo>
                  <a:pt x="310694" y="694979"/>
                </a:lnTo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495E9-8182-47E1-8111-8C0BDD2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340" y="1744898"/>
            <a:ext cx="79374" cy="79374"/>
          </a:xfrm>
          <a:custGeom xmlns:a="http://schemas.openxmlformats.org/drawingml/2006/main">
            <a:pathLst>
              <a:path w="79374" h="79374">
                <a:moveTo>
                  <a:pt x="79374" y="39574"/>
                </a:moveTo>
                <a:lnTo>
                  <a:pt x="0" y="79374"/>
                </a:lnTo>
                <a:lnTo>
                  <a:pt x="19844" y="39574"/>
                </a:lnTo>
                <a:lnTo>
                  <a:pt x="0" y="0"/>
                </a:lnTo>
                <a:lnTo>
                  <a:pt x="79374" y="39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4995D-CE09-4EFE-A13E-6C487C2A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340" y="1744898"/>
            <a:ext cx="79374" cy="79374"/>
          </a:xfrm>
          <a:custGeom xmlns:a="http://schemas.openxmlformats.org/drawingml/2006/main">
            <a:pathLst>
              <a:path w="79374" h="79374" fill="none">
                <a:moveTo>
                  <a:pt x="79374" y="39574"/>
                </a:moveTo>
                <a:lnTo>
                  <a:pt x="0" y="79374"/>
                </a:lnTo>
                <a:lnTo>
                  <a:pt x="19844" y="39574"/>
                </a:lnTo>
                <a:lnTo>
                  <a:pt x="0" y="0"/>
                </a:lnTo>
                <a:lnTo>
                  <a:pt x="79374" y="395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39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033239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2026-09-05T17:00:58.9190000Z</dcterms:created>
  <dcterms:modified xsi:type="dcterms:W3CDTF">2026-09-05T17:00:58.9190000Z</dcterms:modified>
</coreProperties>
</file>