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75338e8824f79" /><Relationship Type="http://schemas.openxmlformats.org/officeDocument/2006/relationships/extended-properties" Target="/docProps/app.xml" Id="R6b8c9c8e1b6e4740" /><Relationship Type="http://schemas.openxmlformats.org/officeDocument/2006/relationships/officeDocument" Target="/ppt/presentation.xml" Id="Rc263be439e0b4c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27c5b1b4b849eb"/>
  </p:sldMasterIdLst>
  <p:notesMasterIdLst>
    <p:notesMasterId xmlns:r="http://schemas.openxmlformats.org/officeDocument/2006/relationships" r:id="Rf5a7b842358544e8"/>
  </p:notesMasterIdLst>
  <p:sldIdLst>
    <p:sldId xmlns:r="http://schemas.openxmlformats.org/officeDocument/2006/relationships" id="256" r:id="Rcbc94d51f0574ff3"/>
  </p:sldIdLst>
  <p:sldSz cx="6972300" cy="2371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5882d003d4fa1" /><Relationship Type="http://schemas.openxmlformats.org/officeDocument/2006/relationships/slideMaster" Target="/ppt/slideMasters/slideMaster1.xml" Id="Rf027c5b1b4b849eb" /><Relationship Type="http://schemas.openxmlformats.org/officeDocument/2006/relationships/notesMaster" Target="/ppt/notesMasters/notesMaster1.xml" Id="Rf5a7b842358544e8" /><Relationship Type="http://schemas.openxmlformats.org/officeDocument/2006/relationships/presProps" Target="/ppt/presProps.xml" Id="R686d93ff26df4cfb" /><Relationship Type="http://schemas.openxmlformats.org/officeDocument/2006/relationships/tableStyles" Target="/ppt/tableStyles.xml" Id="R0abf9e3584034d5b" /><Relationship Type="http://schemas.openxmlformats.org/officeDocument/2006/relationships/slide" Target="/ppt/slides/slide1.xml" Id="Rcbc94d51f057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c215cb38bb41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49c7a90cc465a" /><Relationship Type="http://schemas.openxmlformats.org/officeDocument/2006/relationships/notesMaster" Target="/ppt/notesMasters/notesMaster1.xml" Id="R19ab7facb2eb4e4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素材ID：SEC-100</ns1:t>
            </ns1:r>
          </ns1:p>
          <ns1:p>
            <ns1:r>
              <ns1:t>论文：Phoenix: Rowhammer Attacks on DDR5 with Self-Correcting Synchronization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7，PDF第6页</ns1:t>
            </ns1:r>
          </ns1:p>
          <ns1:p>
            <ns1:r>
              <ns1:t>类型：研究流程</ns1:t>
            </ns1:r>
          </ns1:p>
          <ns1:p>
            <ns1:r>
              <ns1:t>借鉴点：用单周期序列及完整符号图例表达初始化、同步、诱饵刷新和待测ACT区间，反向箭头说明扫描变量；可用于时序类消融与受控实验设计。</ns1:t>
            </ns1:r>
          </ns1:p>
          <ns1:p>
            <ns1:r>
              <ns1:t>论文URL：https://comsec-files.ethz.ch/papers/phoenix_sp26.pdf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ba1fb9feb44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6eebc32c9b4456" /><Relationship Type="http://schemas.openxmlformats.org/officeDocument/2006/relationships/slideLayout" Target="/ppt/slideLayouts/slideLayout1.xml" Id="R0d06a9444d58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6a9444d58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bcfd98f7443d7" /><Relationship Type="http://schemas.openxmlformats.org/officeDocument/2006/relationships/notesSlide" Target="/ppt/notesSlides/notesSlide1.xml" Id="Rabe7d62a66e34a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5704B-19F7-41F4-8B1B-55684919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1" y="33706"/>
            <a:ext cx="6822988" cy="1072316"/>
          </a:xfrm>
          <a:custGeom xmlns:a="http://schemas.openxmlformats.org/drawingml/2006/main">
            <a:pathLst>
              <a:path w="6822988" h="1072316">
                <a:moveTo>
                  <a:pt x="0" y="1072316"/>
                </a:moveTo>
                <a:lnTo>
                  <a:pt x="6822988" y="1072316"/>
                </a:lnTo>
                <a:lnTo>
                  <a:pt x="6822988" y="0"/>
                </a:lnTo>
                <a:lnTo>
                  <a:pt x="0" y="0"/>
                </a:lnTo>
                <a:lnTo>
                  <a:pt x="0" y="1072316"/>
                </a:lnTo>
                <a:close/>
              </a:path>
            </a:pathLst>
          </a:custGeom>
          <a:solidFill xmlns:a="http://schemas.openxmlformats.org/drawingml/2006/main">
            <a:srgbClr val="F3EF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0B731-66E7-4707-808C-80D9EE38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5" y="33698"/>
            <a:ext cx="29083" cy="29083"/>
          </a:xfrm>
          <a:custGeom xmlns:a="http://schemas.openxmlformats.org/drawingml/2006/main">
            <a:pathLst>
              <a:path w="29083" h="29083" fill="none">
                <a:moveTo>
                  <a:pt x="0" y="29083"/>
                </a:moveTo>
                <a:lnTo>
                  <a:pt x="0" y="0"/>
                </a:lnTo>
                <a:lnTo>
                  <a:pt x="290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DDC67-B412-470D-A46C-B7E4A6C5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46" y="33700"/>
            <a:ext cx="6678105" cy="10"/>
          </a:xfrm>
          <a:custGeom xmlns:a="http://schemas.openxmlformats.org/drawingml/2006/main">
            <a:pathLst>
              <a:path w="6678105" h="1" fill="none">
                <a:moveTo>
                  <a:pt x="0" y="0"/>
                </a:moveTo>
                <a:lnTo>
                  <a:pt x="6678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custDash>
              <a:ds d="205400" sp="205400"/>
            </a:custDash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81E12-6A81-4568-A128-929C952A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63" y="33700"/>
            <a:ext cx="29083" cy="29083"/>
          </a:xfrm>
          <a:custGeom xmlns:a="http://schemas.openxmlformats.org/drawingml/2006/main">
            <a:pathLst>
              <a:path w="29083" h="29083" fill="none">
                <a:moveTo>
                  <a:pt x="0" y="0"/>
                </a:moveTo>
                <a:lnTo>
                  <a:pt x="29083" y="0"/>
                </a:lnTo>
                <a:lnTo>
                  <a:pt x="29083" y="29083"/>
                </a:ln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3443C-E790-450E-BD7C-B0AF0D15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444" y="122437"/>
            <a:ext cx="10" cy="924674"/>
          </a:xfrm>
          <a:custGeom xmlns:a="http://schemas.openxmlformats.org/drawingml/2006/main">
            <a:pathLst>
              <a:path w="1" h="924674" fill="none">
                <a:moveTo>
                  <a:pt x="0" y="0"/>
                </a:moveTo>
                <a:lnTo>
                  <a:pt x="0" y="924674"/>
                </a:ln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custDash>
              <a:ds d="211900" sp="211900"/>
            </a:custDash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E563F-4E85-469D-93ED-AF9A0FFF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61" y="1076935"/>
            <a:ext cx="29083" cy="29083"/>
          </a:xfrm>
          <a:custGeom xmlns:a="http://schemas.openxmlformats.org/drawingml/2006/main">
            <a:pathLst>
              <a:path w="29083" h="29083" fill="none">
                <a:moveTo>
                  <a:pt x="29083" y="0"/>
                </a:moveTo>
                <a:lnTo>
                  <a:pt x="29083" y="29083"/>
                </a:lnTo>
                <a:lnTo>
                  <a:pt x="0" y="29083"/>
                </a:ln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6CA94-EC0B-4F97-B516-8EF922C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37" y="1106013"/>
            <a:ext cx="6678105" cy="10"/>
          </a:xfrm>
          <a:custGeom xmlns:a="http://schemas.openxmlformats.org/drawingml/2006/main">
            <a:pathLst>
              <a:path w="6678105" h="1" fill="none">
                <a:moveTo>
                  <a:pt x="66781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custDash>
              <a:ds d="205400" sp="205400"/>
            </a:custDash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8DF21-A072-4D09-8D6D-05BF1A48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2" y="1076930"/>
            <a:ext cx="29083" cy="29083"/>
          </a:xfrm>
          <a:custGeom xmlns:a="http://schemas.openxmlformats.org/drawingml/2006/main">
            <a:pathLst>
              <a:path w="29083" h="29083" fill="none">
                <a:moveTo>
                  <a:pt x="29083" y="29083"/>
                </a:moveTo>
                <a:lnTo>
                  <a:pt x="0" y="290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230CF-F888-4376-A9BB-921E4D56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5" y="92605"/>
            <a:ext cx="10" cy="924674"/>
          </a:xfrm>
          <a:custGeom xmlns:a="http://schemas.openxmlformats.org/drawingml/2006/main">
            <a:pathLst>
              <a:path w="1" h="924674" fill="none">
                <a:moveTo>
                  <a:pt x="0" y="9246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custDash>
              <a:ds d="211900" sp="211900"/>
            </a:custDash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A0E50-14B8-4C42-9CA1-ED020421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1" y="551240"/>
            <a:ext cx="269381" cy="269381"/>
          </a:xfrm>
          <a:custGeom xmlns:a="http://schemas.openxmlformats.org/drawingml/2006/main">
            <a:pathLst>
              <a:path w="269381" h="269381">
                <a:moveTo>
                  <a:pt x="134691" y="269381"/>
                </a:moveTo>
                <a:cubicBezTo>
                  <a:pt x="209074" y="269381"/>
                  <a:pt x="269381" y="209074"/>
                  <a:pt x="269381" y="134691"/>
                </a:cubicBezTo>
                <a:cubicBezTo>
                  <a:pt x="269381" y="60307"/>
                  <a:pt x="209074" y="0"/>
                  <a:pt x="134691" y="0"/>
                </a:cubicBezTo>
                <a:cubicBezTo>
                  <a:pt x="60307" y="0"/>
                  <a:pt x="0" y="60307"/>
                  <a:pt x="0" y="134691"/>
                </a:cubicBezTo>
                <a:cubicBezTo>
                  <a:pt x="0" y="209074"/>
                  <a:pt x="60307" y="269381"/>
                  <a:pt x="134691" y="269381"/>
                </a:cubicBezTo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3A315-A1F0-4CDC-9AC2-2942A0A3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1" y="551240"/>
            <a:ext cx="269381" cy="269381"/>
          </a:xfrm>
          <a:custGeom xmlns:a="http://schemas.openxmlformats.org/drawingml/2006/main">
            <a:pathLst>
              <a:path w="269381" h="269381" fill="none">
                <a:moveTo>
                  <a:pt x="134691" y="269381"/>
                </a:moveTo>
                <a:cubicBezTo>
                  <a:pt x="209074" y="269381"/>
                  <a:pt x="269381" y="209074"/>
                  <a:pt x="269381" y="134691"/>
                </a:cubicBezTo>
                <a:cubicBezTo>
                  <a:pt x="269381" y="60307"/>
                  <a:pt x="209074" y="0"/>
                  <a:pt x="134691" y="0"/>
                </a:cubicBezTo>
                <a:cubicBezTo>
                  <a:pt x="60307" y="0"/>
                  <a:pt x="0" y="60307"/>
                  <a:pt x="0" y="134691"/>
                </a:cubicBezTo>
                <a:cubicBezTo>
                  <a:pt x="0" y="209074"/>
                  <a:pt x="60307" y="269381"/>
                  <a:pt x="134691" y="26938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077" cap="sq">
            <a:solidFill>
              <a:srgbClr val="231F20"/>
            </a:solidFill>
            <a:bevel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838BD-0B98-410B-A70A-C365AD0E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76" y="532618"/>
            <a:ext cx="307671" cy="307671"/>
          </a:xfrm>
          <a:custGeom xmlns:a="http://schemas.openxmlformats.org/drawingml/2006/main">
            <a:pathLst>
              <a:path w="307671" h="307671">
                <a:moveTo>
                  <a:pt x="270479" y="221181"/>
                </a:moveTo>
                <a:cubicBezTo>
                  <a:pt x="307671" y="156764"/>
                  <a:pt x="285598" y="74384"/>
                  <a:pt x="221181" y="37192"/>
                </a:cubicBezTo>
                <a:cubicBezTo>
                  <a:pt x="156764" y="0"/>
                  <a:pt x="74384" y="22073"/>
                  <a:pt x="37192" y="86490"/>
                </a:cubicBezTo>
                <a:cubicBezTo>
                  <a:pt x="0" y="150907"/>
                  <a:pt x="22073" y="233287"/>
                  <a:pt x="86490" y="270479"/>
                </a:cubicBezTo>
                <a:cubicBezTo>
                  <a:pt x="150907" y="307671"/>
                  <a:pt x="233287" y="285598"/>
                  <a:pt x="270479" y="221181"/>
                </a:cubicBezTo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CC17F-7FE5-4209-B071-F0A4EDF5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76" y="532618"/>
            <a:ext cx="307671" cy="307671"/>
          </a:xfrm>
          <a:custGeom xmlns:a="http://schemas.openxmlformats.org/drawingml/2006/main">
            <a:pathLst>
              <a:path w="307671" h="307671" fill="none">
                <a:moveTo>
                  <a:pt x="270479" y="221181"/>
                </a:moveTo>
                <a:cubicBezTo>
                  <a:pt x="307671" y="156764"/>
                  <a:pt x="285598" y="74384"/>
                  <a:pt x="221181" y="37192"/>
                </a:cubicBezTo>
                <a:cubicBezTo>
                  <a:pt x="156764" y="0"/>
                  <a:pt x="74384" y="22073"/>
                  <a:pt x="37192" y="86490"/>
                </a:cubicBezTo>
                <a:cubicBezTo>
                  <a:pt x="0" y="150907"/>
                  <a:pt x="22073" y="233287"/>
                  <a:pt x="86490" y="270479"/>
                </a:cubicBezTo>
                <a:cubicBezTo>
                  <a:pt x="150907" y="307671"/>
                  <a:pt x="233287" y="285598"/>
                  <a:pt x="270479" y="22118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077" cap="sq">
            <a:solidFill>
              <a:srgbClr val="231F20"/>
            </a:solidFill>
            <a:bevel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CE010-EFDF-4000-AE3C-68DF130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9" y="484725"/>
            <a:ext cx="382674" cy="402410"/>
          </a:xfrm>
          <a:custGeom xmlns:a="http://schemas.openxmlformats.org/drawingml/2006/main">
            <a:pathLst>
              <a:path w="382674" h="402410">
                <a:moveTo>
                  <a:pt x="151133" y="341006"/>
                </a:moveTo>
                <a:lnTo>
                  <a:pt x="157158" y="402410"/>
                </a:lnTo>
                <a:lnTo>
                  <a:pt x="225488" y="402410"/>
                </a:lnTo>
                <a:lnTo>
                  <a:pt x="231513" y="341287"/>
                </a:lnTo>
                <a:cubicBezTo>
                  <a:pt x="242972" y="338050"/>
                  <a:pt x="254234" y="333517"/>
                  <a:pt x="265017" y="327295"/>
                </a:cubicBezTo>
                <a:cubicBezTo>
                  <a:pt x="275406" y="321298"/>
                  <a:pt x="284641" y="314118"/>
                  <a:pt x="292918" y="306207"/>
                </a:cubicBezTo>
                <a:lnTo>
                  <a:pt x="348495" y="331377"/>
                </a:lnTo>
                <a:lnTo>
                  <a:pt x="382674" y="272225"/>
                </a:lnTo>
                <a:lnTo>
                  <a:pt x="333489" y="237004"/>
                </a:lnTo>
                <a:cubicBezTo>
                  <a:pt x="339485" y="213692"/>
                  <a:pt x="339711" y="188972"/>
                  <a:pt x="333658" y="164985"/>
                </a:cubicBezTo>
                <a:lnTo>
                  <a:pt x="382674" y="129876"/>
                </a:lnTo>
                <a:lnTo>
                  <a:pt x="348495" y="70724"/>
                </a:lnTo>
                <a:lnTo>
                  <a:pt x="293622" y="95584"/>
                </a:lnTo>
                <a:cubicBezTo>
                  <a:pt x="275913" y="78438"/>
                  <a:pt x="254459" y="66275"/>
                  <a:pt x="231373" y="59800"/>
                </a:cubicBezTo>
                <a:lnTo>
                  <a:pt x="225488" y="0"/>
                </a:lnTo>
                <a:lnTo>
                  <a:pt x="157158" y="0"/>
                </a:lnTo>
                <a:lnTo>
                  <a:pt x="151245" y="60166"/>
                </a:lnTo>
                <a:cubicBezTo>
                  <a:pt x="140124" y="63404"/>
                  <a:pt x="129172" y="67824"/>
                  <a:pt x="118699" y="73877"/>
                </a:cubicBezTo>
                <a:cubicBezTo>
                  <a:pt x="107831" y="80156"/>
                  <a:pt x="98202" y="87757"/>
                  <a:pt x="89615" y="96147"/>
                </a:cubicBezTo>
                <a:lnTo>
                  <a:pt x="34179" y="71005"/>
                </a:lnTo>
                <a:lnTo>
                  <a:pt x="0" y="130186"/>
                </a:lnTo>
                <a:lnTo>
                  <a:pt x="49833" y="165886"/>
                </a:lnTo>
                <a:cubicBezTo>
                  <a:pt x="44287" y="188662"/>
                  <a:pt x="44146" y="212734"/>
                  <a:pt x="50002" y="236103"/>
                </a:cubicBezTo>
                <a:lnTo>
                  <a:pt x="0" y="271915"/>
                </a:lnTo>
                <a:lnTo>
                  <a:pt x="34179" y="331095"/>
                </a:lnTo>
                <a:lnTo>
                  <a:pt x="90207" y="305700"/>
                </a:lnTo>
                <a:cubicBezTo>
                  <a:pt x="107550" y="322508"/>
                  <a:pt x="128553" y="334446"/>
                  <a:pt x="151133" y="341006"/>
                </a:cubicBezTo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F74D1-6513-4F0A-BA81-DBEF205C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9" y="484725"/>
            <a:ext cx="382674" cy="402410"/>
          </a:xfrm>
          <a:custGeom xmlns:a="http://schemas.openxmlformats.org/drawingml/2006/main">
            <a:pathLst>
              <a:path w="382674" h="402410" fill="none">
                <a:moveTo>
                  <a:pt x="151133" y="341006"/>
                </a:moveTo>
                <a:lnTo>
                  <a:pt x="157158" y="402410"/>
                </a:lnTo>
                <a:lnTo>
                  <a:pt x="225488" y="402410"/>
                </a:lnTo>
                <a:lnTo>
                  <a:pt x="231513" y="341287"/>
                </a:lnTo>
                <a:cubicBezTo>
                  <a:pt x="242972" y="338050"/>
                  <a:pt x="254234" y="333517"/>
                  <a:pt x="265017" y="327295"/>
                </a:cubicBezTo>
                <a:cubicBezTo>
                  <a:pt x="275406" y="321298"/>
                  <a:pt x="284641" y="314118"/>
                  <a:pt x="292918" y="306207"/>
                </a:cubicBezTo>
                <a:lnTo>
                  <a:pt x="348495" y="331377"/>
                </a:lnTo>
                <a:lnTo>
                  <a:pt x="382674" y="272225"/>
                </a:lnTo>
                <a:lnTo>
                  <a:pt x="333489" y="237004"/>
                </a:lnTo>
                <a:cubicBezTo>
                  <a:pt x="339485" y="213692"/>
                  <a:pt x="339711" y="188972"/>
                  <a:pt x="333658" y="164985"/>
                </a:cubicBezTo>
                <a:lnTo>
                  <a:pt x="382674" y="129876"/>
                </a:lnTo>
                <a:lnTo>
                  <a:pt x="348495" y="70724"/>
                </a:lnTo>
                <a:lnTo>
                  <a:pt x="293622" y="95584"/>
                </a:lnTo>
                <a:cubicBezTo>
                  <a:pt x="275913" y="78438"/>
                  <a:pt x="254459" y="66275"/>
                  <a:pt x="231373" y="59800"/>
                </a:cubicBezTo>
                <a:lnTo>
                  <a:pt x="225488" y="0"/>
                </a:lnTo>
                <a:lnTo>
                  <a:pt x="157158" y="0"/>
                </a:lnTo>
                <a:lnTo>
                  <a:pt x="151245" y="60166"/>
                </a:lnTo>
                <a:cubicBezTo>
                  <a:pt x="140124" y="63404"/>
                  <a:pt x="129172" y="67824"/>
                  <a:pt x="118699" y="73877"/>
                </a:cubicBezTo>
                <a:cubicBezTo>
                  <a:pt x="107831" y="80156"/>
                  <a:pt x="98202" y="87757"/>
                  <a:pt x="89615" y="96147"/>
                </a:cubicBezTo>
                <a:lnTo>
                  <a:pt x="34179" y="71005"/>
                </a:lnTo>
                <a:lnTo>
                  <a:pt x="0" y="130186"/>
                </a:lnTo>
                <a:lnTo>
                  <a:pt x="49833" y="165886"/>
                </a:lnTo>
                <a:cubicBezTo>
                  <a:pt x="44287" y="188662"/>
                  <a:pt x="44146" y="212734"/>
                  <a:pt x="50002" y="236103"/>
                </a:cubicBezTo>
                <a:lnTo>
                  <a:pt x="0" y="271915"/>
                </a:lnTo>
                <a:lnTo>
                  <a:pt x="34179" y="331095"/>
                </a:lnTo>
                <a:lnTo>
                  <a:pt x="90207" y="305700"/>
                </a:lnTo>
                <a:cubicBezTo>
                  <a:pt x="107550" y="322508"/>
                  <a:pt x="128553" y="334446"/>
                  <a:pt x="151133" y="3410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077" cap="sq">
            <a:solidFill>
              <a:srgbClr val="231F20"/>
            </a:solidFill>
            <a:bevel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51FB1-39DD-4D0E-AAF1-174D993B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04" y="600535"/>
            <a:ext cx="170813" cy="170784"/>
          </a:xfrm>
          <a:custGeom xmlns:a="http://schemas.openxmlformats.org/drawingml/2006/main">
            <a:pathLst>
              <a:path w="170813" h="170784">
                <a:moveTo>
                  <a:pt x="170813" y="85392"/>
                </a:moveTo>
                <a:cubicBezTo>
                  <a:pt x="170813" y="38234"/>
                  <a:pt x="132579" y="0"/>
                  <a:pt x="85420" y="0"/>
                </a:cubicBezTo>
                <a:cubicBezTo>
                  <a:pt x="38234" y="0"/>
                  <a:pt x="0" y="38234"/>
                  <a:pt x="0" y="85392"/>
                </a:cubicBezTo>
                <a:cubicBezTo>
                  <a:pt x="0" y="132551"/>
                  <a:pt x="38234" y="170784"/>
                  <a:pt x="85420" y="170784"/>
                </a:cubicBezTo>
                <a:cubicBezTo>
                  <a:pt x="132579" y="170784"/>
                  <a:pt x="170813" y="132551"/>
                  <a:pt x="170813" y="85392"/>
                </a:cubicBezTo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24F4F-27F1-4CBA-BF44-06A63CD1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04" y="600535"/>
            <a:ext cx="170813" cy="170784"/>
          </a:xfrm>
          <a:custGeom xmlns:a="http://schemas.openxmlformats.org/drawingml/2006/main">
            <a:pathLst>
              <a:path w="170813" h="170784" fill="none">
                <a:moveTo>
                  <a:pt x="170813" y="85392"/>
                </a:moveTo>
                <a:cubicBezTo>
                  <a:pt x="170813" y="38234"/>
                  <a:pt x="132579" y="0"/>
                  <a:pt x="85420" y="0"/>
                </a:cubicBezTo>
                <a:cubicBezTo>
                  <a:pt x="38234" y="0"/>
                  <a:pt x="0" y="38234"/>
                  <a:pt x="0" y="85392"/>
                </a:cubicBezTo>
                <a:cubicBezTo>
                  <a:pt x="0" y="132551"/>
                  <a:pt x="38234" y="170784"/>
                  <a:pt x="85420" y="170784"/>
                </a:cubicBezTo>
                <a:cubicBezTo>
                  <a:pt x="132579" y="170784"/>
                  <a:pt x="170813" y="132551"/>
                  <a:pt x="170813" y="853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077" cap="sq">
            <a:solidFill>
              <a:srgbClr val="231F20"/>
            </a:solidFill>
            <a:bevel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CD9FC-0712-4622-B425-74979F77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198" y="502924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F2EB0-2211-4772-A8AF-4793C85E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198" y="502924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7E9BF-FF6F-4302-8250-485D0CD0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243" y="502924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F23E8-CF35-4153-91B1-15FAC9D9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243" y="502924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C69F6-1BAB-4971-929A-250E05C2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152" y="502924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26C7D-BC3B-4714-B6AE-38B5641E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152" y="502924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BBBA7-A808-43F1-BD14-1ACBC9BA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476" y="502924"/>
            <a:ext cx="366007" cy="366007"/>
          </a:xfrm>
          <a:custGeom xmlns:a="http://schemas.openxmlformats.org/drawingml/2006/main">
            <a:pathLst>
              <a:path w="366007" h="366007">
                <a:moveTo>
                  <a:pt x="293847" y="366007"/>
                </a:moveTo>
                <a:lnTo>
                  <a:pt x="72160" y="366007"/>
                </a:lnTo>
                <a:cubicBezTo>
                  <a:pt x="32321" y="366007"/>
                  <a:pt x="0" y="333686"/>
                  <a:pt x="0" y="293847"/>
                </a:cubicBezTo>
                <a:lnTo>
                  <a:pt x="0" y="72160"/>
                </a:lnTo>
                <a:cubicBezTo>
                  <a:pt x="0" y="32321"/>
                  <a:pt x="32321" y="0"/>
                  <a:pt x="72160" y="0"/>
                </a:cubicBezTo>
                <a:lnTo>
                  <a:pt x="293847" y="0"/>
                </a:lnTo>
                <a:cubicBezTo>
                  <a:pt x="333714" y="0"/>
                  <a:pt x="366007" y="32321"/>
                  <a:pt x="366007" y="72160"/>
                </a:cubicBezTo>
                <a:lnTo>
                  <a:pt x="366007" y="293847"/>
                </a:lnTo>
                <a:cubicBezTo>
                  <a:pt x="366007" y="333686"/>
                  <a:pt x="333714" y="366007"/>
                  <a:pt x="293847" y="366007"/>
                </a:cubicBezTo>
              </a:path>
            </a:pathLst>
          </a:custGeom>
          <a:solidFill xmlns:a="http://schemas.openxmlformats.org/drawingml/2006/main">
            <a:srgbClr val="4254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39EBF-F8C2-41E1-9EFC-EEA45CFF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476" y="502924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293847" y="366007"/>
                </a:moveTo>
                <a:lnTo>
                  <a:pt x="72160" y="366007"/>
                </a:lnTo>
                <a:cubicBezTo>
                  <a:pt x="32321" y="366007"/>
                  <a:pt x="0" y="333686"/>
                  <a:pt x="0" y="293847"/>
                </a:cubicBezTo>
                <a:lnTo>
                  <a:pt x="0" y="72160"/>
                </a:lnTo>
                <a:cubicBezTo>
                  <a:pt x="0" y="32321"/>
                  <a:pt x="32321" y="0"/>
                  <a:pt x="72160" y="0"/>
                </a:cubicBezTo>
                <a:lnTo>
                  <a:pt x="293847" y="0"/>
                </a:lnTo>
                <a:cubicBezTo>
                  <a:pt x="333714" y="0"/>
                  <a:pt x="366007" y="32321"/>
                  <a:pt x="366007" y="72160"/>
                </a:cubicBezTo>
                <a:lnTo>
                  <a:pt x="366007" y="293847"/>
                </a:lnTo>
                <a:cubicBezTo>
                  <a:pt x="366007" y="333686"/>
                  <a:pt x="333714" y="366007"/>
                  <a:pt x="293847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019" cap="flat">
            <a:solidFill>
              <a:srgbClr val="231F2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2F022-C9A6-4EA8-B27A-ADEE1ABC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594" y="585951"/>
            <a:ext cx="62137" cy="71090"/>
          </a:xfrm>
          <a:custGeom xmlns:a="http://schemas.openxmlformats.org/drawingml/2006/main">
            <a:pathLst>
              <a:path w="62137" h="71090">
                <a:moveTo>
                  <a:pt x="35587" y="0"/>
                </a:moveTo>
                <a:lnTo>
                  <a:pt x="62137" y="54957"/>
                </a:lnTo>
                <a:lnTo>
                  <a:pt x="38712" y="67965"/>
                </a:lnTo>
                <a:cubicBezTo>
                  <a:pt x="31646" y="71090"/>
                  <a:pt x="23284" y="68134"/>
                  <a:pt x="20018" y="61377"/>
                </a:cubicBezTo>
                <a:lnTo>
                  <a:pt x="3266" y="26719"/>
                </a:lnTo>
                <a:cubicBezTo>
                  <a:pt x="0" y="19933"/>
                  <a:pt x="3069" y="11909"/>
                  <a:pt x="10136" y="8756"/>
                </a:cubicBezTo>
                <a:lnTo>
                  <a:pt x="35587" y="0"/>
                </a:lnTo>
                <a:close/>
              </a:path>
            </a:pathLst>
          </a:custGeom>
          <a:solidFill xmlns:a="http://schemas.openxmlformats.org/drawingml/2006/main">
            <a:srgbClr val="404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0A26F-DFBD-4F13-9FCA-D5A3D8AA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594" y="585951"/>
            <a:ext cx="62137" cy="71090"/>
          </a:xfrm>
          <a:custGeom xmlns:a="http://schemas.openxmlformats.org/drawingml/2006/main">
            <a:pathLst>
              <a:path w="62137" h="71090" fill="none">
                <a:moveTo>
                  <a:pt x="35587" y="0"/>
                </a:moveTo>
                <a:lnTo>
                  <a:pt x="62137" y="54957"/>
                </a:lnTo>
                <a:lnTo>
                  <a:pt x="38712" y="67965"/>
                </a:lnTo>
                <a:cubicBezTo>
                  <a:pt x="31646" y="71090"/>
                  <a:pt x="23284" y="68134"/>
                  <a:pt x="20018" y="61377"/>
                </a:cubicBezTo>
                <a:lnTo>
                  <a:pt x="3266" y="26719"/>
                </a:lnTo>
                <a:cubicBezTo>
                  <a:pt x="0" y="19933"/>
                  <a:pt x="3069" y="11909"/>
                  <a:pt x="10136" y="8756"/>
                </a:cubicBezTo>
                <a:lnTo>
                  <a:pt x="355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16007-D8F3-4AC0-81E4-59B2E944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689" y="637913"/>
            <a:ext cx="137253" cy="193730"/>
          </a:xfrm>
          <a:custGeom xmlns:a="http://schemas.openxmlformats.org/drawingml/2006/main">
            <a:pathLst>
              <a:path w="137253" h="193730">
                <a:moveTo>
                  <a:pt x="65149" y="184693"/>
                </a:moveTo>
                <a:cubicBezTo>
                  <a:pt x="67571" y="190802"/>
                  <a:pt x="74862" y="193730"/>
                  <a:pt x="81028" y="190971"/>
                </a:cubicBezTo>
                <a:lnTo>
                  <a:pt x="128694" y="169771"/>
                </a:lnTo>
                <a:cubicBezTo>
                  <a:pt x="134859" y="167012"/>
                  <a:pt x="137253" y="159804"/>
                  <a:pt x="133959" y="154061"/>
                </a:cubicBezTo>
                <a:lnTo>
                  <a:pt x="49721" y="6307"/>
                </a:lnTo>
                <a:cubicBezTo>
                  <a:pt x="48426" y="4139"/>
                  <a:pt x="47328" y="2055"/>
                  <a:pt x="46370" y="0"/>
                </a:cubicBezTo>
                <a:lnTo>
                  <a:pt x="0" y="20637"/>
                </a:lnTo>
                <a:lnTo>
                  <a:pt x="65149" y="184693"/>
                </a:lnTo>
                <a:close/>
              </a:path>
            </a:pathLst>
          </a:custGeom>
          <a:solidFill xmlns:a="http://schemas.openxmlformats.org/drawingml/2006/main">
            <a:srgbClr val="C2B5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F3776-2645-4751-8229-026CCEBC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689" y="637913"/>
            <a:ext cx="137253" cy="193730"/>
          </a:xfrm>
          <a:custGeom xmlns:a="http://schemas.openxmlformats.org/drawingml/2006/main">
            <a:pathLst>
              <a:path w="137253" h="193730" fill="none">
                <a:moveTo>
                  <a:pt x="65149" y="184693"/>
                </a:moveTo>
                <a:cubicBezTo>
                  <a:pt x="67571" y="190802"/>
                  <a:pt x="74862" y="193730"/>
                  <a:pt x="81028" y="190971"/>
                </a:cubicBezTo>
                <a:lnTo>
                  <a:pt x="128694" y="169771"/>
                </a:lnTo>
                <a:cubicBezTo>
                  <a:pt x="134859" y="167012"/>
                  <a:pt x="137253" y="159804"/>
                  <a:pt x="133959" y="154061"/>
                </a:cubicBezTo>
                <a:lnTo>
                  <a:pt x="49721" y="6307"/>
                </a:lnTo>
                <a:cubicBezTo>
                  <a:pt x="48426" y="4139"/>
                  <a:pt x="47328" y="2055"/>
                  <a:pt x="46370" y="0"/>
                </a:cubicBezTo>
                <a:lnTo>
                  <a:pt x="0" y="20637"/>
                </a:lnTo>
                <a:lnTo>
                  <a:pt x="65149" y="1846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FD7A8-DB7E-4A36-937E-66595BF1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92" y="540578"/>
            <a:ext cx="192238" cy="117967"/>
          </a:xfrm>
          <a:custGeom xmlns:a="http://schemas.openxmlformats.org/drawingml/2006/main">
            <a:pathLst>
              <a:path w="192238" h="117967">
                <a:moveTo>
                  <a:pt x="106677" y="1492"/>
                </a:moveTo>
                <a:cubicBezTo>
                  <a:pt x="101412" y="0"/>
                  <a:pt x="72948" y="10333"/>
                  <a:pt x="67683" y="12698"/>
                </a:cubicBezTo>
                <a:lnTo>
                  <a:pt x="0" y="45385"/>
                </a:lnTo>
                <a:lnTo>
                  <a:pt x="26521" y="100342"/>
                </a:lnTo>
                <a:lnTo>
                  <a:pt x="44062" y="95105"/>
                </a:lnTo>
                <a:lnTo>
                  <a:pt x="61714" y="103946"/>
                </a:lnTo>
                <a:lnTo>
                  <a:pt x="67486" y="117967"/>
                </a:lnTo>
                <a:lnTo>
                  <a:pt x="113856" y="97330"/>
                </a:lnTo>
                <a:cubicBezTo>
                  <a:pt x="111576" y="92375"/>
                  <a:pt x="110140" y="87701"/>
                  <a:pt x="109352" y="82746"/>
                </a:cubicBezTo>
                <a:cubicBezTo>
                  <a:pt x="108535" y="77791"/>
                  <a:pt x="108338" y="72610"/>
                  <a:pt x="108479" y="66698"/>
                </a:cubicBezTo>
                <a:lnTo>
                  <a:pt x="109183" y="47130"/>
                </a:lnTo>
                <a:cubicBezTo>
                  <a:pt x="109267" y="41190"/>
                  <a:pt x="114082" y="36207"/>
                  <a:pt x="120388" y="35446"/>
                </a:cubicBezTo>
                <a:cubicBezTo>
                  <a:pt x="120388" y="35446"/>
                  <a:pt x="189141" y="34911"/>
                  <a:pt x="189704" y="31589"/>
                </a:cubicBezTo>
                <a:cubicBezTo>
                  <a:pt x="192238" y="12472"/>
                  <a:pt x="106677" y="1492"/>
                  <a:pt x="106677" y="1492"/>
                </a:cubicBezTo>
              </a:path>
            </a:pathLst>
          </a:custGeom>
          <a:solidFill xmlns:a="http://schemas.openxmlformats.org/drawingml/2006/main">
            <a:srgbClr val="6D6E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D9D38-2D69-4FC6-AAF5-0E2D6D4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92" y="540578"/>
            <a:ext cx="192238" cy="117967"/>
          </a:xfrm>
          <a:custGeom xmlns:a="http://schemas.openxmlformats.org/drawingml/2006/main">
            <a:pathLst>
              <a:path w="192238" h="117967" fill="none">
                <a:moveTo>
                  <a:pt x="106677" y="1492"/>
                </a:moveTo>
                <a:cubicBezTo>
                  <a:pt x="101412" y="0"/>
                  <a:pt x="72948" y="10333"/>
                  <a:pt x="67683" y="12698"/>
                </a:cubicBezTo>
                <a:lnTo>
                  <a:pt x="0" y="45385"/>
                </a:lnTo>
                <a:lnTo>
                  <a:pt x="26521" y="100342"/>
                </a:lnTo>
                <a:lnTo>
                  <a:pt x="44062" y="95105"/>
                </a:lnTo>
                <a:lnTo>
                  <a:pt x="61714" y="103946"/>
                </a:lnTo>
                <a:lnTo>
                  <a:pt x="67486" y="117967"/>
                </a:lnTo>
                <a:lnTo>
                  <a:pt x="113856" y="97330"/>
                </a:lnTo>
                <a:cubicBezTo>
                  <a:pt x="111576" y="92375"/>
                  <a:pt x="110140" y="87701"/>
                  <a:pt x="109352" y="82746"/>
                </a:cubicBezTo>
                <a:cubicBezTo>
                  <a:pt x="108535" y="77791"/>
                  <a:pt x="108338" y="72610"/>
                  <a:pt x="108479" y="66698"/>
                </a:cubicBezTo>
                <a:lnTo>
                  <a:pt x="109183" y="47130"/>
                </a:lnTo>
                <a:cubicBezTo>
                  <a:pt x="109267" y="41190"/>
                  <a:pt x="114082" y="36207"/>
                  <a:pt x="120388" y="35446"/>
                </a:cubicBezTo>
                <a:cubicBezTo>
                  <a:pt x="120388" y="35446"/>
                  <a:pt x="189141" y="34911"/>
                  <a:pt x="189704" y="31589"/>
                </a:cubicBezTo>
                <a:cubicBezTo>
                  <a:pt x="192238" y="12472"/>
                  <a:pt x="106677" y="1492"/>
                  <a:pt x="106677" y="14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4EAEC-5069-4D0B-A816-518D53B3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855" y="514056"/>
            <a:ext cx="205105" cy="205133"/>
          </a:xfrm>
          <a:custGeom xmlns:a="http://schemas.openxmlformats.org/drawingml/2006/main">
            <a:pathLst>
              <a:path w="205105" h="205133" fill="none">
                <a:moveTo>
                  <a:pt x="205105" y="102566"/>
                </a:moveTo>
                <a:cubicBezTo>
                  <a:pt x="205105" y="159213"/>
                  <a:pt x="159185" y="205133"/>
                  <a:pt x="102538" y="205133"/>
                </a:cubicBezTo>
                <a:cubicBezTo>
                  <a:pt x="45920" y="205133"/>
                  <a:pt x="0" y="159213"/>
                  <a:pt x="0" y="102566"/>
                </a:cubicBezTo>
                <a:cubicBezTo>
                  <a:pt x="0" y="45920"/>
                  <a:pt x="45920" y="0"/>
                  <a:pt x="102538" y="0"/>
                </a:cubicBezTo>
                <a:cubicBezTo>
                  <a:pt x="159185" y="0"/>
                  <a:pt x="205105" y="45920"/>
                  <a:pt x="205105" y="102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53" cap="flat">
            <a:solidFill>
              <a:srgbClr val="231F2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498C2-D904-4F05-ACB6-F9282177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96" y="524155"/>
            <a:ext cx="205105" cy="205133"/>
          </a:xfrm>
          <a:custGeom xmlns:a="http://schemas.openxmlformats.org/drawingml/2006/main">
            <a:pathLst>
              <a:path w="205105" h="205133">
                <a:moveTo>
                  <a:pt x="205105" y="102566"/>
                </a:moveTo>
                <a:cubicBezTo>
                  <a:pt x="205105" y="159213"/>
                  <a:pt x="159185" y="205133"/>
                  <a:pt x="102538" y="205133"/>
                </a:cubicBezTo>
                <a:cubicBezTo>
                  <a:pt x="45920" y="205133"/>
                  <a:pt x="0" y="159213"/>
                  <a:pt x="0" y="102566"/>
                </a:cubicBezTo>
                <a:cubicBezTo>
                  <a:pt x="0" y="45920"/>
                  <a:pt x="45920" y="0"/>
                  <a:pt x="102538" y="0"/>
                </a:cubicBezTo>
                <a:cubicBezTo>
                  <a:pt x="159185" y="0"/>
                  <a:pt x="205105" y="45920"/>
                  <a:pt x="205105" y="10256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3AA80-AC46-42B0-BF90-438DA3CA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96" y="524155"/>
            <a:ext cx="205105" cy="205133"/>
          </a:xfrm>
          <a:custGeom xmlns:a="http://schemas.openxmlformats.org/drawingml/2006/main">
            <a:pathLst>
              <a:path w="205105" h="205133" fill="none">
                <a:moveTo>
                  <a:pt x="205105" y="102566"/>
                </a:moveTo>
                <a:cubicBezTo>
                  <a:pt x="205105" y="159213"/>
                  <a:pt x="159185" y="205133"/>
                  <a:pt x="102538" y="205133"/>
                </a:cubicBezTo>
                <a:cubicBezTo>
                  <a:pt x="45920" y="205133"/>
                  <a:pt x="0" y="159213"/>
                  <a:pt x="0" y="102566"/>
                </a:cubicBezTo>
                <a:cubicBezTo>
                  <a:pt x="0" y="45920"/>
                  <a:pt x="45920" y="0"/>
                  <a:pt x="102538" y="0"/>
                </a:cubicBezTo>
                <a:cubicBezTo>
                  <a:pt x="159185" y="0"/>
                  <a:pt x="205105" y="45920"/>
                  <a:pt x="205105" y="102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53" cap="flat">
            <a:solidFill>
              <a:srgbClr val="231F2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47F3D-2E30-45E1-9CA7-24D98514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582" y="670209"/>
            <a:ext cx="58871" cy="59715"/>
          </a:xfrm>
          <a:custGeom xmlns:a="http://schemas.openxmlformats.org/drawingml/2006/main">
            <a:pathLst>
              <a:path w="58871" h="59715">
                <a:moveTo>
                  <a:pt x="31054" y="59715"/>
                </a:moveTo>
                <a:lnTo>
                  <a:pt x="0" y="35137"/>
                </a:lnTo>
                <a:lnTo>
                  <a:pt x="27817" y="0"/>
                </a:lnTo>
                <a:lnTo>
                  <a:pt x="58871" y="24551"/>
                </a:lnTo>
                <a:lnTo>
                  <a:pt x="31054" y="59715"/>
                </a:lnTo>
                <a:close/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E3DCA-D163-413E-AFB3-0547A255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582" y="670209"/>
            <a:ext cx="58871" cy="59715"/>
          </a:xfrm>
          <a:custGeom xmlns:a="http://schemas.openxmlformats.org/drawingml/2006/main">
            <a:pathLst>
              <a:path w="58871" h="59715" fill="none">
                <a:moveTo>
                  <a:pt x="31054" y="59715"/>
                </a:moveTo>
                <a:lnTo>
                  <a:pt x="0" y="35137"/>
                </a:lnTo>
                <a:lnTo>
                  <a:pt x="27817" y="0"/>
                </a:lnTo>
                <a:lnTo>
                  <a:pt x="58871" y="24551"/>
                </a:lnTo>
                <a:lnTo>
                  <a:pt x="31054" y="597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008" cap="flat">
            <a:solidFill>
              <a:srgbClr val="231F2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E40EE-CA16-453E-BDD8-51547F27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596" y="683278"/>
            <a:ext cx="193899" cy="176809"/>
          </a:xfrm>
          <a:custGeom xmlns:a="http://schemas.openxmlformats.org/drawingml/2006/main">
            <a:pathLst>
              <a:path w="193899" h="176809">
                <a:moveTo>
                  <a:pt x="184693" y="102369"/>
                </a:moveTo>
                <a:lnTo>
                  <a:pt x="63178" y="6222"/>
                </a:lnTo>
                <a:cubicBezTo>
                  <a:pt x="55323" y="0"/>
                  <a:pt x="43893" y="1323"/>
                  <a:pt x="37671" y="9206"/>
                </a:cubicBezTo>
                <a:lnTo>
                  <a:pt x="6222" y="48932"/>
                </a:lnTo>
                <a:cubicBezTo>
                  <a:pt x="0" y="56787"/>
                  <a:pt x="1351" y="68218"/>
                  <a:pt x="9206" y="74440"/>
                </a:cubicBezTo>
                <a:lnTo>
                  <a:pt x="130721" y="170587"/>
                </a:lnTo>
                <a:cubicBezTo>
                  <a:pt x="138576" y="176809"/>
                  <a:pt x="150007" y="175486"/>
                  <a:pt x="156229" y="167603"/>
                </a:cubicBezTo>
                <a:lnTo>
                  <a:pt x="187677" y="127877"/>
                </a:lnTo>
                <a:cubicBezTo>
                  <a:pt x="193899" y="120022"/>
                  <a:pt x="192548" y="108591"/>
                  <a:pt x="184693" y="102369"/>
                </a:cubicBezTo>
              </a:path>
            </a:pathLst>
          </a:custGeom>
          <a:solidFill xmlns:a="http://schemas.openxmlformats.org/drawingml/2006/main">
            <a:srgbClr val="C2B5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7791B-28F7-47B6-A75F-7F5E242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596" y="683278"/>
            <a:ext cx="193899" cy="176809"/>
          </a:xfrm>
          <a:custGeom xmlns:a="http://schemas.openxmlformats.org/drawingml/2006/main">
            <a:pathLst>
              <a:path w="193899" h="176809" fill="none">
                <a:moveTo>
                  <a:pt x="184693" y="102369"/>
                </a:moveTo>
                <a:lnTo>
                  <a:pt x="63178" y="6222"/>
                </a:lnTo>
                <a:cubicBezTo>
                  <a:pt x="55323" y="0"/>
                  <a:pt x="43893" y="1323"/>
                  <a:pt x="37671" y="9206"/>
                </a:cubicBezTo>
                <a:lnTo>
                  <a:pt x="6222" y="48932"/>
                </a:lnTo>
                <a:cubicBezTo>
                  <a:pt x="0" y="56787"/>
                  <a:pt x="1351" y="68218"/>
                  <a:pt x="9206" y="74440"/>
                </a:cubicBezTo>
                <a:lnTo>
                  <a:pt x="130721" y="170587"/>
                </a:lnTo>
                <a:cubicBezTo>
                  <a:pt x="138576" y="176809"/>
                  <a:pt x="150007" y="175486"/>
                  <a:pt x="156229" y="167603"/>
                </a:cubicBezTo>
                <a:lnTo>
                  <a:pt x="187677" y="127877"/>
                </a:lnTo>
                <a:cubicBezTo>
                  <a:pt x="193899" y="120022"/>
                  <a:pt x="192548" y="108591"/>
                  <a:pt x="184693" y="1023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922" cap="flat">
            <a:solidFill>
              <a:srgbClr val="231F2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48F51B-580F-4E29-9A3B-A8AE552C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571" y="502924"/>
            <a:ext cx="1627604" cy="366007"/>
          </a:xfrm>
          <a:custGeom xmlns:a="http://schemas.openxmlformats.org/drawingml/2006/main">
            <a:pathLst>
              <a:path w="1627604" h="366007">
                <a:moveTo>
                  <a:pt x="1555529" y="366007"/>
                </a:moveTo>
                <a:lnTo>
                  <a:pt x="72075" y="366007"/>
                </a:lnTo>
                <a:cubicBezTo>
                  <a:pt x="32265" y="366007"/>
                  <a:pt x="0" y="333742"/>
                  <a:pt x="0" y="293932"/>
                </a:cubicBezTo>
                <a:lnTo>
                  <a:pt x="0" y="72075"/>
                </a:lnTo>
                <a:cubicBezTo>
                  <a:pt x="0" y="32265"/>
                  <a:pt x="32265" y="0"/>
                  <a:pt x="72075" y="0"/>
                </a:cubicBezTo>
                <a:lnTo>
                  <a:pt x="1555529" y="0"/>
                </a:lnTo>
                <a:cubicBezTo>
                  <a:pt x="1595340" y="0"/>
                  <a:pt x="1627604" y="32265"/>
                  <a:pt x="1627604" y="72075"/>
                </a:cubicBezTo>
                <a:lnTo>
                  <a:pt x="1627604" y="293932"/>
                </a:lnTo>
                <a:cubicBezTo>
                  <a:pt x="1627604" y="333742"/>
                  <a:pt x="1595340" y="366007"/>
                  <a:pt x="1555529" y="366007"/>
                </a:cubicBezTo>
              </a:path>
            </a:pathLst>
          </a:custGeom>
          <a:solidFill xmlns:a="http://schemas.openxmlformats.org/drawingml/2006/main">
            <a:srgbClr val="54AA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C57DF-7709-4D33-99C8-2370217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571" y="502924"/>
            <a:ext cx="1627604" cy="366007"/>
          </a:xfrm>
          <a:custGeom xmlns:a="http://schemas.openxmlformats.org/drawingml/2006/main">
            <a:pathLst>
              <a:path w="1627604" h="366007" fill="none">
                <a:moveTo>
                  <a:pt x="1555529" y="366007"/>
                </a:moveTo>
                <a:lnTo>
                  <a:pt x="72075" y="366007"/>
                </a:lnTo>
                <a:cubicBezTo>
                  <a:pt x="32265" y="366007"/>
                  <a:pt x="0" y="333742"/>
                  <a:pt x="0" y="293932"/>
                </a:cubicBezTo>
                <a:lnTo>
                  <a:pt x="0" y="72075"/>
                </a:lnTo>
                <a:cubicBezTo>
                  <a:pt x="0" y="32265"/>
                  <a:pt x="32265" y="0"/>
                  <a:pt x="72075" y="0"/>
                </a:cubicBezTo>
                <a:lnTo>
                  <a:pt x="1555529" y="0"/>
                </a:lnTo>
                <a:cubicBezTo>
                  <a:pt x="1595340" y="0"/>
                  <a:pt x="1627604" y="32265"/>
                  <a:pt x="1627604" y="72075"/>
                </a:cubicBezTo>
                <a:lnTo>
                  <a:pt x="1627604" y="293932"/>
                </a:lnTo>
                <a:cubicBezTo>
                  <a:pt x="1627604" y="333742"/>
                  <a:pt x="1595340" y="366007"/>
                  <a:pt x="1555529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019" cap="flat">
            <a:solidFill>
              <a:srgbClr val="231F20"/>
            </a:solidFill>
            <a:custDash>
              <a:ds d="155312" sp="155312"/>
              <a:ds d="155312" sp="155312"/>
              <a:ds d="155312" sp="155312"/>
            </a:custDash>
            <a:miter/>
          </a:ln>
        </p:spPr>
      </p:sp>
      <p:sp>
        <p:nvSpPr>
          <p:cNvPr id="41" name="Text R">
            <a:extLst xmlns:a="http://schemas.openxmlformats.org/drawingml/2006/main">
              <a:ext uri="{FF2B5EF4-FFF2-40B4-BE49-F238E27FC236}">
                <a16:creationId xmlns:a16="http://schemas.microsoft.com/office/drawing/2014/main" id="{9FF2CB53-F5BB-4B8F-BFB5-3B49B0E1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377" y="600351"/>
            <a:ext cx="174576" cy="171236"/>
          </a:xfrm>
          <a:custGeom xmlns:a="http://schemas.openxmlformats.org/drawingml/2006/main">
            <a:pathLst>
              <a:path w="174576" h="171236">
                <a:moveTo>
                  <a:pt x="174576" y="164914"/>
                </a:moveTo>
                <a:lnTo>
                  <a:pt x="174576" y="171236"/>
                </a:lnTo>
                <a:lnTo>
                  <a:pt x="122612" y="171236"/>
                </a:lnTo>
                <a:lnTo>
                  <a:pt x="70152" y="91804"/>
                </a:lnTo>
                <a:lnTo>
                  <a:pt x="63347" y="91804"/>
                </a:lnTo>
                <a:lnTo>
                  <a:pt x="63347" y="141495"/>
                </a:lnTo>
                <a:cubicBezTo>
                  <a:pt x="63512" y="151161"/>
                  <a:pt x="65121" y="157315"/>
                  <a:pt x="68173" y="159957"/>
                </a:cubicBezTo>
                <a:cubicBezTo>
                  <a:pt x="70812" y="162022"/>
                  <a:pt x="76627" y="163674"/>
                  <a:pt x="85618" y="164914"/>
                </a:cubicBezTo>
                <a:lnTo>
                  <a:pt x="85618" y="171236"/>
                </a:lnTo>
                <a:lnTo>
                  <a:pt x="0" y="171236"/>
                </a:lnTo>
                <a:lnTo>
                  <a:pt x="0" y="164914"/>
                </a:lnTo>
                <a:cubicBezTo>
                  <a:pt x="9403" y="163839"/>
                  <a:pt x="15342" y="162187"/>
                  <a:pt x="17816" y="159957"/>
                </a:cubicBezTo>
                <a:cubicBezTo>
                  <a:pt x="20621" y="157480"/>
                  <a:pt x="22106" y="151326"/>
                  <a:pt x="22271" y="141495"/>
                </a:cubicBezTo>
                <a:lnTo>
                  <a:pt x="22271" y="29532"/>
                </a:lnTo>
                <a:cubicBezTo>
                  <a:pt x="22106" y="19564"/>
                  <a:pt x="20250" y="13138"/>
                  <a:pt x="16703" y="10254"/>
                </a:cubicBezTo>
                <a:cubicBezTo>
                  <a:pt x="13816" y="8197"/>
                  <a:pt x="8248" y="6880"/>
                  <a:pt x="0" y="6302"/>
                </a:cubicBezTo>
                <a:lnTo>
                  <a:pt x="0" y="0"/>
                </a:lnTo>
                <a:lnTo>
                  <a:pt x="81535" y="0"/>
                </a:lnTo>
                <a:cubicBezTo>
                  <a:pt x="102981" y="0"/>
                  <a:pt x="120096" y="3500"/>
                  <a:pt x="132881" y="10501"/>
                </a:cubicBezTo>
                <a:cubicBezTo>
                  <a:pt x="146326" y="17832"/>
                  <a:pt x="153048" y="29323"/>
                  <a:pt x="153048" y="44974"/>
                </a:cubicBezTo>
                <a:cubicBezTo>
                  <a:pt x="153048" y="56836"/>
                  <a:pt x="149254" y="66268"/>
                  <a:pt x="141665" y="73269"/>
                </a:cubicBezTo>
                <a:cubicBezTo>
                  <a:pt x="135644" y="78870"/>
                  <a:pt x="126159" y="83689"/>
                  <a:pt x="113209" y="87725"/>
                </a:cubicBezTo>
                <a:lnTo>
                  <a:pt x="164183" y="160081"/>
                </a:lnTo>
                <a:cubicBezTo>
                  <a:pt x="166575" y="163386"/>
                  <a:pt x="170040" y="164997"/>
                  <a:pt x="174576" y="164914"/>
                </a:cubicBezTo>
                <a:moveTo>
                  <a:pt x="63347" y="83650"/>
                </a:moveTo>
                <a:cubicBezTo>
                  <a:pt x="77370" y="83402"/>
                  <a:pt x="87433" y="82083"/>
                  <a:pt x="93536" y="79691"/>
                </a:cubicBezTo>
                <a:cubicBezTo>
                  <a:pt x="96506" y="78453"/>
                  <a:pt x="99145" y="76721"/>
                  <a:pt x="101455" y="74494"/>
                </a:cubicBezTo>
                <a:cubicBezTo>
                  <a:pt x="106981" y="68883"/>
                  <a:pt x="109744" y="59353"/>
                  <a:pt x="109744" y="45906"/>
                </a:cubicBezTo>
                <a:cubicBezTo>
                  <a:pt x="109744" y="31801"/>
                  <a:pt x="106775" y="21819"/>
                  <a:pt x="100836" y="15961"/>
                </a:cubicBezTo>
                <a:cubicBezTo>
                  <a:pt x="95805" y="10929"/>
                  <a:pt x="87886" y="8413"/>
                  <a:pt x="77081" y="8413"/>
                </a:cubicBezTo>
                <a:cubicBezTo>
                  <a:pt x="70647" y="8413"/>
                  <a:pt x="66688" y="9703"/>
                  <a:pt x="65203" y="12284"/>
                </a:cubicBezTo>
                <a:cubicBezTo>
                  <a:pt x="63966" y="14446"/>
                  <a:pt x="63347" y="16776"/>
                  <a:pt x="63347" y="19274"/>
                </a:cubicBezTo>
                <a:lnTo>
                  <a:pt x="63347" y="8365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2">
            <a:extLst xmlns:a="http://schemas.openxmlformats.org/drawingml/2006/main">
              <a:ext uri="{FF2B5EF4-FFF2-40B4-BE49-F238E27FC236}">
                <a16:creationId xmlns:a16="http://schemas.microsoft.com/office/drawing/2014/main" id="{CDAEB3B1-DEDB-4288-91C7-F53C0E42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178" y="635902"/>
            <a:ext cx="90842" cy="135685"/>
          </a:xfrm>
          <a:custGeom xmlns:a="http://schemas.openxmlformats.org/drawingml/2006/main">
            <a:pathLst>
              <a:path w="90842" h="135685">
                <a:moveTo>
                  <a:pt x="90842" y="94114"/>
                </a:moveTo>
                <a:lnTo>
                  <a:pt x="81989" y="135685"/>
                </a:lnTo>
                <a:lnTo>
                  <a:pt x="0" y="135685"/>
                </a:lnTo>
                <a:lnTo>
                  <a:pt x="0" y="131163"/>
                </a:lnTo>
                <a:cubicBezTo>
                  <a:pt x="14306" y="115830"/>
                  <a:pt x="24250" y="104843"/>
                  <a:pt x="29832" y="98204"/>
                </a:cubicBezTo>
                <a:cubicBezTo>
                  <a:pt x="35413" y="91564"/>
                  <a:pt x="40706" y="84394"/>
                  <a:pt x="45710" y="76696"/>
                </a:cubicBezTo>
                <a:cubicBezTo>
                  <a:pt x="52382" y="66495"/>
                  <a:pt x="55718" y="56808"/>
                  <a:pt x="55718" y="47634"/>
                </a:cubicBezTo>
                <a:cubicBezTo>
                  <a:pt x="55718" y="42694"/>
                  <a:pt x="54370" y="37915"/>
                  <a:pt x="51676" y="33296"/>
                </a:cubicBezTo>
                <a:cubicBezTo>
                  <a:pt x="47506" y="26111"/>
                  <a:pt x="41026" y="22518"/>
                  <a:pt x="32237" y="22518"/>
                </a:cubicBezTo>
                <a:cubicBezTo>
                  <a:pt x="26784" y="22518"/>
                  <a:pt x="21876" y="24209"/>
                  <a:pt x="17514" y="27591"/>
                </a:cubicBezTo>
                <a:cubicBezTo>
                  <a:pt x="14242" y="30207"/>
                  <a:pt x="11163" y="34419"/>
                  <a:pt x="8276" y="40224"/>
                </a:cubicBezTo>
                <a:lnTo>
                  <a:pt x="2791" y="40224"/>
                </a:lnTo>
                <a:cubicBezTo>
                  <a:pt x="5613" y="32590"/>
                  <a:pt x="8244" y="26784"/>
                  <a:pt x="10682" y="22807"/>
                </a:cubicBezTo>
                <a:cubicBezTo>
                  <a:pt x="19920" y="7602"/>
                  <a:pt x="31756" y="0"/>
                  <a:pt x="46191" y="0"/>
                </a:cubicBezTo>
                <a:cubicBezTo>
                  <a:pt x="56840" y="0"/>
                  <a:pt x="65726" y="3531"/>
                  <a:pt x="72847" y="10594"/>
                </a:cubicBezTo>
                <a:cubicBezTo>
                  <a:pt x="79326" y="17016"/>
                  <a:pt x="82566" y="25524"/>
                  <a:pt x="82566" y="36120"/>
                </a:cubicBezTo>
                <a:cubicBezTo>
                  <a:pt x="82566" y="42862"/>
                  <a:pt x="81347" y="48833"/>
                  <a:pt x="78909" y="54034"/>
                </a:cubicBezTo>
                <a:cubicBezTo>
                  <a:pt x="74932" y="62638"/>
                  <a:pt x="68677" y="70985"/>
                  <a:pt x="60144" y="79075"/>
                </a:cubicBezTo>
                <a:lnTo>
                  <a:pt x="28196" y="109511"/>
                </a:lnTo>
                <a:lnTo>
                  <a:pt x="57931" y="109511"/>
                </a:lnTo>
                <a:cubicBezTo>
                  <a:pt x="66656" y="109511"/>
                  <a:pt x="72237" y="109062"/>
                  <a:pt x="74675" y="108163"/>
                </a:cubicBezTo>
                <a:cubicBezTo>
                  <a:pt x="77434" y="107329"/>
                  <a:pt x="79647" y="105822"/>
                  <a:pt x="81315" y="103641"/>
                </a:cubicBezTo>
                <a:cubicBezTo>
                  <a:pt x="82470" y="102165"/>
                  <a:pt x="84074" y="98989"/>
                  <a:pt x="86127" y="94114"/>
                </a:cubicBezTo>
                <a:lnTo>
                  <a:pt x="90842" y="9411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R">
            <a:extLst xmlns:a="http://schemas.openxmlformats.org/drawingml/2006/main">
              <a:ext uri="{FF2B5EF4-FFF2-40B4-BE49-F238E27FC236}">
                <a16:creationId xmlns:a16="http://schemas.microsoft.com/office/drawing/2014/main" id="{81C6CAD6-C6F9-4B50-9A46-8B714E70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930" y="599059"/>
            <a:ext cx="174576" cy="171236"/>
          </a:xfrm>
          <a:custGeom xmlns:a="http://schemas.openxmlformats.org/drawingml/2006/main">
            <a:pathLst>
              <a:path w="174576" h="171236">
                <a:moveTo>
                  <a:pt x="174576" y="164914"/>
                </a:moveTo>
                <a:lnTo>
                  <a:pt x="174576" y="171236"/>
                </a:lnTo>
                <a:lnTo>
                  <a:pt x="122612" y="171236"/>
                </a:lnTo>
                <a:lnTo>
                  <a:pt x="70152" y="91804"/>
                </a:lnTo>
                <a:lnTo>
                  <a:pt x="63347" y="91804"/>
                </a:lnTo>
                <a:lnTo>
                  <a:pt x="63347" y="141495"/>
                </a:lnTo>
                <a:cubicBezTo>
                  <a:pt x="63512" y="151161"/>
                  <a:pt x="65121" y="157315"/>
                  <a:pt x="68173" y="159957"/>
                </a:cubicBezTo>
                <a:cubicBezTo>
                  <a:pt x="70812" y="162022"/>
                  <a:pt x="76627" y="163674"/>
                  <a:pt x="85618" y="164914"/>
                </a:cubicBezTo>
                <a:lnTo>
                  <a:pt x="85618" y="171236"/>
                </a:lnTo>
                <a:lnTo>
                  <a:pt x="0" y="171236"/>
                </a:lnTo>
                <a:lnTo>
                  <a:pt x="0" y="164914"/>
                </a:lnTo>
                <a:cubicBezTo>
                  <a:pt x="9403" y="163839"/>
                  <a:pt x="15342" y="162187"/>
                  <a:pt x="17816" y="159957"/>
                </a:cubicBezTo>
                <a:cubicBezTo>
                  <a:pt x="20621" y="157480"/>
                  <a:pt x="22106" y="151326"/>
                  <a:pt x="22271" y="141495"/>
                </a:cubicBezTo>
                <a:lnTo>
                  <a:pt x="22271" y="29532"/>
                </a:lnTo>
                <a:cubicBezTo>
                  <a:pt x="22106" y="19564"/>
                  <a:pt x="20250" y="13138"/>
                  <a:pt x="16703" y="10254"/>
                </a:cubicBezTo>
                <a:cubicBezTo>
                  <a:pt x="13816" y="8197"/>
                  <a:pt x="8248" y="6880"/>
                  <a:pt x="0" y="6302"/>
                </a:cubicBezTo>
                <a:lnTo>
                  <a:pt x="0" y="0"/>
                </a:lnTo>
                <a:lnTo>
                  <a:pt x="81535" y="0"/>
                </a:lnTo>
                <a:cubicBezTo>
                  <a:pt x="102981" y="0"/>
                  <a:pt x="120096" y="3500"/>
                  <a:pt x="132881" y="10501"/>
                </a:cubicBezTo>
                <a:cubicBezTo>
                  <a:pt x="146326" y="17832"/>
                  <a:pt x="153048" y="29323"/>
                  <a:pt x="153048" y="44974"/>
                </a:cubicBezTo>
                <a:cubicBezTo>
                  <a:pt x="153048" y="56836"/>
                  <a:pt x="149254" y="66268"/>
                  <a:pt x="141665" y="73269"/>
                </a:cubicBezTo>
                <a:cubicBezTo>
                  <a:pt x="135644" y="78870"/>
                  <a:pt x="126159" y="83689"/>
                  <a:pt x="113209" y="87725"/>
                </a:cubicBezTo>
                <a:lnTo>
                  <a:pt x="164183" y="160081"/>
                </a:lnTo>
                <a:cubicBezTo>
                  <a:pt x="166575" y="163386"/>
                  <a:pt x="170040" y="164997"/>
                  <a:pt x="174576" y="164914"/>
                </a:cubicBezTo>
                <a:moveTo>
                  <a:pt x="63347" y="83650"/>
                </a:moveTo>
                <a:cubicBezTo>
                  <a:pt x="77370" y="83402"/>
                  <a:pt x="87433" y="82083"/>
                  <a:pt x="93536" y="79691"/>
                </a:cubicBezTo>
                <a:cubicBezTo>
                  <a:pt x="96506" y="78453"/>
                  <a:pt x="99145" y="76721"/>
                  <a:pt x="101455" y="74494"/>
                </a:cubicBezTo>
                <a:cubicBezTo>
                  <a:pt x="106981" y="68883"/>
                  <a:pt x="109744" y="59353"/>
                  <a:pt x="109744" y="45906"/>
                </a:cubicBezTo>
                <a:cubicBezTo>
                  <a:pt x="109744" y="31801"/>
                  <a:pt x="106775" y="21819"/>
                  <a:pt x="100836" y="15961"/>
                </a:cubicBezTo>
                <a:cubicBezTo>
                  <a:pt x="95805" y="10929"/>
                  <a:pt x="87886" y="8413"/>
                  <a:pt x="77081" y="8413"/>
                </a:cubicBezTo>
                <a:cubicBezTo>
                  <a:pt x="70647" y="8413"/>
                  <a:pt x="66688" y="9703"/>
                  <a:pt x="65203" y="12284"/>
                </a:cubicBezTo>
                <a:cubicBezTo>
                  <a:pt x="63966" y="14446"/>
                  <a:pt x="63347" y="16776"/>
                  <a:pt x="63347" y="19274"/>
                </a:cubicBezTo>
                <a:lnTo>
                  <a:pt x="63347" y="8365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59">
            <a:extLst xmlns:a="http://schemas.openxmlformats.org/drawingml/2006/main">
              <a:ext uri="{FF2B5EF4-FFF2-40B4-BE49-F238E27FC236}">
                <a16:creationId xmlns:a16="http://schemas.microsoft.com/office/drawing/2014/main" id="{92A7FA40-B206-431B-9A71-8A59FE03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694" y="634610"/>
            <a:ext cx="172677" cy="138284"/>
          </a:xfrm>
          <a:custGeom xmlns:a="http://schemas.openxmlformats.org/drawingml/2006/main">
            <a:pathLst>
              <a:path w="172677" h="138284">
                <a:moveTo>
                  <a:pt x="25020" y="27714"/>
                </a:moveTo>
                <a:lnTo>
                  <a:pt x="20690" y="43662"/>
                </a:lnTo>
                <a:cubicBezTo>
                  <a:pt x="34226" y="44432"/>
                  <a:pt x="44170" y="45746"/>
                  <a:pt x="50521" y="47604"/>
                </a:cubicBezTo>
                <a:cubicBezTo>
                  <a:pt x="60914" y="50553"/>
                  <a:pt x="68997" y="55457"/>
                  <a:pt x="74771" y="62315"/>
                </a:cubicBezTo>
                <a:cubicBezTo>
                  <a:pt x="81315" y="70138"/>
                  <a:pt x="84587" y="79338"/>
                  <a:pt x="84587" y="89916"/>
                </a:cubicBezTo>
                <a:cubicBezTo>
                  <a:pt x="84587" y="102416"/>
                  <a:pt x="80256" y="113025"/>
                  <a:pt x="71596" y="121744"/>
                </a:cubicBezTo>
                <a:cubicBezTo>
                  <a:pt x="68388" y="124886"/>
                  <a:pt x="65052" y="127418"/>
                  <a:pt x="61588" y="129340"/>
                </a:cubicBezTo>
                <a:cubicBezTo>
                  <a:pt x="51836" y="134725"/>
                  <a:pt x="40962" y="137418"/>
                  <a:pt x="28965" y="137418"/>
                </a:cubicBezTo>
                <a:cubicBezTo>
                  <a:pt x="20690" y="137418"/>
                  <a:pt x="13857" y="135910"/>
                  <a:pt x="8468" y="132895"/>
                </a:cubicBezTo>
                <a:cubicBezTo>
                  <a:pt x="2823" y="129815"/>
                  <a:pt x="0" y="125549"/>
                  <a:pt x="0" y="120096"/>
                </a:cubicBezTo>
                <a:cubicBezTo>
                  <a:pt x="0" y="116439"/>
                  <a:pt x="1283" y="113456"/>
                  <a:pt x="3849" y="111147"/>
                </a:cubicBezTo>
                <a:cubicBezTo>
                  <a:pt x="6030" y="109158"/>
                  <a:pt x="8789" y="108163"/>
                  <a:pt x="12125" y="108163"/>
                </a:cubicBezTo>
                <a:cubicBezTo>
                  <a:pt x="17065" y="108163"/>
                  <a:pt x="23577" y="111130"/>
                  <a:pt x="31660" y="117062"/>
                </a:cubicBezTo>
                <a:cubicBezTo>
                  <a:pt x="39230" y="122549"/>
                  <a:pt x="45196" y="125292"/>
                  <a:pt x="49559" y="125292"/>
                </a:cubicBezTo>
                <a:cubicBezTo>
                  <a:pt x="53151" y="125292"/>
                  <a:pt x="56552" y="124364"/>
                  <a:pt x="59759" y="122508"/>
                </a:cubicBezTo>
                <a:cubicBezTo>
                  <a:pt x="66046" y="118859"/>
                  <a:pt x="69190" y="113193"/>
                  <a:pt x="69190" y="105511"/>
                </a:cubicBezTo>
                <a:cubicBezTo>
                  <a:pt x="69190" y="97253"/>
                  <a:pt x="65244" y="90083"/>
                  <a:pt x="57354" y="84000"/>
                </a:cubicBezTo>
                <a:cubicBezTo>
                  <a:pt x="51387" y="79327"/>
                  <a:pt x="43368" y="75935"/>
                  <a:pt x="33296" y="73824"/>
                </a:cubicBezTo>
                <a:cubicBezTo>
                  <a:pt x="27265" y="72543"/>
                  <a:pt x="18059" y="71454"/>
                  <a:pt x="5678" y="70558"/>
                </a:cubicBezTo>
                <a:lnTo>
                  <a:pt x="24828" y="2502"/>
                </a:lnTo>
                <a:lnTo>
                  <a:pt x="88340" y="2502"/>
                </a:lnTo>
                <a:lnTo>
                  <a:pt x="79775" y="27714"/>
                </a:lnTo>
                <a:lnTo>
                  <a:pt x="25020" y="27714"/>
                </a:lnTo>
                <a:close/>
                <a:moveTo>
                  <a:pt x="85588" y="138284"/>
                </a:moveTo>
                <a:lnTo>
                  <a:pt x="85588" y="133087"/>
                </a:lnTo>
                <a:cubicBezTo>
                  <a:pt x="91875" y="131676"/>
                  <a:pt x="96751" y="130296"/>
                  <a:pt x="100215" y="128949"/>
                </a:cubicBezTo>
                <a:cubicBezTo>
                  <a:pt x="103679" y="127602"/>
                  <a:pt x="107112" y="125838"/>
                  <a:pt x="110512" y="123657"/>
                </a:cubicBezTo>
                <a:cubicBezTo>
                  <a:pt x="118018" y="118717"/>
                  <a:pt x="124209" y="112301"/>
                  <a:pt x="129084" y="104410"/>
                </a:cubicBezTo>
                <a:cubicBezTo>
                  <a:pt x="131907" y="99984"/>
                  <a:pt x="134986" y="92478"/>
                  <a:pt x="138322" y="81892"/>
                </a:cubicBezTo>
                <a:cubicBezTo>
                  <a:pt x="133511" y="84394"/>
                  <a:pt x="127577" y="85645"/>
                  <a:pt x="120520" y="85645"/>
                </a:cubicBezTo>
                <a:cubicBezTo>
                  <a:pt x="109421" y="85645"/>
                  <a:pt x="100632" y="81953"/>
                  <a:pt x="94153" y="74567"/>
                </a:cubicBezTo>
                <a:cubicBezTo>
                  <a:pt x="87737" y="67245"/>
                  <a:pt x="84529" y="57868"/>
                  <a:pt x="84529" y="46434"/>
                </a:cubicBezTo>
                <a:cubicBezTo>
                  <a:pt x="84529" y="35131"/>
                  <a:pt x="87673" y="25112"/>
                  <a:pt x="93960" y="16377"/>
                </a:cubicBezTo>
                <a:cubicBezTo>
                  <a:pt x="101787" y="5459"/>
                  <a:pt x="112789" y="0"/>
                  <a:pt x="126967" y="0"/>
                </a:cubicBezTo>
                <a:cubicBezTo>
                  <a:pt x="141787" y="0"/>
                  <a:pt x="153367" y="5778"/>
                  <a:pt x="161707" y="17334"/>
                </a:cubicBezTo>
                <a:cubicBezTo>
                  <a:pt x="169020" y="27478"/>
                  <a:pt x="172677" y="40510"/>
                  <a:pt x="172677" y="56430"/>
                </a:cubicBezTo>
                <a:cubicBezTo>
                  <a:pt x="172677" y="81917"/>
                  <a:pt x="162412" y="102364"/>
                  <a:pt x="141883" y="117771"/>
                </a:cubicBezTo>
                <a:cubicBezTo>
                  <a:pt x="133158" y="124385"/>
                  <a:pt x="123824" y="129297"/>
                  <a:pt x="113880" y="132507"/>
                </a:cubicBezTo>
                <a:cubicBezTo>
                  <a:pt x="107529" y="134496"/>
                  <a:pt x="98098" y="136421"/>
                  <a:pt x="85588" y="138284"/>
                </a:cubicBezTo>
                <a:moveTo>
                  <a:pt x="126486" y="5389"/>
                </a:moveTo>
                <a:cubicBezTo>
                  <a:pt x="122765" y="5389"/>
                  <a:pt x="119878" y="6736"/>
                  <a:pt x="117825" y="9431"/>
                </a:cubicBezTo>
                <a:cubicBezTo>
                  <a:pt x="115580" y="12318"/>
                  <a:pt x="114457" y="20561"/>
                  <a:pt x="114457" y="34162"/>
                </a:cubicBezTo>
                <a:cubicBezTo>
                  <a:pt x="114457" y="51612"/>
                  <a:pt x="116189" y="63544"/>
                  <a:pt x="119654" y="69960"/>
                </a:cubicBezTo>
                <a:cubicBezTo>
                  <a:pt x="122092" y="74515"/>
                  <a:pt x="125941" y="76792"/>
                  <a:pt x="131201" y="76792"/>
                </a:cubicBezTo>
                <a:cubicBezTo>
                  <a:pt x="134794" y="76792"/>
                  <a:pt x="137488" y="76215"/>
                  <a:pt x="139285" y="75060"/>
                </a:cubicBezTo>
                <a:cubicBezTo>
                  <a:pt x="139862" y="74675"/>
                  <a:pt x="140247" y="73328"/>
                  <a:pt x="140440" y="71018"/>
                </a:cubicBezTo>
                <a:cubicBezTo>
                  <a:pt x="140440" y="70184"/>
                  <a:pt x="140568" y="68516"/>
                  <a:pt x="140824" y="66014"/>
                </a:cubicBezTo>
                <a:cubicBezTo>
                  <a:pt x="141530" y="57354"/>
                  <a:pt x="141883" y="50457"/>
                  <a:pt x="141883" y="45325"/>
                </a:cubicBezTo>
                <a:cubicBezTo>
                  <a:pt x="141883" y="33200"/>
                  <a:pt x="140760" y="23416"/>
                  <a:pt x="138515" y="15974"/>
                </a:cubicBezTo>
                <a:cubicBezTo>
                  <a:pt x="136398" y="8917"/>
                  <a:pt x="132388" y="5389"/>
                  <a:pt x="126486" y="538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—">
            <a:extLst xmlns:a="http://schemas.openxmlformats.org/drawingml/2006/main">
              <a:ext uri="{FF2B5EF4-FFF2-40B4-BE49-F238E27FC236}">
                <a16:creationId xmlns:a16="http://schemas.microsoft.com/office/drawing/2014/main" id="{F1C404D2-23CD-4DF4-864D-DAB1096B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94" y="679480"/>
            <a:ext cx="253389" cy="12620"/>
          </a:xfrm>
          <a:custGeom xmlns:a="http://schemas.openxmlformats.org/drawingml/2006/main">
            <a:pathLst>
              <a:path w="253389" h="12620">
                <a:moveTo>
                  <a:pt x="0" y="0"/>
                </a:moveTo>
                <a:lnTo>
                  <a:pt x="253389" y="0"/>
                </a:lnTo>
                <a:lnTo>
                  <a:pt x="253389" y="12620"/>
                </a:lnTo>
                <a:lnTo>
                  <a:pt x="0" y="126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...">
            <a:extLst xmlns:a="http://schemas.openxmlformats.org/drawingml/2006/main">
              <a:ext uri="{FF2B5EF4-FFF2-40B4-BE49-F238E27FC236}">
                <a16:creationId xmlns:a16="http://schemas.microsoft.com/office/drawing/2014/main" id="{D1CBDBEC-C5CB-486A-AFF3-9A4DB001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657" y="671718"/>
            <a:ext cx="129565" cy="28209"/>
          </a:xfrm>
          <a:custGeom xmlns:a="http://schemas.openxmlformats.org/drawingml/2006/main">
            <a:pathLst>
              <a:path w="129565" h="28209">
                <a:moveTo>
                  <a:pt x="13981" y="0"/>
                </a:moveTo>
                <a:cubicBezTo>
                  <a:pt x="18023" y="0"/>
                  <a:pt x="21487" y="1608"/>
                  <a:pt x="24374" y="4825"/>
                </a:cubicBezTo>
                <a:cubicBezTo>
                  <a:pt x="26931" y="7630"/>
                  <a:pt x="28209" y="10888"/>
                  <a:pt x="28209" y="14600"/>
                </a:cubicBezTo>
                <a:cubicBezTo>
                  <a:pt x="28209" y="18476"/>
                  <a:pt x="26725" y="21734"/>
                  <a:pt x="23755" y="24374"/>
                </a:cubicBezTo>
                <a:cubicBezTo>
                  <a:pt x="20786" y="26931"/>
                  <a:pt x="17445" y="28209"/>
                  <a:pt x="13734" y="28209"/>
                </a:cubicBezTo>
                <a:cubicBezTo>
                  <a:pt x="9857" y="28209"/>
                  <a:pt x="6434" y="26642"/>
                  <a:pt x="3464" y="23508"/>
                </a:cubicBezTo>
                <a:cubicBezTo>
                  <a:pt x="1155" y="21116"/>
                  <a:pt x="0" y="18105"/>
                  <a:pt x="0" y="14476"/>
                </a:cubicBezTo>
                <a:cubicBezTo>
                  <a:pt x="0" y="10104"/>
                  <a:pt x="1608" y="6475"/>
                  <a:pt x="4825" y="3588"/>
                </a:cubicBezTo>
                <a:cubicBezTo>
                  <a:pt x="7465" y="1196"/>
                  <a:pt x="10517" y="0"/>
                  <a:pt x="13981" y="0"/>
                </a:cubicBezTo>
                <a:close/>
                <a:moveTo>
                  <a:pt x="64659" y="0"/>
                </a:moveTo>
                <a:cubicBezTo>
                  <a:pt x="68700" y="0"/>
                  <a:pt x="72165" y="1608"/>
                  <a:pt x="75052" y="4825"/>
                </a:cubicBezTo>
                <a:cubicBezTo>
                  <a:pt x="77609" y="7630"/>
                  <a:pt x="78887" y="10888"/>
                  <a:pt x="78887" y="14600"/>
                </a:cubicBezTo>
                <a:cubicBezTo>
                  <a:pt x="78887" y="18476"/>
                  <a:pt x="77402" y="21734"/>
                  <a:pt x="74433" y="24374"/>
                </a:cubicBezTo>
                <a:cubicBezTo>
                  <a:pt x="71464" y="26931"/>
                  <a:pt x="68123" y="28209"/>
                  <a:pt x="64411" y="28209"/>
                </a:cubicBezTo>
                <a:cubicBezTo>
                  <a:pt x="60535" y="28209"/>
                  <a:pt x="57112" y="26642"/>
                  <a:pt x="54142" y="23508"/>
                </a:cubicBezTo>
                <a:cubicBezTo>
                  <a:pt x="51833" y="21116"/>
                  <a:pt x="50678" y="18105"/>
                  <a:pt x="50678" y="14476"/>
                </a:cubicBezTo>
                <a:cubicBezTo>
                  <a:pt x="50678" y="10104"/>
                  <a:pt x="52286" y="6475"/>
                  <a:pt x="55503" y="3588"/>
                </a:cubicBezTo>
                <a:cubicBezTo>
                  <a:pt x="58143" y="1196"/>
                  <a:pt x="61194" y="0"/>
                  <a:pt x="64659" y="0"/>
                </a:cubicBezTo>
                <a:close/>
                <a:moveTo>
                  <a:pt x="115337" y="0"/>
                </a:moveTo>
                <a:cubicBezTo>
                  <a:pt x="119379" y="0"/>
                  <a:pt x="122843" y="1608"/>
                  <a:pt x="125730" y="4825"/>
                </a:cubicBezTo>
                <a:cubicBezTo>
                  <a:pt x="128287" y="7630"/>
                  <a:pt x="129565" y="10888"/>
                  <a:pt x="129565" y="14600"/>
                </a:cubicBezTo>
                <a:cubicBezTo>
                  <a:pt x="129565" y="18476"/>
                  <a:pt x="128081" y="21734"/>
                  <a:pt x="125111" y="24374"/>
                </a:cubicBezTo>
                <a:cubicBezTo>
                  <a:pt x="122142" y="26931"/>
                  <a:pt x="118801" y="28209"/>
                  <a:pt x="115089" y="28209"/>
                </a:cubicBezTo>
                <a:cubicBezTo>
                  <a:pt x="111213" y="28209"/>
                  <a:pt x="107790" y="26642"/>
                  <a:pt x="104820" y="23508"/>
                </a:cubicBezTo>
                <a:cubicBezTo>
                  <a:pt x="102511" y="21116"/>
                  <a:pt x="101356" y="18105"/>
                  <a:pt x="101356" y="14476"/>
                </a:cubicBezTo>
                <a:cubicBezTo>
                  <a:pt x="101356" y="10104"/>
                  <a:pt x="102964" y="6475"/>
                  <a:pt x="106181" y="3588"/>
                </a:cubicBezTo>
                <a:cubicBezTo>
                  <a:pt x="108821" y="1196"/>
                  <a:pt x="111873" y="0"/>
                  <a:pt x="115337" y="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...">
            <a:extLst xmlns:a="http://schemas.openxmlformats.org/drawingml/2006/main">
              <a:ext uri="{FF2B5EF4-FFF2-40B4-BE49-F238E27FC236}">
                <a16:creationId xmlns:a16="http://schemas.microsoft.com/office/drawing/2014/main" id="{B21A486F-A849-434E-900E-AC5CADA6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753" y="671972"/>
            <a:ext cx="129565" cy="28209"/>
          </a:xfrm>
          <a:custGeom xmlns:a="http://schemas.openxmlformats.org/drawingml/2006/main">
            <a:pathLst>
              <a:path w="129565" h="28209">
                <a:moveTo>
                  <a:pt x="13981" y="0"/>
                </a:moveTo>
                <a:cubicBezTo>
                  <a:pt x="18023" y="0"/>
                  <a:pt x="21487" y="1608"/>
                  <a:pt x="24374" y="4825"/>
                </a:cubicBezTo>
                <a:cubicBezTo>
                  <a:pt x="26931" y="7630"/>
                  <a:pt x="28209" y="10888"/>
                  <a:pt x="28209" y="14600"/>
                </a:cubicBezTo>
                <a:cubicBezTo>
                  <a:pt x="28209" y="18476"/>
                  <a:pt x="26725" y="21734"/>
                  <a:pt x="23755" y="24374"/>
                </a:cubicBezTo>
                <a:cubicBezTo>
                  <a:pt x="20786" y="26931"/>
                  <a:pt x="17445" y="28209"/>
                  <a:pt x="13734" y="28209"/>
                </a:cubicBezTo>
                <a:cubicBezTo>
                  <a:pt x="9857" y="28209"/>
                  <a:pt x="6434" y="26642"/>
                  <a:pt x="3464" y="23508"/>
                </a:cubicBezTo>
                <a:cubicBezTo>
                  <a:pt x="1155" y="21116"/>
                  <a:pt x="0" y="18105"/>
                  <a:pt x="0" y="14476"/>
                </a:cubicBezTo>
                <a:cubicBezTo>
                  <a:pt x="0" y="10104"/>
                  <a:pt x="1608" y="6475"/>
                  <a:pt x="4825" y="3588"/>
                </a:cubicBezTo>
                <a:cubicBezTo>
                  <a:pt x="7465" y="1196"/>
                  <a:pt x="10517" y="0"/>
                  <a:pt x="13981" y="0"/>
                </a:cubicBezTo>
                <a:close/>
                <a:moveTo>
                  <a:pt x="64659" y="0"/>
                </a:moveTo>
                <a:cubicBezTo>
                  <a:pt x="68700" y="0"/>
                  <a:pt x="72165" y="1608"/>
                  <a:pt x="75052" y="4825"/>
                </a:cubicBezTo>
                <a:cubicBezTo>
                  <a:pt x="77609" y="7630"/>
                  <a:pt x="78887" y="10888"/>
                  <a:pt x="78887" y="14600"/>
                </a:cubicBezTo>
                <a:cubicBezTo>
                  <a:pt x="78887" y="18476"/>
                  <a:pt x="77402" y="21734"/>
                  <a:pt x="74433" y="24374"/>
                </a:cubicBezTo>
                <a:cubicBezTo>
                  <a:pt x="71464" y="26931"/>
                  <a:pt x="68123" y="28209"/>
                  <a:pt x="64411" y="28209"/>
                </a:cubicBezTo>
                <a:cubicBezTo>
                  <a:pt x="60535" y="28209"/>
                  <a:pt x="57111" y="26642"/>
                  <a:pt x="54142" y="23508"/>
                </a:cubicBezTo>
                <a:cubicBezTo>
                  <a:pt x="51833" y="21116"/>
                  <a:pt x="50678" y="18105"/>
                  <a:pt x="50678" y="14476"/>
                </a:cubicBezTo>
                <a:cubicBezTo>
                  <a:pt x="50678" y="10104"/>
                  <a:pt x="52286" y="6475"/>
                  <a:pt x="55503" y="3588"/>
                </a:cubicBezTo>
                <a:cubicBezTo>
                  <a:pt x="58143" y="1196"/>
                  <a:pt x="61194" y="0"/>
                  <a:pt x="64659" y="0"/>
                </a:cubicBezTo>
                <a:close/>
                <a:moveTo>
                  <a:pt x="115336" y="0"/>
                </a:moveTo>
                <a:cubicBezTo>
                  <a:pt x="119378" y="0"/>
                  <a:pt x="122842" y="1608"/>
                  <a:pt x="125729" y="4825"/>
                </a:cubicBezTo>
                <a:cubicBezTo>
                  <a:pt x="128286" y="7630"/>
                  <a:pt x="129565" y="10888"/>
                  <a:pt x="129565" y="14600"/>
                </a:cubicBezTo>
                <a:cubicBezTo>
                  <a:pt x="129565" y="18476"/>
                  <a:pt x="128080" y="21734"/>
                  <a:pt x="125111" y="24374"/>
                </a:cubicBezTo>
                <a:cubicBezTo>
                  <a:pt x="122141" y="26931"/>
                  <a:pt x="118801" y="28209"/>
                  <a:pt x="115089" y="28209"/>
                </a:cubicBezTo>
                <a:cubicBezTo>
                  <a:pt x="111212" y="28209"/>
                  <a:pt x="107789" y="26642"/>
                  <a:pt x="104820" y="23508"/>
                </a:cubicBezTo>
                <a:cubicBezTo>
                  <a:pt x="102510" y="21116"/>
                  <a:pt x="101356" y="18105"/>
                  <a:pt x="101356" y="14476"/>
                </a:cubicBezTo>
                <a:cubicBezTo>
                  <a:pt x="101356" y="10104"/>
                  <a:pt x="102964" y="6475"/>
                  <a:pt x="106181" y="3588"/>
                </a:cubicBezTo>
                <a:cubicBezTo>
                  <a:pt x="108820" y="1196"/>
                  <a:pt x="111872" y="0"/>
                  <a:pt x="115336" y="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Sel">
            <a:extLst xmlns:a="http://schemas.openxmlformats.org/drawingml/2006/main">
              <a:ext uri="{FF2B5EF4-FFF2-40B4-BE49-F238E27FC236}">
                <a16:creationId xmlns:a16="http://schemas.microsoft.com/office/drawing/2014/main" id="{E0C7651D-E56C-438D-B02E-99FCA4AA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29" y="176188"/>
            <a:ext cx="301048" cy="181876"/>
          </a:xfrm>
          <a:custGeom xmlns:a="http://schemas.openxmlformats.org/drawingml/2006/main">
            <a:pathLst>
              <a:path w="301048" h="181876">
                <a:moveTo>
                  <a:pt x="0" y="181876"/>
                </a:moveTo>
                <a:lnTo>
                  <a:pt x="9156" y="124963"/>
                </a:lnTo>
                <a:lnTo>
                  <a:pt x="16455" y="125457"/>
                </a:lnTo>
                <a:cubicBezTo>
                  <a:pt x="17115" y="135051"/>
                  <a:pt x="18270" y="142204"/>
                  <a:pt x="19920" y="146916"/>
                </a:cubicBezTo>
                <a:cubicBezTo>
                  <a:pt x="22477" y="154030"/>
                  <a:pt x="26024" y="159696"/>
                  <a:pt x="30560" y="163913"/>
                </a:cubicBezTo>
                <a:cubicBezTo>
                  <a:pt x="37324" y="170115"/>
                  <a:pt x="45613" y="173215"/>
                  <a:pt x="55429" y="173215"/>
                </a:cubicBezTo>
                <a:cubicBezTo>
                  <a:pt x="67884" y="173215"/>
                  <a:pt x="76916" y="168300"/>
                  <a:pt x="82525" y="158469"/>
                </a:cubicBezTo>
                <a:cubicBezTo>
                  <a:pt x="85824" y="152770"/>
                  <a:pt x="87474" y="147029"/>
                  <a:pt x="87474" y="141248"/>
                </a:cubicBezTo>
                <a:cubicBezTo>
                  <a:pt x="87474" y="136954"/>
                  <a:pt x="86731" y="133402"/>
                  <a:pt x="85247" y="130592"/>
                </a:cubicBezTo>
                <a:cubicBezTo>
                  <a:pt x="80545" y="121588"/>
                  <a:pt x="71761" y="112171"/>
                  <a:pt x="58893" y="102340"/>
                </a:cubicBezTo>
                <a:cubicBezTo>
                  <a:pt x="44376" y="91189"/>
                  <a:pt x="34313" y="80204"/>
                  <a:pt x="28704" y="69383"/>
                </a:cubicBezTo>
                <a:cubicBezTo>
                  <a:pt x="26477" y="65086"/>
                  <a:pt x="25364" y="59552"/>
                  <a:pt x="25364" y="52780"/>
                </a:cubicBezTo>
                <a:cubicBezTo>
                  <a:pt x="25364" y="43774"/>
                  <a:pt x="27632" y="35389"/>
                  <a:pt x="32169" y="27626"/>
                </a:cubicBezTo>
                <a:cubicBezTo>
                  <a:pt x="36293" y="20522"/>
                  <a:pt x="41984" y="14823"/>
                  <a:pt x="49243" y="10528"/>
                </a:cubicBezTo>
                <a:cubicBezTo>
                  <a:pt x="57326" y="5819"/>
                  <a:pt x="66358" y="3464"/>
                  <a:pt x="76338" y="3464"/>
                </a:cubicBezTo>
                <a:cubicBezTo>
                  <a:pt x="82772" y="3464"/>
                  <a:pt x="91062" y="5073"/>
                  <a:pt x="101207" y="8290"/>
                </a:cubicBezTo>
                <a:cubicBezTo>
                  <a:pt x="107311" y="10187"/>
                  <a:pt x="111600" y="11135"/>
                  <a:pt x="114075" y="11135"/>
                </a:cubicBezTo>
                <a:cubicBezTo>
                  <a:pt x="119189" y="11135"/>
                  <a:pt x="122900" y="8908"/>
                  <a:pt x="125210" y="4454"/>
                </a:cubicBezTo>
                <a:lnTo>
                  <a:pt x="132757" y="4454"/>
                </a:lnTo>
                <a:lnTo>
                  <a:pt x="122612" y="55553"/>
                </a:lnTo>
                <a:lnTo>
                  <a:pt x="115807" y="54563"/>
                </a:lnTo>
                <a:cubicBezTo>
                  <a:pt x="114157" y="40499"/>
                  <a:pt x="111147" y="30366"/>
                  <a:pt x="106775" y="24161"/>
                </a:cubicBezTo>
                <a:cubicBezTo>
                  <a:pt x="101166" y="16302"/>
                  <a:pt x="93041" y="12373"/>
                  <a:pt x="82401" y="12373"/>
                </a:cubicBezTo>
                <a:cubicBezTo>
                  <a:pt x="73658" y="12373"/>
                  <a:pt x="67059" y="14975"/>
                  <a:pt x="62605" y="20179"/>
                </a:cubicBezTo>
                <a:cubicBezTo>
                  <a:pt x="58233" y="25301"/>
                  <a:pt x="56048" y="31620"/>
                  <a:pt x="56048" y="39136"/>
                </a:cubicBezTo>
                <a:cubicBezTo>
                  <a:pt x="56048" y="44917"/>
                  <a:pt x="57450" y="49833"/>
                  <a:pt x="60254" y="53882"/>
                </a:cubicBezTo>
                <a:cubicBezTo>
                  <a:pt x="62646" y="57269"/>
                  <a:pt x="67760" y="61977"/>
                  <a:pt x="75596" y="68006"/>
                </a:cubicBezTo>
                <a:cubicBezTo>
                  <a:pt x="90113" y="78992"/>
                  <a:pt x="100671" y="88987"/>
                  <a:pt x="107270" y="97990"/>
                </a:cubicBezTo>
                <a:cubicBezTo>
                  <a:pt x="114528" y="108069"/>
                  <a:pt x="118158" y="118891"/>
                  <a:pt x="118158" y="130457"/>
                </a:cubicBezTo>
                <a:cubicBezTo>
                  <a:pt x="118158" y="145984"/>
                  <a:pt x="112879" y="158540"/>
                  <a:pt x="102321" y="168123"/>
                </a:cubicBezTo>
                <a:cubicBezTo>
                  <a:pt x="92340" y="177292"/>
                  <a:pt x="78277" y="181876"/>
                  <a:pt x="60130" y="181876"/>
                </a:cubicBezTo>
                <a:cubicBezTo>
                  <a:pt x="50892" y="181876"/>
                  <a:pt x="40499" y="179799"/>
                  <a:pt x="28952" y="175643"/>
                </a:cubicBezTo>
                <a:cubicBezTo>
                  <a:pt x="23425" y="173695"/>
                  <a:pt x="19549" y="172720"/>
                  <a:pt x="17322" y="172720"/>
                </a:cubicBezTo>
                <a:cubicBezTo>
                  <a:pt x="14847" y="172720"/>
                  <a:pt x="12950" y="173398"/>
                  <a:pt x="11630" y="174754"/>
                </a:cubicBezTo>
                <a:cubicBezTo>
                  <a:pt x="10475" y="175857"/>
                  <a:pt x="9114" y="178231"/>
                  <a:pt x="7547" y="181876"/>
                </a:cubicBezTo>
                <a:lnTo>
                  <a:pt x="0" y="181876"/>
                </a:lnTo>
                <a:close/>
                <a:moveTo>
                  <a:pt x="208018" y="141171"/>
                </a:moveTo>
                <a:lnTo>
                  <a:pt x="215318" y="145501"/>
                </a:lnTo>
                <a:cubicBezTo>
                  <a:pt x="207069" y="159160"/>
                  <a:pt x="199151" y="168471"/>
                  <a:pt x="191563" y="173436"/>
                </a:cubicBezTo>
                <a:cubicBezTo>
                  <a:pt x="184139" y="178238"/>
                  <a:pt x="176056" y="180639"/>
                  <a:pt x="167312" y="180639"/>
                </a:cubicBezTo>
                <a:cubicBezTo>
                  <a:pt x="155435" y="180639"/>
                  <a:pt x="145784" y="176589"/>
                  <a:pt x="138361" y="168491"/>
                </a:cubicBezTo>
                <a:cubicBezTo>
                  <a:pt x="132092" y="161629"/>
                  <a:pt x="128958" y="153198"/>
                  <a:pt x="128958" y="143197"/>
                </a:cubicBezTo>
                <a:cubicBezTo>
                  <a:pt x="128958" y="127329"/>
                  <a:pt x="133824" y="111873"/>
                  <a:pt x="143557" y="96830"/>
                </a:cubicBezTo>
                <a:cubicBezTo>
                  <a:pt x="151805" y="84100"/>
                  <a:pt x="162075" y="74305"/>
                  <a:pt x="174365" y="67446"/>
                </a:cubicBezTo>
                <a:cubicBezTo>
                  <a:pt x="183355" y="62404"/>
                  <a:pt x="192552" y="59883"/>
                  <a:pt x="201955" y="59883"/>
                </a:cubicBezTo>
                <a:cubicBezTo>
                  <a:pt x="211194" y="59883"/>
                  <a:pt x="218246" y="62610"/>
                  <a:pt x="223112" y="68064"/>
                </a:cubicBezTo>
                <a:cubicBezTo>
                  <a:pt x="226742" y="72029"/>
                  <a:pt x="228556" y="76697"/>
                  <a:pt x="228556" y="82069"/>
                </a:cubicBezTo>
                <a:cubicBezTo>
                  <a:pt x="228556" y="91322"/>
                  <a:pt x="223979" y="100205"/>
                  <a:pt x="214823" y="108716"/>
                </a:cubicBezTo>
                <a:cubicBezTo>
                  <a:pt x="208224" y="114830"/>
                  <a:pt x="200347" y="119788"/>
                  <a:pt x="191191" y="123590"/>
                </a:cubicBezTo>
                <a:cubicBezTo>
                  <a:pt x="185335" y="126067"/>
                  <a:pt x="176097" y="128545"/>
                  <a:pt x="163477" y="131025"/>
                </a:cubicBezTo>
                <a:cubicBezTo>
                  <a:pt x="162405" y="135562"/>
                  <a:pt x="161868" y="139727"/>
                  <a:pt x="161868" y="143521"/>
                </a:cubicBezTo>
                <a:cubicBezTo>
                  <a:pt x="161868" y="157379"/>
                  <a:pt x="167312" y="164307"/>
                  <a:pt x="178200" y="164307"/>
                </a:cubicBezTo>
                <a:cubicBezTo>
                  <a:pt x="184304" y="164307"/>
                  <a:pt x="189789" y="162080"/>
                  <a:pt x="194656" y="157626"/>
                </a:cubicBezTo>
                <a:cubicBezTo>
                  <a:pt x="198532" y="154079"/>
                  <a:pt x="202986" y="148594"/>
                  <a:pt x="208018" y="141171"/>
                </a:cubicBezTo>
                <a:moveTo>
                  <a:pt x="165209" y="122983"/>
                </a:moveTo>
                <a:cubicBezTo>
                  <a:pt x="167024" y="122323"/>
                  <a:pt x="168880" y="121663"/>
                  <a:pt x="170777" y="121003"/>
                </a:cubicBezTo>
                <a:cubicBezTo>
                  <a:pt x="177870" y="118446"/>
                  <a:pt x="183520" y="115518"/>
                  <a:pt x="187727" y="112219"/>
                </a:cubicBezTo>
                <a:cubicBezTo>
                  <a:pt x="199440" y="102981"/>
                  <a:pt x="205296" y="91268"/>
                  <a:pt x="205296" y="77081"/>
                </a:cubicBezTo>
                <a:cubicBezTo>
                  <a:pt x="205296" y="71225"/>
                  <a:pt x="202904" y="68296"/>
                  <a:pt x="198120" y="68296"/>
                </a:cubicBezTo>
                <a:cubicBezTo>
                  <a:pt x="193831" y="68296"/>
                  <a:pt x="189459" y="70936"/>
                  <a:pt x="185005" y="76215"/>
                </a:cubicBezTo>
                <a:cubicBezTo>
                  <a:pt x="179644" y="82566"/>
                  <a:pt x="174942" y="91515"/>
                  <a:pt x="170900" y="103063"/>
                </a:cubicBezTo>
                <a:cubicBezTo>
                  <a:pt x="169911" y="105868"/>
                  <a:pt x="168013" y="112508"/>
                  <a:pt x="165209" y="122983"/>
                </a:cubicBezTo>
                <a:close/>
                <a:moveTo>
                  <a:pt x="282242" y="141418"/>
                </a:moveTo>
                <a:lnTo>
                  <a:pt x="287810" y="145006"/>
                </a:lnTo>
                <a:cubicBezTo>
                  <a:pt x="277747" y="160485"/>
                  <a:pt x="269457" y="170294"/>
                  <a:pt x="262941" y="174433"/>
                </a:cubicBezTo>
                <a:cubicBezTo>
                  <a:pt x="257497" y="177911"/>
                  <a:pt x="251558" y="179649"/>
                  <a:pt x="245125" y="179649"/>
                </a:cubicBezTo>
                <a:cubicBezTo>
                  <a:pt x="237866" y="179649"/>
                  <a:pt x="232917" y="177256"/>
                  <a:pt x="230278" y="172469"/>
                </a:cubicBezTo>
                <a:cubicBezTo>
                  <a:pt x="228793" y="169827"/>
                  <a:pt x="228051" y="167144"/>
                  <a:pt x="228051" y="164419"/>
                </a:cubicBezTo>
                <a:cubicBezTo>
                  <a:pt x="228051" y="158063"/>
                  <a:pt x="230937" y="144690"/>
                  <a:pt x="236711" y="124301"/>
                </a:cubicBezTo>
                <a:lnTo>
                  <a:pt x="255518" y="57439"/>
                </a:lnTo>
                <a:cubicBezTo>
                  <a:pt x="261209" y="37383"/>
                  <a:pt x="264055" y="25373"/>
                  <a:pt x="264055" y="21408"/>
                </a:cubicBezTo>
                <a:cubicBezTo>
                  <a:pt x="264055" y="16704"/>
                  <a:pt x="260508" y="14352"/>
                  <a:pt x="253414" y="14352"/>
                </a:cubicBezTo>
                <a:cubicBezTo>
                  <a:pt x="253084" y="14352"/>
                  <a:pt x="251311" y="14393"/>
                  <a:pt x="248094" y="14476"/>
                </a:cubicBezTo>
                <a:lnTo>
                  <a:pt x="248094" y="7671"/>
                </a:lnTo>
                <a:cubicBezTo>
                  <a:pt x="264508" y="6186"/>
                  <a:pt x="282160" y="3629"/>
                  <a:pt x="301048" y="0"/>
                </a:cubicBezTo>
                <a:lnTo>
                  <a:pt x="264302" y="132533"/>
                </a:lnTo>
                <a:cubicBezTo>
                  <a:pt x="260590" y="145967"/>
                  <a:pt x="258734" y="154374"/>
                  <a:pt x="258734" y="157754"/>
                </a:cubicBezTo>
                <a:cubicBezTo>
                  <a:pt x="258734" y="158906"/>
                  <a:pt x="259147" y="159812"/>
                  <a:pt x="259972" y="160472"/>
                </a:cubicBezTo>
                <a:cubicBezTo>
                  <a:pt x="260879" y="161214"/>
                  <a:pt x="261745" y="161585"/>
                  <a:pt x="262570" y="161585"/>
                </a:cubicBezTo>
                <a:cubicBezTo>
                  <a:pt x="266529" y="161585"/>
                  <a:pt x="273087" y="154863"/>
                  <a:pt x="282242" y="141418"/>
                </a:cubicBez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ect">
            <a:extLst xmlns:a="http://schemas.openxmlformats.org/drawingml/2006/main">
              <a:ext uri="{FF2B5EF4-FFF2-40B4-BE49-F238E27FC236}">
                <a16:creationId xmlns:a16="http://schemas.microsoft.com/office/drawing/2014/main" id="{C831DE81-9FDF-4D53-9677-66420D1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895" y="202665"/>
            <a:ext cx="269575" cy="154162"/>
          </a:xfrm>
          <a:custGeom xmlns:a="http://schemas.openxmlformats.org/drawingml/2006/main">
            <a:pathLst>
              <a:path w="269575" h="154162">
                <a:moveTo>
                  <a:pt x="79060" y="114693"/>
                </a:moveTo>
                <a:lnTo>
                  <a:pt x="86360" y="119024"/>
                </a:lnTo>
                <a:cubicBezTo>
                  <a:pt x="78112" y="132682"/>
                  <a:pt x="70193" y="141994"/>
                  <a:pt x="62605" y="146959"/>
                </a:cubicBezTo>
                <a:cubicBezTo>
                  <a:pt x="55181" y="151761"/>
                  <a:pt x="47098" y="154162"/>
                  <a:pt x="38355" y="154162"/>
                </a:cubicBezTo>
                <a:cubicBezTo>
                  <a:pt x="26477" y="154162"/>
                  <a:pt x="16827" y="150112"/>
                  <a:pt x="9403" y="142013"/>
                </a:cubicBezTo>
                <a:cubicBezTo>
                  <a:pt x="3134" y="135152"/>
                  <a:pt x="0" y="126720"/>
                  <a:pt x="0" y="116719"/>
                </a:cubicBezTo>
                <a:cubicBezTo>
                  <a:pt x="0" y="100852"/>
                  <a:pt x="4867" y="85396"/>
                  <a:pt x="14600" y="70353"/>
                </a:cubicBezTo>
                <a:cubicBezTo>
                  <a:pt x="22848" y="57622"/>
                  <a:pt x="33117" y="47828"/>
                  <a:pt x="45407" y="40969"/>
                </a:cubicBezTo>
                <a:cubicBezTo>
                  <a:pt x="54398" y="35927"/>
                  <a:pt x="63595" y="33406"/>
                  <a:pt x="72998" y="33406"/>
                </a:cubicBezTo>
                <a:cubicBezTo>
                  <a:pt x="82236" y="33406"/>
                  <a:pt x="89288" y="36133"/>
                  <a:pt x="94155" y="41587"/>
                </a:cubicBezTo>
                <a:cubicBezTo>
                  <a:pt x="97784" y="45552"/>
                  <a:pt x="99599" y="50220"/>
                  <a:pt x="99599" y="55591"/>
                </a:cubicBezTo>
                <a:cubicBezTo>
                  <a:pt x="99599" y="64845"/>
                  <a:pt x="95021" y="73727"/>
                  <a:pt x="85865" y="82239"/>
                </a:cubicBezTo>
                <a:cubicBezTo>
                  <a:pt x="79267" y="88353"/>
                  <a:pt x="71389" y="93311"/>
                  <a:pt x="62234" y="97113"/>
                </a:cubicBezTo>
                <a:cubicBezTo>
                  <a:pt x="56377" y="99590"/>
                  <a:pt x="47139" y="102068"/>
                  <a:pt x="34519" y="104548"/>
                </a:cubicBezTo>
                <a:cubicBezTo>
                  <a:pt x="33447" y="109084"/>
                  <a:pt x="32911" y="113250"/>
                  <a:pt x="32911" y="117044"/>
                </a:cubicBezTo>
                <a:cubicBezTo>
                  <a:pt x="32911" y="130901"/>
                  <a:pt x="38355" y="137830"/>
                  <a:pt x="49243" y="137830"/>
                </a:cubicBezTo>
                <a:cubicBezTo>
                  <a:pt x="55346" y="137830"/>
                  <a:pt x="60832" y="135603"/>
                  <a:pt x="65698" y="131149"/>
                </a:cubicBezTo>
                <a:cubicBezTo>
                  <a:pt x="69575" y="127602"/>
                  <a:pt x="74029" y="122117"/>
                  <a:pt x="79060" y="114693"/>
                </a:cubicBezTo>
                <a:moveTo>
                  <a:pt x="36252" y="96506"/>
                </a:moveTo>
                <a:cubicBezTo>
                  <a:pt x="38066" y="95846"/>
                  <a:pt x="39922" y="95186"/>
                  <a:pt x="41819" y="94526"/>
                </a:cubicBezTo>
                <a:cubicBezTo>
                  <a:pt x="48913" y="91969"/>
                  <a:pt x="54563" y="89041"/>
                  <a:pt x="58770" y="85742"/>
                </a:cubicBezTo>
                <a:cubicBezTo>
                  <a:pt x="70482" y="76503"/>
                  <a:pt x="76338" y="64791"/>
                  <a:pt x="76338" y="50604"/>
                </a:cubicBezTo>
                <a:cubicBezTo>
                  <a:pt x="76338" y="44747"/>
                  <a:pt x="73946" y="41819"/>
                  <a:pt x="69162" y="41819"/>
                </a:cubicBezTo>
                <a:cubicBezTo>
                  <a:pt x="64873" y="41819"/>
                  <a:pt x="60502" y="44459"/>
                  <a:pt x="56048" y="49738"/>
                </a:cubicBezTo>
                <a:cubicBezTo>
                  <a:pt x="50686" y="56089"/>
                  <a:pt x="45985" y="65038"/>
                  <a:pt x="41943" y="76586"/>
                </a:cubicBezTo>
                <a:cubicBezTo>
                  <a:pt x="40953" y="79390"/>
                  <a:pt x="39056" y="86030"/>
                  <a:pt x="36252" y="96506"/>
                </a:cubicBezTo>
                <a:close/>
                <a:moveTo>
                  <a:pt x="179143" y="114941"/>
                </a:moveTo>
                <a:lnTo>
                  <a:pt x="186319" y="119519"/>
                </a:lnTo>
                <a:cubicBezTo>
                  <a:pt x="178813" y="130280"/>
                  <a:pt x="172297" y="138019"/>
                  <a:pt x="166771" y="142736"/>
                </a:cubicBezTo>
                <a:cubicBezTo>
                  <a:pt x="157945" y="150353"/>
                  <a:pt x="147717" y="154162"/>
                  <a:pt x="136087" y="154162"/>
                </a:cubicBezTo>
                <a:cubicBezTo>
                  <a:pt x="124622" y="154162"/>
                  <a:pt x="115260" y="150525"/>
                  <a:pt x="108001" y="143251"/>
                </a:cubicBezTo>
                <a:cubicBezTo>
                  <a:pt x="100908" y="136227"/>
                  <a:pt x="97361" y="127094"/>
                  <a:pt x="97361" y="115853"/>
                </a:cubicBezTo>
                <a:cubicBezTo>
                  <a:pt x="97361" y="103702"/>
                  <a:pt x="100413" y="91593"/>
                  <a:pt x="106517" y="79524"/>
                </a:cubicBezTo>
                <a:cubicBezTo>
                  <a:pt x="115590" y="61672"/>
                  <a:pt x="128292" y="48447"/>
                  <a:pt x="144624" y="39851"/>
                </a:cubicBezTo>
                <a:cubicBezTo>
                  <a:pt x="152707" y="35554"/>
                  <a:pt x="160997" y="33406"/>
                  <a:pt x="169493" y="33406"/>
                </a:cubicBezTo>
                <a:cubicBezTo>
                  <a:pt x="179556" y="33406"/>
                  <a:pt x="187227" y="36252"/>
                  <a:pt x="192506" y="41943"/>
                </a:cubicBezTo>
                <a:cubicBezTo>
                  <a:pt x="196135" y="45902"/>
                  <a:pt x="197950" y="50686"/>
                  <a:pt x="197950" y="56295"/>
                </a:cubicBezTo>
                <a:cubicBezTo>
                  <a:pt x="197950" y="61904"/>
                  <a:pt x="196300" y="66358"/>
                  <a:pt x="193000" y="69657"/>
                </a:cubicBezTo>
                <a:cubicBezTo>
                  <a:pt x="190114" y="72544"/>
                  <a:pt x="186526" y="73988"/>
                  <a:pt x="182236" y="73988"/>
                </a:cubicBezTo>
                <a:cubicBezTo>
                  <a:pt x="177452" y="73988"/>
                  <a:pt x="173617" y="72421"/>
                  <a:pt x="170730" y="69286"/>
                </a:cubicBezTo>
                <a:cubicBezTo>
                  <a:pt x="168585" y="66977"/>
                  <a:pt x="167513" y="64131"/>
                  <a:pt x="167513" y="60749"/>
                </a:cubicBezTo>
                <a:cubicBezTo>
                  <a:pt x="167513" y="57945"/>
                  <a:pt x="168627" y="54687"/>
                  <a:pt x="170854" y="50975"/>
                </a:cubicBezTo>
                <a:cubicBezTo>
                  <a:pt x="172173" y="48748"/>
                  <a:pt x="172833" y="47098"/>
                  <a:pt x="172833" y="46026"/>
                </a:cubicBezTo>
                <a:cubicBezTo>
                  <a:pt x="172833" y="44954"/>
                  <a:pt x="172380" y="44046"/>
                  <a:pt x="171472" y="43304"/>
                </a:cubicBezTo>
                <a:cubicBezTo>
                  <a:pt x="170318" y="42314"/>
                  <a:pt x="168874" y="41819"/>
                  <a:pt x="167142" y="41819"/>
                </a:cubicBezTo>
                <a:cubicBezTo>
                  <a:pt x="159471" y="41819"/>
                  <a:pt x="152254" y="47848"/>
                  <a:pt x="145490" y="59906"/>
                </a:cubicBezTo>
                <a:cubicBezTo>
                  <a:pt x="140871" y="68247"/>
                  <a:pt x="137118" y="77538"/>
                  <a:pt x="134231" y="87779"/>
                </a:cubicBezTo>
                <a:cubicBezTo>
                  <a:pt x="131262" y="98353"/>
                  <a:pt x="129777" y="107479"/>
                  <a:pt x="129777" y="115157"/>
                </a:cubicBezTo>
                <a:cubicBezTo>
                  <a:pt x="129777" y="123169"/>
                  <a:pt x="132045" y="129240"/>
                  <a:pt x="136582" y="133372"/>
                </a:cubicBezTo>
                <a:cubicBezTo>
                  <a:pt x="139881" y="136344"/>
                  <a:pt x="143799" y="137830"/>
                  <a:pt x="148336" y="137830"/>
                </a:cubicBezTo>
                <a:cubicBezTo>
                  <a:pt x="154934" y="137830"/>
                  <a:pt x="161492" y="134778"/>
                  <a:pt x="168008" y="128674"/>
                </a:cubicBezTo>
                <a:cubicBezTo>
                  <a:pt x="170812" y="126035"/>
                  <a:pt x="174524" y="121457"/>
                  <a:pt x="179143" y="114941"/>
                </a:cubicBezTo>
                <a:close/>
                <a:moveTo>
                  <a:pt x="269575" y="36870"/>
                </a:moveTo>
                <a:lnTo>
                  <a:pt x="269575" y="47511"/>
                </a:lnTo>
                <a:lnTo>
                  <a:pt x="248542" y="47511"/>
                </a:lnTo>
                <a:cubicBezTo>
                  <a:pt x="244830" y="61102"/>
                  <a:pt x="242026" y="71110"/>
                  <a:pt x="240129" y="77533"/>
                </a:cubicBezTo>
                <a:cubicBezTo>
                  <a:pt x="231056" y="108668"/>
                  <a:pt x="226519" y="126541"/>
                  <a:pt x="226519" y="131153"/>
                </a:cubicBezTo>
                <a:cubicBezTo>
                  <a:pt x="226519" y="132307"/>
                  <a:pt x="226973" y="133255"/>
                  <a:pt x="227880" y="133994"/>
                </a:cubicBezTo>
                <a:cubicBezTo>
                  <a:pt x="228787" y="134737"/>
                  <a:pt x="229695" y="135108"/>
                  <a:pt x="230602" y="135108"/>
                </a:cubicBezTo>
                <a:cubicBezTo>
                  <a:pt x="234644" y="135108"/>
                  <a:pt x="241036" y="128386"/>
                  <a:pt x="249779" y="114941"/>
                </a:cubicBezTo>
                <a:lnTo>
                  <a:pt x="255347" y="118529"/>
                </a:lnTo>
                <a:cubicBezTo>
                  <a:pt x="247841" y="130450"/>
                  <a:pt x="241531" y="138728"/>
                  <a:pt x="236417" y="143363"/>
                </a:cubicBezTo>
                <a:cubicBezTo>
                  <a:pt x="229324" y="149902"/>
                  <a:pt x="221653" y="153172"/>
                  <a:pt x="213404" y="153172"/>
                </a:cubicBezTo>
                <a:cubicBezTo>
                  <a:pt x="206063" y="153172"/>
                  <a:pt x="200908" y="150612"/>
                  <a:pt x="197939" y="145493"/>
                </a:cubicBezTo>
                <a:cubicBezTo>
                  <a:pt x="196371" y="142684"/>
                  <a:pt x="195588" y="139710"/>
                  <a:pt x="195588" y="136573"/>
                </a:cubicBezTo>
                <a:cubicBezTo>
                  <a:pt x="195588" y="131702"/>
                  <a:pt x="197609" y="122163"/>
                  <a:pt x="201650" y="107958"/>
                </a:cubicBezTo>
                <a:lnTo>
                  <a:pt x="218848" y="47511"/>
                </a:lnTo>
                <a:lnTo>
                  <a:pt x="205981" y="47511"/>
                </a:lnTo>
                <a:lnTo>
                  <a:pt x="205981" y="38602"/>
                </a:lnTo>
                <a:cubicBezTo>
                  <a:pt x="215384" y="35045"/>
                  <a:pt x="223756" y="30328"/>
                  <a:pt x="231097" y="24451"/>
                </a:cubicBezTo>
                <a:cubicBezTo>
                  <a:pt x="237613" y="19074"/>
                  <a:pt x="244707" y="10924"/>
                  <a:pt x="252378" y="0"/>
                </a:cubicBezTo>
                <a:lnTo>
                  <a:pt x="261162" y="0"/>
                </a:lnTo>
                <a:lnTo>
                  <a:pt x="251388" y="36870"/>
                </a:lnTo>
                <a:lnTo>
                  <a:pt x="269575" y="36870"/>
                </a:ln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e">
            <a:extLst xmlns:a="http://schemas.openxmlformats.org/drawingml/2006/main">
              <a:ext uri="{FF2B5EF4-FFF2-40B4-BE49-F238E27FC236}">
                <a16:creationId xmlns:a16="http://schemas.microsoft.com/office/drawing/2014/main" id="{6F97871A-A745-4898-AC80-8FC07407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338" y="236071"/>
            <a:ext cx="99599" cy="120756"/>
          </a:xfrm>
          <a:custGeom xmlns:a="http://schemas.openxmlformats.org/drawingml/2006/main">
            <a:pathLst>
              <a:path w="99599" h="120756">
                <a:moveTo>
                  <a:pt x="79060" y="81288"/>
                </a:moveTo>
                <a:lnTo>
                  <a:pt x="86360" y="85618"/>
                </a:lnTo>
                <a:cubicBezTo>
                  <a:pt x="78112" y="99277"/>
                  <a:pt x="70193" y="108588"/>
                  <a:pt x="62605" y="113553"/>
                </a:cubicBezTo>
                <a:cubicBezTo>
                  <a:pt x="55181" y="118355"/>
                  <a:pt x="47098" y="120756"/>
                  <a:pt x="38355" y="120756"/>
                </a:cubicBezTo>
                <a:cubicBezTo>
                  <a:pt x="26477" y="120756"/>
                  <a:pt x="16827" y="116706"/>
                  <a:pt x="9403" y="108608"/>
                </a:cubicBezTo>
                <a:cubicBezTo>
                  <a:pt x="3134" y="101746"/>
                  <a:pt x="0" y="93315"/>
                  <a:pt x="0" y="83314"/>
                </a:cubicBezTo>
                <a:cubicBezTo>
                  <a:pt x="0" y="67446"/>
                  <a:pt x="4867" y="51990"/>
                  <a:pt x="14600" y="36947"/>
                </a:cubicBezTo>
                <a:cubicBezTo>
                  <a:pt x="22848" y="24217"/>
                  <a:pt x="33117" y="14422"/>
                  <a:pt x="45407" y="7563"/>
                </a:cubicBezTo>
                <a:cubicBezTo>
                  <a:pt x="54398" y="2521"/>
                  <a:pt x="63595" y="0"/>
                  <a:pt x="72998" y="0"/>
                </a:cubicBezTo>
                <a:cubicBezTo>
                  <a:pt x="82236" y="0"/>
                  <a:pt x="89288" y="2727"/>
                  <a:pt x="94155" y="8181"/>
                </a:cubicBezTo>
                <a:cubicBezTo>
                  <a:pt x="97784" y="12146"/>
                  <a:pt x="99599" y="16814"/>
                  <a:pt x="99599" y="22185"/>
                </a:cubicBezTo>
                <a:cubicBezTo>
                  <a:pt x="99599" y="31439"/>
                  <a:pt x="95021" y="40322"/>
                  <a:pt x="85865" y="48833"/>
                </a:cubicBezTo>
                <a:cubicBezTo>
                  <a:pt x="79267" y="54947"/>
                  <a:pt x="71389" y="59905"/>
                  <a:pt x="62234" y="63707"/>
                </a:cubicBezTo>
                <a:cubicBezTo>
                  <a:pt x="56377" y="66184"/>
                  <a:pt x="47139" y="68662"/>
                  <a:pt x="34519" y="71142"/>
                </a:cubicBezTo>
                <a:cubicBezTo>
                  <a:pt x="33447" y="75679"/>
                  <a:pt x="32911" y="79844"/>
                  <a:pt x="32911" y="83638"/>
                </a:cubicBezTo>
                <a:cubicBezTo>
                  <a:pt x="32911" y="97496"/>
                  <a:pt x="38355" y="104424"/>
                  <a:pt x="49243" y="104424"/>
                </a:cubicBezTo>
                <a:cubicBezTo>
                  <a:pt x="55346" y="104424"/>
                  <a:pt x="60832" y="102197"/>
                  <a:pt x="65698" y="97743"/>
                </a:cubicBezTo>
                <a:cubicBezTo>
                  <a:pt x="69575" y="94196"/>
                  <a:pt x="74029" y="88711"/>
                  <a:pt x="79060" y="81288"/>
                </a:cubicBezTo>
                <a:moveTo>
                  <a:pt x="36252" y="63100"/>
                </a:moveTo>
                <a:cubicBezTo>
                  <a:pt x="38066" y="62440"/>
                  <a:pt x="39922" y="61780"/>
                  <a:pt x="41819" y="61120"/>
                </a:cubicBezTo>
                <a:cubicBezTo>
                  <a:pt x="48913" y="58563"/>
                  <a:pt x="54563" y="55635"/>
                  <a:pt x="58770" y="52336"/>
                </a:cubicBezTo>
                <a:cubicBezTo>
                  <a:pt x="70482" y="43098"/>
                  <a:pt x="76338" y="31385"/>
                  <a:pt x="76338" y="17198"/>
                </a:cubicBezTo>
                <a:cubicBezTo>
                  <a:pt x="76338" y="11341"/>
                  <a:pt x="73946" y="8413"/>
                  <a:pt x="69162" y="8413"/>
                </a:cubicBezTo>
                <a:cubicBezTo>
                  <a:pt x="64873" y="8413"/>
                  <a:pt x="60502" y="11053"/>
                  <a:pt x="56048" y="16332"/>
                </a:cubicBezTo>
                <a:cubicBezTo>
                  <a:pt x="50686" y="22683"/>
                  <a:pt x="45985" y="31632"/>
                  <a:pt x="41943" y="43180"/>
                </a:cubicBezTo>
                <a:cubicBezTo>
                  <a:pt x="40953" y="45985"/>
                  <a:pt x="39056" y="52624"/>
                  <a:pt x="36252" y="63100"/>
                </a:cubicBez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di">
            <a:extLst xmlns:a="http://schemas.openxmlformats.org/drawingml/2006/main">
              <a:ext uri="{FF2B5EF4-FFF2-40B4-BE49-F238E27FC236}">
                <a16:creationId xmlns:a16="http://schemas.microsoft.com/office/drawing/2014/main" id="{EDEB1D2E-B45F-4215-BED6-7FEEF00E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617" y="176064"/>
            <a:ext cx="236587" cy="180763"/>
          </a:xfrm>
          <a:custGeom xmlns:a="http://schemas.openxmlformats.org/drawingml/2006/main">
            <a:pathLst>
              <a:path w="236587" h="180763">
                <a:moveTo>
                  <a:pt x="113580" y="144140"/>
                </a:moveTo>
                <a:lnTo>
                  <a:pt x="119147" y="148099"/>
                </a:lnTo>
                <a:cubicBezTo>
                  <a:pt x="110569" y="161928"/>
                  <a:pt x="102733" y="171077"/>
                  <a:pt x="95640" y="175547"/>
                </a:cubicBezTo>
                <a:cubicBezTo>
                  <a:pt x="90691" y="178694"/>
                  <a:pt x="85907" y="180268"/>
                  <a:pt x="81288" y="180268"/>
                </a:cubicBezTo>
                <a:cubicBezTo>
                  <a:pt x="76421" y="180268"/>
                  <a:pt x="72585" y="178737"/>
                  <a:pt x="69781" y="175674"/>
                </a:cubicBezTo>
                <a:cubicBezTo>
                  <a:pt x="67389" y="173107"/>
                  <a:pt x="66193" y="169422"/>
                  <a:pt x="66193" y="164620"/>
                </a:cubicBezTo>
                <a:cubicBezTo>
                  <a:pt x="66193" y="161391"/>
                  <a:pt x="67100" y="155595"/>
                  <a:pt x="68915" y="147233"/>
                </a:cubicBezTo>
                <a:cubicBezTo>
                  <a:pt x="60667" y="161059"/>
                  <a:pt x="53119" y="170249"/>
                  <a:pt x="46273" y="174801"/>
                </a:cubicBezTo>
                <a:cubicBezTo>
                  <a:pt x="40169" y="178775"/>
                  <a:pt x="33736" y="180763"/>
                  <a:pt x="26972" y="180763"/>
                </a:cubicBezTo>
                <a:cubicBezTo>
                  <a:pt x="19136" y="180763"/>
                  <a:pt x="12826" y="177953"/>
                  <a:pt x="8042" y="172334"/>
                </a:cubicBezTo>
                <a:cubicBezTo>
                  <a:pt x="2681" y="165967"/>
                  <a:pt x="0" y="158197"/>
                  <a:pt x="0" y="149023"/>
                </a:cubicBezTo>
                <a:cubicBezTo>
                  <a:pt x="0" y="134560"/>
                  <a:pt x="4537" y="119394"/>
                  <a:pt x="13610" y="103523"/>
                </a:cubicBezTo>
                <a:cubicBezTo>
                  <a:pt x="23260" y="86663"/>
                  <a:pt x="34932" y="74182"/>
                  <a:pt x="48624" y="66081"/>
                </a:cubicBezTo>
                <a:cubicBezTo>
                  <a:pt x="55553" y="62031"/>
                  <a:pt x="62358" y="60007"/>
                  <a:pt x="69039" y="60007"/>
                </a:cubicBezTo>
                <a:cubicBezTo>
                  <a:pt x="75555" y="60007"/>
                  <a:pt x="81617" y="62852"/>
                  <a:pt x="87226" y="68544"/>
                </a:cubicBezTo>
                <a:lnTo>
                  <a:pt x="91804" y="51184"/>
                </a:lnTo>
                <a:cubicBezTo>
                  <a:pt x="96671" y="33243"/>
                  <a:pt x="99104" y="23322"/>
                  <a:pt x="99104" y="21420"/>
                </a:cubicBezTo>
                <a:cubicBezTo>
                  <a:pt x="99104" y="16626"/>
                  <a:pt x="95640" y="14228"/>
                  <a:pt x="88711" y="14228"/>
                </a:cubicBezTo>
                <a:lnTo>
                  <a:pt x="83391" y="14228"/>
                </a:lnTo>
                <a:lnTo>
                  <a:pt x="83391" y="7424"/>
                </a:lnTo>
                <a:cubicBezTo>
                  <a:pt x="105414" y="5609"/>
                  <a:pt x="123065" y="3134"/>
                  <a:pt x="136345" y="0"/>
                </a:cubicBezTo>
                <a:lnTo>
                  <a:pt x="108260" y="102769"/>
                </a:lnTo>
                <a:cubicBezTo>
                  <a:pt x="98609" y="137853"/>
                  <a:pt x="93784" y="156715"/>
                  <a:pt x="93784" y="159354"/>
                </a:cubicBezTo>
                <a:cubicBezTo>
                  <a:pt x="93784" y="161419"/>
                  <a:pt x="94732" y="162451"/>
                  <a:pt x="96629" y="162451"/>
                </a:cubicBezTo>
                <a:cubicBezTo>
                  <a:pt x="100506" y="162451"/>
                  <a:pt x="106156" y="156348"/>
                  <a:pt x="113580" y="144140"/>
                </a:cubicBezTo>
                <a:moveTo>
                  <a:pt x="73988" y="70647"/>
                </a:moveTo>
                <a:cubicBezTo>
                  <a:pt x="65987" y="70070"/>
                  <a:pt x="57738" y="77471"/>
                  <a:pt x="49243" y="92852"/>
                </a:cubicBezTo>
                <a:cubicBezTo>
                  <a:pt x="44211" y="101868"/>
                  <a:pt x="39963" y="111917"/>
                  <a:pt x="36499" y="122998"/>
                </a:cubicBezTo>
                <a:cubicBezTo>
                  <a:pt x="33447" y="132760"/>
                  <a:pt x="31756" y="140535"/>
                  <a:pt x="31426" y="146324"/>
                </a:cubicBezTo>
                <a:cubicBezTo>
                  <a:pt x="31096" y="152279"/>
                  <a:pt x="32581" y="156827"/>
                  <a:pt x="35880" y="159969"/>
                </a:cubicBezTo>
                <a:cubicBezTo>
                  <a:pt x="37530" y="161624"/>
                  <a:pt x="39510" y="162451"/>
                  <a:pt x="41819" y="162451"/>
                </a:cubicBezTo>
                <a:cubicBezTo>
                  <a:pt x="49325" y="162451"/>
                  <a:pt x="56542" y="156166"/>
                  <a:pt x="63471" y="143595"/>
                </a:cubicBezTo>
                <a:cubicBezTo>
                  <a:pt x="69080" y="133421"/>
                  <a:pt x="74070" y="120891"/>
                  <a:pt x="78442" y="106006"/>
                </a:cubicBezTo>
                <a:cubicBezTo>
                  <a:pt x="81741" y="94342"/>
                  <a:pt x="83391" y="86733"/>
                  <a:pt x="83391" y="83178"/>
                </a:cubicBezTo>
                <a:cubicBezTo>
                  <a:pt x="83391" y="80366"/>
                  <a:pt x="82690" y="77678"/>
                  <a:pt x="81288" y="75113"/>
                </a:cubicBezTo>
                <a:cubicBezTo>
                  <a:pt x="79803" y="72383"/>
                  <a:pt x="77370" y="70895"/>
                  <a:pt x="73988" y="70647"/>
                </a:cubicBezTo>
                <a:close/>
                <a:moveTo>
                  <a:pt x="224710" y="141542"/>
                </a:moveTo>
                <a:lnTo>
                  <a:pt x="230277" y="145130"/>
                </a:lnTo>
                <a:cubicBezTo>
                  <a:pt x="220049" y="160776"/>
                  <a:pt x="211677" y="170667"/>
                  <a:pt x="205161" y="174804"/>
                </a:cubicBezTo>
                <a:cubicBezTo>
                  <a:pt x="199965" y="178117"/>
                  <a:pt x="194273" y="179773"/>
                  <a:pt x="188087" y="179773"/>
                </a:cubicBezTo>
                <a:cubicBezTo>
                  <a:pt x="182148" y="179773"/>
                  <a:pt x="177694" y="178038"/>
                  <a:pt x="174725" y="174569"/>
                </a:cubicBezTo>
                <a:cubicBezTo>
                  <a:pt x="171920" y="171349"/>
                  <a:pt x="170518" y="167757"/>
                  <a:pt x="170518" y="163793"/>
                </a:cubicBezTo>
                <a:cubicBezTo>
                  <a:pt x="170518" y="159994"/>
                  <a:pt x="171590" y="154090"/>
                  <a:pt x="173735" y="146081"/>
                </a:cubicBezTo>
                <a:lnTo>
                  <a:pt x="188458" y="91700"/>
                </a:lnTo>
                <a:cubicBezTo>
                  <a:pt x="189695" y="86911"/>
                  <a:pt x="190314" y="83525"/>
                  <a:pt x="190314" y="81543"/>
                </a:cubicBezTo>
                <a:cubicBezTo>
                  <a:pt x="190314" y="76589"/>
                  <a:pt x="186396" y="74111"/>
                  <a:pt x="178560" y="74111"/>
                </a:cubicBezTo>
                <a:cubicBezTo>
                  <a:pt x="177735" y="74111"/>
                  <a:pt x="176663" y="74111"/>
                  <a:pt x="175343" y="74111"/>
                </a:cubicBezTo>
                <a:lnTo>
                  <a:pt x="175343" y="67307"/>
                </a:lnTo>
                <a:cubicBezTo>
                  <a:pt x="195552" y="65739"/>
                  <a:pt x="212626" y="63347"/>
                  <a:pt x="226566" y="60130"/>
                </a:cubicBezTo>
                <a:lnTo>
                  <a:pt x="203553" y="144778"/>
                </a:lnTo>
                <a:cubicBezTo>
                  <a:pt x="201985" y="150464"/>
                  <a:pt x="201202" y="154831"/>
                  <a:pt x="201202" y="157877"/>
                </a:cubicBezTo>
                <a:cubicBezTo>
                  <a:pt x="201202" y="158950"/>
                  <a:pt x="201614" y="159897"/>
                  <a:pt x="202439" y="160719"/>
                </a:cubicBezTo>
                <a:cubicBezTo>
                  <a:pt x="203181" y="161379"/>
                  <a:pt x="204006" y="161709"/>
                  <a:pt x="204914" y="161709"/>
                </a:cubicBezTo>
                <a:cubicBezTo>
                  <a:pt x="208955" y="161709"/>
                  <a:pt x="214440" y="156667"/>
                  <a:pt x="221369" y="146584"/>
                </a:cubicBezTo>
                <a:lnTo>
                  <a:pt x="224710" y="141542"/>
                </a:lnTo>
                <a:moveTo>
                  <a:pt x="219142" y="3835"/>
                </a:moveTo>
                <a:cubicBezTo>
                  <a:pt x="224256" y="3835"/>
                  <a:pt x="228586" y="5815"/>
                  <a:pt x="232133" y="9774"/>
                </a:cubicBezTo>
                <a:cubicBezTo>
                  <a:pt x="235103" y="13074"/>
                  <a:pt x="236587" y="16868"/>
                  <a:pt x="236587" y="21157"/>
                </a:cubicBezTo>
                <a:cubicBezTo>
                  <a:pt x="236587" y="26024"/>
                  <a:pt x="234731" y="30106"/>
                  <a:pt x="231020" y="33406"/>
                </a:cubicBezTo>
                <a:cubicBezTo>
                  <a:pt x="227720" y="36458"/>
                  <a:pt x="223761" y="37984"/>
                  <a:pt x="219142" y="37984"/>
                </a:cubicBezTo>
                <a:cubicBezTo>
                  <a:pt x="213781" y="37984"/>
                  <a:pt x="209491" y="35922"/>
                  <a:pt x="206275" y="31797"/>
                </a:cubicBezTo>
                <a:cubicBezTo>
                  <a:pt x="203718" y="28498"/>
                  <a:pt x="202439" y="24745"/>
                  <a:pt x="202439" y="20538"/>
                </a:cubicBezTo>
                <a:cubicBezTo>
                  <a:pt x="202439" y="15919"/>
                  <a:pt x="204377" y="11795"/>
                  <a:pt x="208254" y="8166"/>
                </a:cubicBezTo>
                <a:cubicBezTo>
                  <a:pt x="211224" y="5279"/>
                  <a:pt x="214853" y="3835"/>
                  <a:pt x="219142" y="3835"/>
                </a:cubicBez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nt">
            <a:extLst xmlns:a="http://schemas.openxmlformats.org/drawingml/2006/main">
              <a:ext uri="{FF2B5EF4-FFF2-40B4-BE49-F238E27FC236}">
                <a16:creationId xmlns:a16="http://schemas.microsoft.com/office/drawing/2014/main" id="{5E8C0E8A-781E-4E3D-9105-0A63CDE3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928" y="202665"/>
            <a:ext cx="200842" cy="153172"/>
          </a:xfrm>
          <a:custGeom xmlns:a="http://schemas.openxmlformats.org/drawingml/2006/main">
            <a:pathLst>
              <a:path w="200842" h="153172">
                <a:moveTo>
                  <a:pt x="120880" y="116425"/>
                </a:moveTo>
                <a:lnTo>
                  <a:pt x="126447" y="119766"/>
                </a:lnTo>
                <a:cubicBezTo>
                  <a:pt x="118034" y="133922"/>
                  <a:pt x="110445" y="143236"/>
                  <a:pt x="103682" y="147709"/>
                </a:cubicBezTo>
                <a:cubicBezTo>
                  <a:pt x="98320" y="151351"/>
                  <a:pt x="92464" y="153172"/>
                  <a:pt x="86113" y="153172"/>
                </a:cubicBezTo>
                <a:cubicBezTo>
                  <a:pt x="80009" y="153172"/>
                  <a:pt x="75514" y="151560"/>
                  <a:pt x="72627" y="148335"/>
                </a:cubicBezTo>
                <a:cubicBezTo>
                  <a:pt x="70152" y="145523"/>
                  <a:pt x="68915" y="142008"/>
                  <a:pt x="68915" y="137791"/>
                </a:cubicBezTo>
                <a:cubicBezTo>
                  <a:pt x="68915" y="130020"/>
                  <a:pt x="71266" y="118981"/>
                  <a:pt x="75967" y="104675"/>
                </a:cubicBezTo>
                <a:lnTo>
                  <a:pt x="89825" y="62385"/>
                </a:lnTo>
                <a:cubicBezTo>
                  <a:pt x="90732" y="59737"/>
                  <a:pt x="91186" y="57959"/>
                  <a:pt x="91186" y="57049"/>
                </a:cubicBezTo>
                <a:cubicBezTo>
                  <a:pt x="91186" y="55727"/>
                  <a:pt x="90526" y="54528"/>
                  <a:pt x="89206" y="53453"/>
                </a:cubicBezTo>
                <a:cubicBezTo>
                  <a:pt x="87969" y="52296"/>
                  <a:pt x="86525" y="51717"/>
                  <a:pt x="84876" y="51717"/>
                </a:cubicBezTo>
                <a:cubicBezTo>
                  <a:pt x="80586" y="51717"/>
                  <a:pt x="75555" y="54855"/>
                  <a:pt x="69781" y="61132"/>
                </a:cubicBezTo>
                <a:cubicBezTo>
                  <a:pt x="60790" y="71043"/>
                  <a:pt x="52253" y="86445"/>
                  <a:pt x="44170" y="107339"/>
                </a:cubicBezTo>
                <a:cubicBezTo>
                  <a:pt x="40046" y="117993"/>
                  <a:pt x="35550" y="132445"/>
                  <a:pt x="30684" y="150697"/>
                </a:cubicBezTo>
                <a:lnTo>
                  <a:pt x="0" y="150697"/>
                </a:lnTo>
                <a:cubicBezTo>
                  <a:pt x="4537" y="133788"/>
                  <a:pt x="9321" y="116549"/>
                  <a:pt x="14352" y="98980"/>
                </a:cubicBezTo>
                <a:cubicBezTo>
                  <a:pt x="22023" y="71678"/>
                  <a:pt x="25859" y="56625"/>
                  <a:pt x="25859" y="53820"/>
                </a:cubicBezTo>
                <a:cubicBezTo>
                  <a:pt x="25859" y="51511"/>
                  <a:pt x="24951" y="49903"/>
                  <a:pt x="23137" y="48995"/>
                </a:cubicBezTo>
                <a:cubicBezTo>
                  <a:pt x="21322" y="48088"/>
                  <a:pt x="17651" y="47593"/>
                  <a:pt x="12125" y="47511"/>
                </a:cubicBezTo>
                <a:lnTo>
                  <a:pt x="12125" y="40706"/>
                </a:lnTo>
                <a:cubicBezTo>
                  <a:pt x="27879" y="40128"/>
                  <a:pt x="44789" y="37819"/>
                  <a:pt x="62852" y="33777"/>
                </a:cubicBezTo>
                <a:lnTo>
                  <a:pt x="46644" y="84009"/>
                </a:lnTo>
                <a:cubicBezTo>
                  <a:pt x="55883" y="70366"/>
                  <a:pt x="62275" y="61271"/>
                  <a:pt x="65822" y="56724"/>
                </a:cubicBezTo>
                <a:cubicBezTo>
                  <a:pt x="73080" y="47710"/>
                  <a:pt x="79390" y="41632"/>
                  <a:pt x="84752" y="38490"/>
                </a:cubicBezTo>
                <a:cubicBezTo>
                  <a:pt x="90526" y="35101"/>
                  <a:pt x="96629" y="33406"/>
                  <a:pt x="103063" y="33406"/>
                </a:cubicBezTo>
                <a:cubicBezTo>
                  <a:pt x="115436" y="33406"/>
                  <a:pt x="121622" y="39716"/>
                  <a:pt x="121622" y="52336"/>
                </a:cubicBezTo>
                <a:cubicBezTo>
                  <a:pt x="121622" y="58934"/>
                  <a:pt x="119436" y="68750"/>
                  <a:pt x="115065" y="81782"/>
                </a:cubicBezTo>
                <a:lnTo>
                  <a:pt x="105909" y="109126"/>
                </a:lnTo>
                <a:cubicBezTo>
                  <a:pt x="101702" y="121581"/>
                  <a:pt x="99599" y="129004"/>
                  <a:pt x="99599" y="131396"/>
                </a:cubicBezTo>
                <a:cubicBezTo>
                  <a:pt x="99599" y="134201"/>
                  <a:pt x="100795" y="135603"/>
                  <a:pt x="103187" y="135603"/>
                </a:cubicBezTo>
                <a:cubicBezTo>
                  <a:pt x="105002" y="135603"/>
                  <a:pt x="106981" y="134578"/>
                  <a:pt x="109126" y="132529"/>
                </a:cubicBezTo>
                <a:cubicBezTo>
                  <a:pt x="111270" y="130480"/>
                  <a:pt x="115188" y="125112"/>
                  <a:pt x="120880" y="116425"/>
                </a:cubicBezTo>
                <a:close/>
                <a:moveTo>
                  <a:pt x="200842" y="36870"/>
                </a:moveTo>
                <a:lnTo>
                  <a:pt x="200842" y="47511"/>
                </a:lnTo>
                <a:lnTo>
                  <a:pt x="179808" y="47511"/>
                </a:lnTo>
                <a:cubicBezTo>
                  <a:pt x="176097" y="61102"/>
                  <a:pt x="173292" y="71110"/>
                  <a:pt x="171395" y="77533"/>
                </a:cubicBezTo>
                <a:cubicBezTo>
                  <a:pt x="162322" y="108668"/>
                  <a:pt x="157785" y="126541"/>
                  <a:pt x="157785" y="131153"/>
                </a:cubicBezTo>
                <a:cubicBezTo>
                  <a:pt x="157785" y="132307"/>
                  <a:pt x="158239" y="133255"/>
                  <a:pt x="159146" y="133994"/>
                </a:cubicBezTo>
                <a:cubicBezTo>
                  <a:pt x="160054" y="134737"/>
                  <a:pt x="160961" y="135108"/>
                  <a:pt x="161868" y="135108"/>
                </a:cubicBezTo>
                <a:cubicBezTo>
                  <a:pt x="165910" y="135108"/>
                  <a:pt x="172302" y="128386"/>
                  <a:pt x="181046" y="114941"/>
                </a:cubicBezTo>
                <a:lnTo>
                  <a:pt x="186613" y="118529"/>
                </a:lnTo>
                <a:cubicBezTo>
                  <a:pt x="179107" y="130450"/>
                  <a:pt x="172797" y="138728"/>
                  <a:pt x="167683" y="143363"/>
                </a:cubicBezTo>
                <a:cubicBezTo>
                  <a:pt x="160590" y="149902"/>
                  <a:pt x="152919" y="153172"/>
                  <a:pt x="144670" y="153172"/>
                </a:cubicBezTo>
                <a:cubicBezTo>
                  <a:pt x="137329" y="153172"/>
                  <a:pt x="132174" y="150612"/>
                  <a:pt x="129205" y="145493"/>
                </a:cubicBezTo>
                <a:cubicBezTo>
                  <a:pt x="127637" y="142684"/>
                  <a:pt x="126854" y="139710"/>
                  <a:pt x="126854" y="136573"/>
                </a:cubicBezTo>
                <a:cubicBezTo>
                  <a:pt x="126854" y="131702"/>
                  <a:pt x="128875" y="122163"/>
                  <a:pt x="132916" y="107958"/>
                </a:cubicBezTo>
                <a:lnTo>
                  <a:pt x="150114" y="47511"/>
                </a:lnTo>
                <a:lnTo>
                  <a:pt x="137247" y="47511"/>
                </a:lnTo>
                <a:lnTo>
                  <a:pt x="137247" y="38602"/>
                </a:lnTo>
                <a:cubicBezTo>
                  <a:pt x="146650" y="35045"/>
                  <a:pt x="155022" y="30328"/>
                  <a:pt x="162363" y="24451"/>
                </a:cubicBezTo>
                <a:cubicBezTo>
                  <a:pt x="168879" y="19074"/>
                  <a:pt x="175973" y="10924"/>
                  <a:pt x="183644" y="0"/>
                </a:cubicBezTo>
                <a:lnTo>
                  <a:pt x="192428" y="0"/>
                </a:lnTo>
                <a:lnTo>
                  <a:pt x="182654" y="36870"/>
                </a:lnTo>
                <a:lnTo>
                  <a:pt x="200842" y="36870"/>
                </a:ln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e">
            <a:extLst xmlns:a="http://schemas.openxmlformats.org/drawingml/2006/main">
              <a:ext uri="{FF2B5EF4-FFF2-40B4-BE49-F238E27FC236}">
                <a16:creationId xmlns:a16="http://schemas.microsoft.com/office/drawing/2014/main" id="{5B2A8B2C-FFE9-4C42-9052-1B5F5A5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638" y="236071"/>
            <a:ext cx="99599" cy="120756"/>
          </a:xfrm>
          <a:custGeom xmlns:a="http://schemas.openxmlformats.org/drawingml/2006/main">
            <a:pathLst>
              <a:path w="99599" h="120756">
                <a:moveTo>
                  <a:pt x="79060" y="81288"/>
                </a:moveTo>
                <a:lnTo>
                  <a:pt x="86360" y="85618"/>
                </a:lnTo>
                <a:cubicBezTo>
                  <a:pt x="78112" y="99277"/>
                  <a:pt x="70193" y="108588"/>
                  <a:pt x="62605" y="113553"/>
                </a:cubicBezTo>
                <a:cubicBezTo>
                  <a:pt x="55181" y="118355"/>
                  <a:pt x="47098" y="120756"/>
                  <a:pt x="38355" y="120756"/>
                </a:cubicBezTo>
                <a:cubicBezTo>
                  <a:pt x="26477" y="120756"/>
                  <a:pt x="16827" y="116706"/>
                  <a:pt x="9403" y="108608"/>
                </a:cubicBezTo>
                <a:cubicBezTo>
                  <a:pt x="3134" y="101746"/>
                  <a:pt x="0" y="93315"/>
                  <a:pt x="0" y="83314"/>
                </a:cubicBezTo>
                <a:cubicBezTo>
                  <a:pt x="0" y="67446"/>
                  <a:pt x="4867" y="51990"/>
                  <a:pt x="14600" y="36947"/>
                </a:cubicBezTo>
                <a:cubicBezTo>
                  <a:pt x="22848" y="24217"/>
                  <a:pt x="33117" y="14422"/>
                  <a:pt x="45407" y="7563"/>
                </a:cubicBezTo>
                <a:cubicBezTo>
                  <a:pt x="54398" y="2521"/>
                  <a:pt x="63595" y="0"/>
                  <a:pt x="72998" y="0"/>
                </a:cubicBezTo>
                <a:cubicBezTo>
                  <a:pt x="82236" y="0"/>
                  <a:pt x="89288" y="2727"/>
                  <a:pt x="94155" y="8181"/>
                </a:cubicBezTo>
                <a:cubicBezTo>
                  <a:pt x="97784" y="12146"/>
                  <a:pt x="99599" y="16814"/>
                  <a:pt x="99599" y="22185"/>
                </a:cubicBezTo>
                <a:cubicBezTo>
                  <a:pt x="99599" y="31439"/>
                  <a:pt x="95021" y="40322"/>
                  <a:pt x="85865" y="48833"/>
                </a:cubicBezTo>
                <a:cubicBezTo>
                  <a:pt x="79267" y="54947"/>
                  <a:pt x="71389" y="59905"/>
                  <a:pt x="62234" y="63707"/>
                </a:cubicBezTo>
                <a:cubicBezTo>
                  <a:pt x="56377" y="66184"/>
                  <a:pt x="47139" y="68662"/>
                  <a:pt x="34519" y="71142"/>
                </a:cubicBezTo>
                <a:cubicBezTo>
                  <a:pt x="33447" y="75679"/>
                  <a:pt x="32911" y="79844"/>
                  <a:pt x="32911" y="83638"/>
                </a:cubicBezTo>
                <a:cubicBezTo>
                  <a:pt x="32911" y="97496"/>
                  <a:pt x="38355" y="104424"/>
                  <a:pt x="49243" y="104424"/>
                </a:cubicBezTo>
                <a:cubicBezTo>
                  <a:pt x="55346" y="104424"/>
                  <a:pt x="60832" y="102197"/>
                  <a:pt x="65698" y="97743"/>
                </a:cubicBezTo>
                <a:cubicBezTo>
                  <a:pt x="69575" y="94196"/>
                  <a:pt x="74029" y="88711"/>
                  <a:pt x="79060" y="81288"/>
                </a:cubicBezTo>
                <a:moveTo>
                  <a:pt x="36252" y="63100"/>
                </a:moveTo>
                <a:cubicBezTo>
                  <a:pt x="38066" y="62440"/>
                  <a:pt x="39922" y="61780"/>
                  <a:pt x="41819" y="61120"/>
                </a:cubicBezTo>
                <a:cubicBezTo>
                  <a:pt x="48913" y="58563"/>
                  <a:pt x="54563" y="55635"/>
                  <a:pt x="58770" y="52336"/>
                </a:cubicBezTo>
                <a:cubicBezTo>
                  <a:pt x="70482" y="43098"/>
                  <a:pt x="76338" y="31385"/>
                  <a:pt x="76338" y="17198"/>
                </a:cubicBezTo>
                <a:cubicBezTo>
                  <a:pt x="76338" y="11341"/>
                  <a:pt x="73946" y="8413"/>
                  <a:pt x="69162" y="8413"/>
                </a:cubicBezTo>
                <a:cubicBezTo>
                  <a:pt x="64873" y="8413"/>
                  <a:pt x="60502" y="11053"/>
                  <a:pt x="56048" y="16332"/>
                </a:cubicBezTo>
                <a:cubicBezTo>
                  <a:pt x="50686" y="22683"/>
                  <a:pt x="45985" y="31632"/>
                  <a:pt x="41943" y="43180"/>
                </a:cubicBezTo>
                <a:cubicBezTo>
                  <a:pt x="40953" y="45985"/>
                  <a:pt x="39056" y="52624"/>
                  <a:pt x="36252" y="63100"/>
                </a:cubicBez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r">
            <a:extLst xmlns:a="http://schemas.openxmlformats.org/drawingml/2006/main">
              <a:ext uri="{FF2B5EF4-FFF2-40B4-BE49-F238E27FC236}">
                <a16:creationId xmlns:a16="http://schemas.microsoft.com/office/drawing/2014/main" id="{38372504-0F98-4DC2-AB02-2E0699A1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916" y="236071"/>
            <a:ext cx="103929" cy="117292"/>
          </a:xfrm>
          <a:custGeom xmlns:a="http://schemas.openxmlformats.org/drawingml/2006/main">
            <a:pathLst>
              <a:path w="103929" h="117292">
                <a:moveTo>
                  <a:pt x="12125" y="14105"/>
                </a:moveTo>
                <a:lnTo>
                  <a:pt x="12125" y="7300"/>
                </a:lnTo>
                <a:cubicBezTo>
                  <a:pt x="26230" y="6063"/>
                  <a:pt x="35550" y="5155"/>
                  <a:pt x="40087" y="4578"/>
                </a:cubicBezTo>
                <a:cubicBezTo>
                  <a:pt x="47346" y="3588"/>
                  <a:pt x="54934" y="2103"/>
                  <a:pt x="62852" y="124"/>
                </a:cubicBezTo>
                <a:lnTo>
                  <a:pt x="46150" y="53078"/>
                </a:lnTo>
                <a:cubicBezTo>
                  <a:pt x="57367" y="30591"/>
                  <a:pt x="66152" y="15999"/>
                  <a:pt x="72503" y="9303"/>
                </a:cubicBezTo>
                <a:cubicBezTo>
                  <a:pt x="78359" y="3101"/>
                  <a:pt x="83968" y="0"/>
                  <a:pt x="89330" y="0"/>
                </a:cubicBezTo>
                <a:cubicBezTo>
                  <a:pt x="93619" y="0"/>
                  <a:pt x="97207" y="1531"/>
                  <a:pt x="100094" y="4593"/>
                </a:cubicBezTo>
                <a:cubicBezTo>
                  <a:pt x="102651" y="7491"/>
                  <a:pt x="103929" y="11588"/>
                  <a:pt x="103929" y="16885"/>
                </a:cubicBezTo>
                <a:cubicBezTo>
                  <a:pt x="103929" y="23259"/>
                  <a:pt x="102032" y="28185"/>
                  <a:pt x="98238" y="31662"/>
                </a:cubicBezTo>
                <a:cubicBezTo>
                  <a:pt x="95516" y="34144"/>
                  <a:pt x="92464" y="35385"/>
                  <a:pt x="89082" y="35385"/>
                </a:cubicBezTo>
                <a:cubicBezTo>
                  <a:pt x="85123" y="35385"/>
                  <a:pt x="81411" y="33241"/>
                  <a:pt x="77947" y="28952"/>
                </a:cubicBezTo>
                <a:cubicBezTo>
                  <a:pt x="76132" y="26807"/>
                  <a:pt x="74689" y="25735"/>
                  <a:pt x="73617" y="25735"/>
                </a:cubicBezTo>
                <a:cubicBezTo>
                  <a:pt x="71884" y="25735"/>
                  <a:pt x="69864" y="27137"/>
                  <a:pt x="67554" y="29942"/>
                </a:cubicBezTo>
                <a:cubicBezTo>
                  <a:pt x="59553" y="39675"/>
                  <a:pt x="52996" y="51222"/>
                  <a:pt x="47882" y="64585"/>
                </a:cubicBezTo>
                <a:cubicBezTo>
                  <a:pt x="47304" y="66069"/>
                  <a:pt x="41572" y="83638"/>
                  <a:pt x="30684" y="117292"/>
                </a:cubicBezTo>
                <a:lnTo>
                  <a:pt x="0" y="117292"/>
                </a:lnTo>
                <a:cubicBezTo>
                  <a:pt x="17239" y="58646"/>
                  <a:pt x="25859" y="26395"/>
                  <a:pt x="25859" y="20538"/>
                </a:cubicBezTo>
                <a:cubicBezTo>
                  <a:pt x="25859" y="18146"/>
                  <a:pt x="25034" y="16538"/>
                  <a:pt x="23384" y="15713"/>
                </a:cubicBezTo>
                <a:cubicBezTo>
                  <a:pt x="21734" y="14888"/>
                  <a:pt x="17981" y="14352"/>
                  <a:pt x="12125" y="14105"/>
                </a:cubicBez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v">
            <a:extLst xmlns:a="http://schemas.openxmlformats.org/drawingml/2006/main">
              <a:ext uri="{FF2B5EF4-FFF2-40B4-BE49-F238E27FC236}">
                <a16:creationId xmlns:a16="http://schemas.microsoft.com/office/drawing/2014/main" id="{C4E6BFCB-9400-4729-8CBE-980C4B93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219" y="236071"/>
            <a:ext cx="97619" cy="120756"/>
          </a:xfrm>
          <a:custGeom xmlns:a="http://schemas.openxmlformats.org/drawingml/2006/main">
            <a:pathLst>
              <a:path w="97619" h="120756">
                <a:moveTo>
                  <a:pt x="0" y="14116"/>
                </a:moveTo>
                <a:lnTo>
                  <a:pt x="0" y="7304"/>
                </a:lnTo>
                <a:cubicBezTo>
                  <a:pt x="16414" y="4994"/>
                  <a:pt x="29488" y="2601"/>
                  <a:pt x="39221" y="124"/>
                </a:cubicBezTo>
                <a:cubicBezTo>
                  <a:pt x="41943" y="10444"/>
                  <a:pt x="43840" y="21343"/>
                  <a:pt x="44912" y="32818"/>
                </a:cubicBezTo>
                <a:cubicBezTo>
                  <a:pt x="45820" y="43389"/>
                  <a:pt x="46562" y="60770"/>
                  <a:pt x="47139" y="84961"/>
                </a:cubicBezTo>
                <a:cubicBezTo>
                  <a:pt x="61079" y="69003"/>
                  <a:pt x="70358" y="57220"/>
                  <a:pt x="74978" y="49614"/>
                </a:cubicBezTo>
                <a:cubicBezTo>
                  <a:pt x="77699" y="44982"/>
                  <a:pt x="79060" y="40847"/>
                  <a:pt x="79060" y="37210"/>
                </a:cubicBezTo>
                <a:cubicBezTo>
                  <a:pt x="79060" y="34728"/>
                  <a:pt x="77411" y="31586"/>
                  <a:pt x="74111" y="27784"/>
                </a:cubicBezTo>
                <a:cubicBezTo>
                  <a:pt x="69987" y="22987"/>
                  <a:pt x="67925" y="18645"/>
                  <a:pt x="67925" y="14758"/>
                </a:cubicBezTo>
                <a:cubicBezTo>
                  <a:pt x="67925" y="10376"/>
                  <a:pt x="69575" y="6738"/>
                  <a:pt x="72874" y="3843"/>
                </a:cubicBezTo>
                <a:cubicBezTo>
                  <a:pt x="75761" y="1281"/>
                  <a:pt x="78813" y="0"/>
                  <a:pt x="82030" y="0"/>
                </a:cubicBezTo>
                <a:cubicBezTo>
                  <a:pt x="86154" y="0"/>
                  <a:pt x="89866" y="1819"/>
                  <a:pt x="93165" y="5456"/>
                </a:cubicBezTo>
                <a:cubicBezTo>
                  <a:pt x="96135" y="8763"/>
                  <a:pt x="97619" y="12606"/>
                  <a:pt x="97619" y="16985"/>
                </a:cubicBezTo>
                <a:cubicBezTo>
                  <a:pt x="97619" y="27979"/>
                  <a:pt x="92464" y="40997"/>
                  <a:pt x="82154" y="56040"/>
                </a:cubicBezTo>
                <a:cubicBezTo>
                  <a:pt x="72668" y="70008"/>
                  <a:pt x="61368" y="83645"/>
                  <a:pt x="48253" y="96950"/>
                </a:cubicBezTo>
                <a:cubicBezTo>
                  <a:pt x="42314" y="103067"/>
                  <a:pt x="34272" y="111002"/>
                  <a:pt x="24126" y="120756"/>
                </a:cubicBezTo>
                <a:lnTo>
                  <a:pt x="17445" y="120756"/>
                </a:lnTo>
                <a:lnTo>
                  <a:pt x="18559" y="86202"/>
                </a:lnTo>
                <a:cubicBezTo>
                  <a:pt x="18641" y="81990"/>
                  <a:pt x="18683" y="78563"/>
                  <a:pt x="18683" y="75921"/>
                </a:cubicBezTo>
                <a:cubicBezTo>
                  <a:pt x="18683" y="60396"/>
                  <a:pt x="17858" y="46855"/>
                  <a:pt x="16208" y="35296"/>
                </a:cubicBezTo>
                <a:cubicBezTo>
                  <a:pt x="14723" y="25636"/>
                  <a:pt x="12950" y="19525"/>
                  <a:pt x="10888" y="16966"/>
                </a:cubicBezTo>
                <a:cubicBezTo>
                  <a:pt x="9403" y="15066"/>
                  <a:pt x="5774" y="14116"/>
                  <a:pt x="0" y="14116"/>
                </a:cubicBez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al">
            <a:extLst xmlns:a="http://schemas.openxmlformats.org/drawingml/2006/main">
              <a:ext uri="{FF2B5EF4-FFF2-40B4-BE49-F238E27FC236}">
                <a16:creationId xmlns:a16="http://schemas.microsoft.com/office/drawing/2014/main" id="{D3D261D7-1A44-467E-89B0-AE9993C1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651" y="176188"/>
            <a:ext cx="192838" cy="180886"/>
          </a:xfrm>
          <a:custGeom xmlns:a="http://schemas.openxmlformats.org/drawingml/2006/main">
            <a:pathLst>
              <a:path w="192838" h="180886">
                <a:moveTo>
                  <a:pt x="115312" y="145006"/>
                </a:moveTo>
                <a:lnTo>
                  <a:pt x="120632" y="148718"/>
                </a:lnTo>
                <a:cubicBezTo>
                  <a:pt x="106527" y="170163"/>
                  <a:pt x="93743" y="180886"/>
                  <a:pt x="82277" y="180886"/>
                </a:cubicBezTo>
                <a:cubicBezTo>
                  <a:pt x="77246" y="180886"/>
                  <a:pt x="72957" y="178983"/>
                  <a:pt x="69410" y="175176"/>
                </a:cubicBezTo>
                <a:cubicBezTo>
                  <a:pt x="66688" y="172278"/>
                  <a:pt x="65327" y="168594"/>
                  <a:pt x="65327" y="164122"/>
                </a:cubicBezTo>
                <a:cubicBezTo>
                  <a:pt x="65327" y="161224"/>
                  <a:pt x="66523" y="155512"/>
                  <a:pt x="68915" y="146986"/>
                </a:cubicBezTo>
                <a:cubicBezTo>
                  <a:pt x="60584" y="160894"/>
                  <a:pt x="52913" y="170166"/>
                  <a:pt x="45902" y="174801"/>
                </a:cubicBezTo>
                <a:cubicBezTo>
                  <a:pt x="40046" y="178693"/>
                  <a:pt x="33859" y="180639"/>
                  <a:pt x="27343" y="180639"/>
                </a:cubicBezTo>
                <a:cubicBezTo>
                  <a:pt x="17033" y="180639"/>
                  <a:pt x="9609" y="176547"/>
                  <a:pt x="5073" y="168363"/>
                </a:cubicBezTo>
                <a:cubicBezTo>
                  <a:pt x="1691" y="162331"/>
                  <a:pt x="0" y="155679"/>
                  <a:pt x="0" y="148405"/>
                </a:cubicBezTo>
                <a:cubicBezTo>
                  <a:pt x="0" y="134189"/>
                  <a:pt x="4537" y="119146"/>
                  <a:pt x="13610" y="103276"/>
                </a:cubicBezTo>
                <a:cubicBezTo>
                  <a:pt x="23095" y="86663"/>
                  <a:pt x="34767" y="74265"/>
                  <a:pt x="48624" y="66081"/>
                </a:cubicBezTo>
                <a:cubicBezTo>
                  <a:pt x="55635" y="61949"/>
                  <a:pt x="62481" y="59883"/>
                  <a:pt x="69162" y="59883"/>
                </a:cubicBezTo>
                <a:cubicBezTo>
                  <a:pt x="75266" y="59883"/>
                  <a:pt x="79927" y="61834"/>
                  <a:pt x="83143" y="65737"/>
                </a:cubicBezTo>
                <a:cubicBezTo>
                  <a:pt x="85288" y="68394"/>
                  <a:pt x="86855" y="72547"/>
                  <a:pt x="87845" y="78194"/>
                </a:cubicBezTo>
                <a:lnTo>
                  <a:pt x="92547" y="63347"/>
                </a:lnTo>
                <a:lnTo>
                  <a:pt x="120632" y="61615"/>
                </a:lnTo>
                <a:lnTo>
                  <a:pt x="102568" y="121301"/>
                </a:lnTo>
                <a:cubicBezTo>
                  <a:pt x="96794" y="140579"/>
                  <a:pt x="93907" y="153101"/>
                  <a:pt x="93907" y="158867"/>
                </a:cubicBezTo>
                <a:cubicBezTo>
                  <a:pt x="93907" y="161339"/>
                  <a:pt x="94939" y="162575"/>
                  <a:pt x="97001" y="162575"/>
                </a:cubicBezTo>
                <a:cubicBezTo>
                  <a:pt x="98733" y="162575"/>
                  <a:pt x="100547" y="161755"/>
                  <a:pt x="102445" y="160116"/>
                </a:cubicBezTo>
                <a:cubicBezTo>
                  <a:pt x="105496" y="157415"/>
                  <a:pt x="109786" y="152378"/>
                  <a:pt x="115312" y="145006"/>
                </a:cubicBezTo>
                <a:moveTo>
                  <a:pt x="72750" y="70523"/>
                </a:moveTo>
                <a:cubicBezTo>
                  <a:pt x="68791" y="70193"/>
                  <a:pt x="64626" y="72341"/>
                  <a:pt x="60254" y="76965"/>
                </a:cubicBezTo>
                <a:cubicBezTo>
                  <a:pt x="53820" y="83739"/>
                  <a:pt x="47717" y="94105"/>
                  <a:pt x="41943" y="108062"/>
                </a:cubicBezTo>
                <a:cubicBezTo>
                  <a:pt x="37736" y="118056"/>
                  <a:pt x="34519" y="128257"/>
                  <a:pt x="32292" y="138665"/>
                </a:cubicBezTo>
                <a:cubicBezTo>
                  <a:pt x="31550" y="142465"/>
                  <a:pt x="31179" y="145850"/>
                  <a:pt x="31179" y="148822"/>
                </a:cubicBezTo>
                <a:cubicBezTo>
                  <a:pt x="31179" y="153531"/>
                  <a:pt x="32622" y="157166"/>
                  <a:pt x="35509" y="159725"/>
                </a:cubicBezTo>
                <a:cubicBezTo>
                  <a:pt x="37654" y="161625"/>
                  <a:pt x="40005" y="162575"/>
                  <a:pt x="42561" y="162575"/>
                </a:cubicBezTo>
                <a:cubicBezTo>
                  <a:pt x="49738" y="162575"/>
                  <a:pt x="56831" y="156256"/>
                  <a:pt x="63842" y="143618"/>
                </a:cubicBezTo>
                <a:cubicBezTo>
                  <a:pt x="69204" y="134037"/>
                  <a:pt x="73617" y="123011"/>
                  <a:pt x="77081" y="110541"/>
                </a:cubicBezTo>
                <a:cubicBezTo>
                  <a:pt x="80463" y="98483"/>
                  <a:pt x="82154" y="89149"/>
                  <a:pt x="82154" y="82540"/>
                </a:cubicBezTo>
                <a:cubicBezTo>
                  <a:pt x="82154" y="78328"/>
                  <a:pt x="80916" y="75149"/>
                  <a:pt x="78442" y="73002"/>
                </a:cubicBezTo>
                <a:cubicBezTo>
                  <a:pt x="76875" y="71515"/>
                  <a:pt x="74978" y="70688"/>
                  <a:pt x="72750" y="70523"/>
                </a:cubicBezTo>
                <a:close/>
                <a:moveTo>
                  <a:pt x="174032" y="141418"/>
                </a:moveTo>
                <a:lnTo>
                  <a:pt x="179600" y="145006"/>
                </a:lnTo>
                <a:cubicBezTo>
                  <a:pt x="169537" y="160485"/>
                  <a:pt x="161247" y="170294"/>
                  <a:pt x="154731" y="174433"/>
                </a:cubicBezTo>
                <a:cubicBezTo>
                  <a:pt x="149287" y="177911"/>
                  <a:pt x="143348" y="179649"/>
                  <a:pt x="136915" y="179649"/>
                </a:cubicBezTo>
                <a:cubicBezTo>
                  <a:pt x="129656" y="179649"/>
                  <a:pt x="124707" y="177256"/>
                  <a:pt x="122068" y="172469"/>
                </a:cubicBezTo>
                <a:cubicBezTo>
                  <a:pt x="120583" y="169827"/>
                  <a:pt x="119840" y="167144"/>
                  <a:pt x="119840" y="164419"/>
                </a:cubicBezTo>
                <a:cubicBezTo>
                  <a:pt x="119840" y="158063"/>
                  <a:pt x="122727" y="144690"/>
                  <a:pt x="128501" y="124301"/>
                </a:cubicBezTo>
                <a:lnTo>
                  <a:pt x="147307" y="57439"/>
                </a:lnTo>
                <a:cubicBezTo>
                  <a:pt x="152999" y="37383"/>
                  <a:pt x="155845" y="25373"/>
                  <a:pt x="155845" y="21408"/>
                </a:cubicBezTo>
                <a:cubicBezTo>
                  <a:pt x="155845" y="16704"/>
                  <a:pt x="152298" y="14352"/>
                  <a:pt x="145204" y="14352"/>
                </a:cubicBezTo>
                <a:cubicBezTo>
                  <a:pt x="144874" y="14352"/>
                  <a:pt x="143101" y="14393"/>
                  <a:pt x="139884" y="14476"/>
                </a:cubicBezTo>
                <a:lnTo>
                  <a:pt x="139884" y="7671"/>
                </a:lnTo>
                <a:cubicBezTo>
                  <a:pt x="156298" y="6186"/>
                  <a:pt x="173950" y="3629"/>
                  <a:pt x="192838" y="0"/>
                </a:cubicBezTo>
                <a:lnTo>
                  <a:pt x="156092" y="132533"/>
                </a:lnTo>
                <a:cubicBezTo>
                  <a:pt x="152380" y="145967"/>
                  <a:pt x="150524" y="154374"/>
                  <a:pt x="150524" y="157754"/>
                </a:cubicBezTo>
                <a:cubicBezTo>
                  <a:pt x="150524" y="158906"/>
                  <a:pt x="150937" y="159812"/>
                  <a:pt x="151762" y="160472"/>
                </a:cubicBezTo>
                <a:cubicBezTo>
                  <a:pt x="152669" y="161214"/>
                  <a:pt x="153535" y="161585"/>
                  <a:pt x="154360" y="161585"/>
                </a:cubicBezTo>
                <a:cubicBezTo>
                  <a:pt x="158319" y="161585"/>
                  <a:pt x="164876" y="154863"/>
                  <a:pt x="174032" y="141418"/>
                </a:cubicBezTo>
                <a:close/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281ED-230D-4722-B53A-EA326433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170" y="493687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17BE6-CADE-45B6-A3D0-5D2696D8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170" y="493687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60280-A921-4698-B3D4-D5A67B04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12" y="569858"/>
            <a:ext cx="198939" cy="213664"/>
          </a:xfrm>
          <a:custGeom xmlns:a="http://schemas.openxmlformats.org/drawingml/2006/main">
            <a:pathLst>
              <a:path w="198939" h="213664">
                <a:moveTo>
                  <a:pt x="99469" y="0"/>
                </a:moveTo>
                <a:cubicBezTo>
                  <a:pt x="99469" y="0"/>
                  <a:pt x="52057" y="32180"/>
                  <a:pt x="0" y="32180"/>
                </a:cubicBezTo>
                <a:lnTo>
                  <a:pt x="0" y="55295"/>
                </a:lnTo>
                <a:cubicBezTo>
                  <a:pt x="0" y="85195"/>
                  <a:pt x="10924" y="117235"/>
                  <a:pt x="26662" y="141785"/>
                </a:cubicBezTo>
                <a:cubicBezTo>
                  <a:pt x="31843" y="149894"/>
                  <a:pt x="38487" y="156932"/>
                  <a:pt x="45582" y="163295"/>
                </a:cubicBezTo>
                <a:lnTo>
                  <a:pt x="99469" y="213664"/>
                </a:lnTo>
                <a:lnTo>
                  <a:pt x="152625" y="163943"/>
                </a:lnTo>
                <a:cubicBezTo>
                  <a:pt x="161831" y="155694"/>
                  <a:pt x="170052" y="146178"/>
                  <a:pt x="176218" y="135254"/>
                </a:cubicBezTo>
                <a:cubicBezTo>
                  <a:pt x="189451" y="111717"/>
                  <a:pt x="198939" y="82605"/>
                  <a:pt x="198939" y="55295"/>
                </a:cubicBezTo>
                <a:lnTo>
                  <a:pt x="198939" y="32180"/>
                </a:lnTo>
                <a:cubicBezTo>
                  <a:pt x="146487" y="32180"/>
                  <a:pt x="99469" y="0"/>
                  <a:pt x="99469" y="0"/>
                </a:cubicBezTo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713D6-9EE8-4A7A-8CC5-3554A977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12" y="569858"/>
            <a:ext cx="198939" cy="213664"/>
          </a:xfrm>
          <a:custGeom xmlns:a="http://schemas.openxmlformats.org/drawingml/2006/main">
            <a:pathLst>
              <a:path w="198939" h="213664" fill="none">
                <a:moveTo>
                  <a:pt x="99469" y="0"/>
                </a:moveTo>
                <a:cubicBezTo>
                  <a:pt x="99469" y="0"/>
                  <a:pt x="52057" y="32180"/>
                  <a:pt x="0" y="32180"/>
                </a:cubicBezTo>
                <a:lnTo>
                  <a:pt x="0" y="55295"/>
                </a:lnTo>
                <a:cubicBezTo>
                  <a:pt x="0" y="85195"/>
                  <a:pt x="10924" y="117235"/>
                  <a:pt x="26662" y="141785"/>
                </a:cubicBezTo>
                <a:cubicBezTo>
                  <a:pt x="31843" y="149894"/>
                  <a:pt x="38487" y="156932"/>
                  <a:pt x="45582" y="163295"/>
                </a:cubicBezTo>
                <a:lnTo>
                  <a:pt x="99469" y="213664"/>
                </a:lnTo>
                <a:lnTo>
                  <a:pt x="152625" y="163943"/>
                </a:lnTo>
                <a:cubicBezTo>
                  <a:pt x="161831" y="155694"/>
                  <a:pt x="170052" y="146178"/>
                  <a:pt x="176218" y="135254"/>
                </a:cubicBezTo>
                <a:cubicBezTo>
                  <a:pt x="189451" y="111717"/>
                  <a:pt x="198939" y="82605"/>
                  <a:pt x="198939" y="55295"/>
                </a:cubicBezTo>
                <a:lnTo>
                  <a:pt x="198939" y="32180"/>
                </a:lnTo>
                <a:cubicBezTo>
                  <a:pt x="146487" y="32180"/>
                  <a:pt x="99469" y="0"/>
                  <a:pt x="9946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46" cap="flat">
            <a:solidFill>
              <a:srgbClr val="231F20"/>
            </a:solidFill>
            <a:miter/>
          </a:ln>
        </p:spPr>
      </p:sp>
      <p:sp>
        <p:nvSpPr>
          <p:cNvPr id="61" name="Text ...">
            <a:extLst xmlns:a="http://schemas.openxmlformats.org/drawingml/2006/main">
              <a:ext uri="{FF2B5EF4-FFF2-40B4-BE49-F238E27FC236}">
                <a16:creationId xmlns:a16="http://schemas.microsoft.com/office/drawing/2014/main" id="{12E53F25-F247-4D07-9850-58E2DCAF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73" y="652013"/>
            <a:ext cx="154904" cy="28209"/>
          </a:xfrm>
          <a:custGeom xmlns:a="http://schemas.openxmlformats.org/drawingml/2006/main">
            <a:pathLst>
              <a:path w="154904" h="28209">
                <a:moveTo>
                  <a:pt x="13981" y="0"/>
                </a:moveTo>
                <a:cubicBezTo>
                  <a:pt x="18023" y="0"/>
                  <a:pt x="21487" y="1608"/>
                  <a:pt x="24374" y="4825"/>
                </a:cubicBezTo>
                <a:cubicBezTo>
                  <a:pt x="26931" y="7630"/>
                  <a:pt x="28209" y="10847"/>
                  <a:pt x="28209" y="14476"/>
                </a:cubicBezTo>
                <a:cubicBezTo>
                  <a:pt x="28209" y="18683"/>
                  <a:pt x="26518" y="22147"/>
                  <a:pt x="23137" y="24869"/>
                </a:cubicBezTo>
                <a:cubicBezTo>
                  <a:pt x="20250" y="27096"/>
                  <a:pt x="17074" y="28209"/>
                  <a:pt x="13610" y="28209"/>
                </a:cubicBezTo>
                <a:cubicBezTo>
                  <a:pt x="9816" y="28209"/>
                  <a:pt x="6434" y="26642"/>
                  <a:pt x="3464" y="23508"/>
                </a:cubicBezTo>
                <a:cubicBezTo>
                  <a:pt x="1155" y="21116"/>
                  <a:pt x="0" y="18105"/>
                  <a:pt x="0" y="14476"/>
                </a:cubicBezTo>
                <a:cubicBezTo>
                  <a:pt x="0" y="10104"/>
                  <a:pt x="1608" y="6475"/>
                  <a:pt x="4825" y="3588"/>
                </a:cubicBezTo>
                <a:cubicBezTo>
                  <a:pt x="7465" y="1196"/>
                  <a:pt x="10517" y="0"/>
                  <a:pt x="13981" y="0"/>
                </a:cubicBezTo>
                <a:close/>
                <a:moveTo>
                  <a:pt x="77328" y="0"/>
                </a:moveTo>
                <a:cubicBezTo>
                  <a:pt x="81370" y="0"/>
                  <a:pt x="84834" y="1608"/>
                  <a:pt x="87721" y="4825"/>
                </a:cubicBezTo>
                <a:cubicBezTo>
                  <a:pt x="90278" y="7630"/>
                  <a:pt x="91557" y="10847"/>
                  <a:pt x="91557" y="14476"/>
                </a:cubicBezTo>
                <a:cubicBezTo>
                  <a:pt x="91557" y="18683"/>
                  <a:pt x="89866" y="22147"/>
                  <a:pt x="86484" y="24869"/>
                </a:cubicBezTo>
                <a:cubicBezTo>
                  <a:pt x="83597" y="27096"/>
                  <a:pt x="80421" y="28209"/>
                  <a:pt x="76957" y="28209"/>
                </a:cubicBezTo>
                <a:cubicBezTo>
                  <a:pt x="73163" y="28209"/>
                  <a:pt x="69781" y="26642"/>
                  <a:pt x="66812" y="23508"/>
                </a:cubicBezTo>
                <a:cubicBezTo>
                  <a:pt x="64502" y="21116"/>
                  <a:pt x="63347" y="18105"/>
                  <a:pt x="63347" y="14476"/>
                </a:cubicBezTo>
                <a:cubicBezTo>
                  <a:pt x="63347" y="10104"/>
                  <a:pt x="64956" y="6475"/>
                  <a:pt x="68173" y="3588"/>
                </a:cubicBezTo>
                <a:cubicBezTo>
                  <a:pt x="70812" y="1196"/>
                  <a:pt x="73864" y="0"/>
                  <a:pt x="77328" y="0"/>
                </a:cubicBezTo>
                <a:close/>
                <a:moveTo>
                  <a:pt x="140676" y="0"/>
                </a:moveTo>
                <a:cubicBezTo>
                  <a:pt x="144717" y="0"/>
                  <a:pt x="148182" y="1608"/>
                  <a:pt x="151068" y="4825"/>
                </a:cubicBezTo>
                <a:cubicBezTo>
                  <a:pt x="153625" y="7630"/>
                  <a:pt x="154904" y="10847"/>
                  <a:pt x="154904" y="14476"/>
                </a:cubicBezTo>
                <a:cubicBezTo>
                  <a:pt x="154904" y="18683"/>
                  <a:pt x="153213" y="22147"/>
                  <a:pt x="149831" y="24869"/>
                </a:cubicBezTo>
                <a:cubicBezTo>
                  <a:pt x="146944" y="27096"/>
                  <a:pt x="143769" y="28209"/>
                  <a:pt x="140304" y="28209"/>
                </a:cubicBezTo>
                <a:cubicBezTo>
                  <a:pt x="136510" y="28209"/>
                  <a:pt x="133128" y="26642"/>
                  <a:pt x="130159" y="23508"/>
                </a:cubicBezTo>
                <a:cubicBezTo>
                  <a:pt x="127849" y="21116"/>
                  <a:pt x="126695" y="18105"/>
                  <a:pt x="126695" y="14476"/>
                </a:cubicBezTo>
                <a:cubicBezTo>
                  <a:pt x="126695" y="10104"/>
                  <a:pt x="128303" y="6475"/>
                  <a:pt x="131520" y="3588"/>
                </a:cubicBezTo>
                <a:cubicBezTo>
                  <a:pt x="134159" y="1196"/>
                  <a:pt x="137211" y="0"/>
                  <a:pt x="140676" y="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E5A62-7951-4005-8ADE-FF264392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3" y="493687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EC65F-F353-450B-A6C9-AA2BFE56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93" y="493687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CF3B6-A857-4197-B47E-57D47815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53" y="493687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96DE5-CAC9-4EAB-B92A-EDC8A598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53" y="493687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66" name="Text alignment">
            <a:extLst xmlns:a="http://schemas.openxmlformats.org/drawingml/2006/main">
              <a:ext uri="{FF2B5EF4-FFF2-40B4-BE49-F238E27FC236}">
                <a16:creationId xmlns:a16="http://schemas.microsoft.com/office/drawing/2014/main" id="{F374297D-0B20-4758-860E-2F0B9E53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01" y="125933"/>
            <a:ext cx="1013763" cy="225427"/>
          </a:xfrm>
          <a:custGeom xmlns:a="http://schemas.openxmlformats.org/drawingml/2006/main">
            <a:pathLst>
              <a:path w="1013763" h="225427">
                <a:moveTo>
                  <a:pt x="113209" y="145346"/>
                </a:moveTo>
                <a:lnTo>
                  <a:pt x="116302" y="147825"/>
                </a:lnTo>
                <a:cubicBezTo>
                  <a:pt x="107146" y="159019"/>
                  <a:pt x="100094" y="166649"/>
                  <a:pt x="95145" y="170714"/>
                </a:cubicBezTo>
                <a:cubicBezTo>
                  <a:pt x="90856" y="174196"/>
                  <a:pt x="86154" y="175937"/>
                  <a:pt x="81040" y="175937"/>
                </a:cubicBezTo>
                <a:cubicBezTo>
                  <a:pt x="74276" y="175937"/>
                  <a:pt x="70895" y="172418"/>
                  <a:pt x="70895" y="165378"/>
                </a:cubicBezTo>
                <a:cubicBezTo>
                  <a:pt x="70895" y="160821"/>
                  <a:pt x="72833" y="151047"/>
                  <a:pt x="76710" y="136055"/>
                </a:cubicBezTo>
                <a:cubicBezTo>
                  <a:pt x="66317" y="150882"/>
                  <a:pt x="58068" y="160821"/>
                  <a:pt x="51965" y="165873"/>
                </a:cubicBezTo>
                <a:cubicBezTo>
                  <a:pt x="43716" y="172748"/>
                  <a:pt x="34973" y="176185"/>
                  <a:pt x="25735" y="176185"/>
                </a:cubicBezTo>
                <a:cubicBezTo>
                  <a:pt x="17981" y="176185"/>
                  <a:pt x="11919" y="173996"/>
                  <a:pt x="7547" y="169620"/>
                </a:cubicBezTo>
                <a:cubicBezTo>
                  <a:pt x="2516" y="164500"/>
                  <a:pt x="0" y="157275"/>
                  <a:pt x="0" y="147944"/>
                </a:cubicBezTo>
                <a:cubicBezTo>
                  <a:pt x="0" y="134072"/>
                  <a:pt x="4083" y="120034"/>
                  <a:pt x="12249" y="105832"/>
                </a:cubicBezTo>
                <a:cubicBezTo>
                  <a:pt x="21487" y="89732"/>
                  <a:pt x="33488" y="77388"/>
                  <a:pt x="48253" y="68799"/>
                </a:cubicBezTo>
                <a:cubicBezTo>
                  <a:pt x="56666" y="63845"/>
                  <a:pt x="64791" y="61368"/>
                  <a:pt x="72627" y="61368"/>
                </a:cubicBezTo>
                <a:cubicBezTo>
                  <a:pt x="78895" y="61368"/>
                  <a:pt x="84133" y="63333"/>
                  <a:pt x="88340" y="67264"/>
                </a:cubicBezTo>
                <a:cubicBezTo>
                  <a:pt x="90402" y="69146"/>
                  <a:pt x="91887" y="72052"/>
                  <a:pt x="92794" y="75983"/>
                </a:cubicBezTo>
                <a:lnTo>
                  <a:pt x="95516" y="63842"/>
                </a:lnTo>
                <a:lnTo>
                  <a:pt x="96258" y="63100"/>
                </a:lnTo>
                <a:lnTo>
                  <a:pt x="111724" y="61368"/>
                </a:lnTo>
                <a:lnTo>
                  <a:pt x="113580" y="62110"/>
                </a:lnTo>
                <a:cubicBezTo>
                  <a:pt x="113085" y="63845"/>
                  <a:pt x="112590" y="65580"/>
                  <a:pt x="112095" y="67314"/>
                </a:cubicBezTo>
                <a:cubicBezTo>
                  <a:pt x="97001" y="122315"/>
                  <a:pt x="89453" y="153037"/>
                  <a:pt x="89453" y="159478"/>
                </a:cubicBezTo>
                <a:cubicBezTo>
                  <a:pt x="89453" y="161708"/>
                  <a:pt x="90608" y="162822"/>
                  <a:pt x="92918" y="162822"/>
                </a:cubicBezTo>
                <a:cubicBezTo>
                  <a:pt x="95062" y="162822"/>
                  <a:pt x="99475" y="159352"/>
                  <a:pt x="106156" y="152410"/>
                </a:cubicBezTo>
                <a:cubicBezTo>
                  <a:pt x="107394" y="151088"/>
                  <a:pt x="109744" y="148733"/>
                  <a:pt x="113209" y="145346"/>
                </a:cubicBezTo>
                <a:moveTo>
                  <a:pt x="73988" y="67059"/>
                </a:moveTo>
                <a:cubicBezTo>
                  <a:pt x="67801" y="66647"/>
                  <a:pt x="61203" y="69369"/>
                  <a:pt x="54192" y="75225"/>
                </a:cubicBezTo>
                <a:cubicBezTo>
                  <a:pt x="45201" y="82648"/>
                  <a:pt x="37283" y="94279"/>
                  <a:pt x="30436" y="110115"/>
                </a:cubicBezTo>
                <a:cubicBezTo>
                  <a:pt x="24333" y="124220"/>
                  <a:pt x="21281" y="135809"/>
                  <a:pt x="21281" y="144882"/>
                </a:cubicBezTo>
                <a:cubicBezTo>
                  <a:pt x="21281" y="151316"/>
                  <a:pt x="22807" y="156141"/>
                  <a:pt x="25859" y="159358"/>
                </a:cubicBezTo>
                <a:cubicBezTo>
                  <a:pt x="28663" y="162328"/>
                  <a:pt x="32086" y="163812"/>
                  <a:pt x="36128" y="163812"/>
                </a:cubicBezTo>
                <a:cubicBezTo>
                  <a:pt x="44046" y="163812"/>
                  <a:pt x="51387" y="160101"/>
                  <a:pt x="58151" y="152677"/>
                </a:cubicBezTo>
                <a:cubicBezTo>
                  <a:pt x="63430" y="146903"/>
                  <a:pt x="68214" y="140304"/>
                  <a:pt x="72503" y="132881"/>
                </a:cubicBezTo>
                <a:cubicBezTo>
                  <a:pt x="82978" y="114570"/>
                  <a:pt x="88216" y="97784"/>
                  <a:pt x="88216" y="82525"/>
                </a:cubicBezTo>
                <a:cubicBezTo>
                  <a:pt x="88216" y="77576"/>
                  <a:pt x="86566" y="73575"/>
                  <a:pt x="83267" y="70523"/>
                </a:cubicBezTo>
                <a:cubicBezTo>
                  <a:pt x="80958" y="68461"/>
                  <a:pt x="77864" y="67307"/>
                  <a:pt x="73988" y="67059"/>
                </a:cubicBezTo>
                <a:close/>
                <a:moveTo>
                  <a:pt x="180268" y="142013"/>
                </a:moveTo>
                <a:lnTo>
                  <a:pt x="183608" y="144364"/>
                </a:lnTo>
                <a:cubicBezTo>
                  <a:pt x="173793" y="158948"/>
                  <a:pt x="165916" y="168105"/>
                  <a:pt x="159977" y="171835"/>
                </a:cubicBezTo>
                <a:cubicBezTo>
                  <a:pt x="155358" y="174735"/>
                  <a:pt x="150450" y="176185"/>
                  <a:pt x="145253" y="176185"/>
                </a:cubicBezTo>
                <a:cubicBezTo>
                  <a:pt x="136923" y="176185"/>
                  <a:pt x="132757" y="171434"/>
                  <a:pt x="132757" y="161933"/>
                </a:cubicBezTo>
                <a:cubicBezTo>
                  <a:pt x="132757" y="160284"/>
                  <a:pt x="133128" y="158095"/>
                  <a:pt x="133871" y="155368"/>
                </a:cubicBezTo>
                <a:lnTo>
                  <a:pt x="168761" y="21420"/>
                </a:lnTo>
                <a:cubicBezTo>
                  <a:pt x="169339" y="19190"/>
                  <a:pt x="169627" y="17621"/>
                  <a:pt x="169627" y="16711"/>
                </a:cubicBezTo>
                <a:cubicBezTo>
                  <a:pt x="169627" y="12829"/>
                  <a:pt x="165338" y="10888"/>
                  <a:pt x="156760" y="10888"/>
                </a:cubicBezTo>
                <a:cubicBezTo>
                  <a:pt x="155688" y="10888"/>
                  <a:pt x="154244" y="10930"/>
                  <a:pt x="152430" y="11015"/>
                </a:cubicBezTo>
                <a:lnTo>
                  <a:pt x="152430" y="6929"/>
                </a:lnTo>
                <a:cubicBezTo>
                  <a:pt x="165627" y="5361"/>
                  <a:pt x="178783" y="3052"/>
                  <a:pt x="191898" y="0"/>
                </a:cubicBezTo>
                <a:lnTo>
                  <a:pt x="193135" y="1361"/>
                </a:lnTo>
                <a:lnTo>
                  <a:pt x="155028" y="147975"/>
                </a:lnTo>
                <a:lnTo>
                  <a:pt x="154904" y="148470"/>
                </a:lnTo>
                <a:cubicBezTo>
                  <a:pt x="154822" y="148800"/>
                  <a:pt x="154615" y="149501"/>
                  <a:pt x="154285" y="150574"/>
                </a:cubicBezTo>
                <a:cubicBezTo>
                  <a:pt x="153048" y="155110"/>
                  <a:pt x="152430" y="158368"/>
                  <a:pt x="152430" y="160348"/>
                </a:cubicBezTo>
                <a:cubicBezTo>
                  <a:pt x="152430" y="163482"/>
                  <a:pt x="153667" y="165050"/>
                  <a:pt x="156141" y="165050"/>
                </a:cubicBezTo>
                <a:cubicBezTo>
                  <a:pt x="158533" y="165050"/>
                  <a:pt x="160843" y="164105"/>
                  <a:pt x="163070" y="162215"/>
                </a:cubicBezTo>
                <a:cubicBezTo>
                  <a:pt x="165874" y="159751"/>
                  <a:pt x="171607" y="153017"/>
                  <a:pt x="180268" y="142013"/>
                </a:cubicBezTo>
                <a:close/>
                <a:moveTo>
                  <a:pt x="248978" y="144233"/>
                </a:moveTo>
                <a:lnTo>
                  <a:pt x="252318" y="147078"/>
                </a:lnTo>
                <a:cubicBezTo>
                  <a:pt x="245142" y="157776"/>
                  <a:pt x="238709" y="165446"/>
                  <a:pt x="233017" y="170091"/>
                </a:cubicBezTo>
                <a:cubicBezTo>
                  <a:pt x="227986" y="174154"/>
                  <a:pt x="222583" y="176185"/>
                  <a:pt x="216809" y="176185"/>
                </a:cubicBezTo>
                <a:cubicBezTo>
                  <a:pt x="209056" y="176185"/>
                  <a:pt x="205179" y="171348"/>
                  <a:pt x="205179" y="161674"/>
                </a:cubicBezTo>
                <a:cubicBezTo>
                  <a:pt x="205179" y="157045"/>
                  <a:pt x="207076" y="147786"/>
                  <a:pt x="210870" y="133898"/>
                </a:cubicBezTo>
                <a:lnTo>
                  <a:pt x="222996" y="89005"/>
                </a:lnTo>
                <a:cubicBezTo>
                  <a:pt x="224480" y="83716"/>
                  <a:pt x="225223" y="79996"/>
                  <a:pt x="225223" y="77846"/>
                </a:cubicBezTo>
                <a:cubicBezTo>
                  <a:pt x="225223" y="76027"/>
                  <a:pt x="224728" y="74703"/>
                  <a:pt x="223738" y="73876"/>
                </a:cubicBezTo>
                <a:cubicBezTo>
                  <a:pt x="222336" y="72553"/>
                  <a:pt x="217510" y="71851"/>
                  <a:pt x="209262" y="71768"/>
                </a:cubicBezTo>
                <a:lnTo>
                  <a:pt x="209262" y="67682"/>
                </a:lnTo>
                <a:cubicBezTo>
                  <a:pt x="216768" y="67104"/>
                  <a:pt x="230295" y="65000"/>
                  <a:pt x="249844" y="61368"/>
                </a:cubicBezTo>
                <a:lnTo>
                  <a:pt x="250586" y="61863"/>
                </a:lnTo>
                <a:lnTo>
                  <a:pt x="228316" y="143595"/>
                </a:lnTo>
                <a:lnTo>
                  <a:pt x="228192" y="144090"/>
                </a:lnTo>
                <a:lnTo>
                  <a:pt x="227945" y="144588"/>
                </a:lnTo>
                <a:cubicBezTo>
                  <a:pt x="227285" y="146986"/>
                  <a:pt x="226872" y="148515"/>
                  <a:pt x="226707" y="149178"/>
                </a:cubicBezTo>
                <a:cubicBezTo>
                  <a:pt x="225058" y="153972"/>
                  <a:pt x="224233" y="157734"/>
                  <a:pt x="224233" y="160464"/>
                </a:cubicBezTo>
                <a:cubicBezTo>
                  <a:pt x="224233" y="161456"/>
                  <a:pt x="224686" y="162365"/>
                  <a:pt x="225594" y="163190"/>
                </a:cubicBezTo>
                <a:cubicBezTo>
                  <a:pt x="226419" y="163935"/>
                  <a:pt x="227285" y="164307"/>
                  <a:pt x="228192" y="164307"/>
                </a:cubicBezTo>
                <a:cubicBezTo>
                  <a:pt x="230584" y="164307"/>
                  <a:pt x="234090" y="161938"/>
                  <a:pt x="238709" y="157201"/>
                </a:cubicBezTo>
                <a:cubicBezTo>
                  <a:pt x="240688" y="155206"/>
                  <a:pt x="244111" y="150883"/>
                  <a:pt x="248978" y="144233"/>
                </a:cubicBezTo>
                <a:moveTo>
                  <a:pt x="247122" y="7424"/>
                </a:moveTo>
                <a:cubicBezTo>
                  <a:pt x="250504" y="7424"/>
                  <a:pt x="253432" y="8819"/>
                  <a:pt x="255906" y="11611"/>
                </a:cubicBezTo>
                <a:cubicBezTo>
                  <a:pt x="258381" y="14567"/>
                  <a:pt x="259618" y="17810"/>
                  <a:pt x="259618" y="21339"/>
                </a:cubicBezTo>
                <a:cubicBezTo>
                  <a:pt x="259618" y="25035"/>
                  <a:pt x="258134" y="28279"/>
                  <a:pt x="255164" y="31071"/>
                </a:cubicBezTo>
                <a:cubicBezTo>
                  <a:pt x="253020" y="33122"/>
                  <a:pt x="250339" y="34148"/>
                  <a:pt x="247122" y="34148"/>
                </a:cubicBezTo>
                <a:cubicBezTo>
                  <a:pt x="243575" y="34148"/>
                  <a:pt x="240606" y="32876"/>
                  <a:pt x="238214" y="30332"/>
                </a:cubicBezTo>
                <a:cubicBezTo>
                  <a:pt x="236152" y="28033"/>
                  <a:pt x="235121" y="24871"/>
                  <a:pt x="235121" y="20848"/>
                </a:cubicBezTo>
                <a:cubicBezTo>
                  <a:pt x="235121" y="16414"/>
                  <a:pt x="236523" y="12924"/>
                  <a:pt x="239327" y="10377"/>
                </a:cubicBezTo>
                <a:cubicBezTo>
                  <a:pt x="241554" y="8408"/>
                  <a:pt x="244153" y="7424"/>
                  <a:pt x="247122" y="7424"/>
                </a:cubicBezTo>
                <a:close/>
                <a:moveTo>
                  <a:pt x="382768" y="70523"/>
                </a:moveTo>
                <a:lnTo>
                  <a:pt x="382768" y="80421"/>
                </a:lnTo>
                <a:lnTo>
                  <a:pt x="370148" y="80421"/>
                </a:lnTo>
                <a:cubicBezTo>
                  <a:pt x="371632" y="85618"/>
                  <a:pt x="372375" y="90319"/>
                  <a:pt x="372375" y="94526"/>
                </a:cubicBezTo>
                <a:cubicBezTo>
                  <a:pt x="372375" y="102692"/>
                  <a:pt x="368787" y="110610"/>
                  <a:pt x="361610" y="118281"/>
                </a:cubicBezTo>
                <a:cubicBezTo>
                  <a:pt x="356579" y="123560"/>
                  <a:pt x="350681" y="127726"/>
                  <a:pt x="343918" y="130778"/>
                </a:cubicBezTo>
                <a:cubicBezTo>
                  <a:pt x="337814" y="133500"/>
                  <a:pt x="331710" y="134861"/>
                  <a:pt x="325606" y="134861"/>
                </a:cubicBezTo>
                <a:cubicBezTo>
                  <a:pt x="322555" y="134861"/>
                  <a:pt x="319915" y="134613"/>
                  <a:pt x="317688" y="134118"/>
                </a:cubicBezTo>
                <a:cubicBezTo>
                  <a:pt x="316863" y="133953"/>
                  <a:pt x="316245" y="133871"/>
                  <a:pt x="315832" y="133871"/>
                </a:cubicBezTo>
                <a:cubicBezTo>
                  <a:pt x="314182" y="133871"/>
                  <a:pt x="312203" y="135151"/>
                  <a:pt x="309893" y="137710"/>
                </a:cubicBezTo>
                <a:cubicBezTo>
                  <a:pt x="307749" y="140190"/>
                  <a:pt x="306676" y="142421"/>
                  <a:pt x="306676" y="144403"/>
                </a:cubicBezTo>
                <a:cubicBezTo>
                  <a:pt x="306676" y="148285"/>
                  <a:pt x="312574" y="151794"/>
                  <a:pt x="324369" y="154931"/>
                </a:cubicBezTo>
                <a:cubicBezTo>
                  <a:pt x="348619" y="161375"/>
                  <a:pt x="360744" y="172526"/>
                  <a:pt x="360744" y="188383"/>
                </a:cubicBezTo>
                <a:cubicBezTo>
                  <a:pt x="360744" y="200939"/>
                  <a:pt x="354806" y="210561"/>
                  <a:pt x="342928" y="217250"/>
                </a:cubicBezTo>
                <a:cubicBezTo>
                  <a:pt x="333277" y="222702"/>
                  <a:pt x="321523" y="225427"/>
                  <a:pt x="307666" y="225427"/>
                </a:cubicBezTo>
                <a:cubicBezTo>
                  <a:pt x="293397" y="225427"/>
                  <a:pt x="282550" y="222414"/>
                  <a:pt x="275127" y="216388"/>
                </a:cubicBezTo>
                <a:cubicBezTo>
                  <a:pt x="268528" y="211021"/>
                  <a:pt x="265228" y="204417"/>
                  <a:pt x="265228" y="196576"/>
                </a:cubicBezTo>
                <a:cubicBezTo>
                  <a:pt x="265228" y="191787"/>
                  <a:pt x="266548" y="187453"/>
                  <a:pt x="269188" y="183574"/>
                </a:cubicBezTo>
                <a:cubicBezTo>
                  <a:pt x="271992" y="179444"/>
                  <a:pt x="280529" y="172674"/>
                  <a:pt x="294799" y="163263"/>
                </a:cubicBezTo>
                <a:cubicBezTo>
                  <a:pt x="290262" y="159879"/>
                  <a:pt x="287994" y="156577"/>
                  <a:pt x="287994" y="153357"/>
                </a:cubicBezTo>
                <a:cubicBezTo>
                  <a:pt x="287994" y="150303"/>
                  <a:pt x="289355" y="147290"/>
                  <a:pt x="292077" y="144318"/>
                </a:cubicBezTo>
                <a:cubicBezTo>
                  <a:pt x="295211" y="141098"/>
                  <a:pt x="300366" y="137053"/>
                  <a:pt x="307543" y="132181"/>
                </a:cubicBezTo>
                <a:cubicBezTo>
                  <a:pt x="301191" y="129214"/>
                  <a:pt x="296572" y="126125"/>
                  <a:pt x="293685" y="122913"/>
                </a:cubicBezTo>
                <a:cubicBezTo>
                  <a:pt x="289561" y="118217"/>
                  <a:pt x="287499" y="112161"/>
                  <a:pt x="287499" y="104745"/>
                </a:cubicBezTo>
                <a:cubicBezTo>
                  <a:pt x="287499" y="92963"/>
                  <a:pt x="292283" y="82994"/>
                  <a:pt x="301851" y="74838"/>
                </a:cubicBezTo>
                <a:cubicBezTo>
                  <a:pt x="312327" y="65858"/>
                  <a:pt x="324493" y="61368"/>
                  <a:pt x="338350" y="61368"/>
                </a:cubicBezTo>
                <a:cubicBezTo>
                  <a:pt x="348083" y="61368"/>
                  <a:pt x="356373" y="63769"/>
                  <a:pt x="363219" y="68571"/>
                </a:cubicBezTo>
                <a:cubicBezTo>
                  <a:pt x="365199" y="69955"/>
                  <a:pt x="366559" y="70606"/>
                  <a:pt x="367302" y="70523"/>
                </a:cubicBezTo>
                <a:lnTo>
                  <a:pt x="382768" y="70523"/>
                </a:lnTo>
                <a:moveTo>
                  <a:pt x="300614" y="166039"/>
                </a:moveTo>
                <a:cubicBezTo>
                  <a:pt x="299872" y="166039"/>
                  <a:pt x="297397" y="167607"/>
                  <a:pt x="293190" y="170741"/>
                </a:cubicBezTo>
                <a:cubicBezTo>
                  <a:pt x="286839" y="175607"/>
                  <a:pt x="282756" y="180268"/>
                  <a:pt x="280942" y="184722"/>
                </a:cubicBezTo>
                <a:cubicBezTo>
                  <a:pt x="279787" y="187361"/>
                  <a:pt x="279209" y="190413"/>
                  <a:pt x="279209" y="193878"/>
                </a:cubicBezTo>
                <a:cubicBezTo>
                  <a:pt x="279209" y="202621"/>
                  <a:pt x="282220" y="209137"/>
                  <a:pt x="288241" y="213426"/>
                </a:cubicBezTo>
                <a:cubicBezTo>
                  <a:pt x="294263" y="217633"/>
                  <a:pt x="301934" y="219736"/>
                  <a:pt x="311254" y="219736"/>
                </a:cubicBezTo>
                <a:cubicBezTo>
                  <a:pt x="319750" y="219736"/>
                  <a:pt x="327132" y="217963"/>
                  <a:pt x="333401" y="214416"/>
                </a:cubicBezTo>
                <a:cubicBezTo>
                  <a:pt x="341484" y="209879"/>
                  <a:pt x="345526" y="203693"/>
                  <a:pt x="345526" y="195857"/>
                </a:cubicBezTo>
                <a:cubicBezTo>
                  <a:pt x="345526" y="189671"/>
                  <a:pt x="342969" y="184763"/>
                  <a:pt x="337855" y="181134"/>
                </a:cubicBezTo>
                <a:cubicBezTo>
                  <a:pt x="332081" y="177092"/>
                  <a:pt x="322555" y="173009"/>
                  <a:pt x="309275" y="168885"/>
                </a:cubicBezTo>
                <a:cubicBezTo>
                  <a:pt x="305233" y="167648"/>
                  <a:pt x="302800" y="166823"/>
                  <a:pt x="301975" y="166410"/>
                </a:cubicBezTo>
                <a:cubicBezTo>
                  <a:pt x="301315" y="166163"/>
                  <a:pt x="300861" y="166039"/>
                  <a:pt x="300614" y="166039"/>
                </a:cubicBezTo>
                <a:moveTo>
                  <a:pt x="338103" y="67059"/>
                </a:moveTo>
                <a:cubicBezTo>
                  <a:pt x="331669" y="67059"/>
                  <a:pt x="326019" y="69559"/>
                  <a:pt x="321152" y="74560"/>
                </a:cubicBezTo>
                <a:cubicBezTo>
                  <a:pt x="318678" y="77104"/>
                  <a:pt x="316492" y="80057"/>
                  <a:pt x="314595" y="83418"/>
                </a:cubicBezTo>
                <a:cubicBezTo>
                  <a:pt x="309728" y="91945"/>
                  <a:pt x="307295" y="100922"/>
                  <a:pt x="307295" y="110351"/>
                </a:cubicBezTo>
                <a:cubicBezTo>
                  <a:pt x="307295" y="117486"/>
                  <a:pt x="309068" y="122652"/>
                  <a:pt x="312615" y="125848"/>
                </a:cubicBezTo>
                <a:cubicBezTo>
                  <a:pt x="315255" y="128227"/>
                  <a:pt x="318554" y="129417"/>
                  <a:pt x="322513" y="129417"/>
                </a:cubicBezTo>
                <a:cubicBezTo>
                  <a:pt x="331339" y="129417"/>
                  <a:pt x="338680" y="124169"/>
                  <a:pt x="344536" y="113673"/>
                </a:cubicBezTo>
                <a:cubicBezTo>
                  <a:pt x="349733" y="104244"/>
                  <a:pt x="352331" y="94691"/>
                  <a:pt x="352331" y="85015"/>
                </a:cubicBezTo>
                <a:cubicBezTo>
                  <a:pt x="352331" y="73044"/>
                  <a:pt x="347588" y="67059"/>
                  <a:pt x="338103" y="67059"/>
                </a:cubicBezTo>
                <a:close/>
                <a:moveTo>
                  <a:pt x="506493" y="143487"/>
                </a:moveTo>
                <a:lnTo>
                  <a:pt x="510081" y="146831"/>
                </a:lnTo>
                <a:cubicBezTo>
                  <a:pt x="502080" y="157611"/>
                  <a:pt x="495729" y="165074"/>
                  <a:pt x="491027" y="169221"/>
                </a:cubicBezTo>
                <a:cubicBezTo>
                  <a:pt x="486243" y="173534"/>
                  <a:pt x="480717" y="175690"/>
                  <a:pt x="474448" y="175690"/>
                </a:cubicBezTo>
                <a:cubicBezTo>
                  <a:pt x="470324" y="175690"/>
                  <a:pt x="467313" y="174618"/>
                  <a:pt x="465416" y="172473"/>
                </a:cubicBezTo>
                <a:cubicBezTo>
                  <a:pt x="463601" y="170411"/>
                  <a:pt x="462694" y="166905"/>
                  <a:pt x="462694" y="161956"/>
                </a:cubicBezTo>
                <a:cubicBezTo>
                  <a:pt x="462694" y="159977"/>
                  <a:pt x="464096" y="153667"/>
                  <a:pt x="466901" y="143026"/>
                </a:cubicBezTo>
                <a:lnTo>
                  <a:pt x="477789" y="101084"/>
                </a:lnTo>
                <a:cubicBezTo>
                  <a:pt x="480263" y="91845"/>
                  <a:pt x="481500" y="85412"/>
                  <a:pt x="481500" y="81782"/>
                </a:cubicBezTo>
                <a:cubicBezTo>
                  <a:pt x="481500" y="76916"/>
                  <a:pt x="479438" y="74483"/>
                  <a:pt x="475314" y="74483"/>
                </a:cubicBezTo>
                <a:cubicBezTo>
                  <a:pt x="465828" y="74483"/>
                  <a:pt x="453332" y="86469"/>
                  <a:pt x="437825" y="110440"/>
                </a:cubicBezTo>
                <a:cubicBezTo>
                  <a:pt x="431309" y="120573"/>
                  <a:pt x="426195" y="130870"/>
                  <a:pt x="422483" y="141333"/>
                </a:cubicBezTo>
                <a:cubicBezTo>
                  <a:pt x="420586" y="146854"/>
                  <a:pt x="417287" y="157482"/>
                  <a:pt x="412585" y="173215"/>
                </a:cubicBezTo>
                <a:lnTo>
                  <a:pt x="393532" y="173215"/>
                </a:lnTo>
                <a:lnTo>
                  <a:pt x="417782" y="84404"/>
                </a:lnTo>
                <a:cubicBezTo>
                  <a:pt x="418194" y="83084"/>
                  <a:pt x="418400" y="81681"/>
                  <a:pt x="418400" y="80193"/>
                </a:cubicBezTo>
                <a:cubicBezTo>
                  <a:pt x="418400" y="77881"/>
                  <a:pt x="417617" y="76313"/>
                  <a:pt x="416050" y="75488"/>
                </a:cubicBezTo>
                <a:cubicBezTo>
                  <a:pt x="413658" y="74166"/>
                  <a:pt x="409039" y="73422"/>
                  <a:pt x="402192" y="73257"/>
                </a:cubicBezTo>
                <a:lnTo>
                  <a:pt x="402192" y="69170"/>
                </a:lnTo>
                <a:cubicBezTo>
                  <a:pt x="419102" y="66033"/>
                  <a:pt x="432753" y="63432"/>
                  <a:pt x="443146" y="61368"/>
                </a:cubicBezTo>
                <a:lnTo>
                  <a:pt x="444012" y="61863"/>
                </a:lnTo>
                <a:lnTo>
                  <a:pt x="426937" y="117230"/>
                </a:lnTo>
                <a:cubicBezTo>
                  <a:pt x="442362" y="93335"/>
                  <a:pt x="455064" y="77516"/>
                  <a:pt x="465045" y="69773"/>
                </a:cubicBezTo>
                <a:cubicBezTo>
                  <a:pt x="472138" y="64170"/>
                  <a:pt x="478861" y="61368"/>
                  <a:pt x="485212" y="61368"/>
                </a:cubicBezTo>
                <a:cubicBezTo>
                  <a:pt x="490821" y="61368"/>
                  <a:pt x="495110" y="63016"/>
                  <a:pt x="498080" y="66313"/>
                </a:cubicBezTo>
                <a:cubicBezTo>
                  <a:pt x="500719" y="69200"/>
                  <a:pt x="502039" y="72704"/>
                  <a:pt x="502039" y="76826"/>
                </a:cubicBezTo>
                <a:cubicBezTo>
                  <a:pt x="502039" y="80702"/>
                  <a:pt x="501214" y="85568"/>
                  <a:pt x="499564" y="91421"/>
                </a:cubicBezTo>
                <a:lnTo>
                  <a:pt x="485336" y="143610"/>
                </a:lnTo>
                <a:cubicBezTo>
                  <a:pt x="482944" y="153088"/>
                  <a:pt x="481748" y="158451"/>
                  <a:pt x="481748" y="159698"/>
                </a:cubicBezTo>
                <a:cubicBezTo>
                  <a:pt x="481748" y="160861"/>
                  <a:pt x="482160" y="161858"/>
                  <a:pt x="482985" y="162691"/>
                </a:cubicBezTo>
                <a:cubicBezTo>
                  <a:pt x="483892" y="163439"/>
                  <a:pt x="484800" y="163812"/>
                  <a:pt x="485707" y="163812"/>
                </a:cubicBezTo>
                <a:cubicBezTo>
                  <a:pt x="487522" y="163812"/>
                  <a:pt x="489378" y="162940"/>
                  <a:pt x="491275" y="161195"/>
                </a:cubicBezTo>
                <a:cubicBezTo>
                  <a:pt x="494162" y="158700"/>
                  <a:pt x="499234" y="152797"/>
                  <a:pt x="506493" y="143487"/>
                </a:cubicBezTo>
                <a:close/>
                <a:moveTo>
                  <a:pt x="691215" y="143487"/>
                </a:moveTo>
                <a:lnTo>
                  <a:pt x="695050" y="146584"/>
                </a:lnTo>
                <a:lnTo>
                  <a:pt x="693813" y="148323"/>
                </a:lnTo>
                <a:cubicBezTo>
                  <a:pt x="680863" y="166568"/>
                  <a:pt x="668697" y="175690"/>
                  <a:pt x="657314" y="175690"/>
                </a:cubicBezTo>
                <a:cubicBezTo>
                  <a:pt x="650550" y="175690"/>
                  <a:pt x="647168" y="171772"/>
                  <a:pt x="647168" y="163936"/>
                </a:cubicBezTo>
                <a:cubicBezTo>
                  <a:pt x="647168" y="161874"/>
                  <a:pt x="648282" y="156348"/>
                  <a:pt x="650509" y="147357"/>
                </a:cubicBezTo>
                <a:lnTo>
                  <a:pt x="665109" y="89082"/>
                </a:lnTo>
                <a:cubicBezTo>
                  <a:pt x="666346" y="84381"/>
                  <a:pt x="666964" y="81411"/>
                  <a:pt x="666964" y="80174"/>
                </a:cubicBezTo>
                <a:cubicBezTo>
                  <a:pt x="666964" y="78524"/>
                  <a:pt x="666346" y="77163"/>
                  <a:pt x="665109" y="76091"/>
                </a:cubicBezTo>
                <a:cubicBezTo>
                  <a:pt x="664201" y="75184"/>
                  <a:pt x="663088" y="74730"/>
                  <a:pt x="661768" y="74730"/>
                </a:cubicBezTo>
                <a:cubicBezTo>
                  <a:pt x="657479" y="74730"/>
                  <a:pt x="651664" y="78354"/>
                  <a:pt x="644323" y="85602"/>
                </a:cubicBezTo>
                <a:cubicBezTo>
                  <a:pt x="632775" y="96890"/>
                  <a:pt x="623578" y="109948"/>
                  <a:pt x="616732" y="124777"/>
                </a:cubicBezTo>
                <a:cubicBezTo>
                  <a:pt x="612360" y="134167"/>
                  <a:pt x="607205" y="150313"/>
                  <a:pt x="601266" y="173215"/>
                </a:cubicBezTo>
                <a:lnTo>
                  <a:pt x="582336" y="173215"/>
                </a:lnTo>
                <a:cubicBezTo>
                  <a:pt x="585058" y="162987"/>
                  <a:pt x="587162" y="155193"/>
                  <a:pt x="588646" y="149831"/>
                </a:cubicBezTo>
                <a:cubicBezTo>
                  <a:pt x="600524" y="107187"/>
                  <a:pt x="606463" y="84216"/>
                  <a:pt x="606463" y="80916"/>
                </a:cubicBezTo>
                <a:cubicBezTo>
                  <a:pt x="606463" y="76627"/>
                  <a:pt x="604772" y="74483"/>
                  <a:pt x="601390" y="74483"/>
                </a:cubicBezTo>
                <a:cubicBezTo>
                  <a:pt x="595121" y="74483"/>
                  <a:pt x="586955" y="80421"/>
                  <a:pt x="576892" y="92299"/>
                </a:cubicBezTo>
                <a:cubicBezTo>
                  <a:pt x="567159" y="103764"/>
                  <a:pt x="560107" y="114281"/>
                  <a:pt x="555735" y="123849"/>
                </a:cubicBezTo>
                <a:cubicBezTo>
                  <a:pt x="551694" y="132675"/>
                  <a:pt x="546044" y="149130"/>
                  <a:pt x="538785" y="173215"/>
                </a:cubicBezTo>
                <a:lnTo>
                  <a:pt x="519731" y="173215"/>
                </a:lnTo>
                <a:cubicBezTo>
                  <a:pt x="522288" y="163307"/>
                  <a:pt x="525546" y="151209"/>
                  <a:pt x="529506" y="136921"/>
                </a:cubicBezTo>
                <a:cubicBezTo>
                  <a:pt x="539569" y="101415"/>
                  <a:pt x="544600" y="82011"/>
                  <a:pt x="544600" y="78709"/>
                </a:cubicBezTo>
                <a:cubicBezTo>
                  <a:pt x="544600" y="76809"/>
                  <a:pt x="543858" y="75487"/>
                  <a:pt x="542373" y="74742"/>
                </a:cubicBezTo>
                <a:cubicBezTo>
                  <a:pt x="540723" y="73917"/>
                  <a:pt x="536063" y="73422"/>
                  <a:pt x="528392" y="73257"/>
                </a:cubicBezTo>
                <a:lnTo>
                  <a:pt x="528392" y="69170"/>
                </a:lnTo>
                <a:cubicBezTo>
                  <a:pt x="544476" y="66198"/>
                  <a:pt x="557962" y="63597"/>
                  <a:pt x="568850" y="61368"/>
                </a:cubicBezTo>
                <a:lnTo>
                  <a:pt x="569593" y="61863"/>
                </a:lnTo>
                <a:lnTo>
                  <a:pt x="554869" y="114875"/>
                </a:lnTo>
                <a:cubicBezTo>
                  <a:pt x="570624" y="90243"/>
                  <a:pt x="584192" y="74261"/>
                  <a:pt x="595575" y="66928"/>
                </a:cubicBezTo>
                <a:cubicBezTo>
                  <a:pt x="601431" y="63221"/>
                  <a:pt x="606751" y="61368"/>
                  <a:pt x="611536" y="61368"/>
                </a:cubicBezTo>
                <a:cubicBezTo>
                  <a:pt x="615990" y="61368"/>
                  <a:pt x="619495" y="62851"/>
                  <a:pt x="622052" y="65818"/>
                </a:cubicBezTo>
                <a:cubicBezTo>
                  <a:pt x="624692" y="68700"/>
                  <a:pt x="626011" y="72283"/>
                  <a:pt x="626011" y="76567"/>
                </a:cubicBezTo>
                <a:cubicBezTo>
                  <a:pt x="626011" y="81675"/>
                  <a:pt x="622588" y="94527"/>
                  <a:pt x="615742" y="115123"/>
                </a:cubicBezTo>
                <a:cubicBezTo>
                  <a:pt x="625970" y="98811"/>
                  <a:pt x="634301" y="87237"/>
                  <a:pt x="640735" y="80398"/>
                </a:cubicBezTo>
                <a:cubicBezTo>
                  <a:pt x="652695" y="67711"/>
                  <a:pt x="663170" y="61368"/>
                  <a:pt x="672161" y="61368"/>
                </a:cubicBezTo>
                <a:cubicBezTo>
                  <a:pt x="676533" y="61368"/>
                  <a:pt x="680079" y="62936"/>
                  <a:pt x="682801" y="66073"/>
                </a:cubicBezTo>
                <a:cubicBezTo>
                  <a:pt x="685606" y="69295"/>
                  <a:pt x="687008" y="73053"/>
                  <a:pt x="687008" y="77348"/>
                </a:cubicBezTo>
                <a:cubicBezTo>
                  <a:pt x="687008" y="80155"/>
                  <a:pt x="686719" y="82549"/>
                  <a:pt x="686142" y="84531"/>
                </a:cubicBezTo>
                <a:lnTo>
                  <a:pt x="668944" y="148327"/>
                </a:lnTo>
                <a:cubicBezTo>
                  <a:pt x="667294" y="154686"/>
                  <a:pt x="666470" y="158444"/>
                  <a:pt x="666470" y="159602"/>
                </a:cubicBezTo>
                <a:cubicBezTo>
                  <a:pt x="666470" y="162409"/>
                  <a:pt x="667542" y="163812"/>
                  <a:pt x="669686" y="163812"/>
                </a:cubicBezTo>
                <a:cubicBezTo>
                  <a:pt x="672491" y="163812"/>
                  <a:pt x="676326" y="161152"/>
                  <a:pt x="681193" y="155832"/>
                </a:cubicBezTo>
                <a:cubicBezTo>
                  <a:pt x="681935" y="154999"/>
                  <a:pt x="684204" y="152214"/>
                  <a:pt x="687998" y="147477"/>
                </a:cubicBezTo>
                <a:cubicBezTo>
                  <a:pt x="689070" y="146147"/>
                  <a:pt x="690142" y="144817"/>
                  <a:pt x="691215" y="143487"/>
                </a:cubicBezTo>
                <a:close/>
                <a:moveTo>
                  <a:pt x="790276" y="145594"/>
                </a:moveTo>
                <a:lnTo>
                  <a:pt x="793245" y="148567"/>
                </a:lnTo>
                <a:cubicBezTo>
                  <a:pt x="788791" y="153709"/>
                  <a:pt x="784007" y="158147"/>
                  <a:pt x="778893" y="161879"/>
                </a:cubicBezTo>
                <a:cubicBezTo>
                  <a:pt x="765943" y="171416"/>
                  <a:pt x="753241" y="176185"/>
                  <a:pt x="740786" y="176185"/>
                </a:cubicBezTo>
                <a:cubicBezTo>
                  <a:pt x="730476" y="176185"/>
                  <a:pt x="722227" y="172717"/>
                  <a:pt x="716041" y="165780"/>
                </a:cubicBezTo>
                <a:cubicBezTo>
                  <a:pt x="710267" y="159339"/>
                  <a:pt x="707380" y="151205"/>
                  <a:pt x="707380" y="141379"/>
                </a:cubicBezTo>
                <a:cubicBezTo>
                  <a:pt x="707380" y="130976"/>
                  <a:pt x="710102" y="120573"/>
                  <a:pt x="715546" y="110170"/>
                </a:cubicBezTo>
                <a:cubicBezTo>
                  <a:pt x="725114" y="91673"/>
                  <a:pt x="738806" y="77759"/>
                  <a:pt x="756623" y="68428"/>
                </a:cubicBezTo>
                <a:cubicBezTo>
                  <a:pt x="765696" y="63721"/>
                  <a:pt x="774728" y="61368"/>
                  <a:pt x="783719" y="61368"/>
                </a:cubicBezTo>
                <a:cubicBezTo>
                  <a:pt x="790482" y="61368"/>
                  <a:pt x="795720" y="63181"/>
                  <a:pt x="799432" y="66808"/>
                </a:cubicBezTo>
                <a:cubicBezTo>
                  <a:pt x="802401" y="69775"/>
                  <a:pt x="803886" y="73730"/>
                  <a:pt x="803886" y="78674"/>
                </a:cubicBezTo>
                <a:cubicBezTo>
                  <a:pt x="803886" y="85845"/>
                  <a:pt x="801040" y="92727"/>
                  <a:pt x="795349" y="99320"/>
                </a:cubicBezTo>
                <a:cubicBezTo>
                  <a:pt x="790565" y="104759"/>
                  <a:pt x="785038" y="109127"/>
                  <a:pt x="778770" y="112424"/>
                </a:cubicBezTo>
                <a:cubicBezTo>
                  <a:pt x="766810" y="118770"/>
                  <a:pt x="753571" y="122973"/>
                  <a:pt x="739054" y="125032"/>
                </a:cubicBezTo>
                <a:lnTo>
                  <a:pt x="732001" y="126022"/>
                </a:lnTo>
                <a:cubicBezTo>
                  <a:pt x="730269" y="133067"/>
                  <a:pt x="729403" y="138329"/>
                  <a:pt x="729403" y="141808"/>
                </a:cubicBezTo>
                <a:cubicBezTo>
                  <a:pt x="729403" y="149101"/>
                  <a:pt x="731713" y="154776"/>
                  <a:pt x="736332" y="158836"/>
                </a:cubicBezTo>
                <a:cubicBezTo>
                  <a:pt x="740786" y="162813"/>
                  <a:pt x="746395" y="164802"/>
                  <a:pt x="753158" y="164802"/>
                </a:cubicBezTo>
                <a:cubicBezTo>
                  <a:pt x="759180" y="164802"/>
                  <a:pt x="765077" y="163140"/>
                  <a:pt x="770851" y="159814"/>
                </a:cubicBezTo>
                <a:cubicBezTo>
                  <a:pt x="775635" y="157069"/>
                  <a:pt x="782110" y="152329"/>
                  <a:pt x="790276" y="145594"/>
                </a:cubicBezTo>
                <a:moveTo>
                  <a:pt x="733734" y="120450"/>
                </a:moveTo>
                <a:cubicBezTo>
                  <a:pt x="747756" y="116999"/>
                  <a:pt x="757778" y="113464"/>
                  <a:pt x="763799" y="109845"/>
                </a:cubicBezTo>
                <a:cubicBezTo>
                  <a:pt x="772542" y="104666"/>
                  <a:pt x="779058" y="98173"/>
                  <a:pt x="783347" y="90366"/>
                </a:cubicBezTo>
                <a:cubicBezTo>
                  <a:pt x="785904" y="85680"/>
                  <a:pt x="787183" y="81240"/>
                  <a:pt x="787183" y="77046"/>
                </a:cubicBezTo>
                <a:cubicBezTo>
                  <a:pt x="787183" y="73760"/>
                  <a:pt x="786193" y="71212"/>
                  <a:pt x="784214" y="69402"/>
                </a:cubicBezTo>
                <a:cubicBezTo>
                  <a:pt x="782646" y="68005"/>
                  <a:pt x="780708" y="67307"/>
                  <a:pt x="778398" y="67307"/>
                </a:cubicBezTo>
                <a:cubicBezTo>
                  <a:pt x="771965" y="67307"/>
                  <a:pt x="765242" y="70923"/>
                  <a:pt x="758231" y="78156"/>
                </a:cubicBezTo>
                <a:cubicBezTo>
                  <a:pt x="749158" y="87610"/>
                  <a:pt x="742436" y="98010"/>
                  <a:pt x="738064" y="109354"/>
                </a:cubicBezTo>
                <a:lnTo>
                  <a:pt x="733734" y="120450"/>
                </a:lnTo>
                <a:close/>
                <a:moveTo>
                  <a:pt x="928640" y="143487"/>
                </a:moveTo>
                <a:lnTo>
                  <a:pt x="932228" y="146831"/>
                </a:lnTo>
                <a:cubicBezTo>
                  <a:pt x="924227" y="157611"/>
                  <a:pt x="917875" y="165074"/>
                  <a:pt x="913174" y="169221"/>
                </a:cubicBezTo>
                <a:cubicBezTo>
                  <a:pt x="908390" y="173534"/>
                  <a:pt x="902863" y="175690"/>
                  <a:pt x="896595" y="175690"/>
                </a:cubicBezTo>
                <a:cubicBezTo>
                  <a:pt x="892471" y="175690"/>
                  <a:pt x="889460" y="174618"/>
                  <a:pt x="887563" y="172473"/>
                </a:cubicBezTo>
                <a:cubicBezTo>
                  <a:pt x="885748" y="170411"/>
                  <a:pt x="884841" y="166905"/>
                  <a:pt x="884841" y="161956"/>
                </a:cubicBezTo>
                <a:cubicBezTo>
                  <a:pt x="884841" y="159977"/>
                  <a:pt x="886243" y="153667"/>
                  <a:pt x="889047" y="143026"/>
                </a:cubicBezTo>
                <a:lnTo>
                  <a:pt x="899935" y="101084"/>
                </a:lnTo>
                <a:cubicBezTo>
                  <a:pt x="902410" y="91845"/>
                  <a:pt x="903647" y="85412"/>
                  <a:pt x="903647" y="81782"/>
                </a:cubicBezTo>
                <a:cubicBezTo>
                  <a:pt x="903647" y="76916"/>
                  <a:pt x="901585" y="74483"/>
                  <a:pt x="897461" y="74483"/>
                </a:cubicBezTo>
                <a:cubicBezTo>
                  <a:pt x="887975" y="74483"/>
                  <a:pt x="875479" y="86469"/>
                  <a:pt x="859972" y="110440"/>
                </a:cubicBezTo>
                <a:cubicBezTo>
                  <a:pt x="853456" y="120573"/>
                  <a:pt x="848342" y="130870"/>
                  <a:pt x="844630" y="141333"/>
                </a:cubicBezTo>
                <a:cubicBezTo>
                  <a:pt x="842733" y="146854"/>
                  <a:pt x="839434" y="157482"/>
                  <a:pt x="834732" y="173215"/>
                </a:cubicBezTo>
                <a:lnTo>
                  <a:pt x="815678" y="173215"/>
                </a:lnTo>
                <a:lnTo>
                  <a:pt x="839929" y="84404"/>
                </a:lnTo>
                <a:cubicBezTo>
                  <a:pt x="840341" y="83084"/>
                  <a:pt x="840547" y="81681"/>
                  <a:pt x="840547" y="80193"/>
                </a:cubicBezTo>
                <a:cubicBezTo>
                  <a:pt x="840547" y="77881"/>
                  <a:pt x="839764" y="76313"/>
                  <a:pt x="838196" y="75488"/>
                </a:cubicBezTo>
                <a:cubicBezTo>
                  <a:pt x="835804" y="74166"/>
                  <a:pt x="831185" y="73422"/>
                  <a:pt x="824339" y="73257"/>
                </a:cubicBezTo>
                <a:lnTo>
                  <a:pt x="824339" y="69170"/>
                </a:lnTo>
                <a:cubicBezTo>
                  <a:pt x="841248" y="66033"/>
                  <a:pt x="854899" y="63432"/>
                  <a:pt x="865292" y="61368"/>
                </a:cubicBezTo>
                <a:lnTo>
                  <a:pt x="866158" y="61863"/>
                </a:lnTo>
                <a:lnTo>
                  <a:pt x="849084" y="117230"/>
                </a:lnTo>
                <a:cubicBezTo>
                  <a:pt x="864509" y="93335"/>
                  <a:pt x="877211" y="77516"/>
                  <a:pt x="887192" y="69773"/>
                </a:cubicBezTo>
                <a:cubicBezTo>
                  <a:pt x="894285" y="64170"/>
                  <a:pt x="901008" y="61368"/>
                  <a:pt x="907359" y="61368"/>
                </a:cubicBezTo>
                <a:cubicBezTo>
                  <a:pt x="912968" y="61368"/>
                  <a:pt x="917257" y="63016"/>
                  <a:pt x="920226" y="66313"/>
                </a:cubicBezTo>
                <a:cubicBezTo>
                  <a:pt x="922866" y="69200"/>
                  <a:pt x="924185" y="72704"/>
                  <a:pt x="924185" y="76826"/>
                </a:cubicBezTo>
                <a:cubicBezTo>
                  <a:pt x="924185" y="80702"/>
                  <a:pt x="923361" y="85568"/>
                  <a:pt x="921711" y="91421"/>
                </a:cubicBezTo>
                <a:lnTo>
                  <a:pt x="907483" y="143610"/>
                </a:lnTo>
                <a:cubicBezTo>
                  <a:pt x="905091" y="153088"/>
                  <a:pt x="903894" y="158451"/>
                  <a:pt x="903894" y="159698"/>
                </a:cubicBezTo>
                <a:cubicBezTo>
                  <a:pt x="903894" y="160861"/>
                  <a:pt x="904307" y="161858"/>
                  <a:pt x="905132" y="162691"/>
                </a:cubicBezTo>
                <a:cubicBezTo>
                  <a:pt x="906039" y="163439"/>
                  <a:pt x="906946" y="163812"/>
                  <a:pt x="907854" y="163812"/>
                </a:cubicBezTo>
                <a:cubicBezTo>
                  <a:pt x="909668" y="163812"/>
                  <a:pt x="911524" y="162940"/>
                  <a:pt x="913421" y="161195"/>
                </a:cubicBezTo>
                <a:cubicBezTo>
                  <a:pt x="916308" y="158700"/>
                  <a:pt x="921381" y="152797"/>
                  <a:pt x="928640" y="143487"/>
                </a:cubicBezTo>
                <a:close/>
                <a:moveTo>
                  <a:pt x="1013763" y="64585"/>
                </a:moveTo>
                <a:lnTo>
                  <a:pt x="1012525" y="72750"/>
                </a:lnTo>
                <a:lnTo>
                  <a:pt x="991245" y="72750"/>
                </a:lnTo>
                <a:lnTo>
                  <a:pt x="968974" y="157359"/>
                </a:lnTo>
                <a:cubicBezTo>
                  <a:pt x="968809" y="158022"/>
                  <a:pt x="968727" y="158477"/>
                  <a:pt x="968727" y="158724"/>
                </a:cubicBezTo>
                <a:cubicBezTo>
                  <a:pt x="968727" y="162116"/>
                  <a:pt x="970005" y="163812"/>
                  <a:pt x="972562" y="163812"/>
                </a:cubicBezTo>
                <a:cubicBezTo>
                  <a:pt x="974212" y="163812"/>
                  <a:pt x="975944" y="162981"/>
                  <a:pt x="977759" y="161318"/>
                </a:cubicBezTo>
                <a:cubicBezTo>
                  <a:pt x="980975" y="158491"/>
                  <a:pt x="986048" y="152547"/>
                  <a:pt x="992977" y="143487"/>
                </a:cubicBezTo>
                <a:lnTo>
                  <a:pt x="996317" y="145342"/>
                </a:lnTo>
                <a:cubicBezTo>
                  <a:pt x="988151" y="157447"/>
                  <a:pt x="981305" y="165779"/>
                  <a:pt x="975779" y="170339"/>
                </a:cubicBezTo>
                <a:cubicBezTo>
                  <a:pt x="971160" y="174236"/>
                  <a:pt x="966005" y="176185"/>
                  <a:pt x="960313" y="176185"/>
                </a:cubicBezTo>
                <a:cubicBezTo>
                  <a:pt x="956189" y="176185"/>
                  <a:pt x="952972" y="174945"/>
                  <a:pt x="950663" y="172465"/>
                </a:cubicBezTo>
                <a:cubicBezTo>
                  <a:pt x="949013" y="170646"/>
                  <a:pt x="948188" y="168702"/>
                  <a:pt x="948188" y="166635"/>
                </a:cubicBezTo>
                <a:cubicBezTo>
                  <a:pt x="948188" y="163908"/>
                  <a:pt x="949632" y="157666"/>
                  <a:pt x="952519" y="147910"/>
                </a:cubicBezTo>
                <a:cubicBezTo>
                  <a:pt x="953096" y="146172"/>
                  <a:pt x="953591" y="144394"/>
                  <a:pt x="954003" y="142574"/>
                </a:cubicBezTo>
                <a:lnTo>
                  <a:pt x="972315" y="72750"/>
                </a:lnTo>
                <a:lnTo>
                  <a:pt x="953508" y="72750"/>
                </a:lnTo>
                <a:cubicBezTo>
                  <a:pt x="953426" y="72008"/>
                  <a:pt x="953385" y="71472"/>
                  <a:pt x="953385" y="71142"/>
                </a:cubicBezTo>
                <a:cubicBezTo>
                  <a:pt x="953385" y="70152"/>
                  <a:pt x="953632" y="69286"/>
                  <a:pt x="954127" y="68544"/>
                </a:cubicBezTo>
                <a:cubicBezTo>
                  <a:pt x="954952" y="67389"/>
                  <a:pt x="957385" y="66111"/>
                  <a:pt x="961427" y="64708"/>
                </a:cubicBezTo>
                <a:cubicBezTo>
                  <a:pt x="967531" y="62481"/>
                  <a:pt x="974335" y="57945"/>
                  <a:pt x="981841" y="51099"/>
                </a:cubicBezTo>
                <a:cubicBezTo>
                  <a:pt x="988110" y="45407"/>
                  <a:pt x="992523" y="40706"/>
                  <a:pt x="995080" y="36994"/>
                </a:cubicBezTo>
                <a:cubicBezTo>
                  <a:pt x="996235" y="35427"/>
                  <a:pt x="997266" y="34643"/>
                  <a:pt x="998173" y="34643"/>
                </a:cubicBezTo>
                <a:cubicBezTo>
                  <a:pt x="998421" y="34643"/>
                  <a:pt x="998668" y="34643"/>
                  <a:pt x="998916" y="34643"/>
                </a:cubicBezTo>
                <a:cubicBezTo>
                  <a:pt x="999081" y="34643"/>
                  <a:pt x="999246" y="34643"/>
                  <a:pt x="999410" y="34643"/>
                </a:cubicBezTo>
                <a:cubicBezTo>
                  <a:pt x="1000483" y="34643"/>
                  <a:pt x="1000978" y="35468"/>
                  <a:pt x="1000895" y="37118"/>
                </a:cubicBezTo>
                <a:cubicBezTo>
                  <a:pt x="1000895" y="37530"/>
                  <a:pt x="1000813" y="37984"/>
                  <a:pt x="1000648" y="38479"/>
                </a:cubicBezTo>
                <a:lnTo>
                  <a:pt x="993595" y="64585"/>
                </a:lnTo>
                <a:lnTo>
                  <a:pt x="1013763" y="6458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24A1F-4201-46AE-8BF7-642494F8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05" y="275986"/>
            <a:ext cx="602363" cy="188747"/>
          </a:xfrm>
          <a:custGeom xmlns:a="http://schemas.openxmlformats.org/drawingml/2006/main">
            <a:pathLst>
              <a:path w="602363" h="188747" fill="none">
                <a:moveTo>
                  <a:pt x="0" y="188747"/>
                </a:moveTo>
                <a:cubicBezTo>
                  <a:pt x="0" y="188747"/>
                  <a:pt x="259696" y="0"/>
                  <a:pt x="602363" y="1340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154" cap="flat">
            <a:solidFill>
              <a:srgbClr val="231F2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D66EE-41D3-4FCD-BFE6-4996F272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070" y="335400"/>
            <a:ext cx="137112" cy="122443"/>
          </a:xfrm>
          <a:custGeom xmlns:a="http://schemas.openxmlformats.org/drawingml/2006/main">
            <a:pathLst>
              <a:path w="137112" h="122443">
                <a:moveTo>
                  <a:pt x="137112" y="109887"/>
                </a:moveTo>
                <a:cubicBezTo>
                  <a:pt x="94542" y="107268"/>
                  <a:pt x="38966" y="110365"/>
                  <a:pt x="0" y="122443"/>
                </a:cubicBezTo>
                <a:lnTo>
                  <a:pt x="49214" y="71005"/>
                </a:lnTo>
                <a:lnTo>
                  <a:pt x="54141" y="0"/>
                </a:lnTo>
                <a:cubicBezTo>
                  <a:pt x="71428" y="36939"/>
                  <a:pt x="106536" y="80156"/>
                  <a:pt x="137112" y="109887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43A78-3009-4840-9FEB-BF370F3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891" y="502924"/>
            <a:ext cx="366007" cy="366007"/>
          </a:xfrm>
          <a:custGeom xmlns:a="http://schemas.openxmlformats.org/drawingml/2006/main">
            <a:pathLst>
              <a:path w="366007" h="366007">
                <a:moveTo>
                  <a:pt x="293847" y="366007"/>
                </a:moveTo>
                <a:lnTo>
                  <a:pt x="72160" y="366007"/>
                </a:lnTo>
                <a:cubicBezTo>
                  <a:pt x="32321" y="366007"/>
                  <a:pt x="0" y="333686"/>
                  <a:pt x="0" y="293847"/>
                </a:cubicBezTo>
                <a:lnTo>
                  <a:pt x="0" y="72160"/>
                </a:lnTo>
                <a:cubicBezTo>
                  <a:pt x="0" y="32321"/>
                  <a:pt x="32321" y="0"/>
                  <a:pt x="72160" y="0"/>
                </a:cubicBezTo>
                <a:lnTo>
                  <a:pt x="293847" y="0"/>
                </a:lnTo>
                <a:cubicBezTo>
                  <a:pt x="333714" y="0"/>
                  <a:pt x="366007" y="32321"/>
                  <a:pt x="366007" y="72160"/>
                </a:cubicBezTo>
                <a:lnTo>
                  <a:pt x="366007" y="293847"/>
                </a:lnTo>
                <a:cubicBezTo>
                  <a:pt x="366007" y="333686"/>
                  <a:pt x="333714" y="366007"/>
                  <a:pt x="293847" y="366007"/>
                </a:cubicBezTo>
              </a:path>
            </a:pathLst>
          </a:custGeom>
          <a:solidFill xmlns:a="http://schemas.openxmlformats.org/drawingml/2006/main">
            <a:srgbClr val="4254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C512E-5D32-401D-B62E-43B4FBCC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891" y="502924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293847" y="366007"/>
                </a:moveTo>
                <a:lnTo>
                  <a:pt x="72160" y="366007"/>
                </a:lnTo>
                <a:cubicBezTo>
                  <a:pt x="32321" y="366007"/>
                  <a:pt x="0" y="333686"/>
                  <a:pt x="0" y="293847"/>
                </a:cubicBezTo>
                <a:lnTo>
                  <a:pt x="0" y="72160"/>
                </a:lnTo>
                <a:cubicBezTo>
                  <a:pt x="0" y="32321"/>
                  <a:pt x="32321" y="0"/>
                  <a:pt x="72160" y="0"/>
                </a:cubicBezTo>
                <a:lnTo>
                  <a:pt x="293847" y="0"/>
                </a:lnTo>
                <a:cubicBezTo>
                  <a:pt x="333714" y="0"/>
                  <a:pt x="366007" y="32321"/>
                  <a:pt x="366007" y="72160"/>
                </a:cubicBezTo>
                <a:lnTo>
                  <a:pt x="366007" y="293847"/>
                </a:lnTo>
                <a:cubicBezTo>
                  <a:pt x="366007" y="333686"/>
                  <a:pt x="333714" y="366007"/>
                  <a:pt x="293847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019" cap="flat">
            <a:solidFill>
              <a:srgbClr val="231F20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510FD-B94C-465D-A335-DEFFD6F1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008" y="585951"/>
            <a:ext cx="62137" cy="71090"/>
          </a:xfrm>
          <a:custGeom xmlns:a="http://schemas.openxmlformats.org/drawingml/2006/main">
            <a:pathLst>
              <a:path w="62137" h="71090">
                <a:moveTo>
                  <a:pt x="35587" y="0"/>
                </a:moveTo>
                <a:lnTo>
                  <a:pt x="62137" y="54957"/>
                </a:lnTo>
                <a:lnTo>
                  <a:pt x="38712" y="67965"/>
                </a:lnTo>
                <a:cubicBezTo>
                  <a:pt x="31646" y="71090"/>
                  <a:pt x="23284" y="68134"/>
                  <a:pt x="20018" y="61377"/>
                </a:cubicBezTo>
                <a:lnTo>
                  <a:pt x="3266" y="26719"/>
                </a:lnTo>
                <a:cubicBezTo>
                  <a:pt x="0" y="19933"/>
                  <a:pt x="3069" y="11909"/>
                  <a:pt x="10136" y="8756"/>
                </a:cubicBezTo>
                <a:lnTo>
                  <a:pt x="35587" y="0"/>
                </a:lnTo>
                <a:close/>
              </a:path>
            </a:pathLst>
          </a:custGeom>
          <a:solidFill xmlns:a="http://schemas.openxmlformats.org/drawingml/2006/main">
            <a:srgbClr val="404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B623F-F1EF-47F1-B16E-D4EBA924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008" y="585951"/>
            <a:ext cx="62137" cy="71090"/>
          </a:xfrm>
          <a:custGeom xmlns:a="http://schemas.openxmlformats.org/drawingml/2006/main">
            <a:pathLst>
              <a:path w="62137" h="71090" fill="none">
                <a:moveTo>
                  <a:pt x="35587" y="0"/>
                </a:moveTo>
                <a:lnTo>
                  <a:pt x="62137" y="54957"/>
                </a:lnTo>
                <a:lnTo>
                  <a:pt x="38712" y="67965"/>
                </a:lnTo>
                <a:cubicBezTo>
                  <a:pt x="31646" y="71090"/>
                  <a:pt x="23284" y="68134"/>
                  <a:pt x="20018" y="61377"/>
                </a:cubicBezTo>
                <a:lnTo>
                  <a:pt x="3266" y="26719"/>
                </a:lnTo>
                <a:cubicBezTo>
                  <a:pt x="0" y="19933"/>
                  <a:pt x="3069" y="11909"/>
                  <a:pt x="10136" y="8756"/>
                </a:cubicBezTo>
                <a:lnTo>
                  <a:pt x="355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87F45-0588-44F0-87C6-F62790C8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104" y="637913"/>
            <a:ext cx="137253" cy="193730"/>
          </a:xfrm>
          <a:custGeom xmlns:a="http://schemas.openxmlformats.org/drawingml/2006/main">
            <a:pathLst>
              <a:path w="137253" h="193730">
                <a:moveTo>
                  <a:pt x="65149" y="184693"/>
                </a:moveTo>
                <a:cubicBezTo>
                  <a:pt x="67571" y="190802"/>
                  <a:pt x="74862" y="193730"/>
                  <a:pt x="81028" y="190971"/>
                </a:cubicBezTo>
                <a:lnTo>
                  <a:pt x="128694" y="169771"/>
                </a:lnTo>
                <a:cubicBezTo>
                  <a:pt x="134859" y="167012"/>
                  <a:pt x="137253" y="159804"/>
                  <a:pt x="133959" y="154061"/>
                </a:cubicBezTo>
                <a:lnTo>
                  <a:pt x="49721" y="6307"/>
                </a:lnTo>
                <a:cubicBezTo>
                  <a:pt x="48426" y="4139"/>
                  <a:pt x="47328" y="2055"/>
                  <a:pt x="46370" y="0"/>
                </a:cubicBezTo>
                <a:lnTo>
                  <a:pt x="0" y="20637"/>
                </a:lnTo>
                <a:lnTo>
                  <a:pt x="65149" y="184693"/>
                </a:lnTo>
                <a:close/>
              </a:path>
            </a:pathLst>
          </a:custGeom>
          <a:solidFill xmlns:a="http://schemas.openxmlformats.org/drawingml/2006/main">
            <a:srgbClr val="C2B5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8ADE1-D855-4EBD-B860-1BFE8222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104" y="637913"/>
            <a:ext cx="137253" cy="193730"/>
          </a:xfrm>
          <a:custGeom xmlns:a="http://schemas.openxmlformats.org/drawingml/2006/main">
            <a:pathLst>
              <a:path w="137253" h="193730" fill="none">
                <a:moveTo>
                  <a:pt x="65149" y="184693"/>
                </a:moveTo>
                <a:cubicBezTo>
                  <a:pt x="67571" y="190802"/>
                  <a:pt x="74862" y="193730"/>
                  <a:pt x="81028" y="190971"/>
                </a:cubicBezTo>
                <a:lnTo>
                  <a:pt x="128694" y="169771"/>
                </a:lnTo>
                <a:cubicBezTo>
                  <a:pt x="134859" y="167012"/>
                  <a:pt x="137253" y="159804"/>
                  <a:pt x="133959" y="154061"/>
                </a:cubicBezTo>
                <a:lnTo>
                  <a:pt x="49721" y="6307"/>
                </a:lnTo>
                <a:cubicBezTo>
                  <a:pt x="48426" y="4139"/>
                  <a:pt x="47328" y="2055"/>
                  <a:pt x="46370" y="0"/>
                </a:cubicBezTo>
                <a:lnTo>
                  <a:pt x="0" y="20637"/>
                </a:lnTo>
                <a:lnTo>
                  <a:pt x="65149" y="1846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6F44E-9942-4FE1-91E6-7E5DAD5C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606" y="540581"/>
            <a:ext cx="192238" cy="117967"/>
          </a:xfrm>
          <a:custGeom xmlns:a="http://schemas.openxmlformats.org/drawingml/2006/main">
            <a:pathLst>
              <a:path w="192238" h="117967">
                <a:moveTo>
                  <a:pt x="106677" y="1492"/>
                </a:moveTo>
                <a:cubicBezTo>
                  <a:pt x="101412" y="0"/>
                  <a:pt x="72948" y="10333"/>
                  <a:pt x="67683" y="12698"/>
                </a:cubicBezTo>
                <a:lnTo>
                  <a:pt x="0" y="45385"/>
                </a:lnTo>
                <a:lnTo>
                  <a:pt x="26521" y="100342"/>
                </a:lnTo>
                <a:lnTo>
                  <a:pt x="44062" y="95105"/>
                </a:lnTo>
                <a:lnTo>
                  <a:pt x="61714" y="103946"/>
                </a:lnTo>
                <a:lnTo>
                  <a:pt x="67486" y="117967"/>
                </a:lnTo>
                <a:lnTo>
                  <a:pt x="113856" y="97330"/>
                </a:lnTo>
                <a:cubicBezTo>
                  <a:pt x="111576" y="92375"/>
                  <a:pt x="110140" y="87701"/>
                  <a:pt x="109352" y="82746"/>
                </a:cubicBezTo>
                <a:cubicBezTo>
                  <a:pt x="108535" y="77791"/>
                  <a:pt x="108338" y="72610"/>
                  <a:pt x="108479" y="66698"/>
                </a:cubicBezTo>
                <a:lnTo>
                  <a:pt x="109183" y="47130"/>
                </a:lnTo>
                <a:cubicBezTo>
                  <a:pt x="109267" y="41190"/>
                  <a:pt x="114082" y="36207"/>
                  <a:pt x="120388" y="35446"/>
                </a:cubicBezTo>
                <a:cubicBezTo>
                  <a:pt x="120388" y="35446"/>
                  <a:pt x="189141" y="34911"/>
                  <a:pt x="189704" y="31589"/>
                </a:cubicBezTo>
                <a:cubicBezTo>
                  <a:pt x="192238" y="12472"/>
                  <a:pt x="106677" y="1492"/>
                  <a:pt x="106677" y="1492"/>
                </a:cubicBezTo>
              </a:path>
            </a:pathLst>
          </a:custGeom>
          <a:solidFill xmlns:a="http://schemas.openxmlformats.org/drawingml/2006/main">
            <a:srgbClr val="6D6E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7E00E-653E-433C-878C-EF07F3CB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606" y="540581"/>
            <a:ext cx="192238" cy="117967"/>
          </a:xfrm>
          <a:custGeom xmlns:a="http://schemas.openxmlformats.org/drawingml/2006/main">
            <a:pathLst>
              <a:path w="192238" h="117967" fill="none">
                <a:moveTo>
                  <a:pt x="106677" y="1492"/>
                </a:moveTo>
                <a:cubicBezTo>
                  <a:pt x="101412" y="0"/>
                  <a:pt x="72948" y="10333"/>
                  <a:pt x="67683" y="12698"/>
                </a:cubicBezTo>
                <a:lnTo>
                  <a:pt x="0" y="45385"/>
                </a:lnTo>
                <a:lnTo>
                  <a:pt x="26521" y="100342"/>
                </a:lnTo>
                <a:lnTo>
                  <a:pt x="44062" y="95105"/>
                </a:lnTo>
                <a:lnTo>
                  <a:pt x="61714" y="103946"/>
                </a:lnTo>
                <a:lnTo>
                  <a:pt x="67486" y="117967"/>
                </a:lnTo>
                <a:lnTo>
                  <a:pt x="113856" y="97330"/>
                </a:lnTo>
                <a:cubicBezTo>
                  <a:pt x="111576" y="92375"/>
                  <a:pt x="110140" y="87701"/>
                  <a:pt x="109352" y="82746"/>
                </a:cubicBezTo>
                <a:cubicBezTo>
                  <a:pt x="108535" y="77791"/>
                  <a:pt x="108338" y="72610"/>
                  <a:pt x="108479" y="66698"/>
                </a:cubicBezTo>
                <a:lnTo>
                  <a:pt x="109183" y="47130"/>
                </a:lnTo>
                <a:cubicBezTo>
                  <a:pt x="109267" y="41190"/>
                  <a:pt x="114082" y="36207"/>
                  <a:pt x="120388" y="35446"/>
                </a:cubicBezTo>
                <a:cubicBezTo>
                  <a:pt x="120388" y="35446"/>
                  <a:pt x="189141" y="34911"/>
                  <a:pt x="189704" y="31589"/>
                </a:cubicBezTo>
                <a:cubicBezTo>
                  <a:pt x="192238" y="12472"/>
                  <a:pt x="106677" y="1492"/>
                  <a:pt x="106677" y="14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52CA6-EDD9-4082-B34B-7AA34012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53" y="1106013"/>
            <a:ext cx="3527912" cy="10"/>
          </a:xfrm>
          <a:custGeom xmlns:a="http://schemas.openxmlformats.org/drawingml/2006/main">
            <a:pathLst>
              <a:path w="3527912" h="1" fill="none">
                <a:moveTo>
                  <a:pt x="35279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309" cap="flat">
            <a:solidFill>
              <a:srgbClr val="231F2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8AE07-3A88-45AC-8A80-CD07FB7B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024" y="972111"/>
            <a:ext cx="240635" cy="267776"/>
          </a:xfrm>
          <a:custGeom xmlns:a="http://schemas.openxmlformats.org/drawingml/2006/main">
            <a:pathLst>
              <a:path w="240635" h="267776">
                <a:moveTo>
                  <a:pt x="0" y="133902"/>
                </a:moveTo>
                <a:cubicBezTo>
                  <a:pt x="79958" y="104227"/>
                  <a:pt x="179146" y="53606"/>
                  <a:pt x="240635" y="0"/>
                </a:cubicBezTo>
                <a:lnTo>
                  <a:pt x="192210" y="133902"/>
                </a:lnTo>
                <a:lnTo>
                  <a:pt x="240635" y="267776"/>
                </a:lnTo>
                <a:cubicBezTo>
                  <a:pt x="179146" y="214170"/>
                  <a:pt x="79958" y="163549"/>
                  <a:pt x="0" y="133902"/>
                </a:cubicBezTo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5BC83-77C5-4274-A8F9-D3F74DE3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597" y="994305"/>
            <a:ext cx="2578406" cy="246041"/>
          </a:xfrm>
          <a:custGeom xmlns:a="http://schemas.openxmlformats.org/drawingml/2006/main">
            <a:pathLst>
              <a:path w="2578406" h="246041">
                <a:moveTo>
                  <a:pt x="2578406" y="0"/>
                </a:moveTo>
                <a:lnTo>
                  <a:pt x="0" y="0"/>
                </a:lnTo>
                <a:lnTo>
                  <a:pt x="0" y="246041"/>
                </a:lnTo>
                <a:lnTo>
                  <a:pt x="2578406" y="246041"/>
                </a:lnTo>
                <a:lnTo>
                  <a:pt x="257840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Changeselectedinterval">
            <a:extLst xmlns:a="http://schemas.openxmlformats.org/drawingml/2006/main">
              <a:ext uri="{FF2B5EF4-FFF2-40B4-BE49-F238E27FC236}">
                <a16:creationId xmlns:a16="http://schemas.microsoft.com/office/drawing/2014/main" id="{CD1A352C-C280-4860-8468-7A1032D9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125" y="1004603"/>
            <a:ext cx="2503076" cy="225427"/>
          </a:xfrm>
          <a:custGeom xmlns:a="http://schemas.openxmlformats.org/drawingml/2006/main">
            <a:pathLst>
              <a:path w="2503076" h="225427">
                <a:moveTo>
                  <a:pt x="266606" y="147861"/>
                </a:moveTo>
                <a:lnTo>
                  <a:pt x="265791" y="148867"/>
                </a:lnTo>
                <a:lnTo>
                  <a:pt x="264998" y="149838"/>
                </a:lnTo>
                <a:lnTo>
                  <a:pt x="264229" y="150774"/>
                </a:lnTo>
                <a:lnTo>
                  <a:pt x="263482" y="151675"/>
                </a:lnTo>
                <a:lnTo>
                  <a:pt x="262758" y="152540"/>
                </a:lnTo>
                <a:lnTo>
                  <a:pt x="262056" y="153371"/>
                </a:lnTo>
                <a:lnTo>
                  <a:pt x="261378" y="154167"/>
                </a:lnTo>
                <a:lnTo>
                  <a:pt x="260722" y="154927"/>
                </a:lnTo>
                <a:lnTo>
                  <a:pt x="260089" y="155653"/>
                </a:lnTo>
                <a:lnTo>
                  <a:pt x="259479" y="156343"/>
                </a:lnTo>
                <a:lnTo>
                  <a:pt x="258891" y="156998"/>
                </a:lnTo>
                <a:lnTo>
                  <a:pt x="258326" y="157619"/>
                </a:lnTo>
                <a:lnTo>
                  <a:pt x="257785" y="158204"/>
                </a:lnTo>
                <a:lnTo>
                  <a:pt x="257265" y="158754"/>
                </a:lnTo>
                <a:lnTo>
                  <a:pt x="256769" y="159269"/>
                </a:lnTo>
                <a:lnTo>
                  <a:pt x="256295" y="159749"/>
                </a:lnTo>
                <a:lnTo>
                  <a:pt x="255844" y="160194"/>
                </a:lnTo>
                <a:lnTo>
                  <a:pt x="255416" y="160604"/>
                </a:lnTo>
                <a:lnTo>
                  <a:pt x="255011" y="160979"/>
                </a:lnTo>
                <a:lnTo>
                  <a:pt x="254628" y="161318"/>
                </a:lnTo>
                <a:lnTo>
                  <a:pt x="254402" y="161522"/>
                </a:lnTo>
                <a:lnTo>
                  <a:pt x="254175" y="161717"/>
                </a:lnTo>
                <a:lnTo>
                  <a:pt x="253948" y="161903"/>
                </a:lnTo>
                <a:lnTo>
                  <a:pt x="253721" y="162080"/>
                </a:lnTo>
                <a:lnTo>
                  <a:pt x="253494" y="162249"/>
                </a:lnTo>
                <a:lnTo>
                  <a:pt x="253267" y="162409"/>
                </a:lnTo>
                <a:lnTo>
                  <a:pt x="253041" y="162561"/>
                </a:lnTo>
                <a:lnTo>
                  <a:pt x="252814" y="162704"/>
                </a:lnTo>
                <a:lnTo>
                  <a:pt x="252587" y="162838"/>
                </a:lnTo>
                <a:lnTo>
                  <a:pt x="252360" y="162964"/>
                </a:lnTo>
                <a:lnTo>
                  <a:pt x="252133" y="163081"/>
                </a:lnTo>
                <a:lnTo>
                  <a:pt x="251906" y="163189"/>
                </a:lnTo>
                <a:lnTo>
                  <a:pt x="251680" y="163288"/>
                </a:lnTo>
                <a:lnTo>
                  <a:pt x="251453" y="163379"/>
                </a:lnTo>
                <a:lnTo>
                  <a:pt x="251226" y="163462"/>
                </a:lnTo>
                <a:lnTo>
                  <a:pt x="250999" y="163535"/>
                </a:lnTo>
                <a:lnTo>
                  <a:pt x="250772" y="163600"/>
                </a:lnTo>
                <a:lnTo>
                  <a:pt x="250546" y="163656"/>
                </a:lnTo>
                <a:lnTo>
                  <a:pt x="250319" y="163704"/>
                </a:lnTo>
                <a:lnTo>
                  <a:pt x="250092" y="163743"/>
                </a:lnTo>
                <a:lnTo>
                  <a:pt x="249865" y="163773"/>
                </a:lnTo>
                <a:lnTo>
                  <a:pt x="249638" y="163795"/>
                </a:lnTo>
                <a:lnTo>
                  <a:pt x="249411" y="163808"/>
                </a:lnTo>
                <a:lnTo>
                  <a:pt x="249185" y="163812"/>
                </a:lnTo>
                <a:lnTo>
                  <a:pt x="249072" y="163811"/>
                </a:lnTo>
                <a:lnTo>
                  <a:pt x="248959" y="163805"/>
                </a:lnTo>
                <a:lnTo>
                  <a:pt x="248848" y="163797"/>
                </a:lnTo>
                <a:lnTo>
                  <a:pt x="248738" y="163785"/>
                </a:lnTo>
                <a:lnTo>
                  <a:pt x="248628" y="163769"/>
                </a:lnTo>
                <a:lnTo>
                  <a:pt x="248520" y="163750"/>
                </a:lnTo>
                <a:lnTo>
                  <a:pt x="248412" y="163728"/>
                </a:lnTo>
                <a:lnTo>
                  <a:pt x="248305" y="163702"/>
                </a:lnTo>
                <a:lnTo>
                  <a:pt x="248199" y="163673"/>
                </a:lnTo>
                <a:lnTo>
                  <a:pt x="248093" y="163640"/>
                </a:lnTo>
                <a:lnTo>
                  <a:pt x="247989" y="163604"/>
                </a:lnTo>
                <a:lnTo>
                  <a:pt x="247885" y="163565"/>
                </a:lnTo>
                <a:lnTo>
                  <a:pt x="247783" y="163522"/>
                </a:lnTo>
                <a:lnTo>
                  <a:pt x="247681" y="163475"/>
                </a:lnTo>
                <a:lnTo>
                  <a:pt x="247580" y="163426"/>
                </a:lnTo>
                <a:lnTo>
                  <a:pt x="247480" y="163372"/>
                </a:lnTo>
                <a:lnTo>
                  <a:pt x="247381" y="163316"/>
                </a:lnTo>
                <a:lnTo>
                  <a:pt x="247282" y="163256"/>
                </a:lnTo>
                <a:lnTo>
                  <a:pt x="247185" y="163192"/>
                </a:lnTo>
                <a:lnTo>
                  <a:pt x="247088" y="163125"/>
                </a:lnTo>
                <a:lnTo>
                  <a:pt x="246992" y="163054"/>
                </a:lnTo>
                <a:lnTo>
                  <a:pt x="246897" y="162981"/>
                </a:lnTo>
                <a:lnTo>
                  <a:pt x="246803" y="162903"/>
                </a:lnTo>
                <a:lnTo>
                  <a:pt x="246710" y="162822"/>
                </a:lnTo>
                <a:lnTo>
                  <a:pt x="246589" y="162697"/>
                </a:lnTo>
                <a:lnTo>
                  <a:pt x="246473" y="162570"/>
                </a:lnTo>
                <a:lnTo>
                  <a:pt x="246362" y="162441"/>
                </a:lnTo>
                <a:lnTo>
                  <a:pt x="246256" y="162309"/>
                </a:lnTo>
                <a:lnTo>
                  <a:pt x="246156" y="162176"/>
                </a:lnTo>
                <a:lnTo>
                  <a:pt x="246060" y="162040"/>
                </a:lnTo>
                <a:lnTo>
                  <a:pt x="245970" y="161902"/>
                </a:lnTo>
                <a:lnTo>
                  <a:pt x="245885" y="161762"/>
                </a:lnTo>
                <a:lnTo>
                  <a:pt x="245805" y="161620"/>
                </a:lnTo>
                <a:lnTo>
                  <a:pt x="245731" y="161475"/>
                </a:lnTo>
                <a:lnTo>
                  <a:pt x="245661" y="161329"/>
                </a:lnTo>
                <a:lnTo>
                  <a:pt x="245596" y="161180"/>
                </a:lnTo>
                <a:lnTo>
                  <a:pt x="245537" y="161029"/>
                </a:lnTo>
                <a:lnTo>
                  <a:pt x="245483" y="160877"/>
                </a:lnTo>
                <a:lnTo>
                  <a:pt x="245434" y="160722"/>
                </a:lnTo>
                <a:lnTo>
                  <a:pt x="245390" y="160564"/>
                </a:lnTo>
                <a:lnTo>
                  <a:pt x="245352" y="160405"/>
                </a:lnTo>
                <a:lnTo>
                  <a:pt x="245318" y="160244"/>
                </a:lnTo>
                <a:lnTo>
                  <a:pt x="245290" y="160080"/>
                </a:lnTo>
                <a:lnTo>
                  <a:pt x="245267" y="159915"/>
                </a:lnTo>
                <a:lnTo>
                  <a:pt x="245249" y="159747"/>
                </a:lnTo>
                <a:lnTo>
                  <a:pt x="245236" y="159577"/>
                </a:lnTo>
                <a:lnTo>
                  <a:pt x="245228" y="159405"/>
                </a:lnTo>
                <a:lnTo>
                  <a:pt x="245225" y="159231"/>
                </a:lnTo>
                <a:lnTo>
                  <a:pt x="245240" y="158760"/>
                </a:lnTo>
                <a:lnTo>
                  <a:pt x="245284" y="158215"/>
                </a:lnTo>
                <a:lnTo>
                  <a:pt x="245357" y="157597"/>
                </a:lnTo>
                <a:lnTo>
                  <a:pt x="245459" y="156904"/>
                </a:lnTo>
                <a:lnTo>
                  <a:pt x="245590" y="156137"/>
                </a:lnTo>
                <a:lnTo>
                  <a:pt x="245751" y="155297"/>
                </a:lnTo>
                <a:lnTo>
                  <a:pt x="245941" y="154382"/>
                </a:lnTo>
                <a:lnTo>
                  <a:pt x="246160" y="153394"/>
                </a:lnTo>
                <a:lnTo>
                  <a:pt x="246408" y="152332"/>
                </a:lnTo>
                <a:lnTo>
                  <a:pt x="246686" y="151195"/>
                </a:lnTo>
                <a:lnTo>
                  <a:pt x="246993" y="149985"/>
                </a:lnTo>
                <a:lnTo>
                  <a:pt x="247329" y="148700"/>
                </a:lnTo>
                <a:lnTo>
                  <a:pt x="247694" y="147342"/>
                </a:lnTo>
                <a:lnTo>
                  <a:pt x="248088" y="145910"/>
                </a:lnTo>
                <a:lnTo>
                  <a:pt x="248512" y="144403"/>
                </a:lnTo>
                <a:lnTo>
                  <a:pt x="248965" y="142823"/>
                </a:lnTo>
                <a:lnTo>
                  <a:pt x="249447" y="141169"/>
                </a:lnTo>
                <a:lnTo>
                  <a:pt x="249958" y="139441"/>
                </a:lnTo>
                <a:lnTo>
                  <a:pt x="250498" y="137639"/>
                </a:lnTo>
                <a:lnTo>
                  <a:pt x="251068" y="135762"/>
                </a:lnTo>
                <a:lnTo>
                  <a:pt x="251667" y="133812"/>
                </a:lnTo>
                <a:lnTo>
                  <a:pt x="252295" y="131788"/>
                </a:lnTo>
                <a:lnTo>
                  <a:pt x="252952" y="129690"/>
                </a:lnTo>
                <a:lnTo>
                  <a:pt x="253639" y="127518"/>
                </a:lnTo>
                <a:lnTo>
                  <a:pt x="254638" y="124306"/>
                </a:lnTo>
                <a:lnTo>
                  <a:pt x="255595" y="121196"/>
                </a:lnTo>
                <a:lnTo>
                  <a:pt x="256509" y="118186"/>
                </a:lnTo>
                <a:lnTo>
                  <a:pt x="257381" y="115278"/>
                </a:lnTo>
                <a:lnTo>
                  <a:pt x="258211" y="112470"/>
                </a:lnTo>
                <a:lnTo>
                  <a:pt x="258997" y="109764"/>
                </a:lnTo>
                <a:lnTo>
                  <a:pt x="259742" y="107159"/>
                </a:lnTo>
                <a:lnTo>
                  <a:pt x="260444" y="104655"/>
                </a:lnTo>
                <a:lnTo>
                  <a:pt x="261103" y="102252"/>
                </a:lnTo>
                <a:lnTo>
                  <a:pt x="261719" y="99950"/>
                </a:lnTo>
                <a:lnTo>
                  <a:pt x="262294" y="97749"/>
                </a:lnTo>
                <a:lnTo>
                  <a:pt x="262825" y="95649"/>
                </a:lnTo>
                <a:lnTo>
                  <a:pt x="263314" y="93651"/>
                </a:lnTo>
                <a:lnTo>
                  <a:pt x="263761" y="91753"/>
                </a:lnTo>
                <a:lnTo>
                  <a:pt x="264165" y="89957"/>
                </a:lnTo>
                <a:lnTo>
                  <a:pt x="264526" y="88261"/>
                </a:lnTo>
                <a:lnTo>
                  <a:pt x="264845" y="86667"/>
                </a:lnTo>
                <a:lnTo>
                  <a:pt x="265122" y="85174"/>
                </a:lnTo>
                <a:lnTo>
                  <a:pt x="265356" y="83782"/>
                </a:lnTo>
                <a:lnTo>
                  <a:pt x="265547" y="82491"/>
                </a:lnTo>
                <a:lnTo>
                  <a:pt x="265696" y="81301"/>
                </a:lnTo>
                <a:lnTo>
                  <a:pt x="265802" y="80212"/>
                </a:lnTo>
                <a:lnTo>
                  <a:pt x="265866" y="79224"/>
                </a:lnTo>
                <a:lnTo>
                  <a:pt x="265887" y="78337"/>
                </a:lnTo>
                <a:lnTo>
                  <a:pt x="265880" y="77753"/>
                </a:lnTo>
                <a:lnTo>
                  <a:pt x="265858" y="77176"/>
                </a:lnTo>
                <a:lnTo>
                  <a:pt x="265822" y="76607"/>
                </a:lnTo>
                <a:lnTo>
                  <a:pt x="265771" y="76046"/>
                </a:lnTo>
                <a:lnTo>
                  <a:pt x="265705" y="75493"/>
                </a:lnTo>
                <a:lnTo>
                  <a:pt x="265625" y="74947"/>
                </a:lnTo>
                <a:lnTo>
                  <a:pt x="265530" y="74409"/>
                </a:lnTo>
                <a:lnTo>
                  <a:pt x="265420" y="73879"/>
                </a:lnTo>
                <a:lnTo>
                  <a:pt x="265296" y="73356"/>
                </a:lnTo>
                <a:lnTo>
                  <a:pt x="265157" y="72841"/>
                </a:lnTo>
                <a:lnTo>
                  <a:pt x="265004" y="72334"/>
                </a:lnTo>
                <a:lnTo>
                  <a:pt x="264836" y="71835"/>
                </a:lnTo>
                <a:lnTo>
                  <a:pt x="264653" y="71344"/>
                </a:lnTo>
                <a:lnTo>
                  <a:pt x="264456" y="70860"/>
                </a:lnTo>
                <a:lnTo>
                  <a:pt x="264244" y="70384"/>
                </a:lnTo>
                <a:lnTo>
                  <a:pt x="264018" y="69916"/>
                </a:lnTo>
                <a:lnTo>
                  <a:pt x="263777" y="69455"/>
                </a:lnTo>
                <a:lnTo>
                  <a:pt x="263521" y="69002"/>
                </a:lnTo>
                <a:lnTo>
                  <a:pt x="263251" y="68557"/>
                </a:lnTo>
                <a:lnTo>
                  <a:pt x="262966" y="68120"/>
                </a:lnTo>
                <a:lnTo>
                  <a:pt x="262667" y="67690"/>
                </a:lnTo>
                <a:lnTo>
                  <a:pt x="262353" y="67269"/>
                </a:lnTo>
                <a:lnTo>
                  <a:pt x="262024" y="66855"/>
                </a:lnTo>
                <a:lnTo>
                  <a:pt x="261681" y="66448"/>
                </a:lnTo>
                <a:lnTo>
                  <a:pt x="261293" y="66034"/>
                </a:lnTo>
                <a:lnTo>
                  <a:pt x="260894" y="65637"/>
                </a:lnTo>
                <a:lnTo>
                  <a:pt x="260482" y="65257"/>
                </a:lnTo>
                <a:lnTo>
                  <a:pt x="260059" y="64896"/>
                </a:lnTo>
                <a:lnTo>
                  <a:pt x="259623" y="64552"/>
                </a:lnTo>
                <a:lnTo>
                  <a:pt x="259175" y="64226"/>
                </a:lnTo>
                <a:lnTo>
                  <a:pt x="258716" y="63917"/>
                </a:lnTo>
                <a:lnTo>
                  <a:pt x="258244" y="63626"/>
                </a:lnTo>
                <a:lnTo>
                  <a:pt x="257760" y="63352"/>
                </a:lnTo>
                <a:lnTo>
                  <a:pt x="257264" y="63097"/>
                </a:lnTo>
                <a:lnTo>
                  <a:pt x="256757" y="62858"/>
                </a:lnTo>
                <a:lnTo>
                  <a:pt x="256237" y="62638"/>
                </a:lnTo>
                <a:lnTo>
                  <a:pt x="255705" y="62435"/>
                </a:lnTo>
                <a:lnTo>
                  <a:pt x="255161" y="62250"/>
                </a:lnTo>
                <a:lnTo>
                  <a:pt x="254605" y="62082"/>
                </a:lnTo>
                <a:lnTo>
                  <a:pt x="254037" y="61932"/>
                </a:lnTo>
                <a:lnTo>
                  <a:pt x="253457" y="61800"/>
                </a:lnTo>
                <a:lnTo>
                  <a:pt x="252865" y="61685"/>
                </a:lnTo>
                <a:lnTo>
                  <a:pt x="252261" y="61588"/>
                </a:lnTo>
                <a:lnTo>
                  <a:pt x="251645" y="61509"/>
                </a:lnTo>
                <a:lnTo>
                  <a:pt x="251017" y="61447"/>
                </a:lnTo>
                <a:lnTo>
                  <a:pt x="250377" y="61403"/>
                </a:lnTo>
                <a:lnTo>
                  <a:pt x="249725" y="61377"/>
                </a:lnTo>
                <a:lnTo>
                  <a:pt x="249061" y="61368"/>
                </a:lnTo>
                <a:lnTo>
                  <a:pt x="248398" y="61378"/>
                </a:lnTo>
                <a:lnTo>
                  <a:pt x="247731" y="61410"/>
                </a:lnTo>
                <a:lnTo>
                  <a:pt x="247058" y="61462"/>
                </a:lnTo>
                <a:lnTo>
                  <a:pt x="246380" y="61536"/>
                </a:lnTo>
                <a:lnTo>
                  <a:pt x="245697" y="61631"/>
                </a:lnTo>
                <a:lnTo>
                  <a:pt x="245009" y="61746"/>
                </a:lnTo>
                <a:lnTo>
                  <a:pt x="244315" y="61883"/>
                </a:lnTo>
                <a:lnTo>
                  <a:pt x="243617" y="62040"/>
                </a:lnTo>
                <a:lnTo>
                  <a:pt x="242913" y="62219"/>
                </a:lnTo>
                <a:lnTo>
                  <a:pt x="242204" y="62419"/>
                </a:lnTo>
                <a:lnTo>
                  <a:pt x="241490" y="62640"/>
                </a:lnTo>
                <a:lnTo>
                  <a:pt x="240771" y="62881"/>
                </a:lnTo>
                <a:lnTo>
                  <a:pt x="240047" y="63144"/>
                </a:lnTo>
                <a:lnTo>
                  <a:pt x="239317" y="63428"/>
                </a:lnTo>
                <a:lnTo>
                  <a:pt x="238583" y="63733"/>
                </a:lnTo>
                <a:lnTo>
                  <a:pt x="237843" y="64059"/>
                </a:lnTo>
                <a:lnTo>
                  <a:pt x="237098" y="64406"/>
                </a:lnTo>
                <a:lnTo>
                  <a:pt x="236348" y="64774"/>
                </a:lnTo>
                <a:lnTo>
                  <a:pt x="235593" y="65163"/>
                </a:lnTo>
                <a:lnTo>
                  <a:pt x="234832" y="65572"/>
                </a:lnTo>
                <a:lnTo>
                  <a:pt x="234067" y="66003"/>
                </a:lnTo>
                <a:lnTo>
                  <a:pt x="233296" y="66455"/>
                </a:lnTo>
                <a:lnTo>
                  <a:pt x="232520" y="66928"/>
                </a:lnTo>
                <a:lnTo>
                  <a:pt x="231739" y="67423"/>
                </a:lnTo>
                <a:lnTo>
                  <a:pt x="230265" y="68393"/>
                </a:lnTo>
                <a:lnTo>
                  <a:pt x="228772" y="69451"/>
                </a:lnTo>
                <a:lnTo>
                  <a:pt x="227258" y="70595"/>
                </a:lnTo>
                <a:lnTo>
                  <a:pt x="225725" y="71827"/>
                </a:lnTo>
                <a:lnTo>
                  <a:pt x="224172" y="73146"/>
                </a:lnTo>
                <a:lnTo>
                  <a:pt x="222599" y="74552"/>
                </a:lnTo>
                <a:lnTo>
                  <a:pt x="221007" y="76045"/>
                </a:lnTo>
                <a:lnTo>
                  <a:pt x="219394" y="77625"/>
                </a:lnTo>
                <a:lnTo>
                  <a:pt x="217762" y="79292"/>
                </a:lnTo>
                <a:lnTo>
                  <a:pt x="216110" y="81047"/>
                </a:lnTo>
                <a:lnTo>
                  <a:pt x="214439" y="82888"/>
                </a:lnTo>
                <a:lnTo>
                  <a:pt x="212747" y="84817"/>
                </a:lnTo>
                <a:lnTo>
                  <a:pt x="211036" y="86832"/>
                </a:lnTo>
                <a:lnTo>
                  <a:pt x="209305" y="88935"/>
                </a:lnTo>
                <a:lnTo>
                  <a:pt x="207555" y="91125"/>
                </a:lnTo>
                <a:lnTo>
                  <a:pt x="205784" y="93401"/>
                </a:lnTo>
                <a:lnTo>
                  <a:pt x="203994" y="95765"/>
                </a:lnTo>
                <a:lnTo>
                  <a:pt x="202184" y="98216"/>
                </a:lnTo>
                <a:lnTo>
                  <a:pt x="200355" y="100754"/>
                </a:lnTo>
                <a:lnTo>
                  <a:pt x="198505" y="103380"/>
                </a:lnTo>
                <a:lnTo>
                  <a:pt x="196636" y="106092"/>
                </a:lnTo>
                <a:lnTo>
                  <a:pt x="194747" y="108891"/>
                </a:lnTo>
                <a:lnTo>
                  <a:pt x="192838" y="111778"/>
                </a:lnTo>
                <a:lnTo>
                  <a:pt x="190910" y="114751"/>
                </a:lnTo>
                <a:lnTo>
                  <a:pt x="221470" y="1361"/>
                </a:lnTo>
                <a:lnTo>
                  <a:pt x="220233" y="0"/>
                </a:lnTo>
                <a:lnTo>
                  <a:pt x="218593" y="368"/>
                </a:lnTo>
                <a:lnTo>
                  <a:pt x="216951" y="729"/>
                </a:lnTo>
                <a:lnTo>
                  <a:pt x="215307" y="1083"/>
                </a:lnTo>
                <a:lnTo>
                  <a:pt x="213662" y="1430"/>
                </a:lnTo>
                <a:lnTo>
                  <a:pt x="212015" y="1770"/>
                </a:lnTo>
                <a:lnTo>
                  <a:pt x="210366" y="2103"/>
                </a:lnTo>
                <a:lnTo>
                  <a:pt x="208715" y="2430"/>
                </a:lnTo>
                <a:lnTo>
                  <a:pt x="207063" y="2749"/>
                </a:lnTo>
                <a:lnTo>
                  <a:pt x="205409" y="3062"/>
                </a:lnTo>
                <a:lnTo>
                  <a:pt x="203753" y="3368"/>
                </a:lnTo>
                <a:lnTo>
                  <a:pt x="202096" y="3667"/>
                </a:lnTo>
                <a:lnTo>
                  <a:pt x="200437" y="3959"/>
                </a:lnTo>
                <a:lnTo>
                  <a:pt x="198776" y="4244"/>
                </a:lnTo>
                <a:lnTo>
                  <a:pt x="197113" y="4523"/>
                </a:lnTo>
                <a:lnTo>
                  <a:pt x="195449" y="4794"/>
                </a:lnTo>
                <a:lnTo>
                  <a:pt x="193783" y="5059"/>
                </a:lnTo>
                <a:lnTo>
                  <a:pt x="192115" y="5317"/>
                </a:lnTo>
                <a:lnTo>
                  <a:pt x="190446" y="5568"/>
                </a:lnTo>
                <a:lnTo>
                  <a:pt x="188775" y="5812"/>
                </a:lnTo>
                <a:lnTo>
                  <a:pt x="187102" y="6049"/>
                </a:lnTo>
                <a:lnTo>
                  <a:pt x="185427" y="6279"/>
                </a:lnTo>
                <a:lnTo>
                  <a:pt x="183751" y="6502"/>
                </a:lnTo>
                <a:lnTo>
                  <a:pt x="182073" y="6719"/>
                </a:lnTo>
                <a:lnTo>
                  <a:pt x="180393" y="6929"/>
                </a:lnTo>
                <a:lnTo>
                  <a:pt x="180393" y="10888"/>
                </a:lnTo>
                <a:lnTo>
                  <a:pt x="186951" y="10888"/>
                </a:lnTo>
                <a:lnTo>
                  <a:pt x="186972" y="10887"/>
                </a:lnTo>
                <a:lnTo>
                  <a:pt x="186995" y="10886"/>
                </a:lnTo>
                <a:lnTo>
                  <a:pt x="187018" y="10884"/>
                </a:lnTo>
                <a:lnTo>
                  <a:pt x="187044" y="10881"/>
                </a:lnTo>
                <a:lnTo>
                  <a:pt x="187070" y="10877"/>
                </a:lnTo>
                <a:lnTo>
                  <a:pt x="187098" y="10872"/>
                </a:lnTo>
                <a:lnTo>
                  <a:pt x="187127" y="10867"/>
                </a:lnTo>
                <a:lnTo>
                  <a:pt x="187157" y="10860"/>
                </a:lnTo>
                <a:lnTo>
                  <a:pt x="187189" y="10853"/>
                </a:lnTo>
                <a:lnTo>
                  <a:pt x="187221" y="10845"/>
                </a:lnTo>
                <a:lnTo>
                  <a:pt x="187256" y="10836"/>
                </a:lnTo>
                <a:lnTo>
                  <a:pt x="187291" y="10826"/>
                </a:lnTo>
                <a:lnTo>
                  <a:pt x="187328" y="10815"/>
                </a:lnTo>
                <a:lnTo>
                  <a:pt x="187366" y="10804"/>
                </a:lnTo>
                <a:lnTo>
                  <a:pt x="187405" y="10791"/>
                </a:lnTo>
                <a:lnTo>
                  <a:pt x="187446" y="10778"/>
                </a:lnTo>
                <a:lnTo>
                  <a:pt x="187488" y="10764"/>
                </a:lnTo>
                <a:lnTo>
                  <a:pt x="187531" y="10749"/>
                </a:lnTo>
                <a:lnTo>
                  <a:pt x="187575" y="10733"/>
                </a:lnTo>
                <a:lnTo>
                  <a:pt x="187621" y="10716"/>
                </a:lnTo>
                <a:lnTo>
                  <a:pt x="187668" y="10698"/>
                </a:lnTo>
                <a:lnTo>
                  <a:pt x="187716" y="10680"/>
                </a:lnTo>
                <a:lnTo>
                  <a:pt x="187766" y="10661"/>
                </a:lnTo>
                <a:lnTo>
                  <a:pt x="187817" y="10640"/>
                </a:lnTo>
                <a:lnTo>
                  <a:pt x="188126" y="10585"/>
                </a:lnTo>
                <a:lnTo>
                  <a:pt x="188436" y="10543"/>
                </a:lnTo>
                <a:lnTo>
                  <a:pt x="188747" y="10515"/>
                </a:lnTo>
                <a:lnTo>
                  <a:pt x="189057" y="10499"/>
                </a:lnTo>
                <a:lnTo>
                  <a:pt x="189369" y="10498"/>
                </a:lnTo>
                <a:lnTo>
                  <a:pt x="189680" y="10509"/>
                </a:lnTo>
                <a:lnTo>
                  <a:pt x="189993" y="10534"/>
                </a:lnTo>
                <a:lnTo>
                  <a:pt x="190305" y="10572"/>
                </a:lnTo>
                <a:lnTo>
                  <a:pt x="190618" y="10623"/>
                </a:lnTo>
                <a:lnTo>
                  <a:pt x="190931" y="10688"/>
                </a:lnTo>
                <a:lnTo>
                  <a:pt x="191245" y="10766"/>
                </a:lnTo>
                <a:lnTo>
                  <a:pt x="191559" y="10857"/>
                </a:lnTo>
                <a:lnTo>
                  <a:pt x="191874" y="10962"/>
                </a:lnTo>
                <a:lnTo>
                  <a:pt x="192189" y="11079"/>
                </a:lnTo>
                <a:lnTo>
                  <a:pt x="192505" y="11211"/>
                </a:lnTo>
                <a:lnTo>
                  <a:pt x="192821" y="11355"/>
                </a:lnTo>
                <a:lnTo>
                  <a:pt x="193137" y="11513"/>
                </a:lnTo>
                <a:lnTo>
                  <a:pt x="193454" y="11684"/>
                </a:lnTo>
                <a:lnTo>
                  <a:pt x="193771" y="11869"/>
                </a:lnTo>
                <a:lnTo>
                  <a:pt x="194089" y="12067"/>
                </a:lnTo>
                <a:lnTo>
                  <a:pt x="194407" y="12278"/>
                </a:lnTo>
                <a:lnTo>
                  <a:pt x="194726" y="12502"/>
                </a:lnTo>
                <a:lnTo>
                  <a:pt x="195045" y="12740"/>
                </a:lnTo>
                <a:lnTo>
                  <a:pt x="195364" y="12991"/>
                </a:lnTo>
                <a:lnTo>
                  <a:pt x="195526" y="13137"/>
                </a:lnTo>
                <a:lnTo>
                  <a:pt x="195680" y="13284"/>
                </a:lnTo>
                <a:lnTo>
                  <a:pt x="195828" y="13433"/>
                </a:lnTo>
                <a:lnTo>
                  <a:pt x="195969" y="13583"/>
                </a:lnTo>
                <a:lnTo>
                  <a:pt x="196103" y="13736"/>
                </a:lnTo>
                <a:lnTo>
                  <a:pt x="196230" y="13890"/>
                </a:lnTo>
                <a:lnTo>
                  <a:pt x="196350" y="14046"/>
                </a:lnTo>
                <a:lnTo>
                  <a:pt x="196464" y="14203"/>
                </a:lnTo>
                <a:lnTo>
                  <a:pt x="196570" y="14362"/>
                </a:lnTo>
                <a:lnTo>
                  <a:pt x="196670" y="14523"/>
                </a:lnTo>
                <a:lnTo>
                  <a:pt x="196763" y="14686"/>
                </a:lnTo>
                <a:lnTo>
                  <a:pt x="196849" y="14850"/>
                </a:lnTo>
                <a:lnTo>
                  <a:pt x="196928" y="15016"/>
                </a:lnTo>
                <a:lnTo>
                  <a:pt x="197000" y="15184"/>
                </a:lnTo>
                <a:lnTo>
                  <a:pt x="197065" y="15353"/>
                </a:lnTo>
                <a:lnTo>
                  <a:pt x="197124" y="15524"/>
                </a:lnTo>
                <a:lnTo>
                  <a:pt x="197175" y="15697"/>
                </a:lnTo>
                <a:lnTo>
                  <a:pt x="197220" y="15871"/>
                </a:lnTo>
                <a:lnTo>
                  <a:pt x="197258" y="16048"/>
                </a:lnTo>
                <a:lnTo>
                  <a:pt x="197289" y="16226"/>
                </a:lnTo>
                <a:lnTo>
                  <a:pt x="197313" y="16405"/>
                </a:lnTo>
                <a:lnTo>
                  <a:pt x="197330" y="16586"/>
                </a:lnTo>
                <a:lnTo>
                  <a:pt x="197340" y="16769"/>
                </a:lnTo>
                <a:lnTo>
                  <a:pt x="197344" y="16954"/>
                </a:lnTo>
                <a:lnTo>
                  <a:pt x="197337" y="17429"/>
                </a:lnTo>
                <a:lnTo>
                  <a:pt x="197319" y="17924"/>
                </a:lnTo>
                <a:lnTo>
                  <a:pt x="197288" y="18440"/>
                </a:lnTo>
                <a:lnTo>
                  <a:pt x="197244" y="18977"/>
                </a:lnTo>
                <a:lnTo>
                  <a:pt x="197188" y="19534"/>
                </a:lnTo>
                <a:lnTo>
                  <a:pt x="197119" y="20112"/>
                </a:lnTo>
                <a:lnTo>
                  <a:pt x="197038" y="20710"/>
                </a:lnTo>
                <a:lnTo>
                  <a:pt x="196945" y="21329"/>
                </a:lnTo>
                <a:lnTo>
                  <a:pt x="196839" y="21969"/>
                </a:lnTo>
                <a:lnTo>
                  <a:pt x="196721" y="22630"/>
                </a:lnTo>
                <a:lnTo>
                  <a:pt x="196590" y="23311"/>
                </a:lnTo>
                <a:lnTo>
                  <a:pt x="196447" y="24012"/>
                </a:lnTo>
                <a:lnTo>
                  <a:pt x="196291" y="24735"/>
                </a:lnTo>
                <a:lnTo>
                  <a:pt x="196123" y="25478"/>
                </a:lnTo>
                <a:lnTo>
                  <a:pt x="195942" y="26241"/>
                </a:lnTo>
                <a:lnTo>
                  <a:pt x="195749" y="27026"/>
                </a:lnTo>
                <a:lnTo>
                  <a:pt x="195543" y="27831"/>
                </a:lnTo>
                <a:lnTo>
                  <a:pt x="195325" y="28656"/>
                </a:lnTo>
                <a:lnTo>
                  <a:pt x="195095" y="29503"/>
                </a:lnTo>
                <a:lnTo>
                  <a:pt x="194852" y="30370"/>
                </a:lnTo>
                <a:lnTo>
                  <a:pt x="194597" y="31257"/>
                </a:lnTo>
                <a:lnTo>
                  <a:pt x="194329" y="32165"/>
                </a:lnTo>
                <a:lnTo>
                  <a:pt x="194048" y="33094"/>
                </a:lnTo>
                <a:lnTo>
                  <a:pt x="193756" y="34044"/>
                </a:lnTo>
                <a:lnTo>
                  <a:pt x="193732" y="34119"/>
                </a:lnTo>
                <a:lnTo>
                  <a:pt x="193701" y="34222"/>
                </a:lnTo>
                <a:lnTo>
                  <a:pt x="193663" y="34351"/>
                </a:lnTo>
                <a:lnTo>
                  <a:pt x="193618" y="34508"/>
                </a:lnTo>
                <a:lnTo>
                  <a:pt x="193567" y="34692"/>
                </a:lnTo>
                <a:lnTo>
                  <a:pt x="193508" y="34902"/>
                </a:lnTo>
                <a:lnTo>
                  <a:pt x="193443" y="35140"/>
                </a:lnTo>
                <a:lnTo>
                  <a:pt x="193371" y="35405"/>
                </a:lnTo>
                <a:lnTo>
                  <a:pt x="193292" y="35697"/>
                </a:lnTo>
                <a:lnTo>
                  <a:pt x="193206" y="36016"/>
                </a:lnTo>
                <a:lnTo>
                  <a:pt x="193113" y="36363"/>
                </a:lnTo>
                <a:lnTo>
                  <a:pt x="193013" y="36736"/>
                </a:lnTo>
                <a:lnTo>
                  <a:pt x="192907" y="37136"/>
                </a:lnTo>
                <a:lnTo>
                  <a:pt x="192793" y="37564"/>
                </a:lnTo>
                <a:lnTo>
                  <a:pt x="192673" y="38018"/>
                </a:lnTo>
                <a:lnTo>
                  <a:pt x="192546" y="38500"/>
                </a:lnTo>
                <a:lnTo>
                  <a:pt x="192412" y="39008"/>
                </a:lnTo>
                <a:lnTo>
                  <a:pt x="192271" y="39544"/>
                </a:lnTo>
                <a:lnTo>
                  <a:pt x="192123" y="40107"/>
                </a:lnTo>
                <a:lnTo>
                  <a:pt x="191968" y="40697"/>
                </a:lnTo>
                <a:lnTo>
                  <a:pt x="191807" y="41314"/>
                </a:lnTo>
                <a:lnTo>
                  <a:pt x="191639" y="41958"/>
                </a:lnTo>
                <a:lnTo>
                  <a:pt x="191463" y="42629"/>
                </a:lnTo>
                <a:lnTo>
                  <a:pt x="191281" y="43327"/>
                </a:lnTo>
                <a:lnTo>
                  <a:pt x="157133" y="173215"/>
                </a:lnTo>
                <a:lnTo>
                  <a:pt x="176063" y="173215"/>
                </a:lnTo>
                <a:lnTo>
                  <a:pt x="176747" y="170622"/>
                </a:lnTo>
                <a:lnTo>
                  <a:pt x="177418" y="168099"/>
                </a:lnTo>
                <a:lnTo>
                  <a:pt x="178075" y="165647"/>
                </a:lnTo>
                <a:lnTo>
                  <a:pt x="178720" y="163266"/>
                </a:lnTo>
                <a:lnTo>
                  <a:pt x="179350" y="160956"/>
                </a:lnTo>
                <a:lnTo>
                  <a:pt x="179968" y="158716"/>
                </a:lnTo>
                <a:lnTo>
                  <a:pt x="180572" y="156548"/>
                </a:lnTo>
                <a:lnTo>
                  <a:pt x="181163" y="154450"/>
                </a:lnTo>
                <a:lnTo>
                  <a:pt x="181741" y="152424"/>
                </a:lnTo>
                <a:lnTo>
                  <a:pt x="182305" y="150468"/>
                </a:lnTo>
                <a:lnTo>
                  <a:pt x="182856" y="148583"/>
                </a:lnTo>
                <a:lnTo>
                  <a:pt x="183394" y="146769"/>
                </a:lnTo>
                <a:lnTo>
                  <a:pt x="183918" y="145026"/>
                </a:lnTo>
                <a:lnTo>
                  <a:pt x="184429" y="143354"/>
                </a:lnTo>
                <a:lnTo>
                  <a:pt x="184927" y="141752"/>
                </a:lnTo>
                <a:lnTo>
                  <a:pt x="185411" y="140222"/>
                </a:lnTo>
                <a:lnTo>
                  <a:pt x="185882" y="138762"/>
                </a:lnTo>
                <a:lnTo>
                  <a:pt x="186340" y="137374"/>
                </a:lnTo>
                <a:lnTo>
                  <a:pt x="186784" y="136056"/>
                </a:lnTo>
                <a:lnTo>
                  <a:pt x="187215" y="134809"/>
                </a:lnTo>
                <a:lnTo>
                  <a:pt x="187633" y="133633"/>
                </a:lnTo>
                <a:lnTo>
                  <a:pt x="188038" y="132528"/>
                </a:lnTo>
                <a:lnTo>
                  <a:pt x="188429" y="131494"/>
                </a:lnTo>
                <a:lnTo>
                  <a:pt x="188807" y="130530"/>
                </a:lnTo>
                <a:lnTo>
                  <a:pt x="189554" y="128731"/>
                </a:lnTo>
                <a:lnTo>
                  <a:pt x="190332" y="126944"/>
                </a:lnTo>
                <a:lnTo>
                  <a:pt x="191140" y="125167"/>
                </a:lnTo>
                <a:lnTo>
                  <a:pt x="191979" y="123402"/>
                </a:lnTo>
                <a:lnTo>
                  <a:pt x="192848" y="121648"/>
                </a:lnTo>
                <a:lnTo>
                  <a:pt x="193748" y="119905"/>
                </a:lnTo>
                <a:lnTo>
                  <a:pt x="194678" y="118174"/>
                </a:lnTo>
                <a:lnTo>
                  <a:pt x="195639" y="116453"/>
                </a:lnTo>
                <a:lnTo>
                  <a:pt x="196630" y="114744"/>
                </a:lnTo>
                <a:lnTo>
                  <a:pt x="197652" y="113045"/>
                </a:lnTo>
                <a:lnTo>
                  <a:pt x="198704" y="111358"/>
                </a:lnTo>
                <a:lnTo>
                  <a:pt x="199787" y="109682"/>
                </a:lnTo>
                <a:lnTo>
                  <a:pt x="200901" y="108018"/>
                </a:lnTo>
                <a:lnTo>
                  <a:pt x="202044" y="106364"/>
                </a:lnTo>
                <a:lnTo>
                  <a:pt x="203219" y="104722"/>
                </a:lnTo>
                <a:lnTo>
                  <a:pt x="204423" y="103091"/>
                </a:lnTo>
                <a:lnTo>
                  <a:pt x="205659" y="101471"/>
                </a:lnTo>
                <a:lnTo>
                  <a:pt x="206925" y="99862"/>
                </a:lnTo>
                <a:lnTo>
                  <a:pt x="208221" y="98264"/>
                </a:lnTo>
                <a:lnTo>
                  <a:pt x="209548" y="96678"/>
                </a:lnTo>
                <a:lnTo>
                  <a:pt x="210905" y="95102"/>
                </a:lnTo>
                <a:lnTo>
                  <a:pt x="212293" y="93538"/>
                </a:lnTo>
                <a:lnTo>
                  <a:pt x="213711" y="91985"/>
                </a:lnTo>
                <a:lnTo>
                  <a:pt x="215160" y="90443"/>
                </a:lnTo>
                <a:lnTo>
                  <a:pt x="216437" y="89121"/>
                </a:lnTo>
                <a:lnTo>
                  <a:pt x="217689" y="87854"/>
                </a:lnTo>
                <a:lnTo>
                  <a:pt x="218916" y="86644"/>
                </a:lnTo>
                <a:lnTo>
                  <a:pt x="220119" y="85491"/>
                </a:lnTo>
                <a:lnTo>
                  <a:pt x="221298" y="84393"/>
                </a:lnTo>
                <a:lnTo>
                  <a:pt x="222452" y="83352"/>
                </a:lnTo>
                <a:lnTo>
                  <a:pt x="223582" y="82367"/>
                </a:lnTo>
                <a:lnTo>
                  <a:pt x="224687" y="81439"/>
                </a:lnTo>
                <a:lnTo>
                  <a:pt x="225768" y="80566"/>
                </a:lnTo>
                <a:lnTo>
                  <a:pt x="226824" y="79750"/>
                </a:lnTo>
                <a:lnTo>
                  <a:pt x="227855" y="78991"/>
                </a:lnTo>
                <a:lnTo>
                  <a:pt x="228863" y="78287"/>
                </a:lnTo>
                <a:lnTo>
                  <a:pt x="229845" y="77640"/>
                </a:lnTo>
                <a:lnTo>
                  <a:pt x="230804" y="77049"/>
                </a:lnTo>
                <a:lnTo>
                  <a:pt x="231737" y="76514"/>
                </a:lnTo>
                <a:lnTo>
                  <a:pt x="232647" y="76036"/>
                </a:lnTo>
                <a:lnTo>
                  <a:pt x="233531" y="75614"/>
                </a:lnTo>
                <a:lnTo>
                  <a:pt x="234392" y="75248"/>
                </a:lnTo>
                <a:lnTo>
                  <a:pt x="235227" y="74939"/>
                </a:lnTo>
                <a:lnTo>
                  <a:pt x="236039" y="74685"/>
                </a:lnTo>
                <a:lnTo>
                  <a:pt x="236826" y="74488"/>
                </a:lnTo>
                <a:lnTo>
                  <a:pt x="237588" y="74348"/>
                </a:lnTo>
                <a:lnTo>
                  <a:pt x="238326" y="74263"/>
                </a:lnTo>
                <a:lnTo>
                  <a:pt x="239039" y="74235"/>
                </a:lnTo>
                <a:lnTo>
                  <a:pt x="239275" y="74238"/>
                </a:lnTo>
                <a:lnTo>
                  <a:pt x="239507" y="74248"/>
                </a:lnTo>
                <a:lnTo>
                  <a:pt x="239737" y="74264"/>
                </a:lnTo>
                <a:lnTo>
                  <a:pt x="239964" y="74287"/>
                </a:lnTo>
                <a:lnTo>
                  <a:pt x="240187" y="74316"/>
                </a:lnTo>
                <a:lnTo>
                  <a:pt x="240408" y="74351"/>
                </a:lnTo>
                <a:lnTo>
                  <a:pt x="240625" y="74393"/>
                </a:lnTo>
                <a:lnTo>
                  <a:pt x="240840" y="74442"/>
                </a:lnTo>
                <a:lnTo>
                  <a:pt x="241052" y="74497"/>
                </a:lnTo>
                <a:lnTo>
                  <a:pt x="241260" y="74558"/>
                </a:lnTo>
                <a:lnTo>
                  <a:pt x="241466" y="74626"/>
                </a:lnTo>
                <a:lnTo>
                  <a:pt x="241668" y="74700"/>
                </a:lnTo>
                <a:lnTo>
                  <a:pt x="241868" y="74781"/>
                </a:lnTo>
                <a:lnTo>
                  <a:pt x="242064" y="74868"/>
                </a:lnTo>
                <a:lnTo>
                  <a:pt x="242258" y="74962"/>
                </a:lnTo>
                <a:lnTo>
                  <a:pt x="242448" y="75062"/>
                </a:lnTo>
                <a:lnTo>
                  <a:pt x="242636" y="75168"/>
                </a:lnTo>
                <a:lnTo>
                  <a:pt x="242820" y="75281"/>
                </a:lnTo>
                <a:lnTo>
                  <a:pt x="243002" y="75401"/>
                </a:lnTo>
                <a:lnTo>
                  <a:pt x="243180" y="75527"/>
                </a:lnTo>
                <a:lnTo>
                  <a:pt x="243356" y="75659"/>
                </a:lnTo>
                <a:lnTo>
                  <a:pt x="243528" y="75798"/>
                </a:lnTo>
                <a:lnTo>
                  <a:pt x="243698" y="75943"/>
                </a:lnTo>
                <a:lnTo>
                  <a:pt x="243864" y="76095"/>
                </a:lnTo>
                <a:lnTo>
                  <a:pt x="244046" y="76261"/>
                </a:lnTo>
                <a:lnTo>
                  <a:pt x="244220" y="76428"/>
                </a:lnTo>
                <a:lnTo>
                  <a:pt x="244386" y="76598"/>
                </a:lnTo>
                <a:lnTo>
                  <a:pt x="244545" y="76769"/>
                </a:lnTo>
                <a:lnTo>
                  <a:pt x="244696" y="76941"/>
                </a:lnTo>
                <a:lnTo>
                  <a:pt x="244839" y="77116"/>
                </a:lnTo>
                <a:lnTo>
                  <a:pt x="244974" y="77292"/>
                </a:lnTo>
                <a:lnTo>
                  <a:pt x="245102" y="77470"/>
                </a:lnTo>
                <a:lnTo>
                  <a:pt x="245221" y="77650"/>
                </a:lnTo>
                <a:lnTo>
                  <a:pt x="245334" y="77831"/>
                </a:lnTo>
                <a:lnTo>
                  <a:pt x="245438" y="78014"/>
                </a:lnTo>
                <a:lnTo>
                  <a:pt x="245535" y="78199"/>
                </a:lnTo>
                <a:lnTo>
                  <a:pt x="245624" y="78386"/>
                </a:lnTo>
                <a:lnTo>
                  <a:pt x="245705" y="78574"/>
                </a:lnTo>
                <a:lnTo>
                  <a:pt x="245778" y="78764"/>
                </a:lnTo>
                <a:lnTo>
                  <a:pt x="245844" y="78956"/>
                </a:lnTo>
                <a:lnTo>
                  <a:pt x="245902" y="79150"/>
                </a:lnTo>
                <a:lnTo>
                  <a:pt x="245952" y="79345"/>
                </a:lnTo>
                <a:lnTo>
                  <a:pt x="245995" y="79542"/>
                </a:lnTo>
                <a:lnTo>
                  <a:pt x="246030" y="79741"/>
                </a:lnTo>
                <a:lnTo>
                  <a:pt x="246057" y="79941"/>
                </a:lnTo>
                <a:lnTo>
                  <a:pt x="246076" y="80143"/>
                </a:lnTo>
                <a:lnTo>
                  <a:pt x="246088" y="80347"/>
                </a:lnTo>
                <a:lnTo>
                  <a:pt x="246091" y="80553"/>
                </a:lnTo>
                <a:lnTo>
                  <a:pt x="246088" y="80706"/>
                </a:lnTo>
                <a:lnTo>
                  <a:pt x="246079" y="80877"/>
                </a:lnTo>
                <a:lnTo>
                  <a:pt x="246062" y="81066"/>
                </a:lnTo>
                <a:lnTo>
                  <a:pt x="246040" y="81273"/>
                </a:lnTo>
                <a:lnTo>
                  <a:pt x="246011" y="81497"/>
                </a:lnTo>
                <a:lnTo>
                  <a:pt x="245975" y="81738"/>
                </a:lnTo>
                <a:lnTo>
                  <a:pt x="245934" y="81997"/>
                </a:lnTo>
                <a:lnTo>
                  <a:pt x="245885" y="82274"/>
                </a:lnTo>
                <a:lnTo>
                  <a:pt x="245830" y="82569"/>
                </a:lnTo>
                <a:lnTo>
                  <a:pt x="245769" y="82881"/>
                </a:lnTo>
                <a:lnTo>
                  <a:pt x="245702" y="83211"/>
                </a:lnTo>
                <a:lnTo>
                  <a:pt x="245627" y="83558"/>
                </a:lnTo>
                <a:lnTo>
                  <a:pt x="245547" y="83923"/>
                </a:lnTo>
                <a:lnTo>
                  <a:pt x="245460" y="84306"/>
                </a:lnTo>
                <a:lnTo>
                  <a:pt x="245366" y="84706"/>
                </a:lnTo>
                <a:lnTo>
                  <a:pt x="245267" y="85124"/>
                </a:lnTo>
                <a:lnTo>
                  <a:pt x="245160" y="85559"/>
                </a:lnTo>
                <a:lnTo>
                  <a:pt x="245047" y="86013"/>
                </a:lnTo>
                <a:lnTo>
                  <a:pt x="244928" y="86483"/>
                </a:lnTo>
                <a:lnTo>
                  <a:pt x="244803" y="86972"/>
                </a:lnTo>
                <a:lnTo>
                  <a:pt x="244670" y="87478"/>
                </a:lnTo>
                <a:lnTo>
                  <a:pt x="244532" y="88001"/>
                </a:lnTo>
                <a:lnTo>
                  <a:pt x="244387" y="88543"/>
                </a:lnTo>
                <a:lnTo>
                  <a:pt x="244236" y="89102"/>
                </a:lnTo>
                <a:lnTo>
                  <a:pt x="230255" y="141623"/>
                </a:lnTo>
                <a:lnTo>
                  <a:pt x="229841" y="143197"/>
                </a:lnTo>
                <a:lnTo>
                  <a:pt x="229444" y="144719"/>
                </a:lnTo>
                <a:lnTo>
                  <a:pt x="229066" y="146189"/>
                </a:lnTo>
                <a:lnTo>
                  <a:pt x="228705" y="147607"/>
                </a:lnTo>
                <a:lnTo>
                  <a:pt x="228361" y="148973"/>
                </a:lnTo>
                <a:lnTo>
                  <a:pt x="228035" y="150287"/>
                </a:lnTo>
                <a:lnTo>
                  <a:pt x="227727" y="151548"/>
                </a:lnTo>
                <a:lnTo>
                  <a:pt x="227436" y="152758"/>
                </a:lnTo>
                <a:lnTo>
                  <a:pt x="227163" y="153916"/>
                </a:lnTo>
                <a:lnTo>
                  <a:pt x="226908" y="155022"/>
                </a:lnTo>
                <a:lnTo>
                  <a:pt x="226670" y="156075"/>
                </a:lnTo>
                <a:lnTo>
                  <a:pt x="226450" y="157077"/>
                </a:lnTo>
                <a:lnTo>
                  <a:pt x="226247" y="158027"/>
                </a:lnTo>
                <a:lnTo>
                  <a:pt x="226063" y="158924"/>
                </a:lnTo>
                <a:lnTo>
                  <a:pt x="225895" y="159770"/>
                </a:lnTo>
                <a:lnTo>
                  <a:pt x="225745" y="160563"/>
                </a:lnTo>
                <a:lnTo>
                  <a:pt x="225613" y="161305"/>
                </a:lnTo>
                <a:lnTo>
                  <a:pt x="225499" y="161994"/>
                </a:lnTo>
                <a:lnTo>
                  <a:pt x="225402" y="162631"/>
                </a:lnTo>
                <a:lnTo>
                  <a:pt x="225323" y="163217"/>
                </a:lnTo>
                <a:lnTo>
                  <a:pt x="225261" y="163750"/>
                </a:lnTo>
                <a:lnTo>
                  <a:pt x="225217" y="164231"/>
                </a:lnTo>
                <a:lnTo>
                  <a:pt x="225191" y="164661"/>
                </a:lnTo>
                <a:lnTo>
                  <a:pt x="225182" y="165038"/>
                </a:lnTo>
                <a:lnTo>
                  <a:pt x="225187" y="165397"/>
                </a:lnTo>
                <a:lnTo>
                  <a:pt x="225201" y="165751"/>
                </a:lnTo>
                <a:lnTo>
                  <a:pt x="225224" y="166100"/>
                </a:lnTo>
                <a:lnTo>
                  <a:pt x="225257" y="166445"/>
                </a:lnTo>
                <a:lnTo>
                  <a:pt x="225300" y="166785"/>
                </a:lnTo>
                <a:lnTo>
                  <a:pt x="225352" y="167120"/>
                </a:lnTo>
                <a:lnTo>
                  <a:pt x="225413" y="167450"/>
                </a:lnTo>
                <a:lnTo>
                  <a:pt x="225484" y="167776"/>
                </a:lnTo>
                <a:lnTo>
                  <a:pt x="225565" y="168097"/>
                </a:lnTo>
                <a:lnTo>
                  <a:pt x="225654" y="168414"/>
                </a:lnTo>
                <a:lnTo>
                  <a:pt x="225754" y="168725"/>
                </a:lnTo>
                <a:lnTo>
                  <a:pt x="225862" y="169032"/>
                </a:lnTo>
                <a:lnTo>
                  <a:pt x="225980" y="169334"/>
                </a:lnTo>
                <a:lnTo>
                  <a:pt x="226108" y="169631"/>
                </a:lnTo>
                <a:lnTo>
                  <a:pt x="226245" y="169924"/>
                </a:lnTo>
                <a:lnTo>
                  <a:pt x="226392" y="170212"/>
                </a:lnTo>
                <a:lnTo>
                  <a:pt x="226548" y="170495"/>
                </a:lnTo>
                <a:lnTo>
                  <a:pt x="226713" y="170774"/>
                </a:lnTo>
                <a:lnTo>
                  <a:pt x="226888" y="171048"/>
                </a:lnTo>
                <a:lnTo>
                  <a:pt x="227072" y="171317"/>
                </a:lnTo>
                <a:lnTo>
                  <a:pt x="227266" y="171581"/>
                </a:lnTo>
                <a:lnTo>
                  <a:pt x="227469" y="171840"/>
                </a:lnTo>
                <a:lnTo>
                  <a:pt x="227682" y="172095"/>
                </a:lnTo>
                <a:lnTo>
                  <a:pt x="227904" y="172345"/>
                </a:lnTo>
                <a:lnTo>
                  <a:pt x="228146" y="172618"/>
                </a:lnTo>
                <a:lnTo>
                  <a:pt x="228398" y="172880"/>
                </a:lnTo>
                <a:lnTo>
                  <a:pt x="228660" y="173129"/>
                </a:lnTo>
                <a:lnTo>
                  <a:pt x="228931" y="173367"/>
                </a:lnTo>
                <a:lnTo>
                  <a:pt x="229213" y="173594"/>
                </a:lnTo>
                <a:lnTo>
                  <a:pt x="229504" y="173809"/>
                </a:lnTo>
                <a:lnTo>
                  <a:pt x="229806" y="174012"/>
                </a:lnTo>
                <a:lnTo>
                  <a:pt x="230117" y="174203"/>
                </a:lnTo>
                <a:lnTo>
                  <a:pt x="230438" y="174383"/>
                </a:lnTo>
                <a:lnTo>
                  <a:pt x="230769" y="174552"/>
                </a:lnTo>
                <a:lnTo>
                  <a:pt x="231110" y="174709"/>
                </a:lnTo>
                <a:lnTo>
                  <a:pt x="231461" y="174854"/>
                </a:lnTo>
                <a:lnTo>
                  <a:pt x="231822" y="174987"/>
                </a:lnTo>
                <a:lnTo>
                  <a:pt x="232192" y="175109"/>
                </a:lnTo>
                <a:lnTo>
                  <a:pt x="232572" y="175220"/>
                </a:lnTo>
                <a:lnTo>
                  <a:pt x="232963" y="175318"/>
                </a:lnTo>
                <a:lnTo>
                  <a:pt x="233363" y="175405"/>
                </a:lnTo>
                <a:lnTo>
                  <a:pt x="233773" y="175481"/>
                </a:lnTo>
                <a:lnTo>
                  <a:pt x="234193" y="175545"/>
                </a:lnTo>
                <a:lnTo>
                  <a:pt x="234623" y="175597"/>
                </a:lnTo>
                <a:lnTo>
                  <a:pt x="235062" y="175638"/>
                </a:lnTo>
                <a:lnTo>
                  <a:pt x="235512" y="175667"/>
                </a:lnTo>
                <a:lnTo>
                  <a:pt x="235971" y="175684"/>
                </a:lnTo>
                <a:lnTo>
                  <a:pt x="236441" y="175690"/>
                </a:lnTo>
                <a:lnTo>
                  <a:pt x="237345" y="175676"/>
                </a:lnTo>
                <a:lnTo>
                  <a:pt x="238242" y="175634"/>
                </a:lnTo>
                <a:lnTo>
                  <a:pt x="239132" y="175564"/>
                </a:lnTo>
                <a:lnTo>
                  <a:pt x="240015" y="175465"/>
                </a:lnTo>
                <a:lnTo>
                  <a:pt x="240892" y="175339"/>
                </a:lnTo>
                <a:lnTo>
                  <a:pt x="241761" y="175185"/>
                </a:lnTo>
                <a:lnTo>
                  <a:pt x="242624" y="175002"/>
                </a:lnTo>
                <a:lnTo>
                  <a:pt x="243479" y="174792"/>
                </a:lnTo>
                <a:lnTo>
                  <a:pt x="244328" y="174553"/>
                </a:lnTo>
                <a:lnTo>
                  <a:pt x="245170" y="174286"/>
                </a:lnTo>
                <a:lnTo>
                  <a:pt x="246005" y="173992"/>
                </a:lnTo>
                <a:lnTo>
                  <a:pt x="246834" y="173669"/>
                </a:lnTo>
                <a:lnTo>
                  <a:pt x="247655" y="173318"/>
                </a:lnTo>
                <a:lnTo>
                  <a:pt x="248470" y="172939"/>
                </a:lnTo>
                <a:lnTo>
                  <a:pt x="249277" y="172532"/>
                </a:lnTo>
                <a:lnTo>
                  <a:pt x="250078" y="172097"/>
                </a:lnTo>
                <a:lnTo>
                  <a:pt x="250872" y="171634"/>
                </a:lnTo>
                <a:lnTo>
                  <a:pt x="251659" y="171142"/>
                </a:lnTo>
                <a:lnTo>
                  <a:pt x="252439" y="170623"/>
                </a:lnTo>
                <a:lnTo>
                  <a:pt x="253212" y="170076"/>
                </a:lnTo>
                <a:lnTo>
                  <a:pt x="253979" y="169500"/>
                </a:lnTo>
                <a:lnTo>
                  <a:pt x="254738" y="168897"/>
                </a:lnTo>
                <a:lnTo>
                  <a:pt x="255491" y="168265"/>
                </a:lnTo>
                <a:lnTo>
                  <a:pt x="256237" y="167605"/>
                </a:lnTo>
                <a:lnTo>
                  <a:pt x="256840" y="167042"/>
                </a:lnTo>
                <a:lnTo>
                  <a:pt x="257453" y="166452"/>
                </a:lnTo>
                <a:lnTo>
                  <a:pt x="258075" y="165835"/>
                </a:lnTo>
                <a:lnTo>
                  <a:pt x="258708" y="165190"/>
                </a:lnTo>
                <a:lnTo>
                  <a:pt x="259350" y="164518"/>
                </a:lnTo>
                <a:lnTo>
                  <a:pt x="260003" y="163819"/>
                </a:lnTo>
                <a:lnTo>
                  <a:pt x="260665" y="163093"/>
                </a:lnTo>
                <a:lnTo>
                  <a:pt x="261337" y="162340"/>
                </a:lnTo>
                <a:lnTo>
                  <a:pt x="262019" y="161559"/>
                </a:lnTo>
                <a:lnTo>
                  <a:pt x="262711" y="160751"/>
                </a:lnTo>
                <a:lnTo>
                  <a:pt x="263413" y="159916"/>
                </a:lnTo>
                <a:lnTo>
                  <a:pt x="264124" y="159054"/>
                </a:lnTo>
                <a:lnTo>
                  <a:pt x="264846" y="158164"/>
                </a:lnTo>
                <a:lnTo>
                  <a:pt x="265577" y="157247"/>
                </a:lnTo>
                <a:lnTo>
                  <a:pt x="266319" y="156304"/>
                </a:lnTo>
                <a:lnTo>
                  <a:pt x="267070" y="155332"/>
                </a:lnTo>
                <a:lnTo>
                  <a:pt x="267831" y="154334"/>
                </a:lnTo>
                <a:lnTo>
                  <a:pt x="268602" y="153308"/>
                </a:lnTo>
                <a:lnTo>
                  <a:pt x="269382" y="152256"/>
                </a:lnTo>
                <a:lnTo>
                  <a:pt x="270173" y="151176"/>
                </a:lnTo>
                <a:lnTo>
                  <a:pt x="270974" y="150068"/>
                </a:lnTo>
                <a:lnTo>
                  <a:pt x="271784" y="148934"/>
                </a:lnTo>
                <a:lnTo>
                  <a:pt x="272604" y="147772"/>
                </a:lnTo>
                <a:lnTo>
                  <a:pt x="273435" y="146584"/>
                </a:lnTo>
                <a:lnTo>
                  <a:pt x="270094" y="143487"/>
                </a:lnTo>
                <a:lnTo>
                  <a:pt x="269188" y="144633"/>
                </a:lnTo>
                <a:lnTo>
                  <a:pt x="268304" y="145744"/>
                </a:lnTo>
                <a:lnTo>
                  <a:pt x="267444" y="146820"/>
                </a:lnTo>
                <a:lnTo>
                  <a:pt x="266606" y="147861"/>
                </a:lnTo>
                <a:close/>
                <a:moveTo>
                  <a:pt x="1098884" y="148335"/>
                </a:moveTo>
                <a:lnTo>
                  <a:pt x="1097969" y="149466"/>
                </a:lnTo>
                <a:lnTo>
                  <a:pt x="1097085" y="150552"/>
                </a:lnTo>
                <a:lnTo>
                  <a:pt x="1096231" y="151594"/>
                </a:lnTo>
                <a:lnTo>
                  <a:pt x="1095407" y="152591"/>
                </a:lnTo>
                <a:lnTo>
                  <a:pt x="1094615" y="153544"/>
                </a:lnTo>
                <a:lnTo>
                  <a:pt x="1093852" y="154453"/>
                </a:lnTo>
                <a:lnTo>
                  <a:pt x="1093121" y="155317"/>
                </a:lnTo>
                <a:lnTo>
                  <a:pt x="1092419" y="156136"/>
                </a:lnTo>
                <a:lnTo>
                  <a:pt x="1091748" y="156911"/>
                </a:lnTo>
                <a:lnTo>
                  <a:pt x="1091108" y="157642"/>
                </a:lnTo>
                <a:lnTo>
                  <a:pt x="1090498" y="158328"/>
                </a:lnTo>
                <a:lnTo>
                  <a:pt x="1089919" y="158970"/>
                </a:lnTo>
                <a:lnTo>
                  <a:pt x="1089370" y="159567"/>
                </a:lnTo>
                <a:lnTo>
                  <a:pt x="1088852" y="160119"/>
                </a:lnTo>
                <a:lnTo>
                  <a:pt x="1088364" y="160628"/>
                </a:lnTo>
                <a:lnTo>
                  <a:pt x="1087907" y="161091"/>
                </a:lnTo>
                <a:lnTo>
                  <a:pt x="1087480" y="161510"/>
                </a:lnTo>
                <a:lnTo>
                  <a:pt x="1087084" y="161885"/>
                </a:lnTo>
                <a:lnTo>
                  <a:pt x="1086718" y="162215"/>
                </a:lnTo>
                <a:lnTo>
                  <a:pt x="1086439" y="162447"/>
                </a:lnTo>
                <a:lnTo>
                  <a:pt x="1086159" y="162668"/>
                </a:lnTo>
                <a:lnTo>
                  <a:pt x="1085879" y="162880"/>
                </a:lnTo>
                <a:lnTo>
                  <a:pt x="1085597" y="163081"/>
                </a:lnTo>
                <a:lnTo>
                  <a:pt x="1085315" y="163273"/>
                </a:lnTo>
                <a:lnTo>
                  <a:pt x="1085032" y="163455"/>
                </a:lnTo>
                <a:lnTo>
                  <a:pt x="1084748" y="163628"/>
                </a:lnTo>
                <a:lnTo>
                  <a:pt x="1084463" y="163790"/>
                </a:lnTo>
                <a:lnTo>
                  <a:pt x="1084177" y="163942"/>
                </a:lnTo>
                <a:lnTo>
                  <a:pt x="1083891" y="164085"/>
                </a:lnTo>
                <a:lnTo>
                  <a:pt x="1083604" y="164218"/>
                </a:lnTo>
                <a:lnTo>
                  <a:pt x="1083315" y="164341"/>
                </a:lnTo>
                <a:lnTo>
                  <a:pt x="1083026" y="164454"/>
                </a:lnTo>
                <a:lnTo>
                  <a:pt x="1082736" y="164557"/>
                </a:lnTo>
                <a:lnTo>
                  <a:pt x="1082445" y="164651"/>
                </a:lnTo>
                <a:lnTo>
                  <a:pt x="1082154" y="164735"/>
                </a:lnTo>
                <a:lnTo>
                  <a:pt x="1081861" y="164808"/>
                </a:lnTo>
                <a:lnTo>
                  <a:pt x="1081568" y="164872"/>
                </a:lnTo>
                <a:lnTo>
                  <a:pt x="1081273" y="164927"/>
                </a:lnTo>
                <a:lnTo>
                  <a:pt x="1080978" y="164971"/>
                </a:lnTo>
                <a:lnTo>
                  <a:pt x="1080682" y="165005"/>
                </a:lnTo>
                <a:lnTo>
                  <a:pt x="1080385" y="165030"/>
                </a:lnTo>
                <a:lnTo>
                  <a:pt x="1080088" y="165045"/>
                </a:lnTo>
                <a:lnTo>
                  <a:pt x="1079789" y="165050"/>
                </a:lnTo>
                <a:lnTo>
                  <a:pt x="1079486" y="165041"/>
                </a:lnTo>
                <a:lnTo>
                  <a:pt x="1079196" y="165017"/>
                </a:lnTo>
                <a:lnTo>
                  <a:pt x="1078919" y="164976"/>
                </a:lnTo>
                <a:lnTo>
                  <a:pt x="1078655" y="164919"/>
                </a:lnTo>
                <a:lnTo>
                  <a:pt x="1078404" y="164845"/>
                </a:lnTo>
                <a:lnTo>
                  <a:pt x="1078165" y="164756"/>
                </a:lnTo>
                <a:lnTo>
                  <a:pt x="1077940" y="164650"/>
                </a:lnTo>
                <a:lnTo>
                  <a:pt x="1077727" y="164527"/>
                </a:lnTo>
                <a:lnTo>
                  <a:pt x="1077527" y="164388"/>
                </a:lnTo>
                <a:lnTo>
                  <a:pt x="1077340" y="164233"/>
                </a:lnTo>
                <a:lnTo>
                  <a:pt x="1077166" y="164062"/>
                </a:lnTo>
                <a:lnTo>
                  <a:pt x="1077005" y="163874"/>
                </a:lnTo>
                <a:lnTo>
                  <a:pt x="1076857" y="163670"/>
                </a:lnTo>
                <a:lnTo>
                  <a:pt x="1076722" y="163450"/>
                </a:lnTo>
                <a:lnTo>
                  <a:pt x="1076599" y="163213"/>
                </a:lnTo>
                <a:lnTo>
                  <a:pt x="1076490" y="162960"/>
                </a:lnTo>
                <a:lnTo>
                  <a:pt x="1076393" y="162691"/>
                </a:lnTo>
                <a:lnTo>
                  <a:pt x="1076309" y="162405"/>
                </a:lnTo>
                <a:lnTo>
                  <a:pt x="1076238" y="162103"/>
                </a:lnTo>
                <a:lnTo>
                  <a:pt x="1076180" y="161785"/>
                </a:lnTo>
                <a:lnTo>
                  <a:pt x="1076135" y="161450"/>
                </a:lnTo>
                <a:lnTo>
                  <a:pt x="1076103" y="161099"/>
                </a:lnTo>
                <a:lnTo>
                  <a:pt x="1076084" y="160732"/>
                </a:lnTo>
                <a:lnTo>
                  <a:pt x="1076077" y="160348"/>
                </a:lnTo>
                <a:lnTo>
                  <a:pt x="1076081" y="160094"/>
                </a:lnTo>
                <a:lnTo>
                  <a:pt x="1076090" y="159826"/>
                </a:lnTo>
                <a:lnTo>
                  <a:pt x="1076106" y="159546"/>
                </a:lnTo>
                <a:lnTo>
                  <a:pt x="1076129" y="159252"/>
                </a:lnTo>
                <a:lnTo>
                  <a:pt x="1076158" y="158944"/>
                </a:lnTo>
                <a:lnTo>
                  <a:pt x="1076193" y="158624"/>
                </a:lnTo>
                <a:lnTo>
                  <a:pt x="1076235" y="158290"/>
                </a:lnTo>
                <a:lnTo>
                  <a:pt x="1076284" y="157942"/>
                </a:lnTo>
                <a:lnTo>
                  <a:pt x="1076338" y="157582"/>
                </a:lnTo>
                <a:lnTo>
                  <a:pt x="1076400" y="157208"/>
                </a:lnTo>
                <a:lnTo>
                  <a:pt x="1076467" y="156820"/>
                </a:lnTo>
                <a:lnTo>
                  <a:pt x="1076541" y="156420"/>
                </a:lnTo>
                <a:lnTo>
                  <a:pt x="1076622" y="156006"/>
                </a:lnTo>
                <a:lnTo>
                  <a:pt x="1076709" y="155579"/>
                </a:lnTo>
                <a:lnTo>
                  <a:pt x="1076802" y="155138"/>
                </a:lnTo>
                <a:lnTo>
                  <a:pt x="1076902" y="154684"/>
                </a:lnTo>
                <a:lnTo>
                  <a:pt x="1077009" y="154217"/>
                </a:lnTo>
                <a:lnTo>
                  <a:pt x="1077121" y="153736"/>
                </a:lnTo>
                <a:lnTo>
                  <a:pt x="1077240" y="153243"/>
                </a:lnTo>
                <a:lnTo>
                  <a:pt x="1077366" y="152735"/>
                </a:lnTo>
                <a:lnTo>
                  <a:pt x="1077498" y="152215"/>
                </a:lnTo>
                <a:lnTo>
                  <a:pt x="1077637" y="151681"/>
                </a:lnTo>
                <a:lnTo>
                  <a:pt x="1077782" y="151134"/>
                </a:lnTo>
                <a:lnTo>
                  <a:pt x="1077933" y="150574"/>
                </a:lnTo>
                <a:lnTo>
                  <a:pt x="1077974" y="150442"/>
                </a:lnTo>
                <a:lnTo>
                  <a:pt x="1078013" y="150313"/>
                </a:lnTo>
                <a:lnTo>
                  <a:pt x="1078051" y="150189"/>
                </a:lnTo>
                <a:lnTo>
                  <a:pt x="1078088" y="150068"/>
                </a:lnTo>
                <a:lnTo>
                  <a:pt x="1078123" y="149952"/>
                </a:lnTo>
                <a:lnTo>
                  <a:pt x="1078157" y="149839"/>
                </a:lnTo>
                <a:lnTo>
                  <a:pt x="1078190" y="149730"/>
                </a:lnTo>
                <a:lnTo>
                  <a:pt x="1078222" y="149625"/>
                </a:lnTo>
                <a:lnTo>
                  <a:pt x="1078252" y="149524"/>
                </a:lnTo>
                <a:lnTo>
                  <a:pt x="1078281" y="149427"/>
                </a:lnTo>
                <a:lnTo>
                  <a:pt x="1078309" y="149333"/>
                </a:lnTo>
                <a:lnTo>
                  <a:pt x="1078335" y="149244"/>
                </a:lnTo>
                <a:lnTo>
                  <a:pt x="1078360" y="149158"/>
                </a:lnTo>
                <a:lnTo>
                  <a:pt x="1078384" y="149076"/>
                </a:lnTo>
                <a:lnTo>
                  <a:pt x="1078407" y="148998"/>
                </a:lnTo>
                <a:lnTo>
                  <a:pt x="1078428" y="148924"/>
                </a:lnTo>
                <a:lnTo>
                  <a:pt x="1078448" y="148854"/>
                </a:lnTo>
                <a:lnTo>
                  <a:pt x="1078467" y="148787"/>
                </a:lnTo>
                <a:lnTo>
                  <a:pt x="1078484" y="148725"/>
                </a:lnTo>
                <a:lnTo>
                  <a:pt x="1078500" y="148666"/>
                </a:lnTo>
                <a:lnTo>
                  <a:pt x="1078515" y="148611"/>
                </a:lnTo>
                <a:lnTo>
                  <a:pt x="1078529" y="148561"/>
                </a:lnTo>
                <a:lnTo>
                  <a:pt x="1078541" y="148514"/>
                </a:lnTo>
                <a:lnTo>
                  <a:pt x="1078552" y="148470"/>
                </a:lnTo>
                <a:lnTo>
                  <a:pt x="1078676" y="147975"/>
                </a:lnTo>
                <a:lnTo>
                  <a:pt x="1116783" y="1361"/>
                </a:lnTo>
                <a:lnTo>
                  <a:pt x="1115546" y="0"/>
                </a:lnTo>
                <a:lnTo>
                  <a:pt x="1113906" y="378"/>
                </a:lnTo>
                <a:lnTo>
                  <a:pt x="1112266" y="748"/>
                </a:lnTo>
                <a:lnTo>
                  <a:pt x="1110626" y="1110"/>
                </a:lnTo>
                <a:lnTo>
                  <a:pt x="1108985" y="1464"/>
                </a:lnTo>
                <a:lnTo>
                  <a:pt x="1107344" y="1811"/>
                </a:lnTo>
                <a:lnTo>
                  <a:pt x="1105702" y="2150"/>
                </a:lnTo>
                <a:lnTo>
                  <a:pt x="1104060" y="2481"/>
                </a:lnTo>
                <a:lnTo>
                  <a:pt x="1102417" y="2804"/>
                </a:lnTo>
                <a:lnTo>
                  <a:pt x="1100774" y="3120"/>
                </a:lnTo>
                <a:lnTo>
                  <a:pt x="1099131" y="3428"/>
                </a:lnTo>
                <a:lnTo>
                  <a:pt x="1097487" y="3729"/>
                </a:lnTo>
                <a:lnTo>
                  <a:pt x="1095842" y="4021"/>
                </a:lnTo>
                <a:lnTo>
                  <a:pt x="1094198" y="4306"/>
                </a:lnTo>
                <a:lnTo>
                  <a:pt x="1092553" y="4583"/>
                </a:lnTo>
                <a:lnTo>
                  <a:pt x="1090907" y="4852"/>
                </a:lnTo>
                <a:lnTo>
                  <a:pt x="1089261" y="5114"/>
                </a:lnTo>
                <a:lnTo>
                  <a:pt x="1087615" y="5368"/>
                </a:lnTo>
                <a:lnTo>
                  <a:pt x="1085968" y="5614"/>
                </a:lnTo>
                <a:lnTo>
                  <a:pt x="1084320" y="5852"/>
                </a:lnTo>
                <a:lnTo>
                  <a:pt x="1082673" y="6083"/>
                </a:lnTo>
                <a:lnTo>
                  <a:pt x="1081024" y="6306"/>
                </a:lnTo>
                <a:lnTo>
                  <a:pt x="1079376" y="6521"/>
                </a:lnTo>
                <a:lnTo>
                  <a:pt x="1077727" y="6729"/>
                </a:lnTo>
                <a:lnTo>
                  <a:pt x="1076077" y="6929"/>
                </a:lnTo>
                <a:lnTo>
                  <a:pt x="1076077" y="11015"/>
                </a:lnTo>
                <a:lnTo>
                  <a:pt x="1076302" y="11005"/>
                </a:lnTo>
                <a:lnTo>
                  <a:pt x="1076523" y="10995"/>
                </a:lnTo>
                <a:lnTo>
                  <a:pt x="1076740" y="10986"/>
                </a:lnTo>
                <a:lnTo>
                  <a:pt x="1076954" y="10976"/>
                </a:lnTo>
                <a:lnTo>
                  <a:pt x="1077163" y="10968"/>
                </a:lnTo>
                <a:lnTo>
                  <a:pt x="1077369" y="10960"/>
                </a:lnTo>
                <a:lnTo>
                  <a:pt x="1077570" y="10952"/>
                </a:lnTo>
                <a:lnTo>
                  <a:pt x="1077768" y="10945"/>
                </a:lnTo>
                <a:lnTo>
                  <a:pt x="1077962" y="10938"/>
                </a:lnTo>
                <a:lnTo>
                  <a:pt x="1078152" y="10931"/>
                </a:lnTo>
                <a:lnTo>
                  <a:pt x="1078339" y="10925"/>
                </a:lnTo>
                <a:lnTo>
                  <a:pt x="1078521" y="10920"/>
                </a:lnTo>
                <a:lnTo>
                  <a:pt x="1078699" y="10915"/>
                </a:lnTo>
                <a:lnTo>
                  <a:pt x="1078874" y="10910"/>
                </a:lnTo>
                <a:lnTo>
                  <a:pt x="1079045" y="10906"/>
                </a:lnTo>
                <a:lnTo>
                  <a:pt x="1079212" y="10902"/>
                </a:lnTo>
                <a:lnTo>
                  <a:pt x="1079375" y="10899"/>
                </a:lnTo>
                <a:lnTo>
                  <a:pt x="1079534" y="10896"/>
                </a:lnTo>
                <a:lnTo>
                  <a:pt x="1079689" y="10893"/>
                </a:lnTo>
                <a:lnTo>
                  <a:pt x="1079841" y="10891"/>
                </a:lnTo>
                <a:lnTo>
                  <a:pt x="1079988" y="10890"/>
                </a:lnTo>
                <a:lnTo>
                  <a:pt x="1080132" y="10889"/>
                </a:lnTo>
                <a:lnTo>
                  <a:pt x="1080272" y="10888"/>
                </a:lnTo>
                <a:lnTo>
                  <a:pt x="1080408" y="10888"/>
                </a:lnTo>
                <a:lnTo>
                  <a:pt x="1081458" y="10898"/>
                </a:lnTo>
                <a:lnTo>
                  <a:pt x="1082463" y="10928"/>
                </a:lnTo>
                <a:lnTo>
                  <a:pt x="1083424" y="10979"/>
                </a:lnTo>
                <a:lnTo>
                  <a:pt x="1084339" y="11050"/>
                </a:lnTo>
                <a:lnTo>
                  <a:pt x="1085211" y="11141"/>
                </a:lnTo>
                <a:lnTo>
                  <a:pt x="1086037" y="11252"/>
                </a:lnTo>
                <a:lnTo>
                  <a:pt x="1086819" y="11383"/>
                </a:lnTo>
                <a:lnTo>
                  <a:pt x="1087556" y="11535"/>
                </a:lnTo>
                <a:lnTo>
                  <a:pt x="1088249" y="11707"/>
                </a:lnTo>
                <a:lnTo>
                  <a:pt x="1088897" y="11899"/>
                </a:lnTo>
                <a:lnTo>
                  <a:pt x="1089500" y="12111"/>
                </a:lnTo>
                <a:lnTo>
                  <a:pt x="1090058" y="12344"/>
                </a:lnTo>
                <a:lnTo>
                  <a:pt x="1090572" y="12596"/>
                </a:lnTo>
                <a:lnTo>
                  <a:pt x="1091041" y="12869"/>
                </a:lnTo>
                <a:lnTo>
                  <a:pt x="1091466" y="13162"/>
                </a:lnTo>
                <a:lnTo>
                  <a:pt x="1091845" y="13476"/>
                </a:lnTo>
                <a:lnTo>
                  <a:pt x="1092181" y="13809"/>
                </a:lnTo>
                <a:lnTo>
                  <a:pt x="1092471" y="14163"/>
                </a:lnTo>
                <a:lnTo>
                  <a:pt x="1092717" y="14537"/>
                </a:lnTo>
                <a:lnTo>
                  <a:pt x="1092918" y="14931"/>
                </a:lnTo>
                <a:lnTo>
                  <a:pt x="1093074" y="15346"/>
                </a:lnTo>
                <a:lnTo>
                  <a:pt x="1093186" y="15781"/>
                </a:lnTo>
                <a:lnTo>
                  <a:pt x="1093253" y="16236"/>
                </a:lnTo>
                <a:lnTo>
                  <a:pt x="1093275" y="16711"/>
                </a:lnTo>
                <a:lnTo>
                  <a:pt x="1093274" y="16828"/>
                </a:lnTo>
                <a:lnTo>
                  <a:pt x="1093269" y="16952"/>
                </a:lnTo>
                <a:lnTo>
                  <a:pt x="1093262" y="17083"/>
                </a:lnTo>
                <a:lnTo>
                  <a:pt x="1093251" y="17221"/>
                </a:lnTo>
                <a:lnTo>
                  <a:pt x="1093238" y="17365"/>
                </a:lnTo>
                <a:lnTo>
                  <a:pt x="1093221" y="17517"/>
                </a:lnTo>
                <a:lnTo>
                  <a:pt x="1093201" y="17675"/>
                </a:lnTo>
                <a:lnTo>
                  <a:pt x="1093179" y="17840"/>
                </a:lnTo>
                <a:lnTo>
                  <a:pt x="1093153" y="18013"/>
                </a:lnTo>
                <a:lnTo>
                  <a:pt x="1093125" y="18192"/>
                </a:lnTo>
                <a:lnTo>
                  <a:pt x="1093093" y="18378"/>
                </a:lnTo>
                <a:lnTo>
                  <a:pt x="1093059" y="18570"/>
                </a:lnTo>
                <a:lnTo>
                  <a:pt x="1093021" y="18770"/>
                </a:lnTo>
                <a:lnTo>
                  <a:pt x="1092980" y="18977"/>
                </a:lnTo>
                <a:lnTo>
                  <a:pt x="1092937" y="19190"/>
                </a:lnTo>
                <a:lnTo>
                  <a:pt x="1092890" y="19410"/>
                </a:lnTo>
                <a:lnTo>
                  <a:pt x="1092841" y="19637"/>
                </a:lnTo>
                <a:lnTo>
                  <a:pt x="1092788" y="19871"/>
                </a:lnTo>
                <a:lnTo>
                  <a:pt x="1092732" y="20112"/>
                </a:lnTo>
                <a:lnTo>
                  <a:pt x="1092674" y="20360"/>
                </a:lnTo>
                <a:lnTo>
                  <a:pt x="1092612" y="20615"/>
                </a:lnTo>
                <a:lnTo>
                  <a:pt x="1092547" y="20876"/>
                </a:lnTo>
                <a:lnTo>
                  <a:pt x="1092480" y="21145"/>
                </a:lnTo>
                <a:lnTo>
                  <a:pt x="1092409" y="21420"/>
                </a:lnTo>
                <a:lnTo>
                  <a:pt x="1057519" y="155368"/>
                </a:lnTo>
                <a:lnTo>
                  <a:pt x="1057428" y="155706"/>
                </a:lnTo>
                <a:lnTo>
                  <a:pt x="1057341" y="156039"/>
                </a:lnTo>
                <a:lnTo>
                  <a:pt x="1057258" y="156365"/>
                </a:lnTo>
                <a:lnTo>
                  <a:pt x="1057178" y="156687"/>
                </a:lnTo>
                <a:lnTo>
                  <a:pt x="1057103" y="157002"/>
                </a:lnTo>
                <a:lnTo>
                  <a:pt x="1057031" y="157312"/>
                </a:lnTo>
                <a:lnTo>
                  <a:pt x="1056964" y="157617"/>
                </a:lnTo>
                <a:lnTo>
                  <a:pt x="1056900" y="157916"/>
                </a:lnTo>
                <a:lnTo>
                  <a:pt x="1056840" y="158209"/>
                </a:lnTo>
                <a:lnTo>
                  <a:pt x="1056784" y="158496"/>
                </a:lnTo>
                <a:lnTo>
                  <a:pt x="1056732" y="158778"/>
                </a:lnTo>
                <a:lnTo>
                  <a:pt x="1056683" y="159055"/>
                </a:lnTo>
                <a:lnTo>
                  <a:pt x="1056639" y="159325"/>
                </a:lnTo>
                <a:lnTo>
                  <a:pt x="1056598" y="159591"/>
                </a:lnTo>
                <a:lnTo>
                  <a:pt x="1056562" y="159850"/>
                </a:lnTo>
                <a:lnTo>
                  <a:pt x="1056529" y="160104"/>
                </a:lnTo>
                <a:lnTo>
                  <a:pt x="1056500" y="160352"/>
                </a:lnTo>
                <a:lnTo>
                  <a:pt x="1056475" y="160595"/>
                </a:lnTo>
                <a:lnTo>
                  <a:pt x="1056453" y="160832"/>
                </a:lnTo>
                <a:lnTo>
                  <a:pt x="1056436" y="161063"/>
                </a:lnTo>
                <a:lnTo>
                  <a:pt x="1056422" y="161289"/>
                </a:lnTo>
                <a:lnTo>
                  <a:pt x="1056413" y="161510"/>
                </a:lnTo>
                <a:lnTo>
                  <a:pt x="1056407" y="161724"/>
                </a:lnTo>
                <a:lnTo>
                  <a:pt x="1056405" y="161933"/>
                </a:lnTo>
                <a:lnTo>
                  <a:pt x="1056427" y="163096"/>
                </a:lnTo>
                <a:lnTo>
                  <a:pt x="1056492" y="164209"/>
                </a:lnTo>
                <a:lnTo>
                  <a:pt x="1056600" y="165273"/>
                </a:lnTo>
                <a:lnTo>
                  <a:pt x="1056752" y="166288"/>
                </a:lnTo>
                <a:lnTo>
                  <a:pt x="1056947" y="167253"/>
                </a:lnTo>
                <a:lnTo>
                  <a:pt x="1057186" y="168168"/>
                </a:lnTo>
                <a:lnTo>
                  <a:pt x="1057468" y="169034"/>
                </a:lnTo>
                <a:lnTo>
                  <a:pt x="1057794" y="169851"/>
                </a:lnTo>
                <a:lnTo>
                  <a:pt x="1058162" y="170618"/>
                </a:lnTo>
                <a:lnTo>
                  <a:pt x="1058575" y="171335"/>
                </a:lnTo>
                <a:lnTo>
                  <a:pt x="1059030" y="172003"/>
                </a:lnTo>
                <a:lnTo>
                  <a:pt x="1059529" y="172622"/>
                </a:lnTo>
                <a:lnTo>
                  <a:pt x="1060071" y="173191"/>
                </a:lnTo>
                <a:lnTo>
                  <a:pt x="1060657" y="173711"/>
                </a:lnTo>
                <a:lnTo>
                  <a:pt x="1061286" y="174181"/>
                </a:lnTo>
                <a:lnTo>
                  <a:pt x="1061959" y="174601"/>
                </a:lnTo>
                <a:lnTo>
                  <a:pt x="1062675" y="174972"/>
                </a:lnTo>
                <a:lnTo>
                  <a:pt x="1063434" y="175294"/>
                </a:lnTo>
                <a:lnTo>
                  <a:pt x="1064237" y="175566"/>
                </a:lnTo>
                <a:lnTo>
                  <a:pt x="1065083" y="175789"/>
                </a:lnTo>
                <a:lnTo>
                  <a:pt x="1065972" y="175962"/>
                </a:lnTo>
                <a:lnTo>
                  <a:pt x="1066905" y="176086"/>
                </a:lnTo>
                <a:lnTo>
                  <a:pt x="1067882" y="176160"/>
                </a:lnTo>
                <a:lnTo>
                  <a:pt x="1068901" y="176185"/>
                </a:lnTo>
                <a:lnTo>
                  <a:pt x="1069549" y="176177"/>
                </a:lnTo>
                <a:lnTo>
                  <a:pt x="1070194" y="176155"/>
                </a:lnTo>
                <a:lnTo>
                  <a:pt x="1070836" y="176117"/>
                </a:lnTo>
                <a:lnTo>
                  <a:pt x="1071475" y="176064"/>
                </a:lnTo>
                <a:lnTo>
                  <a:pt x="1072111" y="175996"/>
                </a:lnTo>
                <a:lnTo>
                  <a:pt x="1072745" y="175913"/>
                </a:lnTo>
                <a:lnTo>
                  <a:pt x="1073375" y="175815"/>
                </a:lnTo>
                <a:lnTo>
                  <a:pt x="1074002" y="175701"/>
                </a:lnTo>
                <a:lnTo>
                  <a:pt x="1074626" y="175573"/>
                </a:lnTo>
                <a:lnTo>
                  <a:pt x="1075247" y="175430"/>
                </a:lnTo>
                <a:lnTo>
                  <a:pt x="1075864" y="175271"/>
                </a:lnTo>
                <a:lnTo>
                  <a:pt x="1076479" y="175097"/>
                </a:lnTo>
                <a:lnTo>
                  <a:pt x="1077091" y="174909"/>
                </a:lnTo>
                <a:lnTo>
                  <a:pt x="1077700" y="174705"/>
                </a:lnTo>
                <a:lnTo>
                  <a:pt x="1078306" y="174486"/>
                </a:lnTo>
                <a:lnTo>
                  <a:pt x="1078909" y="174252"/>
                </a:lnTo>
                <a:lnTo>
                  <a:pt x="1079509" y="174002"/>
                </a:lnTo>
                <a:lnTo>
                  <a:pt x="1080106" y="173738"/>
                </a:lnTo>
                <a:lnTo>
                  <a:pt x="1080700" y="173459"/>
                </a:lnTo>
                <a:lnTo>
                  <a:pt x="1081291" y="173164"/>
                </a:lnTo>
                <a:lnTo>
                  <a:pt x="1081879" y="172855"/>
                </a:lnTo>
                <a:lnTo>
                  <a:pt x="1082464" y="172530"/>
                </a:lnTo>
                <a:lnTo>
                  <a:pt x="1083046" y="172190"/>
                </a:lnTo>
                <a:lnTo>
                  <a:pt x="1083625" y="171835"/>
                </a:lnTo>
                <a:lnTo>
                  <a:pt x="1084377" y="171341"/>
                </a:lnTo>
                <a:lnTo>
                  <a:pt x="1085150" y="170790"/>
                </a:lnTo>
                <a:lnTo>
                  <a:pt x="1085943" y="170182"/>
                </a:lnTo>
                <a:lnTo>
                  <a:pt x="1086756" y="169518"/>
                </a:lnTo>
                <a:lnTo>
                  <a:pt x="1087589" y="168797"/>
                </a:lnTo>
                <a:lnTo>
                  <a:pt x="1088442" y="168020"/>
                </a:lnTo>
                <a:lnTo>
                  <a:pt x="1089316" y="167186"/>
                </a:lnTo>
                <a:lnTo>
                  <a:pt x="1090210" y="166296"/>
                </a:lnTo>
                <a:lnTo>
                  <a:pt x="1091124" y="165349"/>
                </a:lnTo>
                <a:lnTo>
                  <a:pt x="1092058" y="164346"/>
                </a:lnTo>
                <a:lnTo>
                  <a:pt x="1093012" y="163286"/>
                </a:lnTo>
                <a:lnTo>
                  <a:pt x="1093987" y="162170"/>
                </a:lnTo>
                <a:lnTo>
                  <a:pt x="1094981" y="160997"/>
                </a:lnTo>
                <a:lnTo>
                  <a:pt x="1095996" y="159768"/>
                </a:lnTo>
                <a:lnTo>
                  <a:pt x="1097031" y="158482"/>
                </a:lnTo>
                <a:lnTo>
                  <a:pt x="1098087" y="157139"/>
                </a:lnTo>
                <a:lnTo>
                  <a:pt x="1099162" y="155740"/>
                </a:lnTo>
                <a:lnTo>
                  <a:pt x="1100258" y="154285"/>
                </a:lnTo>
                <a:lnTo>
                  <a:pt x="1101374" y="152773"/>
                </a:lnTo>
                <a:lnTo>
                  <a:pt x="1102510" y="151204"/>
                </a:lnTo>
                <a:lnTo>
                  <a:pt x="1103666" y="149579"/>
                </a:lnTo>
                <a:lnTo>
                  <a:pt x="1104843" y="147897"/>
                </a:lnTo>
                <a:lnTo>
                  <a:pt x="1106039" y="146159"/>
                </a:lnTo>
                <a:lnTo>
                  <a:pt x="1107256" y="144364"/>
                </a:lnTo>
                <a:lnTo>
                  <a:pt x="1103916" y="142013"/>
                </a:lnTo>
                <a:lnTo>
                  <a:pt x="1102848" y="143367"/>
                </a:lnTo>
                <a:lnTo>
                  <a:pt x="1101811" y="144675"/>
                </a:lnTo>
                <a:lnTo>
                  <a:pt x="1100805" y="145940"/>
                </a:lnTo>
                <a:lnTo>
                  <a:pt x="1099829" y="147160"/>
                </a:lnTo>
                <a:lnTo>
                  <a:pt x="1098884" y="148335"/>
                </a:lnTo>
                <a:close/>
                <a:moveTo>
                  <a:pt x="151805" y="6283"/>
                </a:moveTo>
                <a:lnTo>
                  <a:pt x="151526" y="6688"/>
                </a:lnTo>
                <a:lnTo>
                  <a:pt x="151231" y="7073"/>
                </a:lnTo>
                <a:lnTo>
                  <a:pt x="150922" y="7439"/>
                </a:lnTo>
                <a:lnTo>
                  <a:pt x="150597" y="7785"/>
                </a:lnTo>
                <a:lnTo>
                  <a:pt x="150257" y="8111"/>
                </a:lnTo>
                <a:lnTo>
                  <a:pt x="149903" y="8417"/>
                </a:lnTo>
                <a:lnTo>
                  <a:pt x="149533" y="8704"/>
                </a:lnTo>
                <a:lnTo>
                  <a:pt x="149148" y="8971"/>
                </a:lnTo>
                <a:lnTo>
                  <a:pt x="148749" y="9218"/>
                </a:lnTo>
                <a:lnTo>
                  <a:pt x="148334" y="9445"/>
                </a:lnTo>
                <a:lnTo>
                  <a:pt x="147904" y="9652"/>
                </a:lnTo>
                <a:lnTo>
                  <a:pt x="147459" y="9840"/>
                </a:lnTo>
                <a:lnTo>
                  <a:pt x="146999" y="10008"/>
                </a:lnTo>
                <a:lnTo>
                  <a:pt x="146524" y="10156"/>
                </a:lnTo>
                <a:lnTo>
                  <a:pt x="146034" y="10285"/>
                </a:lnTo>
                <a:lnTo>
                  <a:pt x="145529" y="10393"/>
                </a:lnTo>
                <a:lnTo>
                  <a:pt x="145009" y="10482"/>
                </a:lnTo>
                <a:lnTo>
                  <a:pt x="144474" y="10551"/>
                </a:lnTo>
                <a:lnTo>
                  <a:pt x="143924" y="10601"/>
                </a:lnTo>
                <a:lnTo>
                  <a:pt x="143359" y="10630"/>
                </a:lnTo>
                <a:lnTo>
                  <a:pt x="142779" y="10640"/>
                </a:lnTo>
                <a:lnTo>
                  <a:pt x="142534" y="10637"/>
                </a:lnTo>
                <a:lnTo>
                  <a:pt x="142274" y="10627"/>
                </a:lnTo>
                <a:lnTo>
                  <a:pt x="141998" y="10611"/>
                </a:lnTo>
                <a:lnTo>
                  <a:pt x="141707" y="10589"/>
                </a:lnTo>
                <a:lnTo>
                  <a:pt x="141400" y="10560"/>
                </a:lnTo>
                <a:lnTo>
                  <a:pt x="141078" y="10524"/>
                </a:lnTo>
                <a:lnTo>
                  <a:pt x="140740" y="10482"/>
                </a:lnTo>
                <a:lnTo>
                  <a:pt x="140387" y="10434"/>
                </a:lnTo>
                <a:lnTo>
                  <a:pt x="140018" y="10379"/>
                </a:lnTo>
                <a:lnTo>
                  <a:pt x="139634" y="10318"/>
                </a:lnTo>
                <a:lnTo>
                  <a:pt x="139235" y="10251"/>
                </a:lnTo>
                <a:lnTo>
                  <a:pt x="138820" y="10176"/>
                </a:lnTo>
                <a:lnTo>
                  <a:pt x="138389" y="10096"/>
                </a:lnTo>
                <a:lnTo>
                  <a:pt x="137943" y="10009"/>
                </a:lnTo>
                <a:lnTo>
                  <a:pt x="137482" y="9915"/>
                </a:lnTo>
                <a:lnTo>
                  <a:pt x="137005" y="9816"/>
                </a:lnTo>
                <a:lnTo>
                  <a:pt x="136513" y="9709"/>
                </a:lnTo>
                <a:lnTo>
                  <a:pt x="136005" y="9596"/>
                </a:lnTo>
                <a:lnTo>
                  <a:pt x="135482" y="9477"/>
                </a:lnTo>
                <a:lnTo>
                  <a:pt x="134943" y="9352"/>
                </a:lnTo>
                <a:lnTo>
                  <a:pt x="134389" y="9219"/>
                </a:lnTo>
                <a:lnTo>
                  <a:pt x="133819" y="9081"/>
                </a:lnTo>
                <a:lnTo>
                  <a:pt x="133234" y="8936"/>
                </a:lnTo>
                <a:lnTo>
                  <a:pt x="132633" y="8784"/>
                </a:lnTo>
                <a:lnTo>
                  <a:pt x="131179" y="8431"/>
                </a:lnTo>
                <a:lnTo>
                  <a:pt x="129742" y="8093"/>
                </a:lnTo>
                <a:lnTo>
                  <a:pt x="128324" y="7770"/>
                </a:lnTo>
                <a:lnTo>
                  <a:pt x="126925" y="7461"/>
                </a:lnTo>
                <a:lnTo>
                  <a:pt x="125544" y="7168"/>
                </a:lnTo>
                <a:lnTo>
                  <a:pt x="124182" y="6890"/>
                </a:lnTo>
                <a:lnTo>
                  <a:pt x="122838" y="6627"/>
                </a:lnTo>
                <a:lnTo>
                  <a:pt x="121512" y="6379"/>
                </a:lnTo>
                <a:lnTo>
                  <a:pt x="120205" y="6146"/>
                </a:lnTo>
                <a:lnTo>
                  <a:pt x="118916" y="5928"/>
                </a:lnTo>
                <a:lnTo>
                  <a:pt x="117646" y="5725"/>
                </a:lnTo>
                <a:lnTo>
                  <a:pt x="116395" y="5537"/>
                </a:lnTo>
                <a:lnTo>
                  <a:pt x="115161" y="5364"/>
                </a:lnTo>
                <a:lnTo>
                  <a:pt x="113947" y="5206"/>
                </a:lnTo>
                <a:lnTo>
                  <a:pt x="112750" y="5063"/>
                </a:lnTo>
                <a:lnTo>
                  <a:pt x="111573" y="4935"/>
                </a:lnTo>
                <a:lnTo>
                  <a:pt x="110413" y="4823"/>
                </a:lnTo>
                <a:lnTo>
                  <a:pt x="109273" y="4725"/>
                </a:lnTo>
                <a:lnTo>
                  <a:pt x="108150" y="4642"/>
                </a:lnTo>
                <a:lnTo>
                  <a:pt x="107046" y="4574"/>
                </a:lnTo>
                <a:lnTo>
                  <a:pt x="105961" y="4522"/>
                </a:lnTo>
                <a:lnTo>
                  <a:pt x="104894" y="4484"/>
                </a:lnTo>
                <a:lnTo>
                  <a:pt x="103846" y="4462"/>
                </a:lnTo>
                <a:lnTo>
                  <a:pt x="102816" y="4454"/>
                </a:lnTo>
                <a:lnTo>
                  <a:pt x="100552" y="4482"/>
                </a:lnTo>
                <a:lnTo>
                  <a:pt x="98298" y="4565"/>
                </a:lnTo>
                <a:lnTo>
                  <a:pt x="96053" y="4704"/>
                </a:lnTo>
                <a:lnTo>
                  <a:pt x="93818" y="4898"/>
                </a:lnTo>
                <a:lnTo>
                  <a:pt x="91592" y="5147"/>
                </a:lnTo>
                <a:lnTo>
                  <a:pt x="89376" y="5452"/>
                </a:lnTo>
                <a:lnTo>
                  <a:pt x="87169" y="5813"/>
                </a:lnTo>
                <a:lnTo>
                  <a:pt x="84972" y="6229"/>
                </a:lnTo>
                <a:lnTo>
                  <a:pt x="82784" y="6700"/>
                </a:lnTo>
                <a:lnTo>
                  <a:pt x="80605" y="7227"/>
                </a:lnTo>
                <a:lnTo>
                  <a:pt x="78436" y="7809"/>
                </a:lnTo>
                <a:lnTo>
                  <a:pt x="76277" y="8447"/>
                </a:lnTo>
                <a:lnTo>
                  <a:pt x="74126" y="9140"/>
                </a:lnTo>
                <a:lnTo>
                  <a:pt x="71986" y="9889"/>
                </a:lnTo>
                <a:lnTo>
                  <a:pt x="69855" y="10693"/>
                </a:lnTo>
                <a:lnTo>
                  <a:pt x="67733" y="11553"/>
                </a:lnTo>
                <a:lnTo>
                  <a:pt x="65620" y="12468"/>
                </a:lnTo>
                <a:lnTo>
                  <a:pt x="63517" y="13438"/>
                </a:lnTo>
                <a:lnTo>
                  <a:pt x="61424" y="14464"/>
                </a:lnTo>
                <a:lnTo>
                  <a:pt x="59340" y="15546"/>
                </a:lnTo>
                <a:lnTo>
                  <a:pt x="57265" y="16683"/>
                </a:lnTo>
                <a:lnTo>
                  <a:pt x="55200" y="17875"/>
                </a:lnTo>
                <a:lnTo>
                  <a:pt x="53145" y="19123"/>
                </a:lnTo>
                <a:lnTo>
                  <a:pt x="51099" y="20426"/>
                </a:lnTo>
                <a:lnTo>
                  <a:pt x="49673" y="21376"/>
                </a:lnTo>
                <a:lnTo>
                  <a:pt x="48263" y="22346"/>
                </a:lnTo>
                <a:lnTo>
                  <a:pt x="46869" y="23338"/>
                </a:lnTo>
                <a:lnTo>
                  <a:pt x="45490" y="24350"/>
                </a:lnTo>
                <a:lnTo>
                  <a:pt x="44126" y="25384"/>
                </a:lnTo>
                <a:lnTo>
                  <a:pt x="42778" y="26439"/>
                </a:lnTo>
                <a:lnTo>
                  <a:pt x="41445" y="27515"/>
                </a:lnTo>
                <a:lnTo>
                  <a:pt x="40128" y="28611"/>
                </a:lnTo>
                <a:lnTo>
                  <a:pt x="38827" y="29729"/>
                </a:lnTo>
                <a:lnTo>
                  <a:pt x="37540" y="30868"/>
                </a:lnTo>
                <a:lnTo>
                  <a:pt x="36270" y="32028"/>
                </a:lnTo>
                <a:lnTo>
                  <a:pt x="35014" y="33210"/>
                </a:lnTo>
                <a:lnTo>
                  <a:pt x="33774" y="34412"/>
                </a:lnTo>
                <a:lnTo>
                  <a:pt x="32550" y="35635"/>
                </a:lnTo>
                <a:lnTo>
                  <a:pt x="31341" y="36879"/>
                </a:lnTo>
                <a:lnTo>
                  <a:pt x="30148" y="38145"/>
                </a:lnTo>
                <a:lnTo>
                  <a:pt x="28970" y="39431"/>
                </a:lnTo>
                <a:lnTo>
                  <a:pt x="27807" y="40739"/>
                </a:lnTo>
                <a:lnTo>
                  <a:pt x="26660" y="42067"/>
                </a:lnTo>
                <a:lnTo>
                  <a:pt x="25529" y="43417"/>
                </a:lnTo>
                <a:lnTo>
                  <a:pt x="24413" y="44788"/>
                </a:lnTo>
                <a:lnTo>
                  <a:pt x="23312" y="46179"/>
                </a:lnTo>
                <a:lnTo>
                  <a:pt x="22227" y="47592"/>
                </a:lnTo>
                <a:lnTo>
                  <a:pt x="21157" y="49026"/>
                </a:lnTo>
                <a:lnTo>
                  <a:pt x="19431" y="51439"/>
                </a:lnTo>
                <a:lnTo>
                  <a:pt x="17778" y="53869"/>
                </a:lnTo>
                <a:lnTo>
                  <a:pt x="16198" y="56316"/>
                </a:lnTo>
                <a:lnTo>
                  <a:pt x="14692" y="58781"/>
                </a:lnTo>
                <a:lnTo>
                  <a:pt x="13260" y="61262"/>
                </a:lnTo>
                <a:lnTo>
                  <a:pt x="11901" y="63761"/>
                </a:lnTo>
                <a:lnTo>
                  <a:pt x="10615" y="66277"/>
                </a:lnTo>
                <a:lnTo>
                  <a:pt x="9403" y="68810"/>
                </a:lnTo>
                <a:lnTo>
                  <a:pt x="8264" y="71360"/>
                </a:lnTo>
                <a:lnTo>
                  <a:pt x="7199" y="73928"/>
                </a:lnTo>
                <a:lnTo>
                  <a:pt x="6208" y="76513"/>
                </a:lnTo>
                <a:lnTo>
                  <a:pt x="5289" y="79115"/>
                </a:lnTo>
                <a:lnTo>
                  <a:pt x="4444" y="81734"/>
                </a:lnTo>
                <a:lnTo>
                  <a:pt x="3673" y="84370"/>
                </a:lnTo>
                <a:lnTo>
                  <a:pt x="2975" y="87023"/>
                </a:lnTo>
                <a:lnTo>
                  <a:pt x="2351" y="89694"/>
                </a:lnTo>
                <a:lnTo>
                  <a:pt x="1800" y="92382"/>
                </a:lnTo>
                <a:lnTo>
                  <a:pt x="1322" y="95087"/>
                </a:lnTo>
                <a:lnTo>
                  <a:pt x="918" y="97809"/>
                </a:lnTo>
                <a:lnTo>
                  <a:pt x="588" y="100548"/>
                </a:lnTo>
                <a:lnTo>
                  <a:pt x="331" y="103305"/>
                </a:lnTo>
                <a:lnTo>
                  <a:pt x="147" y="106079"/>
                </a:lnTo>
                <a:lnTo>
                  <a:pt x="37" y="108869"/>
                </a:lnTo>
                <a:lnTo>
                  <a:pt x="0" y="111678"/>
                </a:lnTo>
                <a:lnTo>
                  <a:pt x="18" y="113454"/>
                </a:lnTo>
                <a:lnTo>
                  <a:pt x="74" y="115214"/>
                </a:lnTo>
                <a:lnTo>
                  <a:pt x="166" y="116957"/>
                </a:lnTo>
                <a:lnTo>
                  <a:pt x="296" y="118683"/>
                </a:lnTo>
                <a:lnTo>
                  <a:pt x="462" y="120393"/>
                </a:lnTo>
                <a:lnTo>
                  <a:pt x="665" y="122086"/>
                </a:lnTo>
                <a:lnTo>
                  <a:pt x="905" y="123762"/>
                </a:lnTo>
                <a:lnTo>
                  <a:pt x="1182" y="125421"/>
                </a:lnTo>
                <a:lnTo>
                  <a:pt x="1496" y="127063"/>
                </a:lnTo>
                <a:lnTo>
                  <a:pt x="1847" y="128689"/>
                </a:lnTo>
                <a:lnTo>
                  <a:pt x="2235" y="130298"/>
                </a:lnTo>
                <a:lnTo>
                  <a:pt x="2660" y="131890"/>
                </a:lnTo>
                <a:lnTo>
                  <a:pt x="3122" y="133466"/>
                </a:lnTo>
                <a:lnTo>
                  <a:pt x="3621" y="135024"/>
                </a:lnTo>
                <a:lnTo>
                  <a:pt x="4156" y="136566"/>
                </a:lnTo>
                <a:lnTo>
                  <a:pt x="4729" y="138091"/>
                </a:lnTo>
                <a:lnTo>
                  <a:pt x="5339" y="139599"/>
                </a:lnTo>
                <a:lnTo>
                  <a:pt x="5985" y="141091"/>
                </a:lnTo>
                <a:lnTo>
                  <a:pt x="6669" y="142566"/>
                </a:lnTo>
                <a:lnTo>
                  <a:pt x="7389" y="144024"/>
                </a:lnTo>
                <a:lnTo>
                  <a:pt x="8147" y="145465"/>
                </a:lnTo>
                <a:lnTo>
                  <a:pt x="8941" y="146890"/>
                </a:lnTo>
                <a:lnTo>
                  <a:pt x="9772" y="148297"/>
                </a:lnTo>
                <a:lnTo>
                  <a:pt x="10640" y="149688"/>
                </a:lnTo>
                <a:lnTo>
                  <a:pt x="11131" y="150437"/>
                </a:lnTo>
                <a:lnTo>
                  <a:pt x="11632" y="151177"/>
                </a:lnTo>
                <a:lnTo>
                  <a:pt x="12144" y="151909"/>
                </a:lnTo>
                <a:lnTo>
                  <a:pt x="12668" y="152632"/>
                </a:lnTo>
                <a:lnTo>
                  <a:pt x="13203" y="153346"/>
                </a:lnTo>
                <a:lnTo>
                  <a:pt x="13749" y="154052"/>
                </a:lnTo>
                <a:lnTo>
                  <a:pt x="14306" y="154749"/>
                </a:lnTo>
                <a:lnTo>
                  <a:pt x="14875" y="155438"/>
                </a:lnTo>
                <a:lnTo>
                  <a:pt x="15454" y="156118"/>
                </a:lnTo>
                <a:lnTo>
                  <a:pt x="16045" y="156789"/>
                </a:lnTo>
                <a:lnTo>
                  <a:pt x="16647" y="157452"/>
                </a:lnTo>
                <a:lnTo>
                  <a:pt x="17260" y="158106"/>
                </a:lnTo>
                <a:lnTo>
                  <a:pt x="17884" y="158752"/>
                </a:lnTo>
                <a:lnTo>
                  <a:pt x="18519" y="159389"/>
                </a:lnTo>
                <a:lnTo>
                  <a:pt x="19166" y="160018"/>
                </a:lnTo>
                <a:lnTo>
                  <a:pt x="19824" y="160638"/>
                </a:lnTo>
                <a:lnTo>
                  <a:pt x="20492" y="161249"/>
                </a:lnTo>
                <a:lnTo>
                  <a:pt x="21172" y="161852"/>
                </a:lnTo>
                <a:lnTo>
                  <a:pt x="21864" y="162447"/>
                </a:lnTo>
                <a:lnTo>
                  <a:pt x="22566" y="163032"/>
                </a:lnTo>
                <a:lnTo>
                  <a:pt x="23280" y="163609"/>
                </a:lnTo>
                <a:lnTo>
                  <a:pt x="24004" y="164178"/>
                </a:lnTo>
                <a:lnTo>
                  <a:pt x="24740" y="164738"/>
                </a:lnTo>
                <a:lnTo>
                  <a:pt x="25487" y="165289"/>
                </a:lnTo>
                <a:lnTo>
                  <a:pt x="26971" y="166320"/>
                </a:lnTo>
                <a:lnTo>
                  <a:pt x="28473" y="167306"/>
                </a:lnTo>
                <a:lnTo>
                  <a:pt x="29994" y="168249"/>
                </a:lnTo>
                <a:lnTo>
                  <a:pt x="31533" y="169148"/>
                </a:lnTo>
                <a:lnTo>
                  <a:pt x="33090" y="170003"/>
                </a:lnTo>
                <a:lnTo>
                  <a:pt x="34666" y="170814"/>
                </a:lnTo>
                <a:lnTo>
                  <a:pt x="36261" y="171581"/>
                </a:lnTo>
                <a:lnTo>
                  <a:pt x="37874" y="172305"/>
                </a:lnTo>
                <a:lnTo>
                  <a:pt x="39505" y="172984"/>
                </a:lnTo>
                <a:lnTo>
                  <a:pt x="41155" y="173620"/>
                </a:lnTo>
                <a:lnTo>
                  <a:pt x="42823" y="174212"/>
                </a:lnTo>
                <a:lnTo>
                  <a:pt x="44510" y="174760"/>
                </a:lnTo>
                <a:lnTo>
                  <a:pt x="46215" y="175264"/>
                </a:lnTo>
                <a:lnTo>
                  <a:pt x="47939" y="175725"/>
                </a:lnTo>
                <a:lnTo>
                  <a:pt x="49681" y="176141"/>
                </a:lnTo>
                <a:lnTo>
                  <a:pt x="51442" y="176514"/>
                </a:lnTo>
                <a:lnTo>
                  <a:pt x="53221" y="176843"/>
                </a:lnTo>
                <a:lnTo>
                  <a:pt x="55019" y="177128"/>
                </a:lnTo>
                <a:lnTo>
                  <a:pt x="56835" y="177369"/>
                </a:lnTo>
                <a:lnTo>
                  <a:pt x="58670" y="177566"/>
                </a:lnTo>
                <a:lnTo>
                  <a:pt x="60523" y="177720"/>
                </a:lnTo>
                <a:lnTo>
                  <a:pt x="62394" y="177829"/>
                </a:lnTo>
                <a:lnTo>
                  <a:pt x="64285" y="177895"/>
                </a:lnTo>
                <a:lnTo>
                  <a:pt x="66193" y="177917"/>
                </a:lnTo>
                <a:lnTo>
                  <a:pt x="68137" y="177892"/>
                </a:lnTo>
                <a:lnTo>
                  <a:pt x="70071" y="177819"/>
                </a:lnTo>
                <a:lnTo>
                  <a:pt x="71997" y="177696"/>
                </a:lnTo>
                <a:lnTo>
                  <a:pt x="73912" y="177524"/>
                </a:lnTo>
                <a:lnTo>
                  <a:pt x="75818" y="177302"/>
                </a:lnTo>
                <a:lnTo>
                  <a:pt x="77715" y="177032"/>
                </a:lnTo>
                <a:lnTo>
                  <a:pt x="79602" y="176712"/>
                </a:lnTo>
                <a:lnTo>
                  <a:pt x="81480" y="176344"/>
                </a:lnTo>
                <a:lnTo>
                  <a:pt x="83348" y="175926"/>
                </a:lnTo>
                <a:lnTo>
                  <a:pt x="85207" y="175459"/>
                </a:lnTo>
                <a:lnTo>
                  <a:pt x="87057" y="174943"/>
                </a:lnTo>
                <a:lnTo>
                  <a:pt x="88897" y="174377"/>
                </a:lnTo>
                <a:lnTo>
                  <a:pt x="90727" y="173763"/>
                </a:lnTo>
                <a:lnTo>
                  <a:pt x="92548" y="173099"/>
                </a:lnTo>
                <a:lnTo>
                  <a:pt x="94360" y="172386"/>
                </a:lnTo>
                <a:lnTo>
                  <a:pt x="96162" y="171624"/>
                </a:lnTo>
                <a:lnTo>
                  <a:pt x="97955" y="170813"/>
                </a:lnTo>
                <a:lnTo>
                  <a:pt x="99738" y="169953"/>
                </a:lnTo>
                <a:lnTo>
                  <a:pt x="101512" y="169043"/>
                </a:lnTo>
                <a:lnTo>
                  <a:pt x="103276" y="168084"/>
                </a:lnTo>
                <a:lnTo>
                  <a:pt x="105031" y="167077"/>
                </a:lnTo>
                <a:lnTo>
                  <a:pt x="106777" y="166020"/>
                </a:lnTo>
                <a:lnTo>
                  <a:pt x="108513" y="164913"/>
                </a:lnTo>
                <a:lnTo>
                  <a:pt x="110239" y="163758"/>
                </a:lnTo>
                <a:lnTo>
                  <a:pt x="111192" y="163102"/>
                </a:lnTo>
                <a:lnTo>
                  <a:pt x="112153" y="162417"/>
                </a:lnTo>
                <a:lnTo>
                  <a:pt x="113122" y="161703"/>
                </a:lnTo>
                <a:lnTo>
                  <a:pt x="114099" y="160960"/>
                </a:lnTo>
                <a:lnTo>
                  <a:pt x="115084" y="160188"/>
                </a:lnTo>
                <a:lnTo>
                  <a:pt x="116078" y="159387"/>
                </a:lnTo>
                <a:lnTo>
                  <a:pt x="117079" y="158558"/>
                </a:lnTo>
                <a:lnTo>
                  <a:pt x="118089" y="157699"/>
                </a:lnTo>
                <a:lnTo>
                  <a:pt x="119107" y="156812"/>
                </a:lnTo>
                <a:lnTo>
                  <a:pt x="120133" y="155895"/>
                </a:lnTo>
                <a:lnTo>
                  <a:pt x="121167" y="154950"/>
                </a:lnTo>
                <a:lnTo>
                  <a:pt x="122210" y="153976"/>
                </a:lnTo>
                <a:lnTo>
                  <a:pt x="123260" y="152973"/>
                </a:lnTo>
                <a:lnTo>
                  <a:pt x="124319" y="151941"/>
                </a:lnTo>
                <a:lnTo>
                  <a:pt x="125386" y="150881"/>
                </a:lnTo>
                <a:lnTo>
                  <a:pt x="126461" y="149791"/>
                </a:lnTo>
                <a:lnTo>
                  <a:pt x="127544" y="148672"/>
                </a:lnTo>
                <a:lnTo>
                  <a:pt x="128636" y="147525"/>
                </a:lnTo>
                <a:lnTo>
                  <a:pt x="129735" y="146349"/>
                </a:lnTo>
                <a:lnTo>
                  <a:pt x="130843" y="145143"/>
                </a:lnTo>
                <a:lnTo>
                  <a:pt x="131959" y="143909"/>
                </a:lnTo>
                <a:lnTo>
                  <a:pt x="133083" y="142646"/>
                </a:lnTo>
                <a:lnTo>
                  <a:pt x="134215" y="141355"/>
                </a:lnTo>
                <a:lnTo>
                  <a:pt x="135355" y="140034"/>
                </a:lnTo>
                <a:lnTo>
                  <a:pt x="131025" y="136442"/>
                </a:lnTo>
                <a:lnTo>
                  <a:pt x="129878" y="137568"/>
                </a:lnTo>
                <a:lnTo>
                  <a:pt x="128747" y="138667"/>
                </a:lnTo>
                <a:lnTo>
                  <a:pt x="127632" y="139739"/>
                </a:lnTo>
                <a:lnTo>
                  <a:pt x="126533" y="140784"/>
                </a:lnTo>
                <a:lnTo>
                  <a:pt x="125450" y="141801"/>
                </a:lnTo>
                <a:lnTo>
                  <a:pt x="124383" y="142792"/>
                </a:lnTo>
                <a:lnTo>
                  <a:pt x="123331" y="143755"/>
                </a:lnTo>
                <a:lnTo>
                  <a:pt x="122296" y="144691"/>
                </a:lnTo>
                <a:lnTo>
                  <a:pt x="121276" y="145599"/>
                </a:lnTo>
                <a:lnTo>
                  <a:pt x="120272" y="146481"/>
                </a:lnTo>
                <a:lnTo>
                  <a:pt x="119284" y="147335"/>
                </a:lnTo>
                <a:lnTo>
                  <a:pt x="118312" y="148162"/>
                </a:lnTo>
                <a:lnTo>
                  <a:pt x="117356" y="148962"/>
                </a:lnTo>
                <a:lnTo>
                  <a:pt x="116416" y="149734"/>
                </a:lnTo>
                <a:lnTo>
                  <a:pt x="115492" y="150480"/>
                </a:lnTo>
                <a:lnTo>
                  <a:pt x="114583" y="151198"/>
                </a:lnTo>
                <a:lnTo>
                  <a:pt x="113691" y="151889"/>
                </a:lnTo>
                <a:lnTo>
                  <a:pt x="112814" y="152553"/>
                </a:lnTo>
                <a:lnTo>
                  <a:pt x="111954" y="153189"/>
                </a:lnTo>
                <a:lnTo>
                  <a:pt x="111109" y="153798"/>
                </a:lnTo>
                <a:lnTo>
                  <a:pt x="110280" y="154380"/>
                </a:lnTo>
                <a:lnTo>
                  <a:pt x="109467" y="154935"/>
                </a:lnTo>
                <a:lnTo>
                  <a:pt x="108670" y="155463"/>
                </a:lnTo>
                <a:lnTo>
                  <a:pt x="107888" y="155963"/>
                </a:lnTo>
                <a:lnTo>
                  <a:pt x="106493" y="156826"/>
                </a:lnTo>
                <a:lnTo>
                  <a:pt x="105092" y="157652"/>
                </a:lnTo>
                <a:lnTo>
                  <a:pt x="103684" y="158441"/>
                </a:lnTo>
                <a:lnTo>
                  <a:pt x="102269" y="159193"/>
                </a:lnTo>
                <a:lnTo>
                  <a:pt x="100848" y="159909"/>
                </a:lnTo>
                <a:lnTo>
                  <a:pt x="99421" y="160588"/>
                </a:lnTo>
                <a:lnTo>
                  <a:pt x="97987" y="161230"/>
                </a:lnTo>
                <a:lnTo>
                  <a:pt x="96547" y="161836"/>
                </a:lnTo>
                <a:lnTo>
                  <a:pt x="95100" y="162405"/>
                </a:lnTo>
                <a:lnTo>
                  <a:pt x="93647" y="162937"/>
                </a:lnTo>
                <a:lnTo>
                  <a:pt x="92188" y="163433"/>
                </a:lnTo>
                <a:lnTo>
                  <a:pt x="90722" y="163892"/>
                </a:lnTo>
                <a:lnTo>
                  <a:pt x="89249" y="164314"/>
                </a:lnTo>
                <a:lnTo>
                  <a:pt x="87770" y="164699"/>
                </a:lnTo>
                <a:lnTo>
                  <a:pt x="86285" y="165048"/>
                </a:lnTo>
                <a:lnTo>
                  <a:pt x="84793" y="165360"/>
                </a:lnTo>
                <a:lnTo>
                  <a:pt x="83295" y="165635"/>
                </a:lnTo>
                <a:lnTo>
                  <a:pt x="81790" y="165874"/>
                </a:lnTo>
                <a:lnTo>
                  <a:pt x="80279" y="166075"/>
                </a:lnTo>
                <a:lnTo>
                  <a:pt x="78761" y="166241"/>
                </a:lnTo>
                <a:lnTo>
                  <a:pt x="77237" y="166369"/>
                </a:lnTo>
                <a:lnTo>
                  <a:pt x="75707" y="166461"/>
                </a:lnTo>
                <a:lnTo>
                  <a:pt x="74170" y="166516"/>
                </a:lnTo>
                <a:lnTo>
                  <a:pt x="72627" y="166534"/>
                </a:lnTo>
                <a:lnTo>
                  <a:pt x="70830" y="166509"/>
                </a:lnTo>
                <a:lnTo>
                  <a:pt x="69070" y="166435"/>
                </a:lnTo>
                <a:lnTo>
                  <a:pt x="67345" y="166312"/>
                </a:lnTo>
                <a:lnTo>
                  <a:pt x="65657" y="166139"/>
                </a:lnTo>
                <a:lnTo>
                  <a:pt x="64005" y="165916"/>
                </a:lnTo>
                <a:lnTo>
                  <a:pt x="62388" y="165644"/>
                </a:lnTo>
                <a:lnTo>
                  <a:pt x="60808" y="165323"/>
                </a:lnTo>
                <a:lnTo>
                  <a:pt x="59264" y="164952"/>
                </a:lnTo>
                <a:lnTo>
                  <a:pt x="57757" y="164532"/>
                </a:lnTo>
                <a:lnTo>
                  <a:pt x="56285" y="164062"/>
                </a:lnTo>
                <a:lnTo>
                  <a:pt x="54849" y="163543"/>
                </a:lnTo>
                <a:lnTo>
                  <a:pt x="53449" y="162974"/>
                </a:lnTo>
                <a:lnTo>
                  <a:pt x="52086" y="162356"/>
                </a:lnTo>
                <a:lnTo>
                  <a:pt x="50758" y="161689"/>
                </a:lnTo>
                <a:lnTo>
                  <a:pt x="49467" y="160972"/>
                </a:lnTo>
                <a:lnTo>
                  <a:pt x="48212" y="160205"/>
                </a:lnTo>
                <a:lnTo>
                  <a:pt x="46992" y="159389"/>
                </a:lnTo>
                <a:lnTo>
                  <a:pt x="45809" y="158524"/>
                </a:lnTo>
                <a:lnTo>
                  <a:pt x="44662" y="157609"/>
                </a:lnTo>
                <a:lnTo>
                  <a:pt x="43551" y="156645"/>
                </a:lnTo>
                <a:lnTo>
                  <a:pt x="42476" y="155632"/>
                </a:lnTo>
                <a:lnTo>
                  <a:pt x="41438" y="154569"/>
                </a:lnTo>
                <a:lnTo>
                  <a:pt x="40435" y="153456"/>
                </a:lnTo>
                <a:lnTo>
                  <a:pt x="39468" y="152294"/>
                </a:lnTo>
                <a:lnTo>
                  <a:pt x="38560" y="151121"/>
                </a:lnTo>
                <a:lnTo>
                  <a:pt x="37690" y="149912"/>
                </a:lnTo>
                <a:lnTo>
                  <a:pt x="36859" y="148668"/>
                </a:lnTo>
                <a:lnTo>
                  <a:pt x="36066" y="147389"/>
                </a:lnTo>
                <a:lnTo>
                  <a:pt x="35312" y="146075"/>
                </a:lnTo>
                <a:lnTo>
                  <a:pt x="34597" y="144725"/>
                </a:lnTo>
                <a:lnTo>
                  <a:pt x="33920" y="143340"/>
                </a:lnTo>
                <a:lnTo>
                  <a:pt x="33282" y="141920"/>
                </a:lnTo>
                <a:lnTo>
                  <a:pt x="32683" y="140465"/>
                </a:lnTo>
                <a:lnTo>
                  <a:pt x="32122" y="138974"/>
                </a:lnTo>
                <a:lnTo>
                  <a:pt x="31600" y="137448"/>
                </a:lnTo>
                <a:lnTo>
                  <a:pt x="31117" y="135887"/>
                </a:lnTo>
                <a:lnTo>
                  <a:pt x="30672" y="134291"/>
                </a:lnTo>
                <a:lnTo>
                  <a:pt x="30266" y="132659"/>
                </a:lnTo>
                <a:lnTo>
                  <a:pt x="29899" y="130992"/>
                </a:lnTo>
                <a:lnTo>
                  <a:pt x="29570" y="129290"/>
                </a:lnTo>
                <a:lnTo>
                  <a:pt x="29280" y="127552"/>
                </a:lnTo>
                <a:lnTo>
                  <a:pt x="29029" y="125780"/>
                </a:lnTo>
                <a:lnTo>
                  <a:pt x="28816" y="123972"/>
                </a:lnTo>
                <a:lnTo>
                  <a:pt x="28642" y="122129"/>
                </a:lnTo>
                <a:lnTo>
                  <a:pt x="28507" y="120250"/>
                </a:lnTo>
                <a:lnTo>
                  <a:pt x="28410" y="118337"/>
                </a:lnTo>
                <a:lnTo>
                  <a:pt x="28352" y="116388"/>
                </a:lnTo>
                <a:lnTo>
                  <a:pt x="28333" y="114403"/>
                </a:lnTo>
                <a:lnTo>
                  <a:pt x="28362" y="111737"/>
                </a:lnTo>
                <a:lnTo>
                  <a:pt x="28447" y="109083"/>
                </a:lnTo>
                <a:lnTo>
                  <a:pt x="28590" y="106441"/>
                </a:lnTo>
                <a:lnTo>
                  <a:pt x="28790" y="103812"/>
                </a:lnTo>
                <a:lnTo>
                  <a:pt x="29047" y="101196"/>
                </a:lnTo>
                <a:lnTo>
                  <a:pt x="29362" y="98592"/>
                </a:lnTo>
                <a:lnTo>
                  <a:pt x="29733" y="96000"/>
                </a:lnTo>
                <a:lnTo>
                  <a:pt x="30161" y="93421"/>
                </a:lnTo>
                <a:lnTo>
                  <a:pt x="30647" y="90855"/>
                </a:lnTo>
                <a:lnTo>
                  <a:pt x="31190" y="88300"/>
                </a:lnTo>
                <a:lnTo>
                  <a:pt x="31790" y="85759"/>
                </a:lnTo>
                <a:lnTo>
                  <a:pt x="32447" y="83229"/>
                </a:lnTo>
                <a:lnTo>
                  <a:pt x="33161" y="80713"/>
                </a:lnTo>
                <a:lnTo>
                  <a:pt x="33933" y="78208"/>
                </a:lnTo>
                <a:lnTo>
                  <a:pt x="34761" y="75717"/>
                </a:lnTo>
                <a:lnTo>
                  <a:pt x="35647" y="73237"/>
                </a:lnTo>
                <a:lnTo>
                  <a:pt x="36589" y="70770"/>
                </a:lnTo>
                <a:lnTo>
                  <a:pt x="37589" y="68316"/>
                </a:lnTo>
                <a:lnTo>
                  <a:pt x="38646" y="65874"/>
                </a:lnTo>
                <a:lnTo>
                  <a:pt x="39760" y="63445"/>
                </a:lnTo>
                <a:lnTo>
                  <a:pt x="40932" y="61028"/>
                </a:lnTo>
                <a:lnTo>
                  <a:pt x="42160" y="58623"/>
                </a:lnTo>
                <a:lnTo>
                  <a:pt x="43446" y="56231"/>
                </a:lnTo>
                <a:lnTo>
                  <a:pt x="44789" y="53851"/>
                </a:lnTo>
                <a:lnTo>
                  <a:pt x="45349" y="52886"/>
                </a:lnTo>
                <a:lnTo>
                  <a:pt x="45917" y="51929"/>
                </a:lnTo>
                <a:lnTo>
                  <a:pt x="46492" y="50981"/>
                </a:lnTo>
                <a:lnTo>
                  <a:pt x="47074" y="50041"/>
                </a:lnTo>
                <a:lnTo>
                  <a:pt x="47664" y="49110"/>
                </a:lnTo>
                <a:lnTo>
                  <a:pt x="48261" y="48187"/>
                </a:lnTo>
                <a:lnTo>
                  <a:pt x="48865" y="47273"/>
                </a:lnTo>
                <a:lnTo>
                  <a:pt x="49476" y="46368"/>
                </a:lnTo>
                <a:lnTo>
                  <a:pt x="50095" y="45471"/>
                </a:lnTo>
                <a:lnTo>
                  <a:pt x="50721" y="44583"/>
                </a:lnTo>
                <a:lnTo>
                  <a:pt x="51355" y="43703"/>
                </a:lnTo>
                <a:lnTo>
                  <a:pt x="51996" y="42832"/>
                </a:lnTo>
                <a:lnTo>
                  <a:pt x="52644" y="41970"/>
                </a:lnTo>
                <a:lnTo>
                  <a:pt x="53299" y="41116"/>
                </a:lnTo>
                <a:lnTo>
                  <a:pt x="53962" y="40271"/>
                </a:lnTo>
                <a:lnTo>
                  <a:pt x="54632" y="39434"/>
                </a:lnTo>
                <a:lnTo>
                  <a:pt x="55309" y="38606"/>
                </a:lnTo>
                <a:lnTo>
                  <a:pt x="55993" y="37786"/>
                </a:lnTo>
                <a:lnTo>
                  <a:pt x="56685" y="36976"/>
                </a:lnTo>
                <a:lnTo>
                  <a:pt x="57384" y="36173"/>
                </a:lnTo>
                <a:lnTo>
                  <a:pt x="58091" y="35380"/>
                </a:lnTo>
                <a:lnTo>
                  <a:pt x="58805" y="34595"/>
                </a:lnTo>
                <a:lnTo>
                  <a:pt x="59526" y="33818"/>
                </a:lnTo>
                <a:lnTo>
                  <a:pt x="60254" y="33050"/>
                </a:lnTo>
                <a:lnTo>
                  <a:pt x="61844" y="31464"/>
                </a:lnTo>
                <a:lnTo>
                  <a:pt x="63457" y="29945"/>
                </a:lnTo>
                <a:lnTo>
                  <a:pt x="65095" y="28494"/>
                </a:lnTo>
                <a:lnTo>
                  <a:pt x="66757" y="27110"/>
                </a:lnTo>
                <a:lnTo>
                  <a:pt x="68442" y="25794"/>
                </a:lnTo>
                <a:lnTo>
                  <a:pt x="70152" y="24545"/>
                </a:lnTo>
                <a:lnTo>
                  <a:pt x="71886" y="23364"/>
                </a:lnTo>
                <a:lnTo>
                  <a:pt x="73644" y="22250"/>
                </a:lnTo>
                <a:lnTo>
                  <a:pt x="75426" y="21204"/>
                </a:lnTo>
                <a:lnTo>
                  <a:pt x="77232" y="20225"/>
                </a:lnTo>
                <a:lnTo>
                  <a:pt x="79062" y="19314"/>
                </a:lnTo>
                <a:lnTo>
                  <a:pt x="80916" y="18470"/>
                </a:lnTo>
                <a:lnTo>
                  <a:pt x="82795" y="17694"/>
                </a:lnTo>
                <a:lnTo>
                  <a:pt x="84697" y="16985"/>
                </a:lnTo>
                <a:lnTo>
                  <a:pt x="86623" y="16344"/>
                </a:lnTo>
                <a:lnTo>
                  <a:pt x="88574" y="15770"/>
                </a:lnTo>
                <a:lnTo>
                  <a:pt x="90548" y="15264"/>
                </a:lnTo>
                <a:lnTo>
                  <a:pt x="92547" y="14825"/>
                </a:lnTo>
                <a:lnTo>
                  <a:pt x="94569" y="14454"/>
                </a:lnTo>
                <a:lnTo>
                  <a:pt x="96616" y="14150"/>
                </a:lnTo>
                <a:lnTo>
                  <a:pt x="98686" y="13914"/>
                </a:lnTo>
                <a:lnTo>
                  <a:pt x="100781" y="13745"/>
                </a:lnTo>
                <a:lnTo>
                  <a:pt x="102900" y="13644"/>
                </a:lnTo>
                <a:lnTo>
                  <a:pt x="105043" y="13610"/>
                </a:lnTo>
                <a:lnTo>
                  <a:pt x="107916" y="13681"/>
                </a:lnTo>
                <a:lnTo>
                  <a:pt x="110681" y="13894"/>
                </a:lnTo>
                <a:lnTo>
                  <a:pt x="113336" y="14250"/>
                </a:lnTo>
                <a:lnTo>
                  <a:pt x="115882" y="14748"/>
                </a:lnTo>
                <a:lnTo>
                  <a:pt x="118320" y="15389"/>
                </a:lnTo>
                <a:lnTo>
                  <a:pt x="120648" y="16172"/>
                </a:lnTo>
                <a:lnTo>
                  <a:pt x="122867" y="17097"/>
                </a:lnTo>
                <a:lnTo>
                  <a:pt x="124976" y="18164"/>
                </a:lnTo>
                <a:lnTo>
                  <a:pt x="126977" y="19374"/>
                </a:lnTo>
                <a:lnTo>
                  <a:pt x="128868" y="20726"/>
                </a:lnTo>
                <a:lnTo>
                  <a:pt x="130651" y="22220"/>
                </a:lnTo>
                <a:lnTo>
                  <a:pt x="132324" y="23857"/>
                </a:lnTo>
                <a:lnTo>
                  <a:pt x="133888" y="25636"/>
                </a:lnTo>
                <a:lnTo>
                  <a:pt x="135343" y="27557"/>
                </a:lnTo>
                <a:lnTo>
                  <a:pt x="136689" y="29621"/>
                </a:lnTo>
                <a:lnTo>
                  <a:pt x="137926" y="31827"/>
                </a:lnTo>
                <a:lnTo>
                  <a:pt x="139054" y="34175"/>
                </a:lnTo>
                <a:lnTo>
                  <a:pt x="140072" y="36665"/>
                </a:lnTo>
                <a:lnTo>
                  <a:pt x="140982" y="39298"/>
                </a:lnTo>
                <a:lnTo>
                  <a:pt x="141782" y="42074"/>
                </a:lnTo>
                <a:lnTo>
                  <a:pt x="142474" y="44991"/>
                </a:lnTo>
                <a:lnTo>
                  <a:pt x="143056" y="48051"/>
                </a:lnTo>
                <a:lnTo>
                  <a:pt x="143529" y="51253"/>
                </a:lnTo>
                <a:lnTo>
                  <a:pt x="143892" y="54598"/>
                </a:lnTo>
                <a:lnTo>
                  <a:pt x="148470" y="55340"/>
                </a:lnTo>
                <a:lnTo>
                  <a:pt x="157873" y="4949"/>
                </a:lnTo>
                <a:lnTo>
                  <a:pt x="152553" y="4949"/>
                </a:lnTo>
                <a:lnTo>
                  <a:pt x="152319" y="5413"/>
                </a:lnTo>
                <a:lnTo>
                  <a:pt x="152070" y="5858"/>
                </a:lnTo>
                <a:lnTo>
                  <a:pt x="151805" y="6283"/>
                </a:lnTo>
                <a:close/>
                <a:moveTo>
                  <a:pt x="1403366" y="38356"/>
                </a:moveTo>
                <a:lnTo>
                  <a:pt x="1403385" y="38295"/>
                </a:lnTo>
                <a:lnTo>
                  <a:pt x="1403402" y="38235"/>
                </a:lnTo>
                <a:lnTo>
                  <a:pt x="1403419" y="38175"/>
                </a:lnTo>
                <a:lnTo>
                  <a:pt x="1403435" y="38115"/>
                </a:lnTo>
                <a:lnTo>
                  <a:pt x="1403450" y="38056"/>
                </a:lnTo>
                <a:lnTo>
                  <a:pt x="1403464" y="37997"/>
                </a:lnTo>
                <a:lnTo>
                  <a:pt x="1403478" y="37939"/>
                </a:lnTo>
                <a:lnTo>
                  <a:pt x="1403490" y="37881"/>
                </a:lnTo>
                <a:lnTo>
                  <a:pt x="1403502" y="37824"/>
                </a:lnTo>
                <a:lnTo>
                  <a:pt x="1403512" y="37767"/>
                </a:lnTo>
                <a:lnTo>
                  <a:pt x="1403522" y="37711"/>
                </a:lnTo>
                <a:lnTo>
                  <a:pt x="1403531" y="37655"/>
                </a:lnTo>
                <a:lnTo>
                  <a:pt x="1403539" y="37599"/>
                </a:lnTo>
                <a:lnTo>
                  <a:pt x="1403547" y="37544"/>
                </a:lnTo>
                <a:lnTo>
                  <a:pt x="1403553" y="37489"/>
                </a:lnTo>
                <a:lnTo>
                  <a:pt x="1403559" y="37435"/>
                </a:lnTo>
                <a:lnTo>
                  <a:pt x="1403564" y="37381"/>
                </a:lnTo>
                <a:lnTo>
                  <a:pt x="1403567" y="37327"/>
                </a:lnTo>
                <a:lnTo>
                  <a:pt x="1403570" y="37274"/>
                </a:lnTo>
                <a:lnTo>
                  <a:pt x="1403573" y="37222"/>
                </a:lnTo>
                <a:lnTo>
                  <a:pt x="1403574" y="37169"/>
                </a:lnTo>
                <a:lnTo>
                  <a:pt x="1403574" y="37118"/>
                </a:lnTo>
                <a:lnTo>
                  <a:pt x="1403582" y="36916"/>
                </a:lnTo>
                <a:lnTo>
                  <a:pt x="1403583" y="36722"/>
                </a:lnTo>
                <a:lnTo>
                  <a:pt x="1403578" y="36538"/>
                </a:lnTo>
                <a:lnTo>
                  <a:pt x="1403567" y="36361"/>
                </a:lnTo>
                <a:lnTo>
                  <a:pt x="1403551" y="36194"/>
                </a:lnTo>
                <a:lnTo>
                  <a:pt x="1403528" y="36035"/>
                </a:lnTo>
                <a:lnTo>
                  <a:pt x="1403499" y="35885"/>
                </a:lnTo>
                <a:lnTo>
                  <a:pt x="1403464" y="35743"/>
                </a:lnTo>
                <a:lnTo>
                  <a:pt x="1403424" y="35610"/>
                </a:lnTo>
                <a:lnTo>
                  <a:pt x="1403377" y="35485"/>
                </a:lnTo>
                <a:lnTo>
                  <a:pt x="1403324" y="35369"/>
                </a:lnTo>
                <a:lnTo>
                  <a:pt x="1403265" y="35262"/>
                </a:lnTo>
                <a:lnTo>
                  <a:pt x="1403200" y="35163"/>
                </a:lnTo>
                <a:lnTo>
                  <a:pt x="1403129" y="35073"/>
                </a:lnTo>
                <a:lnTo>
                  <a:pt x="1403052" y="34991"/>
                </a:lnTo>
                <a:lnTo>
                  <a:pt x="1402969" y="34918"/>
                </a:lnTo>
                <a:lnTo>
                  <a:pt x="1402880" y="34854"/>
                </a:lnTo>
                <a:lnTo>
                  <a:pt x="1402786" y="34798"/>
                </a:lnTo>
                <a:lnTo>
                  <a:pt x="1402685" y="34750"/>
                </a:lnTo>
                <a:lnTo>
                  <a:pt x="1402578" y="34712"/>
                </a:lnTo>
                <a:lnTo>
                  <a:pt x="1402465" y="34682"/>
                </a:lnTo>
                <a:lnTo>
                  <a:pt x="1402346" y="34660"/>
                </a:lnTo>
                <a:lnTo>
                  <a:pt x="1402221" y="34647"/>
                </a:lnTo>
                <a:lnTo>
                  <a:pt x="1402090" y="34643"/>
                </a:lnTo>
                <a:lnTo>
                  <a:pt x="1402069" y="34643"/>
                </a:lnTo>
                <a:lnTo>
                  <a:pt x="1402048" y="34643"/>
                </a:lnTo>
                <a:lnTo>
                  <a:pt x="1402028" y="34643"/>
                </a:lnTo>
                <a:lnTo>
                  <a:pt x="1402007" y="34643"/>
                </a:lnTo>
                <a:lnTo>
                  <a:pt x="1401986" y="34643"/>
                </a:lnTo>
                <a:lnTo>
                  <a:pt x="1401966" y="34643"/>
                </a:lnTo>
                <a:lnTo>
                  <a:pt x="1401945" y="34643"/>
                </a:lnTo>
                <a:lnTo>
                  <a:pt x="1401925" y="34643"/>
                </a:lnTo>
                <a:lnTo>
                  <a:pt x="1401904" y="34643"/>
                </a:lnTo>
                <a:lnTo>
                  <a:pt x="1401883" y="34643"/>
                </a:lnTo>
                <a:lnTo>
                  <a:pt x="1401863" y="34643"/>
                </a:lnTo>
                <a:lnTo>
                  <a:pt x="1401842" y="34643"/>
                </a:lnTo>
                <a:lnTo>
                  <a:pt x="1401822" y="34643"/>
                </a:lnTo>
                <a:lnTo>
                  <a:pt x="1401801" y="34643"/>
                </a:lnTo>
                <a:lnTo>
                  <a:pt x="1401780" y="34643"/>
                </a:lnTo>
                <a:lnTo>
                  <a:pt x="1401760" y="34643"/>
                </a:lnTo>
                <a:lnTo>
                  <a:pt x="1401739" y="34643"/>
                </a:lnTo>
                <a:lnTo>
                  <a:pt x="1401718" y="34643"/>
                </a:lnTo>
                <a:lnTo>
                  <a:pt x="1401698" y="34643"/>
                </a:lnTo>
                <a:lnTo>
                  <a:pt x="1401677" y="34643"/>
                </a:lnTo>
                <a:lnTo>
                  <a:pt x="1401657" y="34643"/>
                </a:lnTo>
                <a:lnTo>
                  <a:pt x="1401636" y="34643"/>
                </a:lnTo>
                <a:lnTo>
                  <a:pt x="1401615" y="34643"/>
                </a:lnTo>
                <a:lnTo>
                  <a:pt x="1401595" y="34643"/>
                </a:lnTo>
                <a:lnTo>
                  <a:pt x="1401564" y="34643"/>
                </a:lnTo>
                <a:lnTo>
                  <a:pt x="1401533" y="34643"/>
                </a:lnTo>
                <a:lnTo>
                  <a:pt x="1401502" y="34643"/>
                </a:lnTo>
                <a:lnTo>
                  <a:pt x="1401471" y="34643"/>
                </a:lnTo>
                <a:lnTo>
                  <a:pt x="1401440" y="34643"/>
                </a:lnTo>
                <a:lnTo>
                  <a:pt x="1401409" y="34643"/>
                </a:lnTo>
                <a:lnTo>
                  <a:pt x="1401378" y="34643"/>
                </a:lnTo>
                <a:lnTo>
                  <a:pt x="1401347" y="34643"/>
                </a:lnTo>
                <a:lnTo>
                  <a:pt x="1401316" y="34643"/>
                </a:lnTo>
                <a:lnTo>
                  <a:pt x="1401285" y="34643"/>
                </a:lnTo>
                <a:lnTo>
                  <a:pt x="1401254" y="34643"/>
                </a:lnTo>
                <a:lnTo>
                  <a:pt x="1401224" y="34643"/>
                </a:lnTo>
                <a:lnTo>
                  <a:pt x="1401193" y="34643"/>
                </a:lnTo>
                <a:lnTo>
                  <a:pt x="1401162" y="34643"/>
                </a:lnTo>
                <a:lnTo>
                  <a:pt x="1401131" y="34643"/>
                </a:lnTo>
                <a:lnTo>
                  <a:pt x="1401100" y="34643"/>
                </a:lnTo>
                <a:lnTo>
                  <a:pt x="1401069" y="34643"/>
                </a:lnTo>
                <a:lnTo>
                  <a:pt x="1401038" y="34643"/>
                </a:lnTo>
                <a:lnTo>
                  <a:pt x="1401007" y="34643"/>
                </a:lnTo>
                <a:lnTo>
                  <a:pt x="1400976" y="34643"/>
                </a:lnTo>
                <a:lnTo>
                  <a:pt x="1400945" y="34643"/>
                </a:lnTo>
                <a:lnTo>
                  <a:pt x="1400914" y="34643"/>
                </a:lnTo>
                <a:lnTo>
                  <a:pt x="1400883" y="34643"/>
                </a:lnTo>
                <a:lnTo>
                  <a:pt x="1400852" y="34643"/>
                </a:lnTo>
                <a:lnTo>
                  <a:pt x="1400738" y="34647"/>
                </a:lnTo>
                <a:lnTo>
                  <a:pt x="1400623" y="34659"/>
                </a:lnTo>
                <a:lnTo>
                  <a:pt x="1400506" y="34680"/>
                </a:lnTo>
                <a:lnTo>
                  <a:pt x="1400388" y="34708"/>
                </a:lnTo>
                <a:lnTo>
                  <a:pt x="1400269" y="34745"/>
                </a:lnTo>
                <a:lnTo>
                  <a:pt x="1400149" y="34790"/>
                </a:lnTo>
                <a:lnTo>
                  <a:pt x="1400027" y="34843"/>
                </a:lnTo>
                <a:lnTo>
                  <a:pt x="1399904" y="34904"/>
                </a:lnTo>
                <a:lnTo>
                  <a:pt x="1399779" y="34974"/>
                </a:lnTo>
                <a:lnTo>
                  <a:pt x="1399654" y="35051"/>
                </a:lnTo>
                <a:lnTo>
                  <a:pt x="1399527" y="35137"/>
                </a:lnTo>
                <a:lnTo>
                  <a:pt x="1399399" y="35231"/>
                </a:lnTo>
                <a:lnTo>
                  <a:pt x="1399269" y="35333"/>
                </a:lnTo>
                <a:lnTo>
                  <a:pt x="1399138" y="35443"/>
                </a:lnTo>
                <a:lnTo>
                  <a:pt x="1399006" y="35561"/>
                </a:lnTo>
                <a:lnTo>
                  <a:pt x="1398873" y="35688"/>
                </a:lnTo>
                <a:lnTo>
                  <a:pt x="1398738" y="35823"/>
                </a:lnTo>
                <a:lnTo>
                  <a:pt x="1398602" y="35965"/>
                </a:lnTo>
                <a:lnTo>
                  <a:pt x="1398465" y="36116"/>
                </a:lnTo>
                <a:lnTo>
                  <a:pt x="1398326" y="36276"/>
                </a:lnTo>
                <a:lnTo>
                  <a:pt x="1398186" y="36443"/>
                </a:lnTo>
                <a:lnTo>
                  <a:pt x="1398045" y="36618"/>
                </a:lnTo>
                <a:lnTo>
                  <a:pt x="1397903" y="36802"/>
                </a:lnTo>
                <a:lnTo>
                  <a:pt x="1397759" y="36994"/>
                </a:lnTo>
                <a:lnTo>
                  <a:pt x="1397430" y="37463"/>
                </a:lnTo>
                <a:lnTo>
                  <a:pt x="1397081" y="37942"/>
                </a:lnTo>
                <a:lnTo>
                  <a:pt x="1396713" y="38432"/>
                </a:lnTo>
                <a:lnTo>
                  <a:pt x="1396326" y="38932"/>
                </a:lnTo>
                <a:lnTo>
                  <a:pt x="1395919" y="39443"/>
                </a:lnTo>
                <a:lnTo>
                  <a:pt x="1395493" y="39963"/>
                </a:lnTo>
                <a:lnTo>
                  <a:pt x="1395048" y="40494"/>
                </a:lnTo>
                <a:lnTo>
                  <a:pt x="1394584" y="41036"/>
                </a:lnTo>
                <a:lnTo>
                  <a:pt x="1394100" y="41587"/>
                </a:lnTo>
                <a:lnTo>
                  <a:pt x="1393596" y="42149"/>
                </a:lnTo>
                <a:lnTo>
                  <a:pt x="1393074" y="42721"/>
                </a:lnTo>
                <a:lnTo>
                  <a:pt x="1392532" y="43304"/>
                </a:lnTo>
                <a:lnTo>
                  <a:pt x="1391971" y="43897"/>
                </a:lnTo>
                <a:lnTo>
                  <a:pt x="1391390" y="44500"/>
                </a:lnTo>
                <a:lnTo>
                  <a:pt x="1390790" y="45113"/>
                </a:lnTo>
                <a:lnTo>
                  <a:pt x="1390171" y="45737"/>
                </a:lnTo>
                <a:lnTo>
                  <a:pt x="1389532" y="46371"/>
                </a:lnTo>
                <a:lnTo>
                  <a:pt x="1388874" y="47016"/>
                </a:lnTo>
                <a:lnTo>
                  <a:pt x="1388197" y="47670"/>
                </a:lnTo>
                <a:lnTo>
                  <a:pt x="1387500" y="48335"/>
                </a:lnTo>
                <a:lnTo>
                  <a:pt x="1386784" y="49011"/>
                </a:lnTo>
                <a:lnTo>
                  <a:pt x="1386049" y="49696"/>
                </a:lnTo>
                <a:lnTo>
                  <a:pt x="1385295" y="50392"/>
                </a:lnTo>
                <a:lnTo>
                  <a:pt x="1384521" y="51099"/>
                </a:lnTo>
                <a:lnTo>
                  <a:pt x="1383586" y="51942"/>
                </a:lnTo>
                <a:lnTo>
                  <a:pt x="1382659" y="52762"/>
                </a:lnTo>
                <a:lnTo>
                  <a:pt x="1381739" y="53558"/>
                </a:lnTo>
                <a:lnTo>
                  <a:pt x="1380826" y="54329"/>
                </a:lnTo>
                <a:lnTo>
                  <a:pt x="1379921" y="55077"/>
                </a:lnTo>
                <a:lnTo>
                  <a:pt x="1379023" y="55800"/>
                </a:lnTo>
                <a:lnTo>
                  <a:pt x="1378132" y="56499"/>
                </a:lnTo>
                <a:lnTo>
                  <a:pt x="1377248" y="57175"/>
                </a:lnTo>
                <a:lnTo>
                  <a:pt x="1376372" y="57826"/>
                </a:lnTo>
                <a:lnTo>
                  <a:pt x="1375503" y="58453"/>
                </a:lnTo>
                <a:lnTo>
                  <a:pt x="1374642" y="59056"/>
                </a:lnTo>
                <a:lnTo>
                  <a:pt x="1373787" y="59636"/>
                </a:lnTo>
                <a:lnTo>
                  <a:pt x="1372940" y="60191"/>
                </a:lnTo>
                <a:lnTo>
                  <a:pt x="1372101" y="60722"/>
                </a:lnTo>
                <a:lnTo>
                  <a:pt x="1371268" y="61229"/>
                </a:lnTo>
                <a:lnTo>
                  <a:pt x="1370443" y="61711"/>
                </a:lnTo>
                <a:lnTo>
                  <a:pt x="1369626" y="62170"/>
                </a:lnTo>
                <a:lnTo>
                  <a:pt x="1368815" y="62605"/>
                </a:lnTo>
                <a:lnTo>
                  <a:pt x="1368012" y="63016"/>
                </a:lnTo>
                <a:lnTo>
                  <a:pt x="1367216" y="63402"/>
                </a:lnTo>
                <a:lnTo>
                  <a:pt x="1366428" y="63765"/>
                </a:lnTo>
                <a:lnTo>
                  <a:pt x="1365646" y="64103"/>
                </a:lnTo>
                <a:lnTo>
                  <a:pt x="1364873" y="64418"/>
                </a:lnTo>
                <a:lnTo>
                  <a:pt x="1364106" y="64708"/>
                </a:lnTo>
                <a:lnTo>
                  <a:pt x="1363609" y="64883"/>
                </a:lnTo>
                <a:lnTo>
                  <a:pt x="1363129" y="65056"/>
                </a:lnTo>
                <a:lnTo>
                  <a:pt x="1362666" y="65228"/>
                </a:lnTo>
                <a:lnTo>
                  <a:pt x="1362219" y="65399"/>
                </a:lnTo>
                <a:lnTo>
                  <a:pt x="1361789" y="65569"/>
                </a:lnTo>
                <a:lnTo>
                  <a:pt x="1361376" y="65737"/>
                </a:lnTo>
                <a:lnTo>
                  <a:pt x="1360980" y="65904"/>
                </a:lnTo>
                <a:lnTo>
                  <a:pt x="1360600" y="66069"/>
                </a:lnTo>
                <a:lnTo>
                  <a:pt x="1360238" y="66234"/>
                </a:lnTo>
                <a:lnTo>
                  <a:pt x="1359892" y="66397"/>
                </a:lnTo>
                <a:lnTo>
                  <a:pt x="1359562" y="66558"/>
                </a:lnTo>
                <a:lnTo>
                  <a:pt x="1359250" y="66719"/>
                </a:lnTo>
                <a:lnTo>
                  <a:pt x="1358954" y="66878"/>
                </a:lnTo>
                <a:lnTo>
                  <a:pt x="1358675" y="67036"/>
                </a:lnTo>
                <a:lnTo>
                  <a:pt x="1358413" y="67192"/>
                </a:lnTo>
                <a:lnTo>
                  <a:pt x="1358167" y="67348"/>
                </a:lnTo>
                <a:lnTo>
                  <a:pt x="1357938" y="67502"/>
                </a:lnTo>
                <a:lnTo>
                  <a:pt x="1357726" y="67655"/>
                </a:lnTo>
                <a:lnTo>
                  <a:pt x="1357531" y="67806"/>
                </a:lnTo>
                <a:lnTo>
                  <a:pt x="1357353" y="67956"/>
                </a:lnTo>
                <a:lnTo>
                  <a:pt x="1357191" y="68105"/>
                </a:lnTo>
                <a:lnTo>
                  <a:pt x="1357046" y="68253"/>
                </a:lnTo>
                <a:lnTo>
                  <a:pt x="1356918" y="68399"/>
                </a:lnTo>
                <a:lnTo>
                  <a:pt x="1356806" y="68544"/>
                </a:lnTo>
                <a:lnTo>
                  <a:pt x="1356746" y="68637"/>
                </a:lnTo>
                <a:lnTo>
                  <a:pt x="1356688" y="68732"/>
                </a:lnTo>
                <a:lnTo>
                  <a:pt x="1356632" y="68828"/>
                </a:lnTo>
                <a:lnTo>
                  <a:pt x="1356579" y="68925"/>
                </a:lnTo>
                <a:lnTo>
                  <a:pt x="1356529" y="69024"/>
                </a:lnTo>
                <a:lnTo>
                  <a:pt x="1356481" y="69124"/>
                </a:lnTo>
                <a:lnTo>
                  <a:pt x="1356436" y="69225"/>
                </a:lnTo>
                <a:lnTo>
                  <a:pt x="1356394" y="69327"/>
                </a:lnTo>
                <a:lnTo>
                  <a:pt x="1356354" y="69431"/>
                </a:lnTo>
                <a:lnTo>
                  <a:pt x="1356316" y="69536"/>
                </a:lnTo>
                <a:lnTo>
                  <a:pt x="1356282" y="69643"/>
                </a:lnTo>
                <a:lnTo>
                  <a:pt x="1356249" y="69750"/>
                </a:lnTo>
                <a:lnTo>
                  <a:pt x="1356220" y="69859"/>
                </a:lnTo>
                <a:lnTo>
                  <a:pt x="1356193" y="69969"/>
                </a:lnTo>
                <a:lnTo>
                  <a:pt x="1356168" y="70081"/>
                </a:lnTo>
                <a:lnTo>
                  <a:pt x="1356146" y="70193"/>
                </a:lnTo>
                <a:lnTo>
                  <a:pt x="1356127" y="70308"/>
                </a:lnTo>
                <a:lnTo>
                  <a:pt x="1356110" y="70423"/>
                </a:lnTo>
                <a:lnTo>
                  <a:pt x="1356096" y="70540"/>
                </a:lnTo>
                <a:lnTo>
                  <a:pt x="1356084" y="70657"/>
                </a:lnTo>
                <a:lnTo>
                  <a:pt x="1356075" y="70777"/>
                </a:lnTo>
                <a:lnTo>
                  <a:pt x="1356069" y="70897"/>
                </a:lnTo>
                <a:lnTo>
                  <a:pt x="1356065" y="71019"/>
                </a:lnTo>
                <a:lnTo>
                  <a:pt x="1356064" y="71142"/>
                </a:lnTo>
                <a:lnTo>
                  <a:pt x="1356064" y="71184"/>
                </a:lnTo>
                <a:lnTo>
                  <a:pt x="1356065" y="71229"/>
                </a:lnTo>
                <a:lnTo>
                  <a:pt x="1356066" y="71275"/>
                </a:lnTo>
                <a:lnTo>
                  <a:pt x="1356067" y="71324"/>
                </a:lnTo>
                <a:lnTo>
                  <a:pt x="1356069" y="71375"/>
                </a:lnTo>
                <a:lnTo>
                  <a:pt x="1356072" y="71428"/>
                </a:lnTo>
                <a:lnTo>
                  <a:pt x="1356074" y="71483"/>
                </a:lnTo>
                <a:lnTo>
                  <a:pt x="1356078" y="71541"/>
                </a:lnTo>
                <a:lnTo>
                  <a:pt x="1356081" y="71600"/>
                </a:lnTo>
                <a:lnTo>
                  <a:pt x="1356085" y="71662"/>
                </a:lnTo>
                <a:lnTo>
                  <a:pt x="1356090" y="71726"/>
                </a:lnTo>
                <a:lnTo>
                  <a:pt x="1356095" y="71792"/>
                </a:lnTo>
                <a:lnTo>
                  <a:pt x="1356100" y="71860"/>
                </a:lnTo>
                <a:lnTo>
                  <a:pt x="1356106" y="71930"/>
                </a:lnTo>
                <a:lnTo>
                  <a:pt x="1356112" y="72002"/>
                </a:lnTo>
                <a:lnTo>
                  <a:pt x="1356119" y="72077"/>
                </a:lnTo>
                <a:lnTo>
                  <a:pt x="1356126" y="72154"/>
                </a:lnTo>
                <a:lnTo>
                  <a:pt x="1356133" y="72232"/>
                </a:lnTo>
                <a:lnTo>
                  <a:pt x="1356141" y="72313"/>
                </a:lnTo>
                <a:lnTo>
                  <a:pt x="1356150" y="72396"/>
                </a:lnTo>
                <a:lnTo>
                  <a:pt x="1356159" y="72482"/>
                </a:lnTo>
                <a:lnTo>
                  <a:pt x="1356168" y="72569"/>
                </a:lnTo>
                <a:lnTo>
                  <a:pt x="1356177" y="72659"/>
                </a:lnTo>
                <a:lnTo>
                  <a:pt x="1356188" y="72750"/>
                </a:lnTo>
                <a:lnTo>
                  <a:pt x="1374994" y="72750"/>
                </a:lnTo>
                <a:lnTo>
                  <a:pt x="1356682" y="142574"/>
                </a:lnTo>
                <a:lnTo>
                  <a:pt x="1356630" y="142801"/>
                </a:lnTo>
                <a:lnTo>
                  <a:pt x="1356578" y="143028"/>
                </a:lnTo>
                <a:lnTo>
                  <a:pt x="1356524" y="143255"/>
                </a:lnTo>
                <a:lnTo>
                  <a:pt x="1356469" y="143481"/>
                </a:lnTo>
                <a:lnTo>
                  <a:pt x="1356414" y="143706"/>
                </a:lnTo>
                <a:lnTo>
                  <a:pt x="1356358" y="143931"/>
                </a:lnTo>
                <a:lnTo>
                  <a:pt x="1356301" y="144156"/>
                </a:lnTo>
                <a:lnTo>
                  <a:pt x="1356243" y="144380"/>
                </a:lnTo>
                <a:lnTo>
                  <a:pt x="1356184" y="144604"/>
                </a:lnTo>
                <a:lnTo>
                  <a:pt x="1356124" y="144827"/>
                </a:lnTo>
                <a:lnTo>
                  <a:pt x="1356063" y="145050"/>
                </a:lnTo>
                <a:lnTo>
                  <a:pt x="1356002" y="145273"/>
                </a:lnTo>
                <a:lnTo>
                  <a:pt x="1355940" y="145495"/>
                </a:lnTo>
                <a:lnTo>
                  <a:pt x="1355876" y="145717"/>
                </a:lnTo>
                <a:lnTo>
                  <a:pt x="1355812" y="145938"/>
                </a:lnTo>
                <a:lnTo>
                  <a:pt x="1355748" y="146159"/>
                </a:lnTo>
                <a:lnTo>
                  <a:pt x="1355682" y="146379"/>
                </a:lnTo>
                <a:lnTo>
                  <a:pt x="1355615" y="146599"/>
                </a:lnTo>
                <a:lnTo>
                  <a:pt x="1355548" y="146819"/>
                </a:lnTo>
                <a:lnTo>
                  <a:pt x="1355480" y="147038"/>
                </a:lnTo>
                <a:lnTo>
                  <a:pt x="1355410" y="147256"/>
                </a:lnTo>
                <a:lnTo>
                  <a:pt x="1355340" y="147475"/>
                </a:lnTo>
                <a:lnTo>
                  <a:pt x="1355269" y="147692"/>
                </a:lnTo>
                <a:lnTo>
                  <a:pt x="1355198" y="147910"/>
                </a:lnTo>
                <a:lnTo>
                  <a:pt x="1354844" y="149111"/>
                </a:lnTo>
                <a:lnTo>
                  <a:pt x="1354506" y="150276"/>
                </a:lnTo>
                <a:lnTo>
                  <a:pt x="1354183" y="151404"/>
                </a:lnTo>
                <a:lnTo>
                  <a:pt x="1353875" y="152495"/>
                </a:lnTo>
                <a:lnTo>
                  <a:pt x="1353581" y="153550"/>
                </a:lnTo>
                <a:lnTo>
                  <a:pt x="1353303" y="154568"/>
                </a:lnTo>
                <a:lnTo>
                  <a:pt x="1353040" y="155549"/>
                </a:lnTo>
                <a:lnTo>
                  <a:pt x="1352792" y="156494"/>
                </a:lnTo>
                <a:lnTo>
                  <a:pt x="1352559" y="157403"/>
                </a:lnTo>
                <a:lnTo>
                  <a:pt x="1352341" y="158275"/>
                </a:lnTo>
                <a:lnTo>
                  <a:pt x="1352138" y="159110"/>
                </a:lnTo>
                <a:lnTo>
                  <a:pt x="1351950" y="159908"/>
                </a:lnTo>
                <a:lnTo>
                  <a:pt x="1351777" y="160670"/>
                </a:lnTo>
                <a:lnTo>
                  <a:pt x="1351619" y="161395"/>
                </a:lnTo>
                <a:lnTo>
                  <a:pt x="1351476" y="162084"/>
                </a:lnTo>
                <a:lnTo>
                  <a:pt x="1351348" y="162736"/>
                </a:lnTo>
                <a:lnTo>
                  <a:pt x="1351236" y="163352"/>
                </a:lnTo>
                <a:lnTo>
                  <a:pt x="1351138" y="163930"/>
                </a:lnTo>
                <a:lnTo>
                  <a:pt x="1351055" y="164473"/>
                </a:lnTo>
                <a:lnTo>
                  <a:pt x="1350988" y="164978"/>
                </a:lnTo>
                <a:lnTo>
                  <a:pt x="1350935" y="165447"/>
                </a:lnTo>
                <a:lnTo>
                  <a:pt x="1350897" y="165880"/>
                </a:lnTo>
                <a:lnTo>
                  <a:pt x="1350875" y="166276"/>
                </a:lnTo>
                <a:lnTo>
                  <a:pt x="1350867" y="166635"/>
                </a:lnTo>
                <a:lnTo>
                  <a:pt x="1350872" y="166893"/>
                </a:lnTo>
                <a:lnTo>
                  <a:pt x="1350885" y="167149"/>
                </a:lnTo>
                <a:lnTo>
                  <a:pt x="1350906" y="167404"/>
                </a:lnTo>
                <a:lnTo>
                  <a:pt x="1350936" y="167658"/>
                </a:lnTo>
                <a:lnTo>
                  <a:pt x="1350975" y="167911"/>
                </a:lnTo>
                <a:lnTo>
                  <a:pt x="1351022" y="168162"/>
                </a:lnTo>
                <a:lnTo>
                  <a:pt x="1351078" y="168412"/>
                </a:lnTo>
                <a:lnTo>
                  <a:pt x="1351142" y="168661"/>
                </a:lnTo>
                <a:lnTo>
                  <a:pt x="1351215" y="168908"/>
                </a:lnTo>
                <a:lnTo>
                  <a:pt x="1351297" y="169154"/>
                </a:lnTo>
                <a:lnTo>
                  <a:pt x="1351387" y="169399"/>
                </a:lnTo>
                <a:lnTo>
                  <a:pt x="1351486" y="169643"/>
                </a:lnTo>
                <a:lnTo>
                  <a:pt x="1351593" y="169885"/>
                </a:lnTo>
                <a:lnTo>
                  <a:pt x="1351709" y="170126"/>
                </a:lnTo>
                <a:lnTo>
                  <a:pt x="1351834" y="170366"/>
                </a:lnTo>
                <a:lnTo>
                  <a:pt x="1351967" y="170604"/>
                </a:lnTo>
                <a:lnTo>
                  <a:pt x="1352109" y="170841"/>
                </a:lnTo>
                <a:lnTo>
                  <a:pt x="1352259" y="171077"/>
                </a:lnTo>
                <a:lnTo>
                  <a:pt x="1352418" y="171312"/>
                </a:lnTo>
                <a:lnTo>
                  <a:pt x="1352586" y="171545"/>
                </a:lnTo>
                <a:lnTo>
                  <a:pt x="1352762" y="171777"/>
                </a:lnTo>
                <a:lnTo>
                  <a:pt x="1352947" y="172008"/>
                </a:lnTo>
                <a:lnTo>
                  <a:pt x="1353140" y="172237"/>
                </a:lnTo>
                <a:lnTo>
                  <a:pt x="1353342" y="172465"/>
                </a:lnTo>
                <a:lnTo>
                  <a:pt x="1353635" y="172769"/>
                </a:lnTo>
                <a:lnTo>
                  <a:pt x="1353938" y="173059"/>
                </a:lnTo>
                <a:lnTo>
                  <a:pt x="1354250" y="173337"/>
                </a:lnTo>
                <a:lnTo>
                  <a:pt x="1354572" y="173602"/>
                </a:lnTo>
                <a:lnTo>
                  <a:pt x="1354903" y="173854"/>
                </a:lnTo>
                <a:lnTo>
                  <a:pt x="1355244" y="174093"/>
                </a:lnTo>
                <a:lnTo>
                  <a:pt x="1355594" y="174319"/>
                </a:lnTo>
                <a:lnTo>
                  <a:pt x="1355954" y="174532"/>
                </a:lnTo>
                <a:lnTo>
                  <a:pt x="1356323" y="174732"/>
                </a:lnTo>
                <a:lnTo>
                  <a:pt x="1356701" y="174919"/>
                </a:lnTo>
                <a:lnTo>
                  <a:pt x="1357089" y="175093"/>
                </a:lnTo>
                <a:lnTo>
                  <a:pt x="1357487" y="175255"/>
                </a:lnTo>
                <a:lnTo>
                  <a:pt x="1357893" y="175403"/>
                </a:lnTo>
                <a:lnTo>
                  <a:pt x="1358310" y="175539"/>
                </a:lnTo>
                <a:lnTo>
                  <a:pt x="1358735" y="175662"/>
                </a:lnTo>
                <a:lnTo>
                  <a:pt x="1359171" y="175772"/>
                </a:lnTo>
                <a:lnTo>
                  <a:pt x="1359615" y="175868"/>
                </a:lnTo>
                <a:lnTo>
                  <a:pt x="1360069" y="175952"/>
                </a:lnTo>
                <a:lnTo>
                  <a:pt x="1360533" y="176023"/>
                </a:lnTo>
                <a:lnTo>
                  <a:pt x="1361006" y="176081"/>
                </a:lnTo>
                <a:lnTo>
                  <a:pt x="1361488" y="176127"/>
                </a:lnTo>
                <a:lnTo>
                  <a:pt x="1361980" y="176159"/>
                </a:lnTo>
                <a:lnTo>
                  <a:pt x="1362482" y="176178"/>
                </a:lnTo>
                <a:lnTo>
                  <a:pt x="1362992" y="176185"/>
                </a:lnTo>
                <a:lnTo>
                  <a:pt x="1363701" y="176175"/>
                </a:lnTo>
                <a:lnTo>
                  <a:pt x="1364404" y="176144"/>
                </a:lnTo>
                <a:lnTo>
                  <a:pt x="1365102" y="176093"/>
                </a:lnTo>
                <a:lnTo>
                  <a:pt x="1365793" y="176022"/>
                </a:lnTo>
                <a:lnTo>
                  <a:pt x="1366480" y="175931"/>
                </a:lnTo>
                <a:lnTo>
                  <a:pt x="1367160" y="175819"/>
                </a:lnTo>
                <a:lnTo>
                  <a:pt x="1367836" y="175687"/>
                </a:lnTo>
                <a:lnTo>
                  <a:pt x="1368505" y="175535"/>
                </a:lnTo>
                <a:lnTo>
                  <a:pt x="1369169" y="175363"/>
                </a:lnTo>
                <a:lnTo>
                  <a:pt x="1369827" y="175170"/>
                </a:lnTo>
                <a:lnTo>
                  <a:pt x="1370480" y="174957"/>
                </a:lnTo>
                <a:lnTo>
                  <a:pt x="1371127" y="174723"/>
                </a:lnTo>
                <a:lnTo>
                  <a:pt x="1371769" y="174470"/>
                </a:lnTo>
                <a:lnTo>
                  <a:pt x="1372405" y="174196"/>
                </a:lnTo>
                <a:lnTo>
                  <a:pt x="1373035" y="173901"/>
                </a:lnTo>
                <a:lnTo>
                  <a:pt x="1373660" y="173587"/>
                </a:lnTo>
                <a:lnTo>
                  <a:pt x="1374280" y="173252"/>
                </a:lnTo>
                <a:lnTo>
                  <a:pt x="1374893" y="172896"/>
                </a:lnTo>
                <a:lnTo>
                  <a:pt x="1375501" y="172521"/>
                </a:lnTo>
                <a:lnTo>
                  <a:pt x="1376104" y="172125"/>
                </a:lnTo>
                <a:lnTo>
                  <a:pt x="1376701" y="171709"/>
                </a:lnTo>
                <a:lnTo>
                  <a:pt x="1377292" y="171273"/>
                </a:lnTo>
                <a:lnTo>
                  <a:pt x="1377878" y="170816"/>
                </a:lnTo>
                <a:lnTo>
                  <a:pt x="1378458" y="170339"/>
                </a:lnTo>
                <a:lnTo>
                  <a:pt x="1379156" y="169749"/>
                </a:lnTo>
                <a:lnTo>
                  <a:pt x="1379867" y="169120"/>
                </a:lnTo>
                <a:lnTo>
                  <a:pt x="1380592" y="168452"/>
                </a:lnTo>
                <a:lnTo>
                  <a:pt x="1381331" y="167745"/>
                </a:lnTo>
                <a:lnTo>
                  <a:pt x="1382084" y="166998"/>
                </a:lnTo>
                <a:lnTo>
                  <a:pt x="1382850" y="166212"/>
                </a:lnTo>
                <a:lnTo>
                  <a:pt x="1383630" y="165386"/>
                </a:lnTo>
                <a:lnTo>
                  <a:pt x="1384424" y="164522"/>
                </a:lnTo>
                <a:lnTo>
                  <a:pt x="1385232" y="163618"/>
                </a:lnTo>
                <a:lnTo>
                  <a:pt x="1386053" y="162674"/>
                </a:lnTo>
                <a:lnTo>
                  <a:pt x="1386889" y="161692"/>
                </a:lnTo>
                <a:lnTo>
                  <a:pt x="1387737" y="160670"/>
                </a:lnTo>
                <a:lnTo>
                  <a:pt x="1388600" y="159609"/>
                </a:lnTo>
                <a:lnTo>
                  <a:pt x="1389476" y="158508"/>
                </a:lnTo>
                <a:lnTo>
                  <a:pt x="1390367" y="157368"/>
                </a:lnTo>
                <a:lnTo>
                  <a:pt x="1391271" y="156189"/>
                </a:lnTo>
                <a:lnTo>
                  <a:pt x="1392188" y="154971"/>
                </a:lnTo>
                <a:lnTo>
                  <a:pt x="1393120" y="153713"/>
                </a:lnTo>
                <a:lnTo>
                  <a:pt x="1394065" y="152416"/>
                </a:lnTo>
                <a:lnTo>
                  <a:pt x="1395024" y="151080"/>
                </a:lnTo>
                <a:lnTo>
                  <a:pt x="1395996" y="149705"/>
                </a:lnTo>
                <a:lnTo>
                  <a:pt x="1396982" y="148290"/>
                </a:lnTo>
                <a:lnTo>
                  <a:pt x="1397983" y="146836"/>
                </a:lnTo>
                <a:lnTo>
                  <a:pt x="1398996" y="145342"/>
                </a:lnTo>
                <a:lnTo>
                  <a:pt x="1395656" y="143487"/>
                </a:lnTo>
                <a:lnTo>
                  <a:pt x="1394799" y="144603"/>
                </a:lnTo>
                <a:lnTo>
                  <a:pt x="1393962" y="145687"/>
                </a:lnTo>
                <a:lnTo>
                  <a:pt x="1393145" y="146738"/>
                </a:lnTo>
                <a:lnTo>
                  <a:pt x="1392346" y="147757"/>
                </a:lnTo>
                <a:lnTo>
                  <a:pt x="1391567" y="148743"/>
                </a:lnTo>
                <a:lnTo>
                  <a:pt x="1390807" y="149697"/>
                </a:lnTo>
                <a:lnTo>
                  <a:pt x="1390067" y="150619"/>
                </a:lnTo>
                <a:lnTo>
                  <a:pt x="1389346" y="151508"/>
                </a:lnTo>
                <a:lnTo>
                  <a:pt x="1388644" y="152365"/>
                </a:lnTo>
                <a:lnTo>
                  <a:pt x="1387962" y="153189"/>
                </a:lnTo>
                <a:lnTo>
                  <a:pt x="1387299" y="153980"/>
                </a:lnTo>
                <a:lnTo>
                  <a:pt x="1386655" y="154740"/>
                </a:lnTo>
                <a:lnTo>
                  <a:pt x="1386030" y="155466"/>
                </a:lnTo>
                <a:lnTo>
                  <a:pt x="1385425" y="156161"/>
                </a:lnTo>
                <a:lnTo>
                  <a:pt x="1384840" y="156823"/>
                </a:lnTo>
                <a:lnTo>
                  <a:pt x="1384273" y="157452"/>
                </a:lnTo>
                <a:lnTo>
                  <a:pt x="1383726" y="158049"/>
                </a:lnTo>
                <a:lnTo>
                  <a:pt x="1383198" y="158613"/>
                </a:lnTo>
                <a:lnTo>
                  <a:pt x="1382690" y="159145"/>
                </a:lnTo>
                <a:lnTo>
                  <a:pt x="1382201" y="159645"/>
                </a:lnTo>
                <a:lnTo>
                  <a:pt x="1381731" y="160112"/>
                </a:lnTo>
                <a:lnTo>
                  <a:pt x="1381281" y="160547"/>
                </a:lnTo>
                <a:lnTo>
                  <a:pt x="1380849" y="160949"/>
                </a:lnTo>
                <a:lnTo>
                  <a:pt x="1380438" y="161318"/>
                </a:lnTo>
                <a:lnTo>
                  <a:pt x="1380211" y="161522"/>
                </a:lnTo>
                <a:lnTo>
                  <a:pt x="1379986" y="161717"/>
                </a:lnTo>
                <a:lnTo>
                  <a:pt x="1379761" y="161903"/>
                </a:lnTo>
                <a:lnTo>
                  <a:pt x="1379537" y="162080"/>
                </a:lnTo>
                <a:lnTo>
                  <a:pt x="1379314" y="162249"/>
                </a:lnTo>
                <a:lnTo>
                  <a:pt x="1379092" y="162409"/>
                </a:lnTo>
                <a:lnTo>
                  <a:pt x="1378871" y="162561"/>
                </a:lnTo>
                <a:lnTo>
                  <a:pt x="1378651" y="162704"/>
                </a:lnTo>
                <a:lnTo>
                  <a:pt x="1378431" y="162838"/>
                </a:lnTo>
                <a:lnTo>
                  <a:pt x="1378212" y="162964"/>
                </a:lnTo>
                <a:lnTo>
                  <a:pt x="1377995" y="163081"/>
                </a:lnTo>
                <a:lnTo>
                  <a:pt x="1377778" y="163189"/>
                </a:lnTo>
                <a:lnTo>
                  <a:pt x="1377561" y="163288"/>
                </a:lnTo>
                <a:lnTo>
                  <a:pt x="1377346" y="163379"/>
                </a:lnTo>
                <a:lnTo>
                  <a:pt x="1377132" y="163462"/>
                </a:lnTo>
                <a:lnTo>
                  <a:pt x="1376918" y="163535"/>
                </a:lnTo>
                <a:lnTo>
                  <a:pt x="1376706" y="163600"/>
                </a:lnTo>
                <a:lnTo>
                  <a:pt x="1376494" y="163656"/>
                </a:lnTo>
                <a:lnTo>
                  <a:pt x="1376283" y="163704"/>
                </a:lnTo>
                <a:lnTo>
                  <a:pt x="1376073" y="163743"/>
                </a:lnTo>
                <a:lnTo>
                  <a:pt x="1375864" y="163773"/>
                </a:lnTo>
                <a:lnTo>
                  <a:pt x="1375655" y="163795"/>
                </a:lnTo>
                <a:lnTo>
                  <a:pt x="1375448" y="163808"/>
                </a:lnTo>
                <a:lnTo>
                  <a:pt x="1375241" y="163812"/>
                </a:lnTo>
                <a:lnTo>
                  <a:pt x="1374928" y="163803"/>
                </a:lnTo>
                <a:lnTo>
                  <a:pt x="1374629" y="163777"/>
                </a:lnTo>
                <a:lnTo>
                  <a:pt x="1374342" y="163733"/>
                </a:lnTo>
                <a:lnTo>
                  <a:pt x="1374069" y="163671"/>
                </a:lnTo>
                <a:lnTo>
                  <a:pt x="1373810" y="163591"/>
                </a:lnTo>
                <a:lnTo>
                  <a:pt x="1373563" y="163494"/>
                </a:lnTo>
                <a:lnTo>
                  <a:pt x="1373330" y="163379"/>
                </a:lnTo>
                <a:lnTo>
                  <a:pt x="1373110" y="163247"/>
                </a:lnTo>
                <a:lnTo>
                  <a:pt x="1372904" y="163097"/>
                </a:lnTo>
                <a:lnTo>
                  <a:pt x="1372711" y="162929"/>
                </a:lnTo>
                <a:lnTo>
                  <a:pt x="1372531" y="162743"/>
                </a:lnTo>
                <a:lnTo>
                  <a:pt x="1372365" y="162540"/>
                </a:lnTo>
                <a:lnTo>
                  <a:pt x="1372211" y="162319"/>
                </a:lnTo>
                <a:lnTo>
                  <a:pt x="1372072" y="162081"/>
                </a:lnTo>
                <a:lnTo>
                  <a:pt x="1371945" y="161825"/>
                </a:lnTo>
                <a:lnTo>
                  <a:pt x="1371832" y="161551"/>
                </a:lnTo>
                <a:lnTo>
                  <a:pt x="1371732" y="161259"/>
                </a:lnTo>
                <a:lnTo>
                  <a:pt x="1371645" y="160950"/>
                </a:lnTo>
                <a:lnTo>
                  <a:pt x="1371572" y="160623"/>
                </a:lnTo>
                <a:lnTo>
                  <a:pt x="1371512" y="160279"/>
                </a:lnTo>
                <a:lnTo>
                  <a:pt x="1371466" y="159917"/>
                </a:lnTo>
                <a:lnTo>
                  <a:pt x="1371432" y="159537"/>
                </a:lnTo>
                <a:lnTo>
                  <a:pt x="1371412" y="159139"/>
                </a:lnTo>
                <a:lnTo>
                  <a:pt x="1371406" y="158724"/>
                </a:lnTo>
                <a:lnTo>
                  <a:pt x="1371406" y="158692"/>
                </a:lnTo>
                <a:lnTo>
                  <a:pt x="1371407" y="158658"/>
                </a:lnTo>
                <a:lnTo>
                  <a:pt x="1371410" y="158622"/>
                </a:lnTo>
                <a:lnTo>
                  <a:pt x="1371413" y="158583"/>
                </a:lnTo>
                <a:lnTo>
                  <a:pt x="1371416" y="158542"/>
                </a:lnTo>
                <a:lnTo>
                  <a:pt x="1371421" y="158500"/>
                </a:lnTo>
                <a:lnTo>
                  <a:pt x="1371427" y="158455"/>
                </a:lnTo>
                <a:lnTo>
                  <a:pt x="1371433" y="158407"/>
                </a:lnTo>
                <a:lnTo>
                  <a:pt x="1371441" y="158358"/>
                </a:lnTo>
                <a:lnTo>
                  <a:pt x="1371449" y="158307"/>
                </a:lnTo>
                <a:lnTo>
                  <a:pt x="1371458" y="158253"/>
                </a:lnTo>
                <a:lnTo>
                  <a:pt x="1371468" y="158197"/>
                </a:lnTo>
                <a:lnTo>
                  <a:pt x="1371478" y="158139"/>
                </a:lnTo>
                <a:lnTo>
                  <a:pt x="1371490" y="158079"/>
                </a:lnTo>
                <a:lnTo>
                  <a:pt x="1371502" y="158017"/>
                </a:lnTo>
                <a:lnTo>
                  <a:pt x="1371516" y="157952"/>
                </a:lnTo>
                <a:lnTo>
                  <a:pt x="1371530" y="157886"/>
                </a:lnTo>
                <a:lnTo>
                  <a:pt x="1371545" y="157817"/>
                </a:lnTo>
                <a:lnTo>
                  <a:pt x="1371561" y="157746"/>
                </a:lnTo>
                <a:lnTo>
                  <a:pt x="1371578" y="157673"/>
                </a:lnTo>
                <a:lnTo>
                  <a:pt x="1371595" y="157598"/>
                </a:lnTo>
                <a:lnTo>
                  <a:pt x="1371614" y="157521"/>
                </a:lnTo>
                <a:lnTo>
                  <a:pt x="1371633" y="157441"/>
                </a:lnTo>
                <a:lnTo>
                  <a:pt x="1371653" y="157359"/>
                </a:lnTo>
                <a:lnTo>
                  <a:pt x="1393924" y="72750"/>
                </a:lnTo>
                <a:lnTo>
                  <a:pt x="1415204" y="72750"/>
                </a:lnTo>
                <a:lnTo>
                  <a:pt x="1416442" y="64585"/>
                </a:lnTo>
                <a:lnTo>
                  <a:pt x="1396275" y="64585"/>
                </a:lnTo>
                <a:lnTo>
                  <a:pt x="1403327" y="38479"/>
                </a:lnTo>
                <a:lnTo>
                  <a:pt x="1403347" y="38417"/>
                </a:lnTo>
                <a:lnTo>
                  <a:pt x="1403366" y="38356"/>
                </a:lnTo>
                <a:close/>
                <a:moveTo>
                  <a:pt x="517994" y="148862"/>
                </a:moveTo>
                <a:lnTo>
                  <a:pt x="517212" y="149830"/>
                </a:lnTo>
                <a:lnTo>
                  <a:pt x="516453" y="150763"/>
                </a:lnTo>
                <a:lnTo>
                  <a:pt x="515716" y="151661"/>
                </a:lnTo>
                <a:lnTo>
                  <a:pt x="515003" y="152523"/>
                </a:lnTo>
                <a:lnTo>
                  <a:pt x="514311" y="153350"/>
                </a:lnTo>
                <a:lnTo>
                  <a:pt x="513643" y="154141"/>
                </a:lnTo>
                <a:lnTo>
                  <a:pt x="512998" y="154896"/>
                </a:lnTo>
                <a:lnTo>
                  <a:pt x="512375" y="155616"/>
                </a:lnTo>
                <a:lnTo>
                  <a:pt x="511775" y="156301"/>
                </a:lnTo>
                <a:lnTo>
                  <a:pt x="511198" y="156950"/>
                </a:lnTo>
                <a:lnTo>
                  <a:pt x="510644" y="157564"/>
                </a:lnTo>
                <a:lnTo>
                  <a:pt x="510112" y="158142"/>
                </a:lnTo>
                <a:lnTo>
                  <a:pt x="509603" y="158684"/>
                </a:lnTo>
                <a:lnTo>
                  <a:pt x="509117" y="159192"/>
                </a:lnTo>
                <a:lnTo>
                  <a:pt x="508654" y="159663"/>
                </a:lnTo>
                <a:lnTo>
                  <a:pt x="508213" y="160099"/>
                </a:lnTo>
                <a:lnTo>
                  <a:pt x="507795" y="160500"/>
                </a:lnTo>
                <a:lnTo>
                  <a:pt x="507400" y="160865"/>
                </a:lnTo>
                <a:lnTo>
                  <a:pt x="507028" y="161195"/>
                </a:lnTo>
                <a:lnTo>
                  <a:pt x="506791" y="161408"/>
                </a:lnTo>
                <a:lnTo>
                  <a:pt x="506555" y="161613"/>
                </a:lnTo>
                <a:lnTo>
                  <a:pt x="506319" y="161808"/>
                </a:lnTo>
                <a:lnTo>
                  <a:pt x="506083" y="161995"/>
                </a:lnTo>
                <a:lnTo>
                  <a:pt x="505848" y="162172"/>
                </a:lnTo>
                <a:lnTo>
                  <a:pt x="505613" y="162340"/>
                </a:lnTo>
                <a:lnTo>
                  <a:pt x="505379" y="162499"/>
                </a:lnTo>
                <a:lnTo>
                  <a:pt x="505145" y="162649"/>
                </a:lnTo>
                <a:lnTo>
                  <a:pt x="504911" y="162790"/>
                </a:lnTo>
                <a:lnTo>
                  <a:pt x="504678" y="162922"/>
                </a:lnTo>
                <a:lnTo>
                  <a:pt x="504445" y="163044"/>
                </a:lnTo>
                <a:lnTo>
                  <a:pt x="504213" y="163158"/>
                </a:lnTo>
                <a:lnTo>
                  <a:pt x="503982" y="163262"/>
                </a:lnTo>
                <a:lnTo>
                  <a:pt x="503750" y="163358"/>
                </a:lnTo>
                <a:lnTo>
                  <a:pt x="503519" y="163444"/>
                </a:lnTo>
                <a:lnTo>
                  <a:pt x="503289" y="163521"/>
                </a:lnTo>
                <a:lnTo>
                  <a:pt x="503059" y="163590"/>
                </a:lnTo>
                <a:lnTo>
                  <a:pt x="502829" y="163649"/>
                </a:lnTo>
                <a:lnTo>
                  <a:pt x="502600" y="163699"/>
                </a:lnTo>
                <a:lnTo>
                  <a:pt x="502371" y="163740"/>
                </a:lnTo>
                <a:lnTo>
                  <a:pt x="502143" y="163771"/>
                </a:lnTo>
                <a:lnTo>
                  <a:pt x="501915" y="163794"/>
                </a:lnTo>
                <a:lnTo>
                  <a:pt x="501687" y="163808"/>
                </a:lnTo>
                <a:lnTo>
                  <a:pt x="501460" y="163812"/>
                </a:lnTo>
                <a:lnTo>
                  <a:pt x="501347" y="163810"/>
                </a:lnTo>
                <a:lnTo>
                  <a:pt x="501234" y="163804"/>
                </a:lnTo>
                <a:lnTo>
                  <a:pt x="501120" y="163795"/>
                </a:lnTo>
                <a:lnTo>
                  <a:pt x="501007" y="163781"/>
                </a:lnTo>
                <a:lnTo>
                  <a:pt x="500893" y="163764"/>
                </a:lnTo>
                <a:lnTo>
                  <a:pt x="500780" y="163742"/>
                </a:lnTo>
                <a:lnTo>
                  <a:pt x="500666" y="163717"/>
                </a:lnTo>
                <a:lnTo>
                  <a:pt x="500553" y="163688"/>
                </a:lnTo>
                <a:lnTo>
                  <a:pt x="500440" y="163655"/>
                </a:lnTo>
                <a:lnTo>
                  <a:pt x="500326" y="163618"/>
                </a:lnTo>
                <a:lnTo>
                  <a:pt x="500213" y="163577"/>
                </a:lnTo>
                <a:lnTo>
                  <a:pt x="500099" y="163532"/>
                </a:lnTo>
                <a:lnTo>
                  <a:pt x="499986" y="163483"/>
                </a:lnTo>
                <a:lnTo>
                  <a:pt x="499873" y="163431"/>
                </a:lnTo>
                <a:lnTo>
                  <a:pt x="499759" y="163374"/>
                </a:lnTo>
                <a:lnTo>
                  <a:pt x="499646" y="163314"/>
                </a:lnTo>
                <a:lnTo>
                  <a:pt x="499532" y="163250"/>
                </a:lnTo>
                <a:lnTo>
                  <a:pt x="499419" y="163182"/>
                </a:lnTo>
                <a:lnTo>
                  <a:pt x="499306" y="163110"/>
                </a:lnTo>
                <a:lnTo>
                  <a:pt x="499192" y="163034"/>
                </a:lnTo>
                <a:lnTo>
                  <a:pt x="499079" y="162954"/>
                </a:lnTo>
                <a:lnTo>
                  <a:pt x="498965" y="162870"/>
                </a:lnTo>
                <a:lnTo>
                  <a:pt x="498852" y="162782"/>
                </a:lnTo>
                <a:lnTo>
                  <a:pt x="498738" y="162691"/>
                </a:lnTo>
                <a:lnTo>
                  <a:pt x="498637" y="162586"/>
                </a:lnTo>
                <a:lnTo>
                  <a:pt x="498541" y="162479"/>
                </a:lnTo>
                <a:lnTo>
                  <a:pt x="498448" y="162371"/>
                </a:lnTo>
                <a:lnTo>
                  <a:pt x="498360" y="162261"/>
                </a:lnTo>
                <a:lnTo>
                  <a:pt x="498277" y="162149"/>
                </a:lnTo>
                <a:lnTo>
                  <a:pt x="498197" y="162036"/>
                </a:lnTo>
                <a:lnTo>
                  <a:pt x="498122" y="161920"/>
                </a:lnTo>
                <a:lnTo>
                  <a:pt x="498051" y="161803"/>
                </a:lnTo>
                <a:lnTo>
                  <a:pt x="497984" y="161685"/>
                </a:lnTo>
                <a:lnTo>
                  <a:pt x="497922" y="161564"/>
                </a:lnTo>
                <a:lnTo>
                  <a:pt x="497864" y="161442"/>
                </a:lnTo>
                <a:lnTo>
                  <a:pt x="497810" y="161318"/>
                </a:lnTo>
                <a:lnTo>
                  <a:pt x="497761" y="161193"/>
                </a:lnTo>
                <a:lnTo>
                  <a:pt x="497716" y="161066"/>
                </a:lnTo>
                <a:lnTo>
                  <a:pt x="497675" y="160937"/>
                </a:lnTo>
                <a:lnTo>
                  <a:pt x="497639" y="160806"/>
                </a:lnTo>
                <a:lnTo>
                  <a:pt x="497606" y="160673"/>
                </a:lnTo>
                <a:lnTo>
                  <a:pt x="497579" y="160539"/>
                </a:lnTo>
                <a:lnTo>
                  <a:pt x="497555" y="160403"/>
                </a:lnTo>
                <a:lnTo>
                  <a:pt x="497536" y="160266"/>
                </a:lnTo>
                <a:lnTo>
                  <a:pt x="497521" y="160127"/>
                </a:lnTo>
                <a:lnTo>
                  <a:pt x="497510" y="159986"/>
                </a:lnTo>
                <a:lnTo>
                  <a:pt x="497503" y="159843"/>
                </a:lnTo>
                <a:lnTo>
                  <a:pt x="497501" y="159698"/>
                </a:lnTo>
                <a:lnTo>
                  <a:pt x="497507" y="159521"/>
                </a:lnTo>
                <a:lnTo>
                  <a:pt x="497526" y="159301"/>
                </a:lnTo>
                <a:lnTo>
                  <a:pt x="497557" y="159038"/>
                </a:lnTo>
                <a:lnTo>
                  <a:pt x="497601" y="158732"/>
                </a:lnTo>
                <a:lnTo>
                  <a:pt x="497657" y="158383"/>
                </a:lnTo>
                <a:lnTo>
                  <a:pt x="497725" y="157991"/>
                </a:lnTo>
                <a:lnTo>
                  <a:pt x="497806" y="157557"/>
                </a:lnTo>
                <a:lnTo>
                  <a:pt x="497900" y="157079"/>
                </a:lnTo>
                <a:lnTo>
                  <a:pt x="498006" y="156559"/>
                </a:lnTo>
                <a:lnTo>
                  <a:pt x="498124" y="155996"/>
                </a:lnTo>
                <a:lnTo>
                  <a:pt x="498255" y="155390"/>
                </a:lnTo>
                <a:lnTo>
                  <a:pt x="498398" y="154741"/>
                </a:lnTo>
                <a:lnTo>
                  <a:pt x="498554" y="154049"/>
                </a:lnTo>
                <a:lnTo>
                  <a:pt x="498722" y="153314"/>
                </a:lnTo>
                <a:lnTo>
                  <a:pt x="498903" y="152537"/>
                </a:lnTo>
                <a:lnTo>
                  <a:pt x="499096" y="151716"/>
                </a:lnTo>
                <a:lnTo>
                  <a:pt x="499301" y="150853"/>
                </a:lnTo>
                <a:lnTo>
                  <a:pt x="499519" y="149947"/>
                </a:lnTo>
                <a:lnTo>
                  <a:pt x="499750" y="148998"/>
                </a:lnTo>
                <a:lnTo>
                  <a:pt x="499993" y="148006"/>
                </a:lnTo>
                <a:lnTo>
                  <a:pt x="500248" y="146972"/>
                </a:lnTo>
                <a:lnTo>
                  <a:pt x="500516" y="145894"/>
                </a:lnTo>
                <a:lnTo>
                  <a:pt x="500796" y="144774"/>
                </a:lnTo>
                <a:lnTo>
                  <a:pt x="501089" y="143610"/>
                </a:lnTo>
                <a:lnTo>
                  <a:pt x="515318" y="91421"/>
                </a:lnTo>
                <a:lnTo>
                  <a:pt x="515520" y="90695"/>
                </a:lnTo>
                <a:lnTo>
                  <a:pt x="515713" y="89979"/>
                </a:lnTo>
                <a:lnTo>
                  <a:pt x="515898" y="89273"/>
                </a:lnTo>
                <a:lnTo>
                  <a:pt x="516074" y="88577"/>
                </a:lnTo>
                <a:lnTo>
                  <a:pt x="516241" y="87891"/>
                </a:lnTo>
                <a:lnTo>
                  <a:pt x="516400" y="87216"/>
                </a:lnTo>
                <a:lnTo>
                  <a:pt x="516551" y="86552"/>
                </a:lnTo>
                <a:lnTo>
                  <a:pt x="516692" y="85897"/>
                </a:lnTo>
                <a:lnTo>
                  <a:pt x="516826" y="85253"/>
                </a:lnTo>
                <a:lnTo>
                  <a:pt x="516950" y="84619"/>
                </a:lnTo>
                <a:lnTo>
                  <a:pt x="517066" y="83995"/>
                </a:lnTo>
                <a:lnTo>
                  <a:pt x="517173" y="83382"/>
                </a:lnTo>
                <a:lnTo>
                  <a:pt x="517272" y="82779"/>
                </a:lnTo>
                <a:lnTo>
                  <a:pt x="517363" y="82186"/>
                </a:lnTo>
                <a:lnTo>
                  <a:pt x="517444" y="81604"/>
                </a:lnTo>
                <a:lnTo>
                  <a:pt x="517517" y="81032"/>
                </a:lnTo>
                <a:lnTo>
                  <a:pt x="517582" y="80470"/>
                </a:lnTo>
                <a:lnTo>
                  <a:pt x="517637" y="79919"/>
                </a:lnTo>
                <a:lnTo>
                  <a:pt x="517685" y="79377"/>
                </a:lnTo>
                <a:lnTo>
                  <a:pt x="517723" y="78846"/>
                </a:lnTo>
                <a:lnTo>
                  <a:pt x="517753" y="78326"/>
                </a:lnTo>
                <a:lnTo>
                  <a:pt x="517775" y="77815"/>
                </a:lnTo>
                <a:lnTo>
                  <a:pt x="517788" y="77315"/>
                </a:lnTo>
                <a:lnTo>
                  <a:pt x="517792" y="76826"/>
                </a:lnTo>
                <a:lnTo>
                  <a:pt x="517785" y="76314"/>
                </a:lnTo>
                <a:lnTo>
                  <a:pt x="517765" y="75808"/>
                </a:lnTo>
                <a:lnTo>
                  <a:pt x="517730" y="75309"/>
                </a:lnTo>
                <a:lnTo>
                  <a:pt x="517682" y="74816"/>
                </a:lnTo>
                <a:lnTo>
                  <a:pt x="517620" y="74330"/>
                </a:lnTo>
                <a:lnTo>
                  <a:pt x="517545" y="73850"/>
                </a:lnTo>
                <a:lnTo>
                  <a:pt x="517455" y="73377"/>
                </a:lnTo>
                <a:lnTo>
                  <a:pt x="517352" y="72910"/>
                </a:lnTo>
                <a:lnTo>
                  <a:pt x="517235" y="72449"/>
                </a:lnTo>
                <a:lnTo>
                  <a:pt x="517105" y="71995"/>
                </a:lnTo>
                <a:lnTo>
                  <a:pt x="516960" y="71548"/>
                </a:lnTo>
                <a:lnTo>
                  <a:pt x="516802" y="71106"/>
                </a:lnTo>
                <a:lnTo>
                  <a:pt x="516630" y="70671"/>
                </a:lnTo>
                <a:lnTo>
                  <a:pt x="516445" y="70243"/>
                </a:lnTo>
                <a:lnTo>
                  <a:pt x="516246" y="69821"/>
                </a:lnTo>
                <a:lnTo>
                  <a:pt x="516032" y="69406"/>
                </a:lnTo>
                <a:lnTo>
                  <a:pt x="515806" y="68996"/>
                </a:lnTo>
                <a:lnTo>
                  <a:pt x="515565" y="68594"/>
                </a:lnTo>
                <a:lnTo>
                  <a:pt x="515311" y="68198"/>
                </a:lnTo>
                <a:lnTo>
                  <a:pt x="515043" y="67808"/>
                </a:lnTo>
                <a:lnTo>
                  <a:pt x="514761" y="67424"/>
                </a:lnTo>
                <a:lnTo>
                  <a:pt x="514465" y="67047"/>
                </a:lnTo>
                <a:lnTo>
                  <a:pt x="514156" y="66677"/>
                </a:lnTo>
                <a:lnTo>
                  <a:pt x="513833" y="66313"/>
                </a:lnTo>
                <a:lnTo>
                  <a:pt x="513455" y="65909"/>
                </a:lnTo>
                <a:lnTo>
                  <a:pt x="513063" y="65523"/>
                </a:lnTo>
                <a:lnTo>
                  <a:pt x="512658" y="65154"/>
                </a:lnTo>
                <a:lnTo>
                  <a:pt x="512238" y="64802"/>
                </a:lnTo>
                <a:lnTo>
                  <a:pt x="511805" y="64467"/>
                </a:lnTo>
                <a:lnTo>
                  <a:pt x="511358" y="64149"/>
                </a:lnTo>
                <a:lnTo>
                  <a:pt x="510898" y="63849"/>
                </a:lnTo>
                <a:lnTo>
                  <a:pt x="510424" y="63566"/>
                </a:lnTo>
                <a:lnTo>
                  <a:pt x="509936" y="63299"/>
                </a:lnTo>
                <a:lnTo>
                  <a:pt x="509434" y="63050"/>
                </a:lnTo>
                <a:lnTo>
                  <a:pt x="508918" y="62819"/>
                </a:lnTo>
                <a:lnTo>
                  <a:pt x="508389" y="62604"/>
                </a:lnTo>
                <a:lnTo>
                  <a:pt x="507846" y="62407"/>
                </a:lnTo>
                <a:lnTo>
                  <a:pt x="507289" y="62226"/>
                </a:lnTo>
                <a:lnTo>
                  <a:pt x="506719" y="62063"/>
                </a:lnTo>
                <a:lnTo>
                  <a:pt x="506134" y="61917"/>
                </a:lnTo>
                <a:lnTo>
                  <a:pt x="505536" y="61788"/>
                </a:lnTo>
                <a:lnTo>
                  <a:pt x="504925" y="61677"/>
                </a:lnTo>
                <a:lnTo>
                  <a:pt x="504299" y="61582"/>
                </a:lnTo>
                <a:lnTo>
                  <a:pt x="503660" y="61505"/>
                </a:lnTo>
                <a:lnTo>
                  <a:pt x="503007" y="61445"/>
                </a:lnTo>
                <a:lnTo>
                  <a:pt x="502340" y="61402"/>
                </a:lnTo>
                <a:lnTo>
                  <a:pt x="501660" y="61376"/>
                </a:lnTo>
                <a:lnTo>
                  <a:pt x="500965" y="61368"/>
                </a:lnTo>
                <a:lnTo>
                  <a:pt x="500170" y="61382"/>
                </a:lnTo>
                <a:lnTo>
                  <a:pt x="499370" y="61426"/>
                </a:lnTo>
                <a:lnTo>
                  <a:pt x="498566" y="61499"/>
                </a:lnTo>
                <a:lnTo>
                  <a:pt x="497759" y="61601"/>
                </a:lnTo>
                <a:lnTo>
                  <a:pt x="496948" y="61733"/>
                </a:lnTo>
                <a:lnTo>
                  <a:pt x="496132" y="61893"/>
                </a:lnTo>
                <a:lnTo>
                  <a:pt x="495313" y="62083"/>
                </a:lnTo>
                <a:lnTo>
                  <a:pt x="494491" y="62302"/>
                </a:lnTo>
                <a:lnTo>
                  <a:pt x="493664" y="62550"/>
                </a:lnTo>
                <a:lnTo>
                  <a:pt x="492833" y="62827"/>
                </a:lnTo>
                <a:lnTo>
                  <a:pt x="491999" y="63133"/>
                </a:lnTo>
                <a:lnTo>
                  <a:pt x="491160" y="63469"/>
                </a:lnTo>
                <a:lnTo>
                  <a:pt x="490318" y="63834"/>
                </a:lnTo>
                <a:lnTo>
                  <a:pt x="489472" y="64228"/>
                </a:lnTo>
                <a:lnTo>
                  <a:pt x="488622" y="64651"/>
                </a:lnTo>
                <a:lnTo>
                  <a:pt x="487768" y="65104"/>
                </a:lnTo>
                <a:lnTo>
                  <a:pt x="486910" y="65585"/>
                </a:lnTo>
                <a:lnTo>
                  <a:pt x="486049" y="66096"/>
                </a:lnTo>
                <a:lnTo>
                  <a:pt x="485183" y="66636"/>
                </a:lnTo>
                <a:lnTo>
                  <a:pt x="484314" y="67205"/>
                </a:lnTo>
                <a:lnTo>
                  <a:pt x="483441" y="67803"/>
                </a:lnTo>
                <a:lnTo>
                  <a:pt x="482564" y="68431"/>
                </a:lnTo>
                <a:lnTo>
                  <a:pt x="481683" y="69087"/>
                </a:lnTo>
                <a:lnTo>
                  <a:pt x="480798" y="69773"/>
                </a:lnTo>
                <a:lnTo>
                  <a:pt x="479537" y="70783"/>
                </a:lnTo>
                <a:lnTo>
                  <a:pt x="478246" y="71877"/>
                </a:lnTo>
                <a:lnTo>
                  <a:pt x="476928" y="73056"/>
                </a:lnTo>
                <a:lnTo>
                  <a:pt x="475581" y="74318"/>
                </a:lnTo>
                <a:lnTo>
                  <a:pt x="474206" y="75664"/>
                </a:lnTo>
                <a:lnTo>
                  <a:pt x="472803" y="77095"/>
                </a:lnTo>
                <a:lnTo>
                  <a:pt x="471371" y="78610"/>
                </a:lnTo>
                <a:lnTo>
                  <a:pt x="469910" y="80208"/>
                </a:lnTo>
                <a:lnTo>
                  <a:pt x="468422" y="81891"/>
                </a:lnTo>
                <a:lnTo>
                  <a:pt x="466905" y="83658"/>
                </a:lnTo>
                <a:lnTo>
                  <a:pt x="465360" y="85509"/>
                </a:lnTo>
                <a:lnTo>
                  <a:pt x="463786" y="87445"/>
                </a:lnTo>
                <a:lnTo>
                  <a:pt x="462184" y="89464"/>
                </a:lnTo>
                <a:lnTo>
                  <a:pt x="460554" y="91568"/>
                </a:lnTo>
                <a:lnTo>
                  <a:pt x="458895" y="93755"/>
                </a:lnTo>
                <a:lnTo>
                  <a:pt x="457208" y="96027"/>
                </a:lnTo>
                <a:lnTo>
                  <a:pt x="455493" y="98383"/>
                </a:lnTo>
                <a:lnTo>
                  <a:pt x="453749" y="100823"/>
                </a:lnTo>
                <a:lnTo>
                  <a:pt x="451977" y="103347"/>
                </a:lnTo>
                <a:lnTo>
                  <a:pt x="450176" y="105955"/>
                </a:lnTo>
                <a:lnTo>
                  <a:pt x="448347" y="108648"/>
                </a:lnTo>
                <a:lnTo>
                  <a:pt x="446490" y="111424"/>
                </a:lnTo>
                <a:lnTo>
                  <a:pt x="444605" y="114285"/>
                </a:lnTo>
                <a:lnTo>
                  <a:pt x="442691" y="117230"/>
                </a:lnTo>
                <a:lnTo>
                  <a:pt x="459765" y="61863"/>
                </a:lnTo>
                <a:lnTo>
                  <a:pt x="458899" y="61368"/>
                </a:lnTo>
                <a:lnTo>
                  <a:pt x="457583" y="61629"/>
                </a:lnTo>
                <a:lnTo>
                  <a:pt x="456233" y="61895"/>
                </a:lnTo>
                <a:lnTo>
                  <a:pt x="454849" y="62167"/>
                </a:lnTo>
                <a:lnTo>
                  <a:pt x="453431" y="62445"/>
                </a:lnTo>
                <a:lnTo>
                  <a:pt x="451979" y="62728"/>
                </a:lnTo>
                <a:lnTo>
                  <a:pt x="450493" y="63017"/>
                </a:lnTo>
                <a:lnTo>
                  <a:pt x="448974" y="63311"/>
                </a:lnTo>
                <a:lnTo>
                  <a:pt x="447420" y="63611"/>
                </a:lnTo>
                <a:lnTo>
                  <a:pt x="445832" y="63917"/>
                </a:lnTo>
                <a:lnTo>
                  <a:pt x="444211" y="64228"/>
                </a:lnTo>
                <a:lnTo>
                  <a:pt x="442555" y="64545"/>
                </a:lnTo>
                <a:lnTo>
                  <a:pt x="440866" y="64867"/>
                </a:lnTo>
                <a:lnTo>
                  <a:pt x="439143" y="65195"/>
                </a:lnTo>
                <a:lnTo>
                  <a:pt x="437385" y="65528"/>
                </a:lnTo>
                <a:lnTo>
                  <a:pt x="435594" y="65867"/>
                </a:lnTo>
                <a:lnTo>
                  <a:pt x="433769" y="66212"/>
                </a:lnTo>
                <a:lnTo>
                  <a:pt x="431910" y="66562"/>
                </a:lnTo>
                <a:lnTo>
                  <a:pt x="430017" y="66918"/>
                </a:lnTo>
                <a:lnTo>
                  <a:pt x="428090" y="67279"/>
                </a:lnTo>
                <a:lnTo>
                  <a:pt x="426129" y="67646"/>
                </a:lnTo>
                <a:lnTo>
                  <a:pt x="424134" y="68019"/>
                </a:lnTo>
                <a:lnTo>
                  <a:pt x="422105" y="68397"/>
                </a:lnTo>
                <a:lnTo>
                  <a:pt x="420042" y="68781"/>
                </a:lnTo>
                <a:lnTo>
                  <a:pt x="417946" y="69170"/>
                </a:lnTo>
                <a:lnTo>
                  <a:pt x="417946" y="73257"/>
                </a:lnTo>
                <a:lnTo>
                  <a:pt x="418790" y="73281"/>
                </a:lnTo>
                <a:lnTo>
                  <a:pt x="419611" y="73310"/>
                </a:lnTo>
                <a:lnTo>
                  <a:pt x="420409" y="73346"/>
                </a:lnTo>
                <a:lnTo>
                  <a:pt x="421183" y="73388"/>
                </a:lnTo>
                <a:lnTo>
                  <a:pt x="421935" y="73435"/>
                </a:lnTo>
                <a:lnTo>
                  <a:pt x="422663" y="73489"/>
                </a:lnTo>
                <a:lnTo>
                  <a:pt x="423368" y="73549"/>
                </a:lnTo>
                <a:lnTo>
                  <a:pt x="424050" y="73615"/>
                </a:lnTo>
                <a:lnTo>
                  <a:pt x="424708" y="73687"/>
                </a:lnTo>
                <a:lnTo>
                  <a:pt x="425344" y="73765"/>
                </a:lnTo>
                <a:lnTo>
                  <a:pt x="425956" y="73848"/>
                </a:lnTo>
                <a:lnTo>
                  <a:pt x="426545" y="73938"/>
                </a:lnTo>
                <a:lnTo>
                  <a:pt x="427111" y="74034"/>
                </a:lnTo>
                <a:lnTo>
                  <a:pt x="427653" y="74136"/>
                </a:lnTo>
                <a:lnTo>
                  <a:pt x="428172" y="74244"/>
                </a:lnTo>
                <a:lnTo>
                  <a:pt x="428669" y="74358"/>
                </a:lnTo>
                <a:lnTo>
                  <a:pt x="429142" y="74479"/>
                </a:lnTo>
                <a:lnTo>
                  <a:pt x="429591" y="74605"/>
                </a:lnTo>
                <a:lnTo>
                  <a:pt x="430018" y="74737"/>
                </a:lnTo>
                <a:lnTo>
                  <a:pt x="430421" y="74875"/>
                </a:lnTo>
                <a:lnTo>
                  <a:pt x="430802" y="75019"/>
                </a:lnTo>
                <a:lnTo>
                  <a:pt x="431159" y="75169"/>
                </a:lnTo>
                <a:lnTo>
                  <a:pt x="431492" y="75326"/>
                </a:lnTo>
                <a:lnTo>
                  <a:pt x="431803" y="75488"/>
                </a:lnTo>
                <a:lnTo>
                  <a:pt x="431995" y="75595"/>
                </a:lnTo>
                <a:lnTo>
                  <a:pt x="432179" y="75710"/>
                </a:lnTo>
                <a:lnTo>
                  <a:pt x="432354" y="75832"/>
                </a:lnTo>
                <a:lnTo>
                  <a:pt x="432521" y="75962"/>
                </a:lnTo>
                <a:lnTo>
                  <a:pt x="432681" y="76100"/>
                </a:lnTo>
                <a:lnTo>
                  <a:pt x="432832" y="76246"/>
                </a:lnTo>
                <a:lnTo>
                  <a:pt x="432974" y="76399"/>
                </a:lnTo>
                <a:lnTo>
                  <a:pt x="433109" y="76561"/>
                </a:lnTo>
                <a:lnTo>
                  <a:pt x="433236" y="76730"/>
                </a:lnTo>
                <a:lnTo>
                  <a:pt x="433354" y="76906"/>
                </a:lnTo>
                <a:lnTo>
                  <a:pt x="433464" y="77091"/>
                </a:lnTo>
                <a:lnTo>
                  <a:pt x="433566" y="77283"/>
                </a:lnTo>
                <a:lnTo>
                  <a:pt x="433660" y="77483"/>
                </a:lnTo>
                <a:lnTo>
                  <a:pt x="433746" y="77690"/>
                </a:lnTo>
                <a:lnTo>
                  <a:pt x="433823" y="77906"/>
                </a:lnTo>
                <a:lnTo>
                  <a:pt x="433893" y="78129"/>
                </a:lnTo>
                <a:lnTo>
                  <a:pt x="433954" y="78360"/>
                </a:lnTo>
                <a:lnTo>
                  <a:pt x="434007" y="78599"/>
                </a:lnTo>
                <a:lnTo>
                  <a:pt x="434052" y="78845"/>
                </a:lnTo>
                <a:lnTo>
                  <a:pt x="434089" y="79099"/>
                </a:lnTo>
                <a:lnTo>
                  <a:pt x="434117" y="79361"/>
                </a:lnTo>
                <a:lnTo>
                  <a:pt x="434138" y="79631"/>
                </a:lnTo>
                <a:lnTo>
                  <a:pt x="434150" y="79908"/>
                </a:lnTo>
                <a:lnTo>
                  <a:pt x="434154" y="80193"/>
                </a:lnTo>
                <a:lnTo>
                  <a:pt x="434153" y="80379"/>
                </a:lnTo>
                <a:lnTo>
                  <a:pt x="434150" y="80563"/>
                </a:lnTo>
                <a:lnTo>
                  <a:pt x="434144" y="80747"/>
                </a:lnTo>
                <a:lnTo>
                  <a:pt x="434137" y="80930"/>
                </a:lnTo>
                <a:lnTo>
                  <a:pt x="434127" y="81112"/>
                </a:lnTo>
                <a:lnTo>
                  <a:pt x="434115" y="81293"/>
                </a:lnTo>
                <a:lnTo>
                  <a:pt x="434101" y="81473"/>
                </a:lnTo>
                <a:lnTo>
                  <a:pt x="434085" y="81653"/>
                </a:lnTo>
                <a:lnTo>
                  <a:pt x="434067" y="81831"/>
                </a:lnTo>
                <a:lnTo>
                  <a:pt x="434046" y="82009"/>
                </a:lnTo>
                <a:lnTo>
                  <a:pt x="434024" y="82186"/>
                </a:lnTo>
                <a:lnTo>
                  <a:pt x="433999" y="82361"/>
                </a:lnTo>
                <a:lnTo>
                  <a:pt x="433972" y="82536"/>
                </a:lnTo>
                <a:lnTo>
                  <a:pt x="433943" y="82711"/>
                </a:lnTo>
                <a:lnTo>
                  <a:pt x="433912" y="82884"/>
                </a:lnTo>
                <a:lnTo>
                  <a:pt x="433879" y="83056"/>
                </a:lnTo>
                <a:lnTo>
                  <a:pt x="433843" y="83228"/>
                </a:lnTo>
                <a:lnTo>
                  <a:pt x="433806" y="83398"/>
                </a:lnTo>
                <a:lnTo>
                  <a:pt x="433766" y="83568"/>
                </a:lnTo>
                <a:lnTo>
                  <a:pt x="433724" y="83737"/>
                </a:lnTo>
                <a:lnTo>
                  <a:pt x="433680" y="83905"/>
                </a:lnTo>
                <a:lnTo>
                  <a:pt x="433634" y="84072"/>
                </a:lnTo>
                <a:lnTo>
                  <a:pt x="433586" y="84238"/>
                </a:lnTo>
                <a:lnTo>
                  <a:pt x="433535" y="84404"/>
                </a:lnTo>
                <a:lnTo>
                  <a:pt x="409285" y="173215"/>
                </a:lnTo>
                <a:lnTo>
                  <a:pt x="428339" y="173215"/>
                </a:lnTo>
                <a:lnTo>
                  <a:pt x="428919" y="171275"/>
                </a:lnTo>
                <a:lnTo>
                  <a:pt x="429485" y="169388"/>
                </a:lnTo>
                <a:lnTo>
                  <a:pt x="430036" y="167555"/>
                </a:lnTo>
                <a:lnTo>
                  <a:pt x="430573" y="165774"/>
                </a:lnTo>
                <a:lnTo>
                  <a:pt x="431095" y="164047"/>
                </a:lnTo>
                <a:lnTo>
                  <a:pt x="431602" y="162373"/>
                </a:lnTo>
                <a:lnTo>
                  <a:pt x="432095" y="160752"/>
                </a:lnTo>
                <a:lnTo>
                  <a:pt x="432573" y="159184"/>
                </a:lnTo>
                <a:lnTo>
                  <a:pt x="433036" y="157669"/>
                </a:lnTo>
                <a:lnTo>
                  <a:pt x="433485" y="156208"/>
                </a:lnTo>
                <a:lnTo>
                  <a:pt x="433920" y="154800"/>
                </a:lnTo>
                <a:lnTo>
                  <a:pt x="434339" y="153444"/>
                </a:lnTo>
                <a:lnTo>
                  <a:pt x="434745" y="152143"/>
                </a:lnTo>
                <a:lnTo>
                  <a:pt x="435135" y="150894"/>
                </a:lnTo>
                <a:lnTo>
                  <a:pt x="435511" y="149699"/>
                </a:lnTo>
                <a:lnTo>
                  <a:pt x="435872" y="148556"/>
                </a:lnTo>
                <a:lnTo>
                  <a:pt x="436219" y="147467"/>
                </a:lnTo>
                <a:lnTo>
                  <a:pt x="436551" y="146431"/>
                </a:lnTo>
                <a:lnTo>
                  <a:pt x="436868" y="145449"/>
                </a:lnTo>
                <a:lnTo>
                  <a:pt x="437171" y="144519"/>
                </a:lnTo>
                <a:lnTo>
                  <a:pt x="437460" y="143643"/>
                </a:lnTo>
                <a:lnTo>
                  <a:pt x="437733" y="142820"/>
                </a:lnTo>
                <a:lnTo>
                  <a:pt x="437992" y="142050"/>
                </a:lnTo>
                <a:lnTo>
                  <a:pt x="438237" y="141333"/>
                </a:lnTo>
                <a:lnTo>
                  <a:pt x="438708" y="140026"/>
                </a:lnTo>
                <a:lnTo>
                  <a:pt x="439194" y="138721"/>
                </a:lnTo>
                <a:lnTo>
                  <a:pt x="439694" y="137417"/>
                </a:lnTo>
                <a:lnTo>
                  <a:pt x="440210" y="136115"/>
                </a:lnTo>
                <a:lnTo>
                  <a:pt x="440739" y="134815"/>
                </a:lnTo>
                <a:lnTo>
                  <a:pt x="441284" y="133517"/>
                </a:lnTo>
                <a:lnTo>
                  <a:pt x="441842" y="132220"/>
                </a:lnTo>
                <a:lnTo>
                  <a:pt x="442416" y="130925"/>
                </a:lnTo>
                <a:lnTo>
                  <a:pt x="443004" y="129632"/>
                </a:lnTo>
                <a:lnTo>
                  <a:pt x="443607" y="128341"/>
                </a:lnTo>
                <a:lnTo>
                  <a:pt x="444224" y="127051"/>
                </a:lnTo>
                <a:lnTo>
                  <a:pt x="444856" y="125763"/>
                </a:lnTo>
                <a:lnTo>
                  <a:pt x="445503" y="124477"/>
                </a:lnTo>
                <a:lnTo>
                  <a:pt x="446164" y="123192"/>
                </a:lnTo>
                <a:lnTo>
                  <a:pt x="446840" y="121909"/>
                </a:lnTo>
                <a:lnTo>
                  <a:pt x="447530" y="120628"/>
                </a:lnTo>
                <a:lnTo>
                  <a:pt x="448235" y="119348"/>
                </a:lnTo>
                <a:lnTo>
                  <a:pt x="448954" y="118071"/>
                </a:lnTo>
                <a:lnTo>
                  <a:pt x="449689" y="116795"/>
                </a:lnTo>
                <a:lnTo>
                  <a:pt x="450437" y="115520"/>
                </a:lnTo>
                <a:lnTo>
                  <a:pt x="451201" y="114248"/>
                </a:lnTo>
                <a:lnTo>
                  <a:pt x="451979" y="112977"/>
                </a:lnTo>
                <a:lnTo>
                  <a:pt x="452771" y="111708"/>
                </a:lnTo>
                <a:lnTo>
                  <a:pt x="453579" y="110440"/>
                </a:lnTo>
                <a:lnTo>
                  <a:pt x="455501" y="107506"/>
                </a:lnTo>
                <a:lnTo>
                  <a:pt x="457393" y="104697"/>
                </a:lnTo>
                <a:lnTo>
                  <a:pt x="459253" y="102013"/>
                </a:lnTo>
                <a:lnTo>
                  <a:pt x="461081" y="99453"/>
                </a:lnTo>
                <a:lnTo>
                  <a:pt x="462879" y="97019"/>
                </a:lnTo>
                <a:lnTo>
                  <a:pt x="464644" y="94709"/>
                </a:lnTo>
                <a:lnTo>
                  <a:pt x="466379" y="92524"/>
                </a:lnTo>
                <a:lnTo>
                  <a:pt x="468082" y="90464"/>
                </a:lnTo>
                <a:lnTo>
                  <a:pt x="469754" y="88529"/>
                </a:lnTo>
                <a:lnTo>
                  <a:pt x="471394" y="86718"/>
                </a:lnTo>
                <a:lnTo>
                  <a:pt x="473003" y="85033"/>
                </a:lnTo>
                <a:lnTo>
                  <a:pt x="474581" y="83472"/>
                </a:lnTo>
                <a:lnTo>
                  <a:pt x="476127" y="82036"/>
                </a:lnTo>
                <a:lnTo>
                  <a:pt x="477642" y="80725"/>
                </a:lnTo>
                <a:lnTo>
                  <a:pt x="479126" y="79539"/>
                </a:lnTo>
                <a:lnTo>
                  <a:pt x="480578" y="78478"/>
                </a:lnTo>
                <a:lnTo>
                  <a:pt x="481999" y="77542"/>
                </a:lnTo>
                <a:lnTo>
                  <a:pt x="483389" y="76730"/>
                </a:lnTo>
                <a:lnTo>
                  <a:pt x="484747" y="76043"/>
                </a:lnTo>
                <a:lnTo>
                  <a:pt x="486074" y="75481"/>
                </a:lnTo>
                <a:lnTo>
                  <a:pt x="487369" y="75044"/>
                </a:lnTo>
                <a:lnTo>
                  <a:pt x="488633" y="74732"/>
                </a:lnTo>
                <a:lnTo>
                  <a:pt x="489866" y="74545"/>
                </a:lnTo>
                <a:lnTo>
                  <a:pt x="491067" y="74483"/>
                </a:lnTo>
                <a:lnTo>
                  <a:pt x="491572" y="74495"/>
                </a:lnTo>
                <a:lnTo>
                  <a:pt x="492056" y="74533"/>
                </a:lnTo>
                <a:lnTo>
                  <a:pt x="492517" y="74597"/>
                </a:lnTo>
                <a:lnTo>
                  <a:pt x="492958" y="74685"/>
                </a:lnTo>
                <a:lnTo>
                  <a:pt x="493377" y="74799"/>
                </a:lnTo>
                <a:lnTo>
                  <a:pt x="493774" y="74939"/>
                </a:lnTo>
                <a:lnTo>
                  <a:pt x="494150" y="75104"/>
                </a:lnTo>
                <a:lnTo>
                  <a:pt x="494504" y="75294"/>
                </a:lnTo>
                <a:lnTo>
                  <a:pt x="494837" y="75509"/>
                </a:lnTo>
                <a:lnTo>
                  <a:pt x="495149" y="75750"/>
                </a:lnTo>
                <a:lnTo>
                  <a:pt x="495439" y="76016"/>
                </a:lnTo>
                <a:lnTo>
                  <a:pt x="495707" y="76308"/>
                </a:lnTo>
                <a:lnTo>
                  <a:pt x="495954" y="76624"/>
                </a:lnTo>
                <a:lnTo>
                  <a:pt x="496180" y="76967"/>
                </a:lnTo>
                <a:lnTo>
                  <a:pt x="496384" y="77334"/>
                </a:lnTo>
                <a:lnTo>
                  <a:pt x="496566" y="77727"/>
                </a:lnTo>
                <a:lnTo>
                  <a:pt x="496727" y="78145"/>
                </a:lnTo>
                <a:lnTo>
                  <a:pt x="496867" y="78589"/>
                </a:lnTo>
                <a:lnTo>
                  <a:pt x="496985" y="79058"/>
                </a:lnTo>
                <a:lnTo>
                  <a:pt x="497082" y="79552"/>
                </a:lnTo>
                <a:lnTo>
                  <a:pt x="497157" y="80072"/>
                </a:lnTo>
                <a:lnTo>
                  <a:pt x="497211" y="80616"/>
                </a:lnTo>
                <a:lnTo>
                  <a:pt x="497243" y="81187"/>
                </a:lnTo>
                <a:lnTo>
                  <a:pt x="497254" y="81782"/>
                </a:lnTo>
                <a:lnTo>
                  <a:pt x="497247" y="82251"/>
                </a:lnTo>
                <a:lnTo>
                  <a:pt x="497228" y="82748"/>
                </a:lnTo>
                <a:lnTo>
                  <a:pt x="497196" y="83275"/>
                </a:lnTo>
                <a:lnTo>
                  <a:pt x="497151" y="83831"/>
                </a:lnTo>
                <a:lnTo>
                  <a:pt x="497093" y="84416"/>
                </a:lnTo>
                <a:lnTo>
                  <a:pt x="497022" y="85030"/>
                </a:lnTo>
                <a:lnTo>
                  <a:pt x="496938" y="85674"/>
                </a:lnTo>
                <a:lnTo>
                  <a:pt x="496841" y="86346"/>
                </a:lnTo>
                <a:lnTo>
                  <a:pt x="496732" y="87048"/>
                </a:lnTo>
                <a:lnTo>
                  <a:pt x="496609" y="87780"/>
                </a:lnTo>
                <a:lnTo>
                  <a:pt x="496474" y="88540"/>
                </a:lnTo>
                <a:lnTo>
                  <a:pt x="496326" y="89330"/>
                </a:lnTo>
                <a:lnTo>
                  <a:pt x="496165" y="90148"/>
                </a:lnTo>
                <a:lnTo>
                  <a:pt x="495991" y="90997"/>
                </a:lnTo>
                <a:lnTo>
                  <a:pt x="495804" y="91874"/>
                </a:lnTo>
                <a:lnTo>
                  <a:pt x="495604" y="92780"/>
                </a:lnTo>
                <a:lnTo>
                  <a:pt x="495391" y="93716"/>
                </a:lnTo>
                <a:lnTo>
                  <a:pt x="495166" y="94681"/>
                </a:lnTo>
                <a:lnTo>
                  <a:pt x="494927" y="95675"/>
                </a:lnTo>
                <a:lnTo>
                  <a:pt x="494676" y="96698"/>
                </a:lnTo>
                <a:lnTo>
                  <a:pt x="494412" y="97751"/>
                </a:lnTo>
                <a:lnTo>
                  <a:pt x="494135" y="98832"/>
                </a:lnTo>
                <a:lnTo>
                  <a:pt x="493845" y="99943"/>
                </a:lnTo>
                <a:lnTo>
                  <a:pt x="493542" y="101084"/>
                </a:lnTo>
                <a:lnTo>
                  <a:pt x="482654" y="143026"/>
                </a:lnTo>
                <a:lnTo>
                  <a:pt x="482311" y="144334"/>
                </a:lnTo>
                <a:lnTo>
                  <a:pt x="481982" y="145596"/>
                </a:lnTo>
                <a:lnTo>
                  <a:pt x="481668" y="146814"/>
                </a:lnTo>
                <a:lnTo>
                  <a:pt x="481369" y="147986"/>
                </a:lnTo>
                <a:lnTo>
                  <a:pt x="481084" y="149113"/>
                </a:lnTo>
                <a:lnTo>
                  <a:pt x="480814" y="150195"/>
                </a:lnTo>
                <a:lnTo>
                  <a:pt x="480558" y="151232"/>
                </a:lnTo>
                <a:lnTo>
                  <a:pt x="480317" y="152223"/>
                </a:lnTo>
                <a:lnTo>
                  <a:pt x="480091" y="153170"/>
                </a:lnTo>
                <a:lnTo>
                  <a:pt x="479879" y="154071"/>
                </a:lnTo>
                <a:lnTo>
                  <a:pt x="479682" y="154928"/>
                </a:lnTo>
                <a:lnTo>
                  <a:pt x="479499" y="155739"/>
                </a:lnTo>
                <a:lnTo>
                  <a:pt x="479331" y="156505"/>
                </a:lnTo>
                <a:lnTo>
                  <a:pt x="479178" y="157226"/>
                </a:lnTo>
                <a:lnTo>
                  <a:pt x="479039" y="157902"/>
                </a:lnTo>
                <a:lnTo>
                  <a:pt x="478915" y="158533"/>
                </a:lnTo>
                <a:lnTo>
                  <a:pt x="478805" y="159119"/>
                </a:lnTo>
                <a:lnTo>
                  <a:pt x="478710" y="159660"/>
                </a:lnTo>
                <a:lnTo>
                  <a:pt x="478630" y="160155"/>
                </a:lnTo>
                <a:lnTo>
                  <a:pt x="478564" y="160606"/>
                </a:lnTo>
                <a:lnTo>
                  <a:pt x="478513" y="161011"/>
                </a:lnTo>
                <a:lnTo>
                  <a:pt x="478477" y="161371"/>
                </a:lnTo>
                <a:lnTo>
                  <a:pt x="478455" y="161686"/>
                </a:lnTo>
                <a:lnTo>
                  <a:pt x="478447" y="161956"/>
                </a:lnTo>
                <a:lnTo>
                  <a:pt x="478452" y="162567"/>
                </a:lnTo>
                <a:lnTo>
                  <a:pt x="478466" y="163164"/>
                </a:lnTo>
                <a:lnTo>
                  <a:pt x="478490" y="163745"/>
                </a:lnTo>
                <a:lnTo>
                  <a:pt x="478523" y="164311"/>
                </a:lnTo>
                <a:lnTo>
                  <a:pt x="478566" y="164862"/>
                </a:lnTo>
                <a:lnTo>
                  <a:pt x="478618" y="165397"/>
                </a:lnTo>
                <a:lnTo>
                  <a:pt x="478679" y="165918"/>
                </a:lnTo>
                <a:lnTo>
                  <a:pt x="478750" y="166424"/>
                </a:lnTo>
                <a:lnTo>
                  <a:pt x="478830" y="166915"/>
                </a:lnTo>
                <a:lnTo>
                  <a:pt x="478920" y="167391"/>
                </a:lnTo>
                <a:lnTo>
                  <a:pt x="479019" y="167852"/>
                </a:lnTo>
                <a:lnTo>
                  <a:pt x="479128" y="168297"/>
                </a:lnTo>
                <a:lnTo>
                  <a:pt x="479246" y="168728"/>
                </a:lnTo>
                <a:lnTo>
                  <a:pt x="479374" y="169144"/>
                </a:lnTo>
                <a:lnTo>
                  <a:pt x="479511" y="169544"/>
                </a:lnTo>
                <a:lnTo>
                  <a:pt x="479657" y="169930"/>
                </a:lnTo>
                <a:lnTo>
                  <a:pt x="479813" y="170300"/>
                </a:lnTo>
                <a:lnTo>
                  <a:pt x="479979" y="170656"/>
                </a:lnTo>
                <a:lnTo>
                  <a:pt x="480153" y="170996"/>
                </a:lnTo>
                <a:lnTo>
                  <a:pt x="480338" y="171322"/>
                </a:lnTo>
                <a:lnTo>
                  <a:pt x="480531" y="171632"/>
                </a:lnTo>
                <a:lnTo>
                  <a:pt x="480735" y="171927"/>
                </a:lnTo>
                <a:lnTo>
                  <a:pt x="480947" y="172208"/>
                </a:lnTo>
                <a:lnTo>
                  <a:pt x="481169" y="172473"/>
                </a:lnTo>
                <a:lnTo>
                  <a:pt x="481412" y="172736"/>
                </a:lnTo>
                <a:lnTo>
                  <a:pt x="481667" y="172987"/>
                </a:lnTo>
                <a:lnTo>
                  <a:pt x="481933" y="173227"/>
                </a:lnTo>
                <a:lnTo>
                  <a:pt x="482211" y="173456"/>
                </a:lnTo>
                <a:lnTo>
                  <a:pt x="482500" y="173674"/>
                </a:lnTo>
                <a:lnTo>
                  <a:pt x="482801" y="173880"/>
                </a:lnTo>
                <a:lnTo>
                  <a:pt x="483114" y="174076"/>
                </a:lnTo>
                <a:lnTo>
                  <a:pt x="483438" y="174260"/>
                </a:lnTo>
                <a:lnTo>
                  <a:pt x="483773" y="174433"/>
                </a:lnTo>
                <a:lnTo>
                  <a:pt x="484121" y="174595"/>
                </a:lnTo>
                <a:lnTo>
                  <a:pt x="484480" y="174746"/>
                </a:lnTo>
                <a:lnTo>
                  <a:pt x="484850" y="174886"/>
                </a:lnTo>
                <a:lnTo>
                  <a:pt x="485232" y="175014"/>
                </a:lnTo>
                <a:lnTo>
                  <a:pt x="485626" y="175131"/>
                </a:lnTo>
                <a:lnTo>
                  <a:pt x="486031" y="175238"/>
                </a:lnTo>
                <a:lnTo>
                  <a:pt x="486448" y="175332"/>
                </a:lnTo>
                <a:lnTo>
                  <a:pt x="486877" y="175416"/>
                </a:lnTo>
                <a:lnTo>
                  <a:pt x="487317" y="175489"/>
                </a:lnTo>
                <a:lnTo>
                  <a:pt x="487769" y="175550"/>
                </a:lnTo>
                <a:lnTo>
                  <a:pt x="488232" y="175601"/>
                </a:lnTo>
                <a:lnTo>
                  <a:pt x="488707" y="175640"/>
                </a:lnTo>
                <a:lnTo>
                  <a:pt x="489194" y="175668"/>
                </a:lnTo>
                <a:lnTo>
                  <a:pt x="489692" y="175684"/>
                </a:lnTo>
                <a:lnTo>
                  <a:pt x="490201" y="175690"/>
                </a:lnTo>
                <a:lnTo>
                  <a:pt x="490981" y="175679"/>
                </a:lnTo>
                <a:lnTo>
                  <a:pt x="491753" y="175645"/>
                </a:lnTo>
                <a:lnTo>
                  <a:pt x="492517" y="175589"/>
                </a:lnTo>
                <a:lnTo>
                  <a:pt x="493274" y="175510"/>
                </a:lnTo>
                <a:lnTo>
                  <a:pt x="494023" y="175409"/>
                </a:lnTo>
                <a:lnTo>
                  <a:pt x="494764" y="175286"/>
                </a:lnTo>
                <a:lnTo>
                  <a:pt x="495497" y="175140"/>
                </a:lnTo>
                <a:lnTo>
                  <a:pt x="496223" y="174971"/>
                </a:lnTo>
                <a:lnTo>
                  <a:pt x="496941" y="174780"/>
                </a:lnTo>
                <a:lnTo>
                  <a:pt x="497651" y="174567"/>
                </a:lnTo>
                <a:lnTo>
                  <a:pt x="498353" y="174331"/>
                </a:lnTo>
                <a:lnTo>
                  <a:pt x="499048" y="174073"/>
                </a:lnTo>
                <a:lnTo>
                  <a:pt x="499735" y="173792"/>
                </a:lnTo>
                <a:lnTo>
                  <a:pt x="500414" y="173489"/>
                </a:lnTo>
                <a:lnTo>
                  <a:pt x="501085" y="173163"/>
                </a:lnTo>
                <a:lnTo>
                  <a:pt x="501749" y="172815"/>
                </a:lnTo>
                <a:lnTo>
                  <a:pt x="502405" y="172444"/>
                </a:lnTo>
                <a:lnTo>
                  <a:pt x="503053" y="172051"/>
                </a:lnTo>
                <a:lnTo>
                  <a:pt x="503694" y="171636"/>
                </a:lnTo>
                <a:lnTo>
                  <a:pt x="504327" y="171198"/>
                </a:lnTo>
                <a:lnTo>
                  <a:pt x="504952" y="170737"/>
                </a:lnTo>
                <a:lnTo>
                  <a:pt x="505569" y="170255"/>
                </a:lnTo>
                <a:lnTo>
                  <a:pt x="506179" y="169749"/>
                </a:lnTo>
                <a:lnTo>
                  <a:pt x="506781" y="169221"/>
                </a:lnTo>
                <a:lnTo>
                  <a:pt x="507377" y="168686"/>
                </a:lnTo>
                <a:lnTo>
                  <a:pt x="507990" y="168115"/>
                </a:lnTo>
                <a:lnTo>
                  <a:pt x="508621" y="167511"/>
                </a:lnTo>
                <a:lnTo>
                  <a:pt x="509269" y="166871"/>
                </a:lnTo>
                <a:lnTo>
                  <a:pt x="509934" y="166197"/>
                </a:lnTo>
                <a:lnTo>
                  <a:pt x="510616" y="165489"/>
                </a:lnTo>
                <a:lnTo>
                  <a:pt x="511315" y="164746"/>
                </a:lnTo>
                <a:lnTo>
                  <a:pt x="512032" y="163969"/>
                </a:lnTo>
                <a:lnTo>
                  <a:pt x="512766" y="163157"/>
                </a:lnTo>
                <a:lnTo>
                  <a:pt x="513517" y="162310"/>
                </a:lnTo>
                <a:lnTo>
                  <a:pt x="514285" y="161429"/>
                </a:lnTo>
                <a:lnTo>
                  <a:pt x="515070" y="160513"/>
                </a:lnTo>
                <a:lnTo>
                  <a:pt x="515873" y="159563"/>
                </a:lnTo>
                <a:lnTo>
                  <a:pt x="516692" y="158578"/>
                </a:lnTo>
                <a:lnTo>
                  <a:pt x="517529" y="157559"/>
                </a:lnTo>
                <a:lnTo>
                  <a:pt x="518383" y="156505"/>
                </a:lnTo>
                <a:lnTo>
                  <a:pt x="519254" y="155417"/>
                </a:lnTo>
                <a:lnTo>
                  <a:pt x="520143" y="154294"/>
                </a:lnTo>
                <a:lnTo>
                  <a:pt x="521049" y="153136"/>
                </a:lnTo>
                <a:lnTo>
                  <a:pt x="521971" y="151944"/>
                </a:lnTo>
                <a:lnTo>
                  <a:pt x="522911" y="150718"/>
                </a:lnTo>
                <a:lnTo>
                  <a:pt x="523868" y="149457"/>
                </a:lnTo>
                <a:lnTo>
                  <a:pt x="524843" y="148161"/>
                </a:lnTo>
                <a:lnTo>
                  <a:pt x="525834" y="146831"/>
                </a:lnTo>
                <a:lnTo>
                  <a:pt x="522246" y="143487"/>
                </a:lnTo>
                <a:lnTo>
                  <a:pt x="521350" y="144633"/>
                </a:lnTo>
                <a:lnTo>
                  <a:pt x="520477" y="145743"/>
                </a:lnTo>
                <a:lnTo>
                  <a:pt x="519627" y="146818"/>
                </a:lnTo>
                <a:lnTo>
                  <a:pt x="518799" y="147858"/>
                </a:lnTo>
                <a:lnTo>
                  <a:pt x="517994" y="148862"/>
                </a:lnTo>
                <a:close/>
                <a:moveTo>
                  <a:pt x="394521" y="147329"/>
                </a:moveTo>
                <a:lnTo>
                  <a:pt x="394152" y="147693"/>
                </a:lnTo>
                <a:lnTo>
                  <a:pt x="393794" y="148046"/>
                </a:lnTo>
                <a:lnTo>
                  <a:pt x="393448" y="148389"/>
                </a:lnTo>
                <a:lnTo>
                  <a:pt x="393114" y="148721"/>
                </a:lnTo>
                <a:lnTo>
                  <a:pt x="392791" y="149042"/>
                </a:lnTo>
                <a:lnTo>
                  <a:pt x="392480" y="149353"/>
                </a:lnTo>
                <a:lnTo>
                  <a:pt x="392180" y="149652"/>
                </a:lnTo>
                <a:lnTo>
                  <a:pt x="391892" y="149941"/>
                </a:lnTo>
                <a:lnTo>
                  <a:pt x="391616" y="150220"/>
                </a:lnTo>
                <a:lnTo>
                  <a:pt x="391351" y="150487"/>
                </a:lnTo>
                <a:lnTo>
                  <a:pt x="391098" y="150744"/>
                </a:lnTo>
                <a:lnTo>
                  <a:pt x="390856" y="150990"/>
                </a:lnTo>
                <a:lnTo>
                  <a:pt x="390626" y="151225"/>
                </a:lnTo>
                <a:lnTo>
                  <a:pt x="390407" y="151449"/>
                </a:lnTo>
                <a:lnTo>
                  <a:pt x="390201" y="151663"/>
                </a:lnTo>
                <a:lnTo>
                  <a:pt x="390005" y="151866"/>
                </a:lnTo>
                <a:lnTo>
                  <a:pt x="389822" y="152058"/>
                </a:lnTo>
                <a:lnTo>
                  <a:pt x="389650" y="152240"/>
                </a:lnTo>
                <a:lnTo>
                  <a:pt x="389489" y="152410"/>
                </a:lnTo>
                <a:lnTo>
                  <a:pt x="388666" y="153260"/>
                </a:lnTo>
                <a:lnTo>
                  <a:pt x="387866" y="154073"/>
                </a:lnTo>
                <a:lnTo>
                  <a:pt x="387090" y="154851"/>
                </a:lnTo>
                <a:lnTo>
                  <a:pt x="386338" y="155592"/>
                </a:lnTo>
                <a:lnTo>
                  <a:pt x="385609" y="156297"/>
                </a:lnTo>
                <a:lnTo>
                  <a:pt x="384904" y="156966"/>
                </a:lnTo>
                <a:lnTo>
                  <a:pt x="384222" y="157598"/>
                </a:lnTo>
                <a:lnTo>
                  <a:pt x="383564" y="158195"/>
                </a:lnTo>
                <a:lnTo>
                  <a:pt x="382930" y="158755"/>
                </a:lnTo>
                <a:lnTo>
                  <a:pt x="382319" y="159279"/>
                </a:lnTo>
                <a:lnTo>
                  <a:pt x="381732" y="159767"/>
                </a:lnTo>
                <a:lnTo>
                  <a:pt x="381169" y="160219"/>
                </a:lnTo>
                <a:lnTo>
                  <a:pt x="380629" y="160635"/>
                </a:lnTo>
                <a:lnTo>
                  <a:pt x="380113" y="161015"/>
                </a:lnTo>
                <a:lnTo>
                  <a:pt x="379620" y="161358"/>
                </a:lnTo>
                <a:lnTo>
                  <a:pt x="379151" y="161666"/>
                </a:lnTo>
                <a:lnTo>
                  <a:pt x="378706" y="161937"/>
                </a:lnTo>
                <a:lnTo>
                  <a:pt x="378284" y="162172"/>
                </a:lnTo>
                <a:lnTo>
                  <a:pt x="377886" y="162371"/>
                </a:lnTo>
                <a:lnTo>
                  <a:pt x="377512" y="162533"/>
                </a:lnTo>
                <a:lnTo>
                  <a:pt x="377161" y="162660"/>
                </a:lnTo>
                <a:lnTo>
                  <a:pt x="376834" y="162750"/>
                </a:lnTo>
                <a:lnTo>
                  <a:pt x="376530" y="162804"/>
                </a:lnTo>
                <a:lnTo>
                  <a:pt x="376251" y="162822"/>
                </a:lnTo>
                <a:lnTo>
                  <a:pt x="375968" y="162817"/>
                </a:lnTo>
                <a:lnTo>
                  <a:pt x="375697" y="162799"/>
                </a:lnTo>
                <a:lnTo>
                  <a:pt x="375439" y="162770"/>
                </a:lnTo>
                <a:lnTo>
                  <a:pt x="375192" y="162730"/>
                </a:lnTo>
                <a:lnTo>
                  <a:pt x="374957" y="162677"/>
                </a:lnTo>
                <a:lnTo>
                  <a:pt x="374735" y="162613"/>
                </a:lnTo>
                <a:lnTo>
                  <a:pt x="374524" y="162538"/>
                </a:lnTo>
                <a:lnTo>
                  <a:pt x="374326" y="162451"/>
                </a:lnTo>
                <a:lnTo>
                  <a:pt x="374140" y="162352"/>
                </a:lnTo>
                <a:lnTo>
                  <a:pt x="373965" y="162242"/>
                </a:lnTo>
                <a:lnTo>
                  <a:pt x="373803" y="162120"/>
                </a:lnTo>
                <a:lnTo>
                  <a:pt x="373652" y="161986"/>
                </a:lnTo>
                <a:lnTo>
                  <a:pt x="373514" y="161841"/>
                </a:lnTo>
                <a:lnTo>
                  <a:pt x="373388" y="161684"/>
                </a:lnTo>
                <a:lnTo>
                  <a:pt x="373273" y="161516"/>
                </a:lnTo>
                <a:lnTo>
                  <a:pt x="373171" y="161336"/>
                </a:lnTo>
                <a:lnTo>
                  <a:pt x="373081" y="161144"/>
                </a:lnTo>
                <a:lnTo>
                  <a:pt x="373003" y="160941"/>
                </a:lnTo>
                <a:lnTo>
                  <a:pt x="372937" y="160726"/>
                </a:lnTo>
                <a:lnTo>
                  <a:pt x="372883" y="160500"/>
                </a:lnTo>
                <a:lnTo>
                  <a:pt x="372840" y="160262"/>
                </a:lnTo>
                <a:lnTo>
                  <a:pt x="372810" y="160012"/>
                </a:lnTo>
                <a:lnTo>
                  <a:pt x="372792" y="159751"/>
                </a:lnTo>
                <a:lnTo>
                  <a:pt x="372786" y="159478"/>
                </a:lnTo>
                <a:lnTo>
                  <a:pt x="372826" y="158546"/>
                </a:lnTo>
                <a:lnTo>
                  <a:pt x="372944" y="157362"/>
                </a:lnTo>
                <a:lnTo>
                  <a:pt x="373140" y="155924"/>
                </a:lnTo>
                <a:lnTo>
                  <a:pt x="373415" y="154234"/>
                </a:lnTo>
                <a:lnTo>
                  <a:pt x="373769" y="152291"/>
                </a:lnTo>
                <a:lnTo>
                  <a:pt x="374201" y="150094"/>
                </a:lnTo>
                <a:lnTo>
                  <a:pt x="374712" y="147645"/>
                </a:lnTo>
                <a:lnTo>
                  <a:pt x="375302" y="144943"/>
                </a:lnTo>
                <a:lnTo>
                  <a:pt x="375970" y="141988"/>
                </a:lnTo>
                <a:lnTo>
                  <a:pt x="376717" y="138780"/>
                </a:lnTo>
                <a:lnTo>
                  <a:pt x="377543" y="135320"/>
                </a:lnTo>
                <a:lnTo>
                  <a:pt x="378447" y="131606"/>
                </a:lnTo>
                <a:lnTo>
                  <a:pt x="379429" y="127639"/>
                </a:lnTo>
                <a:lnTo>
                  <a:pt x="380491" y="123420"/>
                </a:lnTo>
                <a:lnTo>
                  <a:pt x="381631" y="118947"/>
                </a:lnTo>
                <a:lnTo>
                  <a:pt x="382849" y="114222"/>
                </a:lnTo>
                <a:lnTo>
                  <a:pt x="384146" y="109244"/>
                </a:lnTo>
                <a:lnTo>
                  <a:pt x="385522" y="104013"/>
                </a:lnTo>
                <a:lnTo>
                  <a:pt x="386977" y="98529"/>
                </a:lnTo>
                <a:lnTo>
                  <a:pt x="388510" y="92791"/>
                </a:lnTo>
                <a:lnTo>
                  <a:pt x="390121" y="86802"/>
                </a:lnTo>
                <a:lnTo>
                  <a:pt x="391812" y="80559"/>
                </a:lnTo>
                <a:lnTo>
                  <a:pt x="393581" y="74063"/>
                </a:lnTo>
                <a:lnTo>
                  <a:pt x="395428" y="67314"/>
                </a:lnTo>
                <a:lnTo>
                  <a:pt x="395490" y="67097"/>
                </a:lnTo>
                <a:lnTo>
                  <a:pt x="395552" y="66881"/>
                </a:lnTo>
                <a:lnTo>
                  <a:pt x="395614" y="66664"/>
                </a:lnTo>
                <a:lnTo>
                  <a:pt x="395675" y="66447"/>
                </a:lnTo>
                <a:lnTo>
                  <a:pt x="395737" y="66230"/>
                </a:lnTo>
                <a:lnTo>
                  <a:pt x="395799" y="66013"/>
                </a:lnTo>
                <a:lnTo>
                  <a:pt x="395861" y="65796"/>
                </a:lnTo>
                <a:lnTo>
                  <a:pt x="395923" y="65580"/>
                </a:lnTo>
                <a:lnTo>
                  <a:pt x="395985" y="65363"/>
                </a:lnTo>
                <a:lnTo>
                  <a:pt x="396047" y="65146"/>
                </a:lnTo>
                <a:lnTo>
                  <a:pt x="396109" y="64929"/>
                </a:lnTo>
                <a:lnTo>
                  <a:pt x="396170" y="64712"/>
                </a:lnTo>
                <a:lnTo>
                  <a:pt x="396232" y="64495"/>
                </a:lnTo>
                <a:lnTo>
                  <a:pt x="396294" y="64279"/>
                </a:lnTo>
                <a:lnTo>
                  <a:pt x="396356" y="64062"/>
                </a:lnTo>
                <a:lnTo>
                  <a:pt x="396418" y="63845"/>
                </a:lnTo>
                <a:lnTo>
                  <a:pt x="396480" y="63628"/>
                </a:lnTo>
                <a:lnTo>
                  <a:pt x="396542" y="63411"/>
                </a:lnTo>
                <a:lnTo>
                  <a:pt x="396603" y="63194"/>
                </a:lnTo>
                <a:lnTo>
                  <a:pt x="396665" y="62977"/>
                </a:lnTo>
                <a:lnTo>
                  <a:pt x="396727" y="62761"/>
                </a:lnTo>
                <a:lnTo>
                  <a:pt x="396789" y="62544"/>
                </a:lnTo>
                <a:lnTo>
                  <a:pt x="396851" y="62327"/>
                </a:lnTo>
                <a:lnTo>
                  <a:pt x="396913" y="62110"/>
                </a:lnTo>
                <a:lnTo>
                  <a:pt x="395057" y="61368"/>
                </a:lnTo>
                <a:lnTo>
                  <a:pt x="379591" y="63100"/>
                </a:lnTo>
                <a:lnTo>
                  <a:pt x="378849" y="63842"/>
                </a:lnTo>
                <a:lnTo>
                  <a:pt x="376127" y="75983"/>
                </a:lnTo>
                <a:lnTo>
                  <a:pt x="376010" y="75497"/>
                </a:lnTo>
                <a:lnTo>
                  <a:pt x="375888" y="75021"/>
                </a:lnTo>
                <a:lnTo>
                  <a:pt x="375760" y="74557"/>
                </a:lnTo>
                <a:lnTo>
                  <a:pt x="375625" y="74103"/>
                </a:lnTo>
                <a:lnTo>
                  <a:pt x="375485" y="73659"/>
                </a:lnTo>
                <a:lnTo>
                  <a:pt x="375338" y="73227"/>
                </a:lnTo>
                <a:lnTo>
                  <a:pt x="375186" y="72805"/>
                </a:lnTo>
                <a:lnTo>
                  <a:pt x="375027" y="72393"/>
                </a:lnTo>
                <a:lnTo>
                  <a:pt x="374863" y="71993"/>
                </a:lnTo>
                <a:lnTo>
                  <a:pt x="374692" y="71603"/>
                </a:lnTo>
                <a:lnTo>
                  <a:pt x="374515" y="71224"/>
                </a:lnTo>
                <a:lnTo>
                  <a:pt x="374333" y="70855"/>
                </a:lnTo>
                <a:lnTo>
                  <a:pt x="374144" y="70497"/>
                </a:lnTo>
                <a:lnTo>
                  <a:pt x="373950" y="70150"/>
                </a:lnTo>
                <a:lnTo>
                  <a:pt x="373749" y="69813"/>
                </a:lnTo>
                <a:lnTo>
                  <a:pt x="373542" y="69487"/>
                </a:lnTo>
                <a:lnTo>
                  <a:pt x="373330" y="69172"/>
                </a:lnTo>
                <a:lnTo>
                  <a:pt x="373111" y="68867"/>
                </a:lnTo>
                <a:lnTo>
                  <a:pt x="372886" y="68573"/>
                </a:lnTo>
                <a:lnTo>
                  <a:pt x="372656" y="68290"/>
                </a:lnTo>
                <a:lnTo>
                  <a:pt x="372419" y="68018"/>
                </a:lnTo>
                <a:lnTo>
                  <a:pt x="372176" y="67756"/>
                </a:lnTo>
                <a:lnTo>
                  <a:pt x="371928" y="67505"/>
                </a:lnTo>
                <a:lnTo>
                  <a:pt x="371673" y="67264"/>
                </a:lnTo>
                <a:lnTo>
                  <a:pt x="371142" y="66783"/>
                </a:lnTo>
                <a:lnTo>
                  <a:pt x="370600" y="66322"/>
                </a:lnTo>
                <a:lnTo>
                  <a:pt x="370047" y="65882"/>
                </a:lnTo>
                <a:lnTo>
                  <a:pt x="369484" y="65462"/>
                </a:lnTo>
                <a:lnTo>
                  <a:pt x="368909" y="65063"/>
                </a:lnTo>
                <a:lnTo>
                  <a:pt x="368324" y="64684"/>
                </a:lnTo>
                <a:lnTo>
                  <a:pt x="367729" y="64326"/>
                </a:lnTo>
                <a:lnTo>
                  <a:pt x="367122" y="63988"/>
                </a:lnTo>
                <a:lnTo>
                  <a:pt x="366505" y="63671"/>
                </a:lnTo>
                <a:lnTo>
                  <a:pt x="365877" y="63374"/>
                </a:lnTo>
                <a:lnTo>
                  <a:pt x="365239" y="63098"/>
                </a:lnTo>
                <a:lnTo>
                  <a:pt x="364589" y="62842"/>
                </a:lnTo>
                <a:lnTo>
                  <a:pt x="363929" y="62606"/>
                </a:lnTo>
                <a:lnTo>
                  <a:pt x="363259" y="62391"/>
                </a:lnTo>
                <a:lnTo>
                  <a:pt x="362577" y="62197"/>
                </a:lnTo>
                <a:lnTo>
                  <a:pt x="361885" y="62023"/>
                </a:lnTo>
                <a:lnTo>
                  <a:pt x="361182" y="61869"/>
                </a:lnTo>
                <a:lnTo>
                  <a:pt x="360468" y="61736"/>
                </a:lnTo>
                <a:lnTo>
                  <a:pt x="359743" y="61624"/>
                </a:lnTo>
                <a:lnTo>
                  <a:pt x="359008" y="61532"/>
                </a:lnTo>
                <a:lnTo>
                  <a:pt x="358262" y="61460"/>
                </a:lnTo>
                <a:lnTo>
                  <a:pt x="357505" y="61409"/>
                </a:lnTo>
                <a:lnTo>
                  <a:pt x="356738" y="61378"/>
                </a:lnTo>
                <a:lnTo>
                  <a:pt x="355960" y="61368"/>
                </a:lnTo>
                <a:lnTo>
                  <a:pt x="354979" y="61381"/>
                </a:lnTo>
                <a:lnTo>
                  <a:pt x="353995" y="61419"/>
                </a:lnTo>
                <a:lnTo>
                  <a:pt x="353008" y="61484"/>
                </a:lnTo>
                <a:lnTo>
                  <a:pt x="352018" y="61574"/>
                </a:lnTo>
                <a:lnTo>
                  <a:pt x="351025" y="61690"/>
                </a:lnTo>
                <a:lnTo>
                  <a:pt x="350029" y="61832"/>
                </a:lnTo>
                <a:lnTo>
                  <a:pt x="349030" y="62000"/>
                </a:lnTo>
                <a:lnTo>
                  <a:pt x="348027" y="62193"/>
                </a:lnTo>
                <a:lnTo>
                  <a:pt x="347022" y="62413"/>
                </a:lnTo>
                <a:lnTo>
                  <a:pt x="346014" y="62658"/>
                </a:lnTo>
                <a:lnTo>
                  <a:pt x="345003" y="62929"/>
                </a:lnTo>
                <a:lnTo>
                  <a:pt x="343989" y="63226"/>
                </a:lnTo>
                <a:lnTo>
                  <a:pt x="342972" y="63548"/>
                </a:lnTo>
                <a:lnTo>
                  <a:pt x="341952" y="63896"/>
                </a:lnTo>
                <a:lnTo>
                  <a:pt x="340929" y="64271"/>
                </a:lnTo>
                <a:lnTo>
                  <a:pt x="339903" y="64671"/>
                </a:lnTo>
                <a:lnTo>
                  <a:pt x="338874" y="65096"/>
                </a:lnTo>
                <a:lnTo>
                  <a:pt x="337842" y="65548"/>
                </a:lnTo>
                <a:lnTo>
                  <a:pt x="336807" y="66025"/>
                </a:lnTo>
                <a:lnTo>
                  <a:pt x="335768" y="66528"/>
                </a:lnTo>
                <a:lnTo>
                  <a:pt x="334727" y="67057"/>
                </a:lnTo>
                <a:lnTo>
                  <a:pt x="333683" y="67612"/>
                </a:lnTo>
                <a:lnTo>
                  <a:pt x="332636" y="68193"/>
                </a:lnTo>
                <a:lnTo>
                  <a:pt x="331586" y="68799"/>
                </a:lnTo>
                <a:lnTo>
                  <a:pt x="329755" y="69892"/>
                </a:lnTo>
                <a:lnTo>
                  <a:pt x="327952" y="71024"/>
                </a:lnTo>
                <a:lnTo>
                  <a:pt x="326179" y="72196"/>
                </a:lnTo>
                <a:lnTo>
                  <a:pt x="324434" y="73406"/>
                </a:lnTo>
                <a:lnTo>
                  <a:pt x="322718" y="74656"/>
                </a:lnTo>
                <a:lnTo>
                  <a:pt x="321030" y="75945"/>
                </a:lnTo>
                <a:lnTo>
                  <a:pt x="319372" y="77272"/>
                </a:lnTo>
                <a:lnTo>
                  <a:pt x="317742" y="78639"/>
                </a:lnTo>
                <a:lnTo>
                  <a:pt x="316141" y="80046"/>
                </a:lnTo>
                <a:lnTo>
                  <a:pt x="314569" y="81491"/>
                </a:lnTo>
                <a:lnTo>
                  <a:pt x="313026" y="82975"/>
                </a:lnTo>
                <a:lnTo>
                  <a:pt x="311511" y="84499"/>
                </a:lnTo>
                <a:lnTo>
                  <a:pt x="310026" y="86061"/>
                </a:lnTo>
                <a:lnTo>
                  <a:pt x="308569" y="87663"/>
                </a:lnTo>
                <a:lnTo>
                  <a:pt x="307140" y="89304"/>
                </a:lnTo>
                <a:lnTo>
                  <a:pt x="305741" y="90984"/>
                </a:lnTo>
                <a:lnTo>
                  <a:pt x="304370" y="92703"/>
                </a:lnTo>
                <a:lnTo>
                  <a:pt x="303028" y="94461"/>
                </a:lnTo>
                <a:lnTo>
                  <a:pt x="301715" y="96258"/>
                </a:lnTo>
                <a:lnTo>
                  <a:pt x="300431" y="98095"/>
                </a:lnTo>
                <a:lnTo>
                  <a:pt x="299176" y="99970"/>
                </a:lnTo>
                <a:lnTo>
                  <a:pt x="297949" y="101885"/>
                </a:lnTo>
                <a:lnTo>
                  <a:pt x="296751" y="103839"/>
                </a:lnTo>
                <a:lnTo>
                  <a:pt x="295582" y="105832"/>
                </a:lnTo>
                <a:lnTo>
                  <a:pt x="294582" y="107606"/>
                </a:lnTo>
                <a:lnTo>
                  <a:pt x="293625" y="109379"/>
                </a:lnTo>
                <a:lnTo>
                  <a:pt x="292711" y="111150"/>
                </a:lnTo>
                <a:lnTo>
                  <a:pt x="291839" y="112919"/>
                </a:lnTo>
                <a:lnTo>
                  <a:pt x="291010" y="114687"/>
                </a:lnTo>
                <a:lnTo>
                  <a:pt x="290223" y="116453"/>
                </a:lnTo>
                <a:lnTo>
                  <a:pt x="289479" y="118217"/>
                </a:lnTo>
                <a:lnTo>
                  <a:pt x="288777" y="119979"/>
                </a:lnTo>
                <a:lnTo>
                  <a:pt x="288118" y="121740"/>
                </a:lnTo>
                <a:lnTo>
                  <a:pt x="287501" y="123499"/>
                </a:lnTo>
                <a:lnTo>
                  <a:pt x="286927" y="125256"/>
                </a:lnTo>
                <a:lnTo>
                  <a:pt x="286395" y="127012"/>
                </a:lnTo>
                <a:lnTo>
                  <a:pt x="285906" y="128766"/>
                </a:lnTo>
                <a:lnTo>
                  <a:pt x="285459" y="130518"/>
                </a:lnTo>
                <a:lnTo>
                  <a:pt x="285055" y="132268"/>
                </a:lnTo>
                <a:lnTo>
                  <a:pt x="284694" y="134017"/>
                </a:lnTo>
                <a:lnTo>
                  <a:pt x="284375" y="135764"/>
                </a:lnTo>
                <a:lnTo>
                  <a:pt x="284098" y="137509"/>
                </a:lnTo>
                <a:lnTo>
                  <a:pt x="283865" y="139253"/>
                </a:lnTo>
                <a:lnTo>
                  <a:pt x="283673" y="140994"/>
                </a:lnTo>
                <a:lnTo>
                  <a:pt x="283524" y="142735"/>
                </a:lnTo>
                <a:lnTo>
                  <a:pt x="283418" y="144473"/>
                </a:lnTo>
                <a:lnTo>
                  <a:pt x="283354" y="146210"/>
                </a:lnTo>
                <a:lnTo>
                  <a:pt x="283333" y="147944"/>
                </a:lnTo>
                <a:lnTo>
                  <a:pt x="283346" y="149100"/>
                </a:lnTo>
                <a:lnTo>
                  <a:pt x="283385" y="150233"/>
                </a:lnTo>
                <a:lnTo>
                  <a:pt x="283451" y="151345"/>
                </a:lnTo>
                <a:lnTo>
                  <a:pt x="283543" y="152434"/>
                </a:lnTo>
                <a:lnTo>
                  <a:pt x="283660" y="153502"/>
                </a:lnTo>
                <a:lnTo>
                  <a:pt x="283805" y="154548"/>
                </a:lnTo>
                <a:lnTo>
                  <a:pt x="283975" y="155572"/>
                </a:lnTo>
                <a:lnTo>
                  <a:pt x="284171" y="156573"/>
                </a:lnTo>
                <a:lnTo>
                  <a:pt x="284394" y="157553"/>
                </a:lnTo>
                <a:lnTo>
                  <a:pt x="284643" y="158511"/>
                </a:lnTo>
                <a:lnTo>
                  <a:pt x="284918" y="159447"/>
                </a:lnTo>
                <a:lnTo>
                  <a:pt x="285220" y="160361"/>
                </a:lnTo>
                <a:lnTo>
                  <a:pt x="285547" y="161254"/>
                </a:lnTo>
                <a:lnTo>
                  <a:pt x="285901" y="162124"/>
                </a:lnTo>
                <a:lnTo>
                  <a:pt x="286281" y="162972"/>
                </a:lnTo>
                <a:lnTo>
                  <a:pt x="286687" y="163799"/>
                </a:lnTo>
                <a:lnTo>
                  <a:pt x="287120" y="164603"/>
                </a:lnTo>
                <a:lnTo>
                  <a:pt x="287578" y="165385"/>
                </a:lnTo>
                <a:lnTo>
                  <a:pt x="288063" y="166146"/>
                </a:lnTo>
                <a:lnTo>
                  <a:pt x="288574" y="166885"/>
                </a:lnTo>
                <a:lnTo>
                  <a:pt x="289111" y="167601"/>
                </a:lnTo>
                <a:lnTo>
                  <a:pt x="289675" y="168296"/>
                </a:lnTo>
                <a:lnTo>
                  <a:pt x="290264" y="168969"/>
                </a:lnTo>
                <a:lnTo>
                  <a:pt x="290880" y="169620"/>
                </a:lnTo>
                <a:lnTo>
                  <a:pt x="291435" y="170155"/>
                </a:lnTo>
                <a:lnTo>
                  <a:pt x="292008" y="170668"/>
                </a:lnTo>
                <a:lnTo>
                  <a:pt x="292599" y="171158"/>
                </a:lnTo>
                <a:lnTo>
                  <a:pt x="293207" y="171626"/>
                </a:lnTo>
                <a:lnTo>
                  <a:pt x="293833" y="172070"/>
                </a:lnTo>
                <a:lnTo>
                  <a:pt x="294476" y="172492"/>
                </a:lnTo>
                <a:lnTo>
                  <a:pt x="295137" y="172891"/>
                </a:lnTo>
                <a:lnTo>
                  <a:pt x="295815" y="173267"/>
                </a:lnTo>
                <a:lnTo>
                  <a:pt x="296512" y="173620"/>
                </a:lnTo>
                <a:lnTo>
                  <a:pt x="297225" y="173951"/>
                </a:lnTo>
                <a:lnTo>
                  <a:pt x="297957" y="174259"/>
                </a:lnTo>
                <a:lnTo>
                  <a:pt x="298706" y="174543"/>
                </a:lnTo>
                <a:lnTo>
                  <a:pt x="299472" y="174806"/>
                </a:lnTo>
                <a:lnTo>
                  <a:pt x="300257" y="175045"/>
                </a:lnTo>
                <a:lnTo>
                  <a:pt x="301058" y="175262"/>
                </a:lnTo>
                <a:lnTo>
                  <a:pt x="301878" y="175455"/>
                </a:lnTo>
                <a:lnTo>
                  <a:pt x="302715" y="175626"/>
                </a:lnTo>
                <a:lnTo>
                  <a:pt x="303570" y="175774"/>
                </a:lnTo>
                <a:lnTo>
                  <a:pt x="304442" y="175900"/>
                </a:lnTo>
                <a:lnTo>
                  <a:pt x="305332" y="176002"/>
                </a:lnTo>
                <a:lnTo>
                  <a:pt x="306239" y="176082"/>
                </a:lnTo>
                <a:lnTo>
                  <a:pt x="307165" y="176139"/>
                </a:lnTo>
                <a:lnTo>
                  <a:pt x="308107" y="176173"/>
                </a:lnTo>
                <a:lnTo>
                  <a:pt x="309068" y="176185"/>
                </a:lnTo>
                <a:lnTo>
                  <a:pt x="310220" y="176167"/>
                </a:lnTo>
                <a:lnTo>
                  <a:pt x="311367" y="176113"/>
                </a:lnTo>
                <a:lnTo>
                  <a:pt x="312509" y="176024"/>
                </a:lnTo>
                <a:lnTo>
                  <a:pt x="313646" y="175898"/>
                </a:lnTo>
                <a:lnTo>
                  <a:pt x="314777" y="175737"/>
                </a:lnTo>
                <a:lnTo>
                  <a:pt x="315904" y="175540"/>
                </a:lnTo>
                <a:lnTo>
                  <a:pt x="317025" y="175308"/>
                </a:lnTo>
                <a:lnTo>
                  <a:pt x="318141" y="175039"/>
                </a:lnTo>
                <a:lnTo>
                  <a:pt x="319252" y="174735"/>
                </a:lnTo>
                <a:lnTo>
                  <a:pt x="320358" y="174395"/>
                </a:lnTo>
                <a:lnTo>
                  <a:pt x="321458" y="174019"/>
                </a:lnTo>
                <a:lnTo>
                  <a:pt x="322554" y="173607"/>
                </a:lnTo>
                <a:lnTo>
                  <a:pt x="323644" y="173159"/>
                </a:lnTo>
                <a:lnTo>
                  <a:pt x="324729" y="172676"/>
                </a:lnTo>
                <a:lnTo>
                  <a:pt x="325809" y="172157"/>
                </a:lnTo>
                <a:lnTo>
                  <a:pt x="326884" y="171602"/>
                </a:lnTo>
                <a:lnTo>
                  <a:pt x="327954" y="171011"/>
                </a:lnTo>
                <a:lnTo>
                  <a:pt x="329018" y="170384"/>
                </a:lnTo>
                <a:lnTo>
                  <a:pt x="330078" y="169722"/>
                </a:lnTo>
                <a:lnTo>
                  <a:pt x="331132" y="169024"/>
                </a:lnTo>
                <a:lnTo>
                  <a:pt x="332181" y="168290"/>
                </a:lnTo>
                <a:lnTo>
                  <a:pt x="333225" y="167520"/>
                </a:lnTo>
                <a:lnTo>
                  <a:pt x="334264" y="166714"/>
                </a:lnTo>
                <a:lnTo>
                  <a:pt x="335298" y="165873"/>
                </a:lnTo>
                <a:lnTo>
                  <a:pt x="336072" y="165216"/>
                </a:lnTo>
                <a:lnTo>
                  <a:pt x="336868" y="164508"/>
                </a:lnTo>
                <a:lnTo>
                  <a:pt x="337687" y="163749"/>
                </a:lnTo>
                <a:lnTo>
                  <a:pt x="338528" y="162940"/>
                </a:lnTo>
                <a:lnTo>
                  <a:pt x="339392" y="162079"/>
                </a:lnTo>
                <a:lnTo>
                  <a:pt x="340277" y="161168"/>
                </a:lnTo>
                <a:lnTo>
                  <a:pt x="341186" y="160205"/>
                </a:lnTo>
                <a:lnTo>
                  <a:pt x="342116" y="159192"/>
                </a:lnTo>
                <a:lnTo>
                  <a:pt x="343069" y="158128"/>
                </a:lnTo>
                <a:lnTo>
                  <a:pt x="344044" y="157013"/>
                </a:lnTo>
                <a:lnTo>
                  <a:pt x="345042" y="155846"/>
                </a:lnTo>
                <a:lnTo>
                  <a:pt x="346062" y="154630"/>
                </a:lnTo>
                <a:lnTo>
                  <a:pt x="347104" y="153362"/>
                </a:lnTo>
                <a:lnTo>
                  <a:pt x="348168" y="152043"/>
                </a:lnTo>
                <a:lnTo>
                  <a:pt x="349255" y="150673"/>
                </a:lnTo>
                <a:lnTo>
                  <a:pt x="350365" y="149253"/>
                </a:lnTo>
                <a:lnTo>
                  <a:pt x="351496" y="147781"/>
                </a:lnTo>
                <a:lnTo>
                  <a:pt x="352650" y="146259"/>
                </a:lnTo>
                <a:lnTo>
                  <a:pt x="353826" y="144685"/>
                </a:lnTo>
                <a:lnTo>
                  <a:pt x="355025" y="143061"/>
                </a:lnTo>
                <a:lnTo>
                  <a:pt x="356246" y="141386"/>
                </a:lnTo>
                <a:lnTo>
                  <a:pt x="357489" y="139660"/>
                </a:lnTo>
                <a:lnTo>
                  <a:pt x="358755" y="137883"/>
                </a:lnTo>
                <a:lnTo>
                  <a:pt x="360043" y="136055"/>
                </a:lnTo>
                <a:lnTo>
                  <a:pt x="359568" y="137902"/>
                </a:lnTo>
                <a:lnTo>
                  <a:pt x="359114" y="139694"/>
                </a:lnTo>
                <a:lnTo>
                  <a:pt x="358680" y="141432"/>
                </a:lnTo>
                <a:lnTo>
                  <a:pt x="358266" y="143116"/>
                </a:lnTo>
                <a:lnTo>
                  <a:pt x="357872" y="144746"/>
                </a:lnTo>
                <a:lnTo>
                  <a:pt x="357498" y="146321"/>
                </a:lnTo>
                <a:lnTo>
                  <a:pt x="357145" y="147841"/>
                </a:lnTo>
                <a:lnTo>
                  <a:pt x="356812" y="149308"/>
                </a:lnTo>
                <a:lnTo>
                  <a:pt x="356499" y="150720"/>
                </a:lnTo>
                <a:lnTo>
                  <a:pt x="356206" y="152077"/>
                </a:lnTo>
                <a:lnTo>
                  <a:pt x="355934" y="153381"/>
                </a:lnTo>
                <a:lnTo>
                  <a:pt x="355681" y="154630"/>
                </a:lnTo>
                <a:lnTo>
                  <a:pt x="355449" y="155824"/>
                </a:lnTo>
                <a:lnTo>
                  <a:pt x="355237" y="156964"/>
                </a:lnTo>
                <a:lnTo>
                  <a:pt x="355045" y="158050"/>
                </a:lnTo>
                <a:lnTo>
                  <a:pt x="354874" y="159082"/>
                </a:lnTo>
                <a:lnTo>
                  <a:pt x="354722" y="160059"/>
                </a:lnTo>
                <a:lnTo>
                  <a:pt x="354591" y="160982"/>
                </a:lnTo>
                <a:lnTo>
                  <a:pt x="354480" y="161851"/>
                </a:lnTo>
                <a:lnTo>
                  <a:pt x="354389" y="162665"/>
                </a:lnTo>
                <a:lnTo>
                  <a:pt x="354318" y="163425"/>
                </a:lnTo>
                <a:lnTo>
                  <a:pt x="354268" y="164130"/>
                </a:lnTo>
                <a:lnTo>
                  <a:pt x="354238" y="164781"/>
                </a:lnTo>
                <a:lnTo>
                  <a:pt x="354227" y="165378"/>
                </a:lnTo>
                <a:lnTo>
                  <a:pt x="354245" y="166240"/>
                </a:lnTo>
                <a:lnTo>
                  <a:pt x="354298" y="167065"/>
                </a:lnTo>
                <a:lnTo>
                  <a:pt x="354386" y="167853"/>
                </a:lnTo>
                <a:lnTo>
                  <a:pt x="354509" y="168605"/>
                </a:lnTo>
                <a:lnTo>
                  <a:pt x="354668" y="169320"/>
                </a:lnTo>
                <a:lnTo>
                  <a:pt x="354862" y="169998"/>
                </a:lnTo>
                <a:lnTo>
                  <a:pt x="355091" y="170639"/>
                </a:lnTo>
                <a:lnTo>
                  <a:pt x="355355" y="171244"/>
                </a:lnTo>
                <a:lnTo>
                  <a:pt x="355654" y="171813"/>
                </a:lnTo>
                <a:lnTo>
                  <a:pt x="355989" y="172344"/>
                </a:lnTo>
                <a:lnTo>
                  <a:pt x="356359" y="172839"/>
                </a:lnTo>
                <a:lnTo>
                  <a:pt x="356764" y="173298"/>
                </a:lnTo>
                <a:lnTo>
                  <a:pt x="357204" y="173719"/>
                </a:lnTo>
                <a:lnTo>
                  <a:pt x="357680" y="174104"/>
                </a:lnTo>
                <a:lnTo>
                  <a:pt x="358191" y="174452"/>
                </a:lnTo>
                <a:lnTo>
                  <a:pt x="358737" y="174764"/>
                </a:lnTo>
                <a:lnTo>
                  <a:pt x="359318" y="175039"/>
                </a:lnTo>
                <a:lnTo>
                  <a:pt x="359934" y="175277"/>
                </a:lnTo>
                <a:lnTo>
                  <a:pt x="360586" y="175479"/>
                </a:lnTo>
                <a:lnTo>
                  <a:pt x="361273" y="175644"/>
                </a:lnTo>
                <a:lnTo>
                  <a:pt x="361995" y="175772"/>
                </a:lnTo>
                <a:lnTo>
                  <a:pt x="362753" y="175864"/>
                </a:lnTo>
                <a:lnTo>
                  <a:pt x="363545" y="175919"/>
                </a:lnTo>
                <a:lnTo>
                  <a:pt x="364373" y="175937"/>
                </a:lnTo>
                <a:lnTo>
                  <a:pt x="365010" y="175928"/>
                </a:lnTo>
                <a:lnTo>
                  <a:pt x="365643" y="175901"/>
                </a:lnTo>
                <a:lnTo>
                  <a:pt x="366271" y="175856"/>
                </a:lnTo>
                <a:lnTo>
                  <a:pt x="366896" y="175792"/>
                </a:lnTo>
                <a:lnTo>
                  <a:pt x="367516" y="175711"/>
                </a:lnTo>
                <a:lnTo>
                  <a:pt x="368131" y="175611"/>
                </a:lnTo>
                <a:lnTo>
                  <a:pt x="368742" y="175493"/>
                </a:lnTo>
                <a:lnTo>
                  <a:pt x="369349" y="175357"/>
                </a:lnTo>
                <a:lnTo>
                  <a:pt x="369952" y="175203"/>
                </a:lnTo>
                <a:lnTo>
                  <a:pt x="370551" y="175030"/>
                </a:lnTo>
                <a:lnTo>
                  <a:pt x="371145" y="174840"/>
                </a:lnTo>
                <a:lnTo>
                  <a:pt x="371735" y="174631"/>
                </a:lnTo>
                <a:lnTo>
                  <a:pt x="372320" y="174405"/>
                </a:lnTo>
                <a:lnTo>
                  <a:pt x="372901" y="174160"/>
                </a:lnTo>
                <a:lnTo>
                  <a:pt x="373478" y="173897"/>
                </a:lnTo>
                <a:lnTo>
                  <a:pt x="374051" y="173616"/>
                </a:lnTo>
                <a:lnTo>
                  <a:pt x="374619" y="173317"/>
                </a:lnTo>
                <a:lnTo>
                  <a:pt x="375183" y="172999"/>
                </a:lnTo>
                <a:lnTo>
                  <a:pt x="375743" y="172664"/>
                </a:lnTo>
                <a:lnTo>
                  <a:pt x="376299" y="172310"/>
                </a:lnTo>
                <a:lnTo>
                  <a:pt x="376850" y="171938"/>
                </a:lnTo>
                <a:lnTo>
                  <a:pt x="377397" y="171548"/>
                </a:lnTo>
                <a:lnTo>
                  <a:pt x="377939" y="171140"/>
                </a:lnTo>
                <a:lnTo>
                  <a:pt x="378478" y="170714"/>
                </a:lnTo>
                <a:lnTo>
                  <a:pt x="379107" y="170187"/>
                </a:lnTo>
                <a:lnTo>
                  <a:pt x="379759" y="169623"/>
                </a:lnTo>
                <a:lnTo>
                  <a:pt x="380432" y="169022"/>
                </a:lnTo>
                <a:lnTo>
                  <a:pt x="381127" y="168384"/>
                </a:lnTo>
                <a:lnTo>
                  <a:pt x="381845" y="167709"/>
                </a:lnTo>
                <a:lnTo>
                  <a:pt x="382584" y="166997"/>
                </a:lnTo>
                <a:lnTo>
                  <a:pt x="383345" y="166247"/>
                </a:lnTo>
                <a:lnTo>
                  <a:pt x="384128" y="165461"/>
                </a:lnTo>
                <a:lnTo>
                  <a:pt x="384933" y="164637"/>
                </a:lnTo>
                <a:lnTo>
                  <a:pt x="385759" y="163776"/>
                </a:lnTo>
                <a:lnTo>
                  <a:pt x="386608" y="162878"/>
                </a:lnTo>
                <a:lnTo>
                  <a:pt x="387479" y="161943"/>
                </a:lnTo>
                <a:lnTo>
                  <a:pt x="388371" y="160971"/>
                </a:lnTo>
                <a:lnTo>
                  <a:pt x="389286" y="159961"/>
                </a:lnTo>
                <a:lnTo>
                  <a:pt x="390222" y="158915"/>
                </a:lnTo>
                <a:lnTo>
                  <a:pt x="391180" y="157831"/>
                </a:lnTo>
                <a:lnTo>
                  <a:pt x="392160" y="156710"/>
                </a:lnTo>
                <a:lnTo>
                  <a:pt x="393162" y="155552"/>
                </a:lnTo>
                <a:lnTo>
                  <a:pt x="394186" y="154357"/>
                </a:lnTo>
                <a:lnTo>
                  <a:pt x="395232" y="153125"/>
                </a:lnTo>
                <a:lnTo>
                  <a:pt x="396300" y="151855"/>
                </a:lnTo>
                <a:lnTo>
                  <a:pt x="397390" y="150549"/>
                </a:lnTo>
                <a:lnTo>
                  <a:pt x="398501" y="149205"/>
                </a:lnTo>
                <a:lnTo>
                  <a:pt x="399635" y="147825"/>
                </a:lnTo>
                <a:lnTo>
                  <a:pt x="396542" y="145346"/>
                </a:lnTo>
                <a:lnTo>
                  <a:pt x="396114" y="145764"/>
                </a:lnTo>
                <a:lnTo>
                  <a:pt x="395699" y="146172"/>
                </a:lnTo>
                <a:lnTo>
                  <a:pt x="395295" y="146568"/>
                </a:lnTo>
                <a:lnTo>
                  <a:pt x="394902" y="146954"/>
                </a:lnTo>
                <a:lnTo>
                  <a:pt x="394521" y="147329"/>
                </a:lnTo>
                <a:close/>
                <a:moveTo>
                  <a:pt x="359642" y="67332"/>
                </a:moveTo>
                <a:lnTo>
                  <a:pt x="360081" y="67415"/>
                </a:lnTo>
                <a:lnTo>
                  <a:pt x="360513" y="67507"/>
                </a:lnTo>
                <a:lnTo>
                  <a:pt x="360936" y="67609"/>
                </a:lnTo>
                <a:lnTo>
                  <a:pt x="361351" y="67720"/>
                </a:lnTo>
                <a:lnTo>
                  <a:pt x="361758" y="67841"/>
                </a:lnTo>
                <a:lnTo>
                  <a:pt x="362157" y="67971"/>
                </a:lnTo>
                <a:lnTo>
                  <a:pt x="362548" y="68111"/>
                </a:lnTo>
                <a:lnTo>
                  <a:pt x="362931" y="68260"/>
                </a:lnTo>
                <a:lnTo>
                  <a:pt x="363305" y="68418"/>
                </a:lnTo>
                <a:lnTo>
                  <a:pt x="363671" y="68586"/>
                </a:lnTo>
                <a:lnTo>
                  <a:pt x="364029" y="68764"/>
                </a:lnTo>
                <a:lnTo>
                  <a:pt x="364379" y="68951"/>
                </a:lnTo>
                <a:lnTo>
                  <a:pt x="364721" y="69147"/>
                </a:lnTo>
                <a:lnTo>
                  <a:pt x="365055" y="69353"/>
                </a:lnTo>
                <a:lnTo>
                  <a:pt x="365380" y="69568"/>
                </a:lnTo>
                <a:lnTo>
                  <a:pt x="365697" y="69793"/>
                </a:lnTo>
                <a:lnTo>
                  <a:pt x="366006" y="70027"/>
                </a:lnTo>
                <a:lnTo>
                  <a:pt x="366307" y="70270"/>
                </a:lnTo>
                <a:lnTo>
                  <a:pt x="366600" y="70523"/>
                </a:lnTo>
                <a:lnTo>
                  <a:pt x="367004" y="70910"/>
                </a:lnTo>
                <a:lnTo>
                  <a:pt x="367390" y="71306"/>
                </a:lnTo>
                <a:lnTo>
                  <a:pt x="367760" y="71712"/>
                </a:lnTo>
                <a:lnTo>
                  <a:pt x="368112" y="72128"/>
                </a:lnTo>
                <a:lnTo>
                  <a:pt x="368447" y="72554"/>
                </a:lnTo>
                <a:lnTo>
                  <a:pt x="368765" y="72990"/>
                </a:lnTo>
                <a:lnTo>
                  <a:pt x="369066" y="73436"/>
                </a:lnTo>
                <a:lnTo>
                  <a:pt x="369349" y="73891"/>
                </a:lnTo>
                <a:lnTo>
                  <a:pt x="369616" y="74357"/>
                </a:lnTo>
                <a:lnTo>
                  <a:pt x="369865" y="74832"/>
                </a:lnTo>
                <a:lnTo>
                  <a:pt x="370097" y="75318"/>
                </a:lnTo>
                <a:lnTo>
                  <a:pt x="370312" y="75813"/>
                </a:lnTo>
                <a:lnTo>
                  <a:pt x="370509" y="76318"/>
                </a:lnTo>
                <a:lnTo>
                  <a:pt x="370690" y="76833"/>
                </a:lnTo>
                <a:lnTo>
                  <a:pt x="370853" y="77357"/>
                </a:lnTo>
                <a:lnTo>
                  <a:pt x="370999" y="77892"/>
                </a:lnTo>
                <a:lnTo>
                  <a:pt x="371128" y="78436"/>
                </a:lnTo>
                <a:lnTo>
                  <a:pt x="371240" y="78991"/>
                </a:lnTo>
                <a:lnTo>
                  <a:pt x="371334" y="79555"/>
                </a:lnTo>
                <a:lnTo>
                  <a:pt x="371412" y="80129"/>
                </a:lnTo>
                <a:lnTo>
                  <a:pt x="371472" y="80713"/>
                </a:lnTo>
                <a:lnTo>
                  <a:pt x="371515" y="81307"/>
                </a:lnTo>
                <a:lnTo>
                  <a:pt x="371540" y="81911"/>
                </a:lnTo>
                <a:lnTo>
                  <a:pt x="371549" y="82525"/>
                </a:lnTo>
                <a:lnTo>
                  <a:pt x="371522" y="84440"/>
                </a:lnTo>
                <a:lnTo>
                  <a:pt x="371440" y="86371"/>
                </a:lnTo>
                <a:lnTo>
                  <a:pt x="371304" y="88319"/>
                </a:lnTo>
                <a:lnTo>
                  <a:pt x="371113" y="90282"/>
                </a:lnTo>
                <a:lnTo>
                  <a:pt x="370867" y="92261"/>
                </a:lnTo>
                <a:lnTo>
                  <a:pt x="370567" y="94255"/>
                </a:lnTo>
                <a:lnTo>
                  <a:pt x="370212" y="96266"/>
                </a:lnTo>
                <a:lnTo>
                  <a:pt x="369803" y="98293"/>
                </a:lnTo>
                <a:lnTo>
                  <a:pt x="369339" y="100335"/>
                </a:lnTo>
                <a:lnTo>
                  <a:pt x="368821" y="102394"/>
                </a:lnTo>
                <a:lnTo>
                  <a:pt x="368248" y="104468"/>
                </a:lnTo>
                <a:lnTo>
                  <a:pt x="367621" y="106558"/>
                </a:lnTo>
                <a:lnTo>
                  <a:pt x="366939" y="108665"/>
                </a:lnTo>
                <a:lnTo>
                  <a:pt x="366202" y="110787"/>
                </a:lnTo>
                <a:lnTo>
                  <a:pt x="365411" y="112924"/>
                </a:lnTo>
                <a:lnTo>
                  <a:pt x="364565" y="115078"/>
                </a:lnTo>
                <a:lnTo>
                  <a:pt x="363665" y="117248"/>
                </a:lnTo>
                <a:lnTo>
                  <a:pt x="362710" y="119434"/>
                </a:lnTo>
                <a:lnTo>
                  <a:pt x="361701" y="121635"/>
                </a:lnTo>
                <a:lnTo>
                  <a:pt x="360637" y="123852"/>
                </a:lnTo>
                <a:lnTo>
                  <a:pt x="359519" y="126086"/>
                </a:lnTo>
                <a:lnTo>
                  <a:pt x="358346" y="128335"/>
                </a:lnTo>
                <a:lnTo>
                  <a:pt x="357118" y="130600"/>
                </a:lnTo>
                <a:lnTo>
                  <a:pt x="355836" y="132881"/>
                </a:lnTo>
                <a:lnTo>
                  <a:pt x="355297" y="133805"/>
                </a:lnTo>
                <a:lnTo>
                  <a:pt x="354753" y="134720"/>
                </a:lnTo>
                <a:lnTo>
                  <a:pt x="354204" y="135626"/>
                </a:lnTo>
                <a:lnTo>
                  <a:pt x="353650" y="136524"/>
                </a:lnTo>
                <a:lnTo>
                  <a:pt x="353091" y="137413"/>
                </a:lnTo>
                <a:lnTo>
                  <a:pt x="352526" y="138294"/>
                </a:lnTo>
                <a:lnTo>
                  <a:pt x="351957" y="139166"/>
                </a:lnTo>
                <a:lnTo>
                  <a:pt x="351382" y="140030"/>
                </a:lnTo>
                <a:lnTo>
                  <a:pt x="350802" y="140884"/>
                </a:lnTo>
                <a:lnTo>
                  <a:pt x="350217" y="141731"/>
                </a:lnTo>
                <a:lnTo>
                  <a:pt x="349626" y="142568"/>
                </a:lnTo>
                <a:lnTo>
                  <a:pt x="349031" y="143398"/>
                </a:lnTo>
                <a:lnTo>
                  <a:pt x="348430" y="144218"/>
                </a:lnTo>
                <a:lnTo>
                  <a:pt x="347825" y="145030"/>
                </a:lnTo>
                <a:lnTo>
                  <a:pt x="347214" y="145833"/>
                </a:lnTo>
                <a:lnTo>
                  <a:pt x="346598" y="146628"/>
                </a:lnTo>
                <a:lnTo>
                  <a:pt x="345977" y="147414"/>
                </a:lnTo>
                <a:lnTo>
                  <a:pt x="345350" y="148192"/>
                </a:lnTo>
                <a:lnTo>
                  <a:pt x="344719" y="148961"/>
                </a:lnTo>
                <a:lnTo>
                  <a:pt x="344082" y="149721"/>
                </a:lnTo>
                <a:lnTo>
                  <a:pt x="343440" y="150473"/>
                </a:lnTo>
                <a:lnTo>
                  <a:pt x="342793" y="151216"/>
                </a:lnTo>
                <a:lnTo>
                  <a:pt x="342141" y="151951"/>
                </a:lnTo>
                <a:lnTo>
                  <a:pt x="341484" y="152677"/>
                </a:lnTo>
                <a:lnTo>
                  <a:pt x="340635" y="153586"/>
                </a:lnTo>
                <a:lnTo>
                  <a:pt x="339781" y="154456"/>
                </a:lnTo>
                <a:lnTo>
                  <a:pt x="338920" y="155287"/>
                </a:lnTo>
                <a:lnTo>
                  <a:pt x="338054" y="156079"/>
                </a:lnTo>
                <a:lnTo>
                  <a:pt x="337181" y="156833"/>
                </a:lnTo>
                <a:lnTo>
                  <a:pt x="336303" y="157549"/>
                </a:lnTo>
                <a:lnTo>
                  <a:pt x="335418" y="158225"/>
                </a:lnTo>
                <a:lnTo>
                  <a:pt x="334528" y="158863"/>
                </a:lnTo>
                <a:lnTo>
                  <a:pt x="333631" y="159463"/>
                </a:lnTo>
                <a:lnTo>
                  <a:pt x="332729" y="160023"/>
                </a:lnTo>
                <a:lnTo>
                  <a:pt x="331820" y="160545"/>
                </a:lnTo>
                <a:lnTo>
                  <a:pt x="330905" y="161028"/>
                </a:lnTo>
                <a:lnTo>
                  <a:pt x="329985" y="161473"/>
                </a:lnTo>
                <a:lnTo>
                  <a:pt x="329058" y="161879"/>
                </a:lnTo>
                <a:lnTo>
                  <a:pt x="328125" y="162246"/>
                </a:lnTo>
                <a:lnTo>
                  <a:pt x="327187" y="162575"/>
                </a:lnTo>
                <a:lnTo>
                  <a:pt x="326242" y="162865"/>
                </a:lnTo>
                <a:lnTo>
                  <a:pt x="325291" y="163116"/>
                </a:lnTo>
                <a:lnTo>
                  <a:pt x="324335" y="163329"/>
                </a:lnTo>
                <a:lnTo>
                  <a:pt x="323372" y="163503"/>
                </a:lnTo>
                <a:lnTo>
                  <a:pt x="322403" y="163638"/>
                </a:lnTo>
                <a:lnTo>
                  <a:pt x="321428" y="163735"/>
                </a:lnTo>
                <a:lnTo>
                  <a:pt x="320447" y="163793"/>
                </a:lnTo>
                <a:lnTo>
                  <a:pt x="319461" y="163812"/>
                </a:lnTo>
                <a:lnTo>
                  <a:pt x="318959" y="163805"/>
                </a:lnTo>
                <a:lnTo>
                  <a:pt x="318463" y="163781"/>
                </a:lnTo>
                <a:lnTo>
                  <a:pt x="317974" y="163743"/>
                </a:lnTo>
                <a:lnTo>
                  <a:pt x="317491" y="163689"/>
                </a:lnTo>
                <a:lnTo>
                  <a:pt x="317015" y="163619"/>
                </a:lnTo>
                <a:lnTo>
                  <a:pt x="316545" y="163534"/>
                </a:lnTo>
                <a:lnTo>
                  <a:pt x="316082" y="163433"/>
                </a:lnTo>
                <a:lnTo>
                  <a:pt x="315625" y="163317"/>
                </a:lnTo>
                <a:lnTo>
                  <a:pt x="315175" y="163186"/>
                </a:lnTo>
                <a:lnTo>
                  <a:pt x="314731" y="163039"/>
                </a:lnTo>
                <a:lnTo>
                  <a:pt x="314293" y="162877"/>
                </a:lnTo>
                <a:lnTo>
                  <a:pt x="313862" y="162699"/>
                </a:lnTo>
                <a:lnTo>
                  <a:pt x="313437" y="162505"/>
                </a:lnTo>
                <a:lnTo>
                  <a:pt x="313019" y="162297"/>
                </a:lnTo>
                <a:lnTo>
                  <a:pt x="312607" y="162072"/>
                </a:lnTo>
                <a:lnTo>
                  <a:pt x="312202" y="161833"/>
                </a:lnTo>
                <a:lnTo>
                  <a:pt x="311803" y="161577"/>
                </a:lnTo>
                <a:lnTo>
                  <a:pt x="311411" y="161307"/>
                </a:lnTo>
                <a:lnTo>
                  <a:pt x="311025" y="161021"/>
                </a:lnTo>
                <a:lnTo>
                  <a:pt x="310645" y="160719"/>
                </a:lnTo>
                <a:lnTo>
                  <a:pt x="310272" y="160402"/>
                </a:lnTo>
                <a:lnTo>
                  <a:pt x="309905" y="160070"/>
                </a:lnTo>
                <a:lnTo>
                  <a:pt x="309545" y="159722"/>
                </a:lnTo>
                <a:lnTo>
                  <a:pt x="309191" y="159358"/>
                </a:lnTo>
                <a:lnTo>
                  <a:pt x="308818" y="158948"/>
                </a:lnTo>
                <a:lnTo>
                  <a:pt x="308460" y="158520"/>
                </a:lnTo>
                <a:lnTo>
                  <a:pt x="308119" y="158076"/>
                </a:lnTo>
                <a:lnTo>
                  <a:pt x="307793" y="157616"/>
                </a:lnTo>
                <a:lnTo>
                  <a:pt x="307483" y="157138"/>
                </a:lnTo>
                <a:lnTo>
                  <a:pt x="307189" y="156644"/>
                </a:lnTo>
                <a:lnTo>
                  <a:pt x="306911" y="156133"/>
                </a:lnTo>
                <a:lnTo>
                  <a:pt x="306648" y="155605"/>
                </a:lnTo>
                <a:lnTo>
                  <a:pt x="306402" y="155061"/>
                </a:lnTo>
                <a:lnTo>
                  <a:pt x="306171" y="154499"/>
                </a:lnTo>
                <a:lnTo>
                  <a:pt x="305957" y="153921"/>
                </a:lnTo>
                <a:lnTo>
                  <a:pt x="305758" y="153327"/>
                </a:lnTo>
                <a:lnTo>
                  <a:pt x="305575" y="152715"/>
                </a:lnTo>
                <a:lnTo>
                  <a:pt x="305408" y="152087"/>
                </a:lnTo>
                <a:lnTo>
                  <a:pt x="305257" y="151442"/>
                </a:lnTo>
                <a:lnTo>
                  <a:pt x="305122" y="150780"/>
                </a:lnTo>
                <a:lnTo>
                  <a:pt x="305003" y="150101"/>
                </a:lnTo>
                <a:lnTo>
                  <a:pt x="304900" y="149406"/>
                </a:lnTo>
                <a:lnTo>
                  <a:pt x="304812" y="148694"/>
                </a:lnTo>
                <a:lnTo>
                  <a:pt x="304741" y="147965"/>
                </a:lnTo>
                <a:lnTo>
                  <a:pt x="304685" y="147220"/>
                </a:lnTo>
                <a:lnTo>
                  <a:pt x="304645" y="146457"/>
                </a:lnTo>
                <a:lnTo>
                  <a:pt x="304622" y="145678"/>
                </a:lnTo>
                <a:lnTo>
                  <a:pt x="304614" y="144882"/>
                </a:lnTo>
                <a:lnTo>
                  <a:pt x="304630" y="143735"/>
                </a:lnTo>
                <a:lnTo>
                  <a:pt x="304677" y="142562"/>
                </a:lnTo>
                <a:lnTo>
                  <a:pt x="304757" y="141362"/>
                </a:lnTo>
                <a:lnTo>
                  <a:pt x="304868" y="140136"/>
                </a:lnTo>
                <a:lnTo>
                  <a:pt x="305011" y="138884"/>
                </a:lnTo>
                <a:lnTo>
                  <a:pt x="305186" y="137606"/>
                </a:lnTo>
                <a:lnTo>
                  <a:pt x="305393" y="136301"/>
                </a:lnTo>
                <a:lnTo>
                  <a:pt x="305631" y="134971"/>
                </a:lnTo>
                <a:lnTo>
                  <a:pt x="305901" y="133614"/>
                </a:lnTo>
                <a:lnTo>
                  <a:pt x="306203" y="132231"/>
                </a:lnTo>
                <a:lnTo>
                  <a:pt x="306537" y="130821"/>
                </a:lnTo>
                <a:lnTo>
                  <a:pt x="306903" y="129386"/>
                </a:lnTo>
                <a:lnTo>
                  <a:pt x="307300" y="127924"/>
                </a:lnTo>
                <a:lnTo>
                  <a:pt x="307729" y="126436"/>
                </a:lnTo>
                <a:lnTo>
                  <a:pt x="308190" y="124922"/>
                </a:lnTo>
                <a:lnTo>
                  <a:pt x="308683" y="123382"/>
                </a:lnTo>
                <a:lnTo>
                  <a:pt x="309207" y="121815"/>
                </a:lnTo>
                <a:lnTo>
                  <a:pt x="309764" y="120222"/>
                </a:lnTo>
                <a:lnTo>
                  <a:pt x="310352" y="118603"/>
                </a:lnTo>
                <a:lnTo>
                  <a:pt x="310972" y="116958"/>
                </a:lnTo>
                <a:lnTo>
                  <a:pt x="311623" y="115287"/>
                </a:lnTo>
                <a:lnTo>
                  <a:pt x="312307" y="113589"/>
                </a:lnTo>
                <a:lnTo>
                  <a:pt x="313022" y="111865"/>
                </a:lnTo>
                <a:lnTo>
                  <a:pt x="313769" y="110115"/>
                </a:lnTo>
                <a:lnTo>
                  <a:pt x="314631" y="108158"/>
                </a:lnTo>
                <a:lnTo>
                  <a:pt x="315503" y="106244"/>
                </a:lnTo>
                <a:lnTo>
                  <a:pt x="316387" y="104374"/>
                </a:lnTo>
                <a:lnTo>
                  <a:pt x="317282" y="102548"/>
                </a:lnTo>
                <a:lnTo>
                  <a:pt x="318188" y="100765"/>
                </a:lnTo>
                <a:lnTo>
                  <a:pt x="319105" y="99027"/>
                </a:lnTo>
                <a:lnTo>
                  <a:pt x="320033" y="97332"/>
                </a:lnTo>
                <a:lnTo>
                  <a:pt x="320973" y="95681"/>
                </a:lnTo>
                <a:lnTo>
                  <a:pt x="321924" y="94074"/>
                </a:lnTo>
                <a:lnTo>
                  <a:pt x="322885" y="92510"/>
                </a:lnTo>
                <a:lnTo>
                  <a:pt x="323859" y="90991"/>
                </a:lnTo>
                <a:lnTo>
                  <a:pt x="324843" y="89515"/>
                </a:lnTo>
                <a:lnTo>
                  <a:pt x="325838" y="88083"/>
                </a:lnTo>
                <a:lnTo>
                  <a:pt x="326845" y="86695"/>
                </a:lnTo>
                <a:lnTo>
                  <a:pt x="327862" y="85351"/>
                </a:lnTo>
                <a:lnTo>
                  <a:pt x="328891" y="84051"/>
                </a:lnTo>
                <a:lnTo>
                  <a:pt x="329931" y="82794"/>
                </a:lnTo>
                <a:lnTo>
                  <a:pt x="330983" y="81581"/>
                </a:lnTo>
                <a:lnTo>
                  <a:pt x="332045" y="80412"/>
                </a:lnTo>
                <a:lnTo>
                  <a:pt x="333119" y="79287"/>
                </a:lnTo>
                <a:lnTo>
                  <a:pt x="334203" y="78206"/>
                </a:lnTo>
                <a:lnTo>
                  <a:pt x="335299" y="77168"/>
                </a:lnTo>
                <a:lnTo>
                  <a:pt x="336406" y="76175"/>
                </a:lnTo>
                <a:lnTo>
                  <a:pt x="337525" y="75225"/>
                </a:lnTo>
                <a:lnTo>
                  <a:pt x="338399" y="74509"/>
                </a:lnTo>
                <a:lnTo>
                  <a:pt x="339269" y="73826"/>
                </a:lnTo>
                <a:lnTo>
                  <a:pt x="340134" y="73176"/>
                </a:lnTo>
                <a:lnTo>
                  <a:pt x="340996" y="72558"/>
                </a:lnTo>
                <a:lnTo>
                  <a:pt x="341853" y="71973"/>
                </a:lnTo>
                <a:lnTo>
                  <a:pt x="342706" y="71420"/>
                </a:lnTo>
                <a:lnTo>
                  <a:pt x="343554" y="70901"/>
                </a:lnTo>
                <a:lnTo>
                  <a:pt x="344398" y="70413"/>
                </a:lnTo>
                <a:lnTo>
                  <a:pt x="345238" y="69959"/>
                </a:lnTo>
                <a:lnTo>
                  <a:pt x="346074" y="69537"/>
                </a:lnTo>
                <a:lnTo>
                  <a:pt x="346905" y="69148"/>
                </a:lnTo>
                <a:lnTo>
                  <a:pt x="347732" y="68791"/>
                </a:lnTo>
                <a:lnTo>
                  <a:pt x="348555" y="68467"/>
                </a:lnTo>
                <a:lnTo>
                  <a:pt x="349373" y="68176"/>
                </a:lnTo>
                <a:lnTo>
                  <a:pt x="350187" y="67917"/>
                </a:lnTo>
                <a:lnTo>
                  <a:pt x="350997" y="67691"/>
                </a:lnTo>
                <a:lnTo>
                  <a:pt x="351802" y="67498"/>
                </a:lnTo>
                <a:lnTo>
                  <a:pt x="352604" y="67337"/>
                </a:lnTo>
                <a:lnTo>
                  <a:pt x="353401" y="67209"/>
                </a:lnTo>
                <a:lnTo>
                  <a:pt x="354193" y="67114"/>
                </a:lnTo>
                <a:lnTo>
                  <a:pt x="354981" y="67051"/>
                </a:lnTo>
                <a:lnTo>
                  <a:pt x="355765" y="67021"/>
                </a:lnTo>
                <a:lnTo>
                  <a:pt x="356545" y="67024"/>
                </a:lnTo>
                <a:lnTo>
                  <a:pt x="357321" y="67059"/>
                </a:lnTo>
                <a:lnTo>
                  <a:pt x="357801" y="67095"/>
                </a:lnTo>
                <a:lnTo>
                  <a:pt x="358273" y="67140"/>
                </a:lnTo>
                <a:lnTo>
                  <a:pt x="358738" y="67194"/>
                </a:lnTo>
                <a:lnTo>
                  <a:pt x="359194" y="67258"/>
                </a:lnTo>
                <a:lnTo>
                  <a:pt x="359642" y="67332"/>
                </a:lnTo>
                <a:close/>
                <a:moveTo>
                  <a:pt x="745835" y="148795"/>
                </a:moveTo>
                <a:lnTo>
                  <a:pt x="744894" y="149544"/>
                </a:lnTo>
                <a:lnTo>
                  <a:pt x="743970" y="150271"/>
                </a:lnTo>
                <a:lnTo>
                  <a:pt x="743063" y="150978"/>
                </a:lnTo>
                <a:lnTo>
                  <a:pt x="742175" y="151664"/>
                </a:lnTo>
                <a:lnTo>
                  <a:pt x="741304" y="152329"/>
                </a:lnTo>
                <a:lnTo>
                  <a:pt x="740450" y="152974"/>
                </a:lnTo>
                <a:lnTo>
                  <a:pt x="739615" y="153597"/>
                </a:lnTo>
                <a:lnTo>
                  <a:pt x="738796" y="154200"/>
                </a:lnTo>
                <a:lnTo>
                  <a:pt x="737996" y="154782"/>
                </a:lnTo>
                <a:lnTo>
                  <a:pt x="737213" y="155344"/>
                </a:lnTo>
                <a:lnTo>
                  <a:pt x="736448" y="155884"/>
                </a:lnTo>
                <a:lnTo>
                  <a:pt x="735700" y="156404"/>
                </a:lnTo>
                <a:lnTo>
                  <a:pt x="734970" y="156903"/>
                </a:lnTo>
                <a:lnTo>
                  <a:pt x="734257" y="157381"/>
                </a:lnTo>
                <a:lnTo>
                  <a:pt x="733562" y="157839"/>
                </a:lnTo>
                <a:lnTo>
                  <a:pt x="732885" y="158276"/>
                </a:lnTo>
                <a:lnTo>
                  <a:pt x="732225" y="158691"/>
                </a:lnTo>
                <a:lnTo>
                  <a:pt x="731583" y="159087"/>
                </a:lnTo>
                <a:lnTo>
                  <a:pt x="730959" y="159461"/>
                </a:lnTo>
                <a:lnTo>
                  <a:pt x="730352" y="159814"/>
                </a:lnTo>
                <a:lnTo>
                  <a:pt x="729630" y="160221"/>
                </a:lnTo>
                <a:lnTo>
                  <a:pt x="728906" y="160611"/>
                </a:lnTo>
                <a:lnTo>
                  <a:pt x="728181" y="160983"/>
                </a:lnTo>
                <a:lnTo>
                  <a:pt x="727455" y="161338"/>
                </a:lnTo>
                <a:lnTo>
                  <a:pt x="726727" y="161676"/>
                </a:lnTo>
                <a:lnTo>
                  <a:pt x="725999" y="161996"/>
                </a:lnTo>
                <a:lnTo>
                  <a:pt x="725268" y="162300"/>
                </a:lnTo>
                <a:lnTo>
                  <a:pt x="724537" y="162585"/>
                </a:lnTo>
                <a:lnTo>
                  <a:pt x="723804" y="162854"/>
                </a:lnTo>
                <a:lnTo>
                  <a:pt x="723070" y="163105"/>
                </a:lnTo>
                <a:lnTo>
                  <a:pt x="722335" y="163339"/>
                </a:lnTo>
                <a:lnTo>
                  <a:pt x="721599" y="163555"/>
                </a:lnTo>
                <a:lnTo>
                  <a:pt x="720861" y="163754"/>
                </a:lnTo>
                <a:lnTo>
                  <a:pt x="720122" y="163936"/>
                </a:lnTo>
                <a:lnTo>
                  <a:pt x="719381" y="164101"/>
                </a:lnTo>
                <a:lnTo>
                  <a:pt x="718640" y="164248"/>
                </a:lnTo>
                <a:lnTo>
                  <a:pt x="717897" y="164378"/>
                </a:lnTo>
                <a:lnTo>
                  <a:pt x="717152" y="164490"/>
                </a:lnTo>
                <a:lnTo>
                  <a:pt x="716407" y="164586"/>
                </a:lnTo>
                <a:lnTo>
                  <a:pt x="715660" y="164664"/>
                </a:lnTo>
                <a:lnTo>
                  <a:pt x="714912" y="164724"/>
                </a:lnTo>
                <a:lnTo>
                  <a:pt x="714162" y="164767"/>
                </a:lnTo>
                <a:lnTo>
                  <a:pt x="713411" y="164793"/>
                </a:lnTo>
                <a:lnTo>
                  <a:pt x="712659" y="164802"/>
                </a:lnTo>
                <a:lnTo>
                  <a:pt x="711820" y="164792"/>
                </a:lnTo>
                <a:lnTo>
                  <a:pt x="710993" y="164761"/>
                </a:lnTo>
                <a:lnTo>
                  <a:pt x="710177" y="164709"/>
                </a:lnTo>
                <a:lnTo>
                  <a:pt x="709374" y="164636"/>
                </a:lnTo>
                <a:lnTo>
                  <a:pt x="708583" y="164543"/>
                </a:lnTo>
                <a:lnTo>
                  <a:pt x="707803" y="164429"/>
                </a:lnTo>
                <a:lnTo>
                  <a:pt x="707036" y="164295"/>
                </a:lnTo>
                <a:lnTo>
                  <a:pt x="706281" y="164139"/>
                </a:lnTo>
                <a:lnTo>
                  <a:pt x="705538" y="163963"/>
                </a:lnTo>
                <a:lnTo>
                  <a:pt x="704806" y="163766"/>
                </a:lnTo>
                <a:lnTo>
                  <a:pt x="704087" y="163549"/>
                </a:lnTo>
                <a:lnTo>
                  <a:pt x="703380" y="163311"/>
                </a:lnTo>
                <a:lnTo>
                  <a:pt x="702685" y="163052"/>
                </a:lnTo>
                <a:lnTo>
                  <a:pt x="702002" y="162772"/>
                </a:lnTo>
                <a:lnTo>
                  <a:pt x="701331" y="162472"/>
                </a:lnTo>
                <a:lnTo>
                  <a:pt x="700672" y="162151"/>
                </a:lnTo>
                <a:lnTo>
                  <a:pt x="700025" y="161809"/>
                </a:lnTo>
                <a:lnTo>
                  <a:pt x="699390" y="161446"/>
                </a:lnTo>
                <a:lnTo>
                  <a:pt x="698767" y="161063"/>
                </a:lnTo>
                <a:lnTo>
                  <a:pt x="698156" y="160659"/>
                </a:lnTo>
                <a:lnTo>
                  <a:pt x="697557" y="160234"/>
                </a:lnTo>
                <a:lnTo>
                  <a:pt x="696970" y="159789"/>
                </a:lnTo>
                <a:lnTo>
                  <a:pt x="696396" y="159323"/>
                </a:lnTo>
                <a:lnTo>
                  <a:pt x="695833" y="158836"/>
                </a:lnTo>
                <a:lnTo>
                  <a:pt x="695267" y="158320"/>
                </a:lnTo>
                <a:lnTo>
                  <a:pt x="694726" y="157788"/>
                </a:lnTo>
                <a:lnTo>
                  <a:pt x="694209" y="157238"/>
                </a:lnTo>
                <a:lnTo>
                  <a:pt x="693716" y="156672"/>
                </a:lnTo>
                <a:lnTo>
                  <a:pt x="693247" y="156088"/>
                </a:lnTo>
                <a:lnTo>
                  <a:pt x="692802" y="155488"/>
                </a:lnTo>
                <a:lnTo>
                  <a:pt x="692381" y="154871"/>
                </a:lnTo>
                <a:lnTo>
                  <a:pt x="691984" y="154238"/>
                </a:lnTo>
                <a:lnTo>
                  <a:pt x="691611" y="153587"/>
                </a:lnTo>
                <a:lnTo>
                  <a:pt x="691262" y="152920"/>
                </a:lnTo>
                <a:lnTo>
                  <a:pt x="690937" y="152236"/>
                </a:lnTo>
                <a:lnTo>
                  <a:pt x="690636" y="151534"/>
                </a:lnTo>
                <a:lnTo>
                  <a:pt x="690360" y="150817"/>
                </a:lnTo>
                <a:lnTo>
                  <a:pt x="690107" y="150082"/>
                </a:lnTo>
                <a:lnTo>
                  <a:pt x="689879" y="149330"/>
                </a:lnTo>
                <a:lnTo>
                  <a:pt x="689674" y="148562"/>
                </a:lnTo>
                <a:lnTo>
                  <a:pt x="689494" y="147777"/>
                </a:lnTo>
                <a:lnTo>
                  <a:pt x="689337" y="146975"/>
                </a:lnTo>
                <a:lnTo>
                  <a:pt x="689205" y="146156"/>
                </a:lnTo>
                <a:lnTo>
                  <a:pt x="689097" y="145320"/>
                </a:lnTo>
                <a:lnTo>
                  <a:pt x="689012" y="144467"/>
                </a:lnTo>
                <a:lnTo>
                  <a:pt x="688952" y="143598"/>
                </a:lnTo>
                <a:lnTo>
                  <a:pt x="688916" y="142712"/>
                </a:lnTo>
                <a:lnTo>
                  <a:pt x="688904" y="141808"/>
                </a:lnTo>
                <a:lnTo>
                  <a:pt x="688909" y="141364"/>
                </a:lnTo>
                <a:lnTo>
                  <a:pt x="688922" y="140901"/>
                </a:lnTo>
                <a:lnTo>
                  <a:pt x="688945" y="140420"/>
                </a:lnTo>
                <a:lnTo>
                  <a:pt x="688976" y="139920"/>
                </a:lnTo>
                <a:lnTo>
                  <a:pt x="689017" y="139402"/>
                </a:lnTo>
                <a:lnTo>
                  <a:pt x="689067" y="138864"/>
                </a:lnTo>
                <a:lnTo>
                  <a:pt x="689125" y="138309"/>
                </a:lnTo>
                <a:lnTo>
                  <a:pt x="689193" y="137735"/>
                </a:lnTo>
                <a:lnTo>
                  <a:pt x="689270" y="137142"/>
                </a:lnTo>
                <a:lnTo>
                  <a:pt x="689355" y="136530"/>
                </a:lnTo>
                <a:lnTo>
                  <a:pt x="689450" y="135901"/>
                </a:lnTo>
                <a:lnTo>
                  <a:pt x="689554" y="135252"/>
                </a:lnTo>
                <a:lnTo>
                  <a:pt x="689667" y="134585"/>
                </a:lnTo>
                <a:lnTo>
                  <a:pt x="689788" y="133899"/>
                </a:lnTo>
                <a:lnTo>
                  <a:pt x="689919" y="133195"/>
                </a:lnTo>
                <a:lnTo>
                  <a:pt x="690059" y="132472"/>
                </a:lnTo>
                <a:lnTo>
                  <a:pt x="690208" y="131731"/>
                </a:lnTo>
                <a:lnTo>
                  <a:pt x="690366" y="130971"/>
                </a:lnTo>
                <a:lnTo>
                  <a:pt x="690533" y="130193"/>
                </a:lnTo>
                <a:lnTo>
                  <a:pt x="690709" y="129396"/>
                </a:lnTo>
                <a:lnTo>
                  <a:pt x="690893" y="128580"/>
                </a:lnTo>
                <a:lnTo>
                  <a:pt x="691087" y="127746"/>
                </a:lnTo>
                <a:lnTo>
                  <a:pt x="691290" y="126893"/>
                </a:lnTo>
                <a:lnTo>
                  <a:pt x="691502" y="126022"/>
                </a:lnTo>
                <a:lnTo>
                  <a:pt x="698555" y="125032"/>
                </a:lnTo>
                <a:lnTo>
                  <a:pt x="700363" y="124764"/>
                </a:lnTo>
                <a:lnTo>
                  <a:pt x="702157" y="124473"/>
                </a:lnTo>
                <a:lnTo>
                  <a:pt x="703939" y="124159"/>
                </a:lnTo>
                <a:lnTo>
                  <a:pt x="705707" y="123824"/>
                </a:lnTo>
                <a:lnTo>
                  <a:pt x="707461" y="123466"/>
                </a:lnTo>
                <a:lnTo>
                  <a:pt x="709203" y="123086"/>
                </a:lnTo>
                <a:lnTo>
                  <a:pt x="710931" y="122683"/>
                </a:lnTo>
                <a:lnTo>
                  <a:pt x="712646" y="122258"/>
                </a:lnTo>
                <a:lnTo>
                  <a:pt x="714347" y="121811"/>
                </a:lnTo>
                <a:lnTo>
                  <a:pt x="716035" y="121341"/>
                </a:lnTo>
                <a:lnTo>
                  <a:pt x="717710" y="120850"/>
                </a:lnTo>
                <a:lnTo>
                  <a:pt x="719372" y="120335"/>
                </a:lnTo>
                <a:lnTo>
                  <a:pt x="721020" y="119799"/>
                </a:lnTo>
                <a:lnTo>
                  <a:pt x="722655" y="119240"/>
                </a:lnTo>
                <a:lnTo>
                  <a:pt x="724276" y="118659"/>
                </a:lnTo>
                <a:lnTo>
                  <a:pt x="725884" y="118055"/>
                </a:lnTo>
                <a:lnTo>
                  <a:pt x="727479" y="117430"/>
                </a:lnTo>
                <a:lnTo>
                  <a:pt x="729061" y="116781"/>
                </a:lnTo>
                <a:lnTo>
                  <a:pt x="730629" y="116111"/>
                </a:lnTo>
                <a:lnTo>
                  <a:pt x="732184" y="115418"/>
                </a:lnTo>
                <a:lnTo>
                  <a:pt x="733726" y="114703"/>
                </a:lnTo>
                <a:lnTo>
                  <a:pt x="735254" y="113966"/>
                </a:lnTo>
                <a:lnTo>
                  <a:pt x="736769" y="113206"/>
                </a:lnTo>
                <a:lnTo>
                  <a:pt x="738271" y="112424"/>
                </a:lnTo>
                <a:lnTo>
                  <a:pt x="739050" y="112006"/>
                </a:lnTo>
                <a:lnTo>
                  <a:pt x="739822" y="111577"/>
                </a:lnTo>
                <a:lnTo>
                  <a:pt x="740587" y="111137"/>
                </a:lnTo>
                <a:lnTo>
                  <a:pt x="741343" y="110686"/>
                </a:lnTo>
                <a:lnTo>
                  <a:pt x="742092" y="110224"/>
                </a:lnTo>
                <a:lnTo>
                  <a:pt x="742833" y="109750"/>
                </a:lnTo>
                <a:lnTo>
                  <a:pt x="743566" y="109266"/>
                </a:lnTo>
                <a:lnTo>
                  <a:pt x="744292" y="108770"/>
                </a:lnTo>
                <a:lnTo>
                  <a:pt x="745010" y="108263"/>
                </a:lnTo>
                <a:lnTo>
                  <a:pt x="745720" y="107745"/>
                </a:lnTo>
                <a:lnTo>
                  <a:pt x="746422" y="107216"/>
                </a:lnTo>
                <a:lnTo>
                  <a:pt x="747117" y="106675"/>
                </a:lnTo>
                <a:lnTo>
                  <a:pt x="747804" y="106124"/>
                </a:lnTo>
                <a:lnTo>
                  <a:pt x="748483" y="105561"/>
                </a:lnTo>
                <a:lnTo>
                  <a:pt x="749155" y="104987"/>
                </a:lnTo>
                <a:lnTo>
                  <a:pt x="749818" y="104402"/>
                </a:lnTo>
                <a:lnTo>
                  <a:pt x="750474" y="103806"/>
                </a:lnTo>
                <a:lnTo>
                  <a:pt x="751123" y="103199"/>
                </a:lnTo>
                <a:lnTo>
                  <a:pt x="751763" y="102580"/>
                </a:lnTo>
                <a:lnTo>
                  <a:pt x="752396" y="101951"/>
                </a:lnTo>
                <a:lnTo>
                  <a:pt x="753021" y="101310"/>
                </a:lnTo>
                <a:lnTo>
                  <a:pt x="753638" y="100658"/>
                </a:lnTo>
                <a:lnTo>
                  <a:pt x="754248" y="99995"/>
                </a:lnTo>
                <a:lnTo>
                  <a:pt x="754850" y="99320"/>
                </a:lnTo>
                <a:lnTo>
                  <a:pt x="755546" y="98495"/>
                </a:lnTo>
                <a:lnTo>
                  <a:pt x="756213" y="97666"/>
                </a:lnTo>
                <a:lnTo>
                  <a:pt x="756851" y="96834"/>
                </a:lnTo>
                <a:lnTo>
                  <a:pt x="757458" y="96000"/>
                </a:lnTo>
                <a:lnTo>
                  <a:pt x="758036" y="95162"/>
                </a:lnTo>
                <a:lnTo>
                  <a:pt x="758585" y="94321"/>
                </a:lnTo>
                <a:lnTo>
                  <a:pt x="759103" y="93477"/>
                </a:lnTo>
                <a:lnTo>
                  <a:pt x="759593" y="92631"/>
                </a:lnTo>
                <a:lnTo>
                  <a:pt x="760052" y="91781"/>
                </a:lnTo>
                <a:lnTo>
                  <a:pt x="760482" y="90928"/>
                </a:lnTo>
                <a:lnTo>
                  <a:pt x="760882" y="90072"/>
                </a:lnTo>
                <a:lnTo>
                  <a:pt x="761253" y="89214"/>
                </a:lnTo>
                <a:lnTo>
                  <a:pt x="761593" y="88352"/>
                </a:lnTo>
                <a:lnTo>
                  <a:pt x="761905" y="87487"/>
                </a:lnTo>
                <a:lnTo>
                  <a:pt x="762186" y="86619"/>
                </a:lnTo>
                <a:lnTo>
                  <a:pt x="762438" y="85748"/>
                </a:lnTo>
                <a:lnTo>
                  <a:pt x="762661" y="84875"/>
                </a:lnTo>
                <a:lnTo>
                  <a:pt x="762853" y="83998"/>
                </a:lnTo>
                <a:lnTo>
                  <a:pt x="763016" y="83118"/>
                </a:lnTo>
                <a:lnTo>
                  <a:pt x="763150" y="82235"/>
                </a:lnTo>
                <a:lnTo>
                  <a:pt x="763253" y="81349"/>
                </a:lnTo>
                <a:lnTo>
                  <a:pt x="763328" y="80461"/>
                </a:lnTo>
                <a:lnTo>
                  <a:pt x="763372" y="79569"/>
                </a:lnTo>
                <a:lnTo>
                  <a:pt x="763387" y="78674"/>
                </a:lnTo>
                <a:lnTo>
                  <a:pt x="763379" y="78061"/>
                </a:lnTo>
                <a:lnTo>
                  <a:pt x="763356" y="77458"/>
                </a:lnTo>
                <a:lnTo>
                  <a:pt x="763317" y="76866"/>
                </a:lnTo>
                <a:lnTo>
                  <a:pt x="763263" y="76284"/>
                </a:lnTo>
                <a:lnTo>
                  <a:pt x="763193" y="75713"/>
                </a:lnTo>
                <a:lnTo>
                  <a:pt x="763108" y="75151"/>
                </a:lnTo>
                <a:lnTo>
                  <a:pt x="763008" y="74600"/>
                </a:lnTo>
                <a:lnTo>
                  <a:pt x="762892" y="74059"/>
                </a:lnTo>
                <a:lnTo>
                  <a:pt x="762760" y="73529"/>
                </a:lnTo>
                <a:lnTo>
                  <a:pt x="762614" y="73009"/>
                </a:lnTo>
                <a:lnTo>
                  <a:pt x="762451" y="72499"/>
                </a:lnTo>
                <a:lnTo>
                  <a:pt x="762273" y="71999"/>
                </a:lnTo>
                <a:lnTo>
                  <a:pt x="762080" y="71510"/>
                </a:lnTo>
                <a:lnTo>
                  <a:pt x="761871" y="71031"/>
                </a:lnTo>
                <a:lnTo>
                  <a:pt x="761647" y="70562"/>
                </a:lnTo>
                <a:lnTo>
                  <a:pt x="761407" y="70104"/>
                </a:lnTo>
                <a:lnTo>
                  <a:pt x="761152" y="69656"/>
                </a:lnTo>
                <a:lnTo>
                  <a:pt x="760881" y="69218"/>
                </a:lnTo>
                <a:lnTo>
                  <a:pt x="760595" y="68791"/>
                </a:lnTo>
                <a:lnTo>
                  <a:pt x="760294" y="68374"/>
                </a:lnTo>
                <a:lnTo>
                  <a:pt x="759977" y="67967"/>
                </a:lnTo>
                <a:lnTo>
                  <a:pt x="759644" y="67570"/>
                </a:lnTo>
                <a:lnTo>
                  <a:pt x="759296" y="67184"/>
                </a:lnTo>
                <a:lnTo>
                  <a:pt x="758933" y="66808"/>
                </a:lnTo>
                <a:lnTo>
                  <a:pt x="758461" y="66364"/>
                </a:lnTo>
                <a:lnTo>
                  <a:pt x="757973" y="65939"/>
                </a:lnTo>
                <a:lnTo>
                  <a:pt x="757469" y="65533"/>
                </a:lnTo>
                <a:lnTo>
                  <a:pt x="756950" y="65146"/>
                </a:lnTo>
                <a:lnTo>
                  <a:pt x="756414" y="64777"/>
                </a:lnTo>
                <a:lnTo>
                  <a:pt x="755863" y="64428"/>
                </a:lnTo>
                <a:lnTo>
                  <a:pt x="755295" y="64097"/>
                </a:lnTo>
                <a:lnTo>
                  <a:pt x="754712" y="63786"/>
                </a:lnTo>
                <a:lnTo>
                  <a:pt x="754113" y="63493"/>
                </a:lnTo>
                <a:lnTo>
                  <a:pt x="753498" y="63219"/>
                </a:lnTo>
                <a:lnTo>
                  <a:pt x="752867" y="62964"/>
                </a:lnTo>
                <a:lnTo>
                  <a:pt x="752221" y="62728"/>
                </a:lnTo>
                <a:lnTo>
                  <a:pt x="751558" y="62511"/>
                </a:lnTo>
                <a:lnTo>
                  <a:pt x="750879" y="62312"/>
                </a:lnTo>
                <a:lnTo>
                  <a:pt x="750185" y="62133"/>
                </a:lnTo>
                <a:lnTo>
                  <a:pt x="749475" y="61972"/>
                </a:lnTo>
                <a:lnTo>
                  <a:pt x="748748" y="61831"/>
                </a:lnTo>
                <a:lnTo>
                  <a:pt x="748006" y="61708"/>
                </a:lnTo>
                <a:lnTo>
                  <a:pt x="747248" y="61604"/>
                </a:lnTo>
                <a:lnTo>
                  <a:pt x="746474" y="61519"/>
                </a:lnTo>
                <a:lnTo>
                  <a:pt x="745684" y="61453"/>
                </a:lnTo>
                <a:lnTo>
                  <a:pt x="744879" y="61406"/>
                </a:lnTo>
                <a:lnTo>
                  <a:pt x="744057" y="61377"/>
                </a:lnTo>
                <a:lnTo>
                  <a:pt x="743220" y="61368"/>
                </a:lnTo>
                <a:lnTo>
                  <a:pt x="742096" y="61380"/>
                </a:lnTo>
                <a:lnTo>
                  <a:pt x="740971" y="61417"/>
                </a:lnTo>
                <a:lnTo>
                  <a:pt x="739846" y="61478"/>
                </a:lnTo>
                <a:lnTo>
                  <a:pt x="738721" y="61564"/>
                </a:lnTo>
                <a:lnTo>
                  <a:pt x="737595" y="61674"/>
                </a:lnTo>
                <a:lnTo>
                  <a:pt x="736469" y="61809"/>
                </a:lnTo>
                <a:lnTo>
                  <a:pt x="735342" y="61968"/>
                </a:lnTo>
                <a:lnTo>
                  <a:pt x="734215" y="62152"/>
                </a:lnTo>
                <a:lnTo>
                  <a:pt x="733088" y="62361"/>
                </a:lnTo>
                <a:lnTo>
                  <a:pt x="731960" y="62593"/>
                </a:lnTo>
                <a:lnTo>
                  <a:pt x="730831" y="62851"/>
                </a:lnTo>
                <a:lnTo>
                  <a:pt x="729703" y="63133"/>
                </a:lnTo>
                <a:lnTo>
                  <a:pt x="728573" y="63439"/>
                </a:lnTo>
                <a:lnTo>
                  <a:pt x="727444" y="63770"/>
                </a:lnTo>
                <a:lnTo>
                  <a:pt x="726314" y="64126"/>
                </a:lnTo>
                <a:lnTo>
                  <a:pt x="725183" y="64506"/>
                </a:lnTo>
                <a:lnTo>
                  <a:pt x="724052" y="64910"/>
                </a:lnTo>
                <a:lnTo>
                  <a:pt x="722921" y="65339"/>
                </a:lnTo>
                <a:lnTo>
                  <a:pt x="721789" y="65793"/>
                </a:lnTo>
                <a:lnTo>
                  <a:pt x="720657" y="66271"/>
                </a:lnTo>
                <a:lnTo>
                  <a:pt x="719524" y="66773"/>
                </a:lnTo>
                <a:lnTo>
                  <a:pt x="718391" y="67300"/>
                </a:lnTo>
                <a:lnTo>
                  <a:pt x="717258" y="67852"/>
                </a:lnTo>
                <a:lnTo>
                  <a:pt x="716124" y="68428"/>
                </a:lnTo>
                <a:lnTo>
                  <a:pt x="713918" y="69618"/>
                </a:lnTo>
                <a:lnTo>
                  <a:pt x="711756" y="70856"/>
                </a:lnTo>
                <a:lnTo>
                  <a:pt x="709636" y="72142"/>
                </a:lnTo>
                <a:lnTo>
                  <a:pt x="707559" y="73475"/>
                </a:lnTo>
                <a:lnTo>
                  <a:pt x="705525" y="74856"/>
                </a:lnTo>
                <a:lnTo>
                  <a:pt x="703535" y="76285"/>
                </a:lnTo>
                <a:lnTo>
                  <a:pt x="701587" y="77762"/>
                </a:lnTo>
                <a:lnTo>
                  <a:pt x="699682" y="79286"/>
                </a:lnTo>
                <a:lnTo>
                  <a:pt x="697820" y="80859"/>
                </a:lnTo>
                <a:lnTo>
                  <a:pt x="696001" y="82478"/>
                </a:lnTo>
                <a:lnTo>
                  <a:pt x="694225" y="84146"/>
                </a:lnTo>
                <a:lnTo>
                  <a:pt x="692492" y="85861"/>
                </a:lnTo>
                <a:lnTo>
                  <a:pt x="690802" y="87625"/>
                </a:lnTo>
                <a:lnTo>
                  <a:pt x="689155" y="89435"/>
                </a:lnTo>
                <a:lnTo>
                  <a:pt x="687551" y="91294"/>
                </a:lnTo>
                <a:lnTo>
                  <a:pt x="685990" y="93200"/>
                </a:lnTo>
                <a:lnTo>
                  <a:pt x="684472" y="95154"/>
                </a:lnTo>
                <a:lnTo>
                  <a:pt x="682996" y="97156"/>
                </a:lnTo>
                <a:lnTo>
                  <a:pt x="681564" y="99206"/>
                </a:lnTo>
                <a:lnTo>
                  <a:pt x="680175" y="101303"/>
                </a:lnTo>
                <a:lnTo>
                  <a:pt x="678828" y="103448"/>
                </a:lnTo>
                <a:lnTo>
                  <a:pt x="677525" y="105641"/>
                </a:lnTo>
                <a:lnTo>
                  <a:pt x="676264" y="107881"/>
                </a:lnTo>
                <a:lnTo>
                  <a:pt x="675047" y="110170"/>
                </a:lnTo>
                <a:lnTo>
                  <a:pt x="674381" y="111470"/>
                </a:lnTo>
                <a:lnTo>
                  <a:pt x="673743" y="112770"/>
                </a:lnTo>
                <a:lnTo>
                  <a:pt x="673133" y="114071"/>
                </a:lnTo>
                <a:lnTo>
                  <a:pt x="672552" y="115371"/>
                </a:lnTo>
                <a:lnTo>
                  <a:pt x="671999" y="116672"/>
                </a:lnTo>
                <a:lnTo>
                  <a:pt x="671474" y="117972"/>
                </a:lnTo>
                <a:lnTo>
                  <a:pt x="670978" y="119272"/>
                </a:lnTo>
                <a:lnTo>
                  <a:pt x="670510" y="120573"/>
                </a:lnTo>
                <a:lnTo>
                  <a:pt x="670071" y="121873"/>
                </a:lnTo>
                <a:lnTo>
                  <a:pt x="669660" y="123174"/>
                </a:lnTo>
                <a:lnTo>
                  <a:pt x="669277" y="124474"/>
                </a:lnTo>
                <a:lnTo>
                  <a:pt x="668923" y="125774"/>
                </a:lnTo>
                <a:lnTo>
                  <a:pt x="668596" y="127075"/>
                </a:lnTo>
                <a:lnTo>
                  <a:pt x="668299" y="128375"/>
                </a:lnTo>
                <a:lnTo>
                  <a:pt x="668029" y="129676"/>
                </a:lnTo>
                <a:lnTo>
                  <a:pt x="667788" y="130976"/>
                </a:lnTo>
                <a:lnTo>
                  <a:pt x="667576" y="132276"/>
                </a:lnTo>
                <a:lnTo>
                  <a:pt x="667391" y="133577"/>
                </a:lnTo>
                <a:lnTo>
                  <a:pt x="667236" y="134877"/>
                </a:lnTo>
                <a:lnTo>
                  <a:pt x="667108" y="136178"/>
                </a:lnTo>
                <a:lnTo>
                  <a:pt x="667009" y="137478"/>
                </a:lnTo>
                <a:lnTo>
                  <a:pt x="666938" y="138779"/>
                </a:lnTo>
                <a:lnTo>
                  <a:pt x="666895" y="140079"/>
                </a:lnTo>
                <a:lnTo>
                  <a:pt x="666881" y="141379"/>
                </a:lnTo>
                <a:lnTo>
                  <a:pt x="666896" y="142599"/>
                </a:lnTo>
                <a:lnTo>
                  <a:pt x="666941" y="143801"/>
                </a:lnTo>
                <a:lnTo>
                  <a:pt x="667016" y="144985"/>
                </a:lnTo>
                <a:lnTo>
                  <a:pt x="667122" y="146151"/>
                </a:lnTo>
                <a:lnTo>
                  <a:pt x="667257" y="147300"/>
                </a:lnTo>
                <a:lnTo>
                  <a:pt x="667422" y="148431"/>
                </a:lnTo>
                <a:lnTo>
                  <a:pt x="667618" y="149545"/>
                </a:lnTo>
                <a:lnTo>
                  <a:pt x="667843" y="150641"/>
                </a:lnTo>
                <a:lnTo>
                  <a:pt x="668099" y="151720"/>
                </a:lnTo>
                <a:lnTo>
                  <a:pt x="668385" y="152780"/>
                </a:lnTo>
                <a:lnTo>
                  <a:pt x="668700" y="153823"/>
                </a:lnTo>
                <a:lnTo>
                  <a:pt x="669046" y="154849"/>
                </a:lnTo>
                <a:lnTo>
                  <a:pt x="669422" y="155857"/>
                </a:lnTo>
                <a:lnTo>
                  <a:pt x="669828" y="156847"/>
                </a:lnTo>
                <a:lnTo>
                  <a:pt x="670264" y="157820"/>
                </a:lnTo>
                <a:lnTo>
                  <a:pt x="670730" y="158775"/>
                </a:lnTo>
                <a:lnTo>
                  <a:pt x="671227" y="159712"/>
                </a:lnTo>
                <a:lnTo>
                  <a:pt x="671753" y="160632"/>
                </a:lnTo>
                <a:lnTo>
                  <a:pt x="672309" y="161534"/>
                </a:lnTo>
                <a:lnTo>
                  <a:pt x="672896" y="162419"/>
                </a:lnTo>
                <a:lnTo>
                  <a:pt x="673512" y="163285"/>
                </a:lnTo>
                <a:lnTo>
                  <a:pt x="674159" y="164135"/>
                </a:lnTo>
                <a:lnTo>
                  <a:pt x="674835" y="164966"/>
                </a:lnTo>
                <a:lnTo>
                  <a:pt x="675542" y="165780"/>
                </a:lnTo>
                <a:lnTo>
                  <a:pt x="676326" y="166629"/>
                </a:lnTo>
                <a:lnTo>
                  <a:pt x="677131" y="167442"/>
                </a:lnTo>
                <a:lnTo>
                  <a:pt x="677958" y="168219"/>
                </a:lnTo>
                <a:lnTo>
                  <a:pt x="678807" y="168959"/>
                </a:lnTo>
                <a:lnTo>
                  <a:pt x="679677" y="169664"/>
                </a:lnTo>
                <a:lnTo>
                  <a:pt x="680568" y="170332"/>
                </a:lnTo>
                <a:lnTo>
                  <a:pt x="681481" y="170964"/>
                </a:lnTo>
                <a:lnTo>
                  <a:pt x="682415" y="171561"/>
                </a:lnTo>
                <a:lnTo>
                  <a:pt x="683371" y="172121"/>
                </a:lnTo>
                <a:lnTo>
                  <a:pt x="684349" y="172644"/>
                </a:lnTo>
                <a:lnTo>
                  <a:pt x="685348" y="173132"/>
                </a:lnTo>
                <a:lnTo>
                  <a:pt x="686368" y="173584"/>
                </a:lnTo>
                <a:lnTo>
                  <a:pt x="687410" y="173999"/>
                </a:lnTo>
                <a:lnTo>
                  <a:pt x="688473" y="174378"/>
                </a:lnTo>
                <a:lnTo>
                  <a:pt x="689558" y="174722"/>
                </a:lnTo>
                <a:lnTo>
                  <a:pt x="690664" y="175029"/>
                </a:lnTo>
                <a:lnTo>
                  <a:pt x="691792" y="175300"/>
                </a:lnTo>
                <a:lnTo>
                  <a:pt x="692941" y="175535"/>
                </a:lnTo>
                <a:lnTo>
                  <a:pt x="694111" y="175733"/>
                </a:lnTo>
                <a:lnTo>
                  <a:pt x="695304" y="175896"/>
                </a:lnTo>
                <a:lnTo>
                  <a:pt x="696517" y="176022"/>
                </a:lnTo>
                <a:lnTo>
                  <a:pt x="697752" y="176113"/>
                </a:lnTo>
                <a:lnTo>
                  <a:pt x="699009" y="176167"/>
                </a:lnTo>
                <a:lnTo>
                  <a:pt x="700287" y="176185"/>
                </a:lnTo>
                <a:lnTo>
                  <a:pt x="701845" y="176160"/>
                </a:lnTo>
                <a:lnTo>
                  <a:pt x="703406" y="176085"/>
                </a:lnTo>
                <a:lnTo>
                  <a:pt x="704969" y="175961"/>
                </a:lnTo>
                <a:lnTo>
                  <a:pt x="706535" y="175787"/>
                </a:lnTo>
                <a:lnTo>
                  <a:pt x="708104" y="175564"/>
                </a:lnTo>
                <a:lnTo>
                  <a:pt x="709675" y="175291"/>
                </a:lnTo>
                <a:lnTo>
                  <a:pt x="711248" y="174968"/>
                </a:lnTo>
                <a:lnTo>
                  <a:pt x="712824" y="174595"/>
                </a:lnTo>
                <a:lnTo>
                  <a:pt x="714403" y="174173"/>
                </a:lnTo>
                <a:lnTo>
                  <a:pt x="715985" y="173701"/>
                </a:lnTo>
                <a:lnTo>
                  <a:pt x="717569" y="173180"/>
                </a:lnTo>
                <a:lnTo>
                  <a:pt x="719155" y="172608"/>
                </a:lnTo>
                <a:lnTo>
                  <a:pt x="720744" y="171987"/>
                </a:lnTo>
                <a:lnTo>
                  <a:pt x="722336" y="171317"/>
                </a:lnTo>
                <a:lnTo>
                  <a:pt x="723930" y="170597"/>
                </a:lnTo>
                <a:lnTo>
                  <a:pt x="725527" y="169827"/>
                </a:lnTo>
                <a:lnTo>
                  <a:pt x="727126" y="169007"/>
                </a:lnTo>
                <a:lnTo>
                  <a:pt x="728728" y="168138"/>
                </a:lnTo>
                <a:lnTo>
                  <a:pt x="730333" y="167219"/>
                </a:lnTo>
                <a:lnTo>
                  <a:pt x="731940" y="166250"/>
                </a:lnTo>
                <a:lnTo>
                  <a:pt x="733550" y="165232"/>
                </a:lnTo>
                <a:lnTo>
                  <a:pt x="735162" y="164164"/>
                </a:lnTo>
                <a:lnTo>
                  <a:pt x="736777" y="163046"/>
                </a:lnTo>
                <a:lnTo>
                  <a:pt x="738394" y="161879"/>
                </a:lnTo>
                <a:lnTo>
                  <a:pt x="739032" y="161409"/>
                </a:lnTo>
                <a:lnTo>
                  <a:pt x="739666" y="160931"/>
                </a:lnTo>
                <a:lnTo>
                  <a:pt x="740297" y="160446"/>
                </a:lnTo>
                <a:lnTo>
                  <a:pt x="740924" y="159954"/>
                </a:lnTo>
                <a:lnTo>
                  <a:pt x="741548" y="159455"/>
                </a:lnTo>
                <a:lnTo>
                  <a:pt x="742168" y="158948"/>
                </a:lnTo>
                <a:lnTo>
                  <a:pt x="742785" y="158433"/>
                </a:lnTo>
                <a:lnTo>
                  <a:pt x="743398" y="157912"/>
                </a:lnTo>
                <a:lnTo>
                  <a:pt x="744008" y="157383"/>
                </a:lnTo>
                <a:lnTo>
                  <a:pt x="744615" y="156846"/>
                </a:lnTo>
                <a:lnTo>
                  <a:pt x="745218" y="156303"/>
                </a:lnTo>
                <a:lnTo>
                  <a:pt x="745818" y="155752"/>
                </a:lnTo>
                <a:lnTo>
                  <a:pt x="746414" y="155193"/>
                </a:lnTo>
                <a:lnTo>
                  <a:pt x="747007" y="154628"/>
                </a:lnTo>
                <a:lnTo>
                  <a:pt x="747596" y="154055"/>
                </a:lnTo>
                <a:lnTo>
                  <a:pt x="748182" y="153474"/>
                </a:lnTo>
                <a:lnTo>
                  <a:pt x="748765" y="152887"/>
                </a:lnTo>
                <a:lnTo>
                  <a:pt x="749344" y="152292"/>
                </a:lnTo>
                <a:lnTo>
                  <a:pt x="749920" y="151689"/>
                </a:lnTo>
                <a:lnTo>
                  <a:pt x="750492" y="151079"/>
                </a:lnTo>
                <a:lnTo>
                  <a:pt x="751061" y="150462"/>
                </a:lnTo>
                <a:lnTo>
                  <a:pt x="751626" y="149838"/>
                </a:lnTo>
                <a:lnTo>
                  <a:pt x="752188" y="149206"/>
                </a:lnTo>
                <a:lnTo>
                  <a:pt x="752746" y="148567"/>
                </a:lnTo>
                <a:lnTo>
                  <a:pt x="749777" y="145594"/>
                </a:lnTo>
                <a:lnTo>
                  <a:pt x="748765" y="146425"/>
                </a:lnTo>
                <a:lnTo>
                  <a:pt x="747771" y="147236"/>
                </a:lnTo>
                <a:lnTo>
                  <a:pt x="746794" y="148026"/>
                </a:lnTo>
                <a:lnTo>
                  <a:pt x="745835" y="148795"/>
                </a:lnTo>
                <a:close/>
                <a:moveTo>
                  <a:pt x="699315" y="105144"/>
                </a:moveTo>
                <a:lnTo>
                  <a:pt x="699947" y="103761"/>
                </a:lnTo>
                <a:lnTo>
                  <a:pt x="700603" y="102387"/>
                </a:lnTo>
                <a:lnTo>
                  <a:pt x="701284" y="101023"/>
                </a:lnTo>
                <a:lnTo>
                  <a:pt x="701990" y="99669"/>
                </a:lnTo>
                <a:lnTo>
                  <a:pt x="702720" y="98325"/>
                </a:lnTo>
                <a:lnTo>
                  <a:pt x="703475" y="96990"/>
                </a:lnTo>
                <a:lnTo>
                  <a:pt x="704254" y="95666"/>
                </a:lnTo>
                <a:lnTo>
                  <a:pt x="705057" y="94351"/>
                </a:lnTo>
                <a:lnTo>
                  <a:pt x="705885" y="93046"/>
                </a:lnTo>
                <a:lnTo>
                  <a:pt x="706738" y="91751"/>
                </a:lnTo>
                <a:lnTo>
                  <a:pt x="707615" y="90466"/>
                </a:lnTo>
                <a:lnTo>
                  <a:pt x="708517" y="89191"/>
                </a:lnTo>
                <a:lnTo>
                  <a:pt x="709443" y="87925"/>
                </a:lnTo>
                <a:lnTo>
                  <a:pt x="710393" y="86670"/>
                </a:lnTo>
                <a:lnTo>
                  <a:pt x="711368" y="85424"/>
                </a:lnTo>
                <a:lnTo>
                  <a:pt x="712368" y="84188"/>
                </a:lnTo>
                <a:lnTo>
                  <a:pt x="713391" y="82962"/>
                </a:lnTo>
                <a:lnTo>
                  <a:pt x="714440" y="81745"/>
                </a:lnTo>
                <a:lnTo>
                  <a:pt x="715513" y="80539"/>
                </a:lnTo>
                <a:lnTo>
                  <a:pt x="716610" y="79342"/>
                </a:lnTo>
                <a:lnTo>
                  <a:pt x="717732" y="78156"/>
                </a:lnTo>
                <a:lnTo>
                  <a:pt x="718607" y="77270"/>
                </a:lnTo>
                <a:lnTo>
                  <a:pt x="719479" y="76423"/>
                </a:lnTo>
                <a:lnTo>
                  <a:pt x="720348" y="75613"/>
                </a:lnTo>
                <a:lnTo>
                  <a:pt x="721214" y="74841"/>
                </a:lnTo>
                <a:lnTo>
                  <a:pt x="722077" y="74106"/>
                </a:lnTo>
                <a:lnTo>
                  <a:pt x="722936" y="73409"/>
                </a:lnTo>
                <a:lnTo>
                  <a:pt x="723793" y="72750"/>
                </a:lnTo>
                <a:lnTo>
                  <a:pt x="724647" y="72128"/>
                </a:lnTo>
                <a:lnTo>
                  <a:pt x="725498" y="71545"/>
                </a:lnTo>
                <a:lnTo>
                  <a:pt x="726346" y="70998"/>
                </a:lnTo>
                <a:lnTo>
                  <a:pt x="727191" y="70490"/>
                </a:lnTo>
                <a:lnTo>
                  <a:pt x="728032" y="70019"/>
                </a:lnTo>
                <a:lnTo>
                  <a:pt x="728871" y="69586"/>
                </a:lnTo>
                <a:lnTo>
                  <a:pt x="729707" y="69190"/>
                </a:lnTo>
                <a:lnTo>
                  <a:pt x="730540" y="68832"/>
                </a:lnTo>
                <a:lnTo>
                  <a:pt x="731369" y="68512"/>
                </a:lnTo>
                <a:lnTo>
                  <a:pt x="732196" y="68229"/>
                </a:lnTo>
                <a:lnTo>
                  <a:pt x="733020" y="67985"/>
                </a:lnTo>
                <a:lnTo>
                  <a:pt x="733841" y="67777"/>
                </a:lnTo>
                <a:lnTo>
                  <a:pt x="734658" y="67608"/>
                </a:lnTo>
                <a:lnTo>
                  <a:pt x="735473" y="67476"/>
                </a:lnTo>
                <a:lnTo>
                  <a:pt x="736285" y="67382"/>
                </a:lnTo>
                <a:lnTo>
                  <a:pt x="737094" y="67325"/>
                </a:lnTo>
                <a:lnTo>
                  <a:pt x="737899" y="67307"/>
                </a:lnTo>
                <a:lnTo>
                  <a:pt x="738186" y="67310"/>
                </a:lnTo>
                <a:lnTo>
                  <a:pt x="738469" y="67321"/>
                </a:lnTo>
                <a:lnTo>
                  <a:pt x="738748" y="67339"/>
                </a:lnTo>
                <a:lnTo>
                  <a:pt x="739023" y="67365"/>
                </a:lnTo>
                <a:lnTo>
                  <a:pt x="739295" y="67398"/>
                </a:lnTo>
                <a:lnTo>
                  <a:pt x="739562" y="67438"/>
                </a:lnTo>
                <a:lnTo>
                  <a:pt x="739826" y="67485"/>
                </a:lnTo>
                <a:lnTo>
                  <a:pt x="740085" y="67539"/>
                </a:lnTo>
                <a:lnTo>
                  <a:pt x="740341" y="67601"/>
                </a:lnTo>
                <a:lnTo>
                  <a:pt x="740593" y="67670"/>
                </a:lnTo>
                <a:lnTo>
                  <a:pt x="740841" y="67747"/>
                </a:lnTo>
                <a:lnTo>
                  <a:pt x="741085" y="67830"/>
                </a:lnTo>
                <a:lnTo>
                  <a:pt x="741326" y="67921"/>
                </a:lnTo>
                <a:lnTo>
                  <a:pt x="741562" y="68020"/>
                </a:lnTo>
                <a:lnTo>
                  <a:pt x="741795" y="68125"/>
                </a:lnTo>
                <a:lnTo>
                  <a:pt x="742024" y="68238"/>
                </a:lnTo>
                <a:lnTo>
                  <a:pt x="742248" y="68358"/>
                </a:lnTo>
                <a:lnTo>
                  <a:pt x="742470" y="68485"/>
                </a:lnTo>
                <a:lnTo>
                  <a:pt x="742687" y="68620"/>
                </a:lnTo>
                <a:lnTo>
                  <a:pt x="742900" y="68762"/>
                </a:lnTo>
                <a:lnTo>
                  <a:pt x="743109" y="68911"/>
                </a:lnTo>
                <a:lnTo>
                  <a:pt x="743315" y="69067"/>
                </a:lnTo>
                <a:lnTo>
                  <a:pt x="743517" y="69231"/>
                </a:lnTo>
                <a:lnTo>
                  <a:pt x="743714" y="69402"/>
                </a:lnTo>
                <a:lnTo>
                  <a:pt x="743957" y="69632"/>
                </a:lnTo>
                <a:lnTo>
                  <a:pt x="744189" y="69870"/>
                </a:lnTo>
                <a:lnTo>
                  <a:pt x="744410" y="70115"/>
                </a:lnTo>
                <a:lnTo>
                  <a:pt x="744622" y="70368"/>
                </a:lnTo>
                <a:lnTo>
                  <a:pt x="744823" y="70629"/>
                </a:lnTo>
                <a:lnTo>
                  <a:pt x="745014" y="70898"/>
                </a:lnTo>
                <a:lnTo>
                  <a:pt x="745194" y="71174"/>
                </a:lnTo>
                <a:lnTo>
                  <a:pt x="745364" y="71458"/>
                </a:lnTo>
                <a:lnTo>
                  <a:pt x="745524" y="71749"/>
                </a:lnTo>
                <a:lnTo>
                  <a:pt x="745673" y="72049"/>
                </a:lnTo>
                <a:lnTo>
                  <a:pt x="745813" y="72356"/>
                </a:lnTo>
                <a:lnTo>
                  <a:pt x="745942" y="72670"/>
                </a:lnTo>
                <a:lnTo>
                  <a:pt x="746060" y="72993"/>
                </a:lnTo>
                <a:lnTo>
                  <a:pt x="746168" y="73323"/>
                </a:lnTo>
                <a:lnTo>
                  <a:pt x="746266" y="73660"/>
                </a:lnTo>
                <a:lnTo>
                  <a:pt x="746354" y="74006"/>
                </a:lnTo>
                <a:lnTo>
                  <a:pt x="746431" y="74359"/>
                </a:lnTo>
                <a:lnTo>
                  <a:pt x="746498" y="74720"/>
                </a:lnTo>
                <a:lnTo>
                  <a:pt x="746555" y="75088"/>
                </a:lnTo>
                <a:lnTo>
                  <a:pt x="746601" y="75464"/>
                </a:lnTo>
                <a:lnTo>
                  <a:pt x="746638" y="75848"/>
                </a:lnTo>
                <a:lnTo>
                  <a:pt x="746663" y="76240"/>
                </a:lnTo>
                <a:lnTo>
                  <a:pt x="746679" y="76639"/>
                </a:lnTo>
                <a:lnTo>
                  <a:pt x="746684" y="77046"/>
                </a:lnTo>
                <a:lnTo>
                  <a:pt x="746677" y="77572"/>
                </a:lnTo>
                <a:lnTo>
                  <a:pt x="746657" y="78100"/>
                </a:lnTo>
                <a:lnTo>
                  <a:pt x="746624" y="78630"/>
                </a:lnTo>
                <a:lnTo>
                  <a:pt x="746577" y="79163"/>
                </a:lnTo>
                <a:lnTo>
                  <a:pt x="746517" y="79699"/>
                </a:lnTo>
                <a:lnTo>
                  <a:pt x="746444" y="80238"/>
                </a:lnTo>
                <a:lnTo>
                  <a:pt x="746358" y="80778"/>
                </a:lnTo>
                <a:lnTo>
                  <a:pt x="746258" y="81322"/>
                </a:lnTo>
                <a:lnTo>
                  <a:pt x="746145" y="81868"/>
                </a:lnTo>
                <a:lnTo>
                  <a:pt x="746018" y="82416"/>
                </a:lnTo>
                <a:lnTo>
                  <a:pt x="745878" y="82968"/>
                </a:lnTo>
                <a:lnTo>
                  <a:pt x="745725" y="83521"/>
                </a:lnTo>
                <a:lnTo>
                  <a:pt x="745559" y="84078"/>
                </a:lnTo>
                <a:lnTo>
                  <a:pt x="745379" y="84636"/>
                </a:lnTo>
                <a:lnTo>
                  <a:pt x="745186" y="85198"/>
                </a:lnTo>
                <a:lnTo>
                  <a:pt x="744979" y="85762"/>
                </a:lnTo>
                <a:lnTo>
                  <a:pt x="744760" y="86328"/>
                </a:lnTo>
                <a:lnTo>
                  <a:pt x="744526" y="86897"/>
                </a:lnTo>
                <a:lnTo>
                  <a:pt x="744280" y="87469"/>
                </a:lnTo>
                <a:lnTo>
                  <a:pt x="744020" y="88043"/>
                </a:lnTo>
                <a:lnTo>
                  <a:pt x="743747" y="88620"/>
                </a:lnTo>
                <a:lnTo>
                  <a:pt x="743461" y="89199"/>
                </a:lnTo>
                <a:lnTo>
                  <a:pt x="743161" y="89781"/>
                </a:lnTo>
                <a:lnTo>
                  <a:pt x="742848" y="90366"/>
                </a:lnTo>
                <a:lnTo>
                  <a:pt x="742301" y="91335"/>
                </a:lnTo>
                <a:lnTo>
                  <a:pt x="741730" y="92290"/>
                </a:lnTo>
                <a:lnTo>
                  <a:pt x="741136" y="93232"/>
                </a:lnTo>
                <a:lnTo>
                  <a:pt x="740518" y="94160"/>
                </a:lnTo>
                <a:lnTo>
                  <a:pt x="739878" y="95074"/>
                </a:lnTo>
                <a:lnTo>
                  <a:pt x="739214" y="95975"/>
                </a:lnTo>
                <a:lnTo>
                  <a:pt x="738527" y="96862"/>
                </a:lnTo>
                <a:lnTo>
                  <a:pt x="737817" y="97735"/>
                </a:lnTo>
                <a:lnTo>
                  <a:pt x="737084" y="98595"/>
                </a:lnTo>
                <a:lnTo>
                  <a:pt x="736327" y="99441"/>
                </a:lnTo>
                <a:lnTo>
                  <a:pt x="735547" y="100273"/>
                </a:lnTo>
                <a:lnTo>
                  <a:pt x="734744" y="101091"/>
                </a:lnTo>
                <a:lnTo>
                  <a:pt x="733918" y="101896"/>
                </a:lnTo>
                <a:lnTo>
                  <a:pt x="733069" y="102687"/>
                </a:lnTo>
                <a:lnTo>
                  <a:pt x="732196" y="103465"/>
                </a:lnTo>
                <a:lnTo>
                  <a:pt x="731301" y="104228"/>
                </a:lnTo>
                <a:lnTo>
                  <a:pt x="730382" y="104978"/>
                </a:lnTo>
                <a:lnTo>
                  <a:pt x="729440" y="105715"/>
                </a:lnTo>
                <a:lnTo>
                  <a:pt x="728474" y="106437"/>
                </a:lnTo>
                <a:lnTo>
                  <a:pt x="727486" y="107146"/>
                </a:lnTo>
                <a:lnTo>
                  <a:pt x="726474" y="107841"/>
                </a:lnTo>
                <a:lnTo>
                  <a:pt x="725439" y="108523"/>
                </a:lnTo>
                <a:lnTo>
                  <a:pt x="724381" y="109191"/>
                </a:lnTo>
                <a:lnTo>
                  <a:pt x="723300" y="109845"/>
                </a:lnTo>
                <a:lnTo>
                  <a:pt x="722526" y="110297"/>
                </a:lnTo>
                <a:lnTo>
                  <a:pt x="721711" y="110748"/>
                </a:lnTo>
                <a:lnTo>
                  <a:pt x="720854" y="111198"/>
                </a:lnTo>
                <a:lnTo>
                  <a:pt x="719956" y="111647"/>
                </a:lnTo>
                <a:lnTo>
                  <a:pt x="719016" y="112096"/>
                </a:lnTo>
                <a:lnTo>
                  <a:pt x="718034" y="112543"/>
                </a:lnTo>
                <a:lnTo>
                  <a:pt x="717010" y="112990"/>
                </a:lnTo>
                <a:lnTo>
                  <a:pt x="715945" y="113436"/>
                </a:lnTo>
                <a:lnTo>
                  <a:pt x="714838" y="113881"/>
                </a:lnTo>
                <a:lnTo>
                  <a:pt x="713690" y="114325"/>
                </a:lnTo>
                <a:lnTo>
                  <a:pt x="712499" y="114768"/>
                </a:lnTo>
                <a:lnTo>
                  <a:pt x="711268" y="115210"/>
                </a:lnTo>
                <a:lnTo>
                  <a:pt x="709994" y="115652"/>
                </a:lnTo>
                <a:lnTo>
                  <a:pt x="708679" y="116093"/>
                </a:lnTo>
                <a:lnTo>
                  <a:pt x="707322" y="116532"/>
                </a:lnTo>
                <a:lnTo>
                  <a:pt x="705923" y="116971"/>
                </a:lnTo>
                <a:lnTo>
                  <a:pt x="704483" y="117409"/>
                </a:lnTo>
                <a:lnTo>
                  <a:pt x="703001" y="117846"/>
                </a:lnTo>
                <a:lnTo>
                  <a:pt x="701478" y="118282"/>
                </a:lnTo>
                <a:lnTo>
                  <a:pt x="699912" y="118718"/>
                </a:lnTo>
                <a:lnTo>
                  <a:pt x="698305" y="119152"/>
                </a:lnTo>
                <a:lnTo>
                  <a:pt x="696657" y="119586"/>
                </a:lnTo>
                <a:lnTo>
                  <a:pt x="694967" y="120019"/>
                </a:lnTo>
                <a:lnTo>
                  <a:pt x="693235" y="120450"/>
                </a:lnTo>
                <a:lnTo>
                  <a:pt x="697565" y="109354"/>
                </a:lnTo>
                <a:lnTo>
                  <a:pt x="698124" y="107941"/>
                </a:lnTo>
                <a:lnTo>
                  <a:pt x="698707" y="106537"/>
                </a:lnTo>
                <a:lnTo>
                  <a:pt x="699315" y="105144"/>
                </a:lnTo>
                <a:close/>
                <a:moveTo>
                  <a:pt x="1019314" y="149544"/>
                </a:moveTo>
                <a:lnTo>
                  <a:pt x="1018390" y="150271"/>
                </a:lnTo>
                <a:lnTo>
                  <a:pt x="1017484" y="150978"/>
                </a:lnTo>
                <a:lnTo>
                  <a:pt x="1016596" y="151664"/>
                </a:lnTo>
                <a:lnTo>
                  <a:pt x="1015725" y="152329"/>
                </a:lnTo>
                <a:lnTo>
                  <a:pt x="1014871" y="152974"/>
                </a:lnTo>
                <a:lnTo>
                  <a:pt x="1014035" y="153597"/>
                </a:lnTo>
                <a:lnTo>
                  <a:pt x="1013217" y="154200"/>
                </a:lnTo>
                <a:lnTo>
                  <a:pt x="1012417" y="154782"/>
                </a:lnTo>
                <a:lnTo>
                  <a:pt x="1011634" y="155344"/>
                </a:lnTo>
                <a:lnTo>
                  <a:pt x="1010868" y="155884"/>
                </a:lnTo>
                <a:lnTo>
                  <a:pt x="1010121" y="156404"/>
                </a:lnTo>
                <a:lnTo>
                  <a:pt x="1009391" y="156903"/>
                </a:lnTo>
                <a:lnTo>
                  <a:pt x="1008678" y="157381"/>
                </a:lnTo>
                <a:lnTo>
                  <a:pt x="1007983" y="157839"/>
                </a:lnTo>
                <a:lnTo>
                  <a:pt x="1007306" y="158276"/>
                </a:lnTo>
                <a:lnTo>
                  <a:pt x="1006646" y="158691"/>
                </a:lnTo>
                <a:lnTo>
                  <a:pt x="1006004" y="159087"/>
                </a:lnTo>
                <a:lnTo>
                  <a:pt x="1005380" y="159461"/>
                </a:lnTo>
                <a:lnTo>
                  <a:pt x="1004773" y="159814"/>
                </a:lnTo>
                <a:lnTo>
                  <a:pt x="1004051" y="160221"/>
                </a:lnTo>
                <a:lnTo>
                  <a:pt x="1003327" y="160611"/>
                </a:lnTo>
                <a:lnTo>
                  <a:pt x="1002602" y="160983"/>
                </a:lnTo>
                <a:lnTo>
                  <a:pt x="1001876" y="161338"/>
                </a:lnTo>
                <a:lnTo>
                  <a:pt x="1001148" y="161676"/>
                </a:lnTo>
                <a:lnTo>
                  <a:pt x="1000419" y="161996"/>
                </a:lnTo>
                <a:lnTo>
                  <a:pt x="999689" y="162300"/>
                </a:lnTo>
                <a:lnTo>
                  <a:pt x="998958" y="162585"/>
                </a:lnTo>
                <a:lnTo>
                  <a:pt x="998225" y="162854"/>
                </a:lnTo>
                <a:lnTo>
                  <a:pt x="997491" y="163105"/>
                </a:lnTo>
                <a:lnTo>
                  <a:pt x="996756" y="163339"/>
                </a:lnTo>
                <a:lnTo>
                  <a:pt x="996019" y="163555"/>
                </a:lnTo>
                <a:lnTo>
                  <a:pt x="995282" y="163754"/>
                </a:lnTo>
                <a:lnTo>
                  <a:pt x="994542" y="163936"/>
                </a:lnTo>
                <a:lnTo>
                  <a:pt x="993802" y="164101"/>
                </a:lnTo>
                <a:lnTo>
                  <a:pt x="993060" y="164248"/>
                </a:lnTo>
                <a:lnTo>
                  <a:pt x="992317" y="164378"/>
                </a:lnTo>
                <a:lnTo>
                  <a:pt x="991573" y="164490"/>
                </a:lnTo>
                <a:lnTo>
                  <a:pt x="990827" y="164586"/>
                </a:lnTo>
                <a:lnTo>
                  <a:pt x="990081" y="164664"/>
                </a:lnTo>
                <a:lnTo>
                  <a:pt x="989332" y="164724"/>
                </a:lnTo>
                <a:lnTo>
                  <a:pt x="988583" y="164767"/>
                </a:lnTo>
                <a:lnTo>
                  <a:pt x="987832" y="164793"/>
                </a:lnTo>
                <a:lnTo>
                  <a:pt x="987080" y="164802"/>
                </a:lnTo>
                <a:lnTo>
                  <a:pt x="986241" y="164792"/>
                </a:lnTo>
                <a:lnTo>
                  <a:pt x="985413" y="164761"/>
                </a:lnTo>
                <a:lnTo>
                  <a:pt x="984598" y="164709"/>
                </a:lnTo>
                <a:lnTo>
                  <a:pt x="983795" y="164636"/>
                </a:lnTo>
                <a:lnTo>
                  <a:pt x="983003" y="164543"/>
                </a:lnTo>
                <a:lnTo>
                  <a:pt x="982224" y="164429"/>
                </a:lnTo>
                <a:lnTo>
                  <a:pt x="981457" y="164295"/>
                </a:lnTo>
                <a:lnTo>
                  <a:pt x="980702" y="164139"/>
                </a:lnTo>
                <a:lnTo>
                  <a:pt x="979958" y="163963"/>
                </a:lnTo>
                <a:lnTo>
                  <a:pt x="979227" y="163766"/>
                </a:lnTo>
                <a:lnTo>
                  <a:pt x="978508" y="163549"/>
                </a:lnTo>
                <a:lnTo>
                  <a:pt x="977801" y="163311"/>
                </a:lnTo>
                <a:lnTo>
                  <a:pt x="977106" y="163052"/>
                </a:lnTo>
                <a:lnTo>
                  <a:pt x="976423" y="162772"/>
                </a:lnTo>
                <a:lnTo>
                  <a:pt x="975752" y="162472"/>
                </a:lnTo>
                <a:lnTo>
                  <a:pt x="975093" y="162151"/>
                </a:lnTo>
                <a:lnTo>
                  <a:pt x="974446" y="161809"/>
                </a:lnTo>
                <a:lnTo>
                  <a:pt x="973811" y="161446"/>
                </a:lnTo>
                <a:lnTo>
                  <a:pt x="973188" y="161063"/>
                </a:lnTo>
                <a:lnTo>
                  <a:pt x="972577" y="160659"/>
                </a:lnTo>
                <a:lnTo>
                  <a:pt x="971978" y="160234"/>
                </a:lnTo>
                <a:lnTo>
                  <a:pt x="971391" y="159789"/>
                </a:lnTo>
                <a:lnTo>
                  <a:pt x="970816" y="159323"/>
                </a:lnTo>
                <a:lnTo>
                  <a:pt x="970254" y="158836"/>
                </a:lnTo>
                <a:lnTo>
                  <a:pt x="969688" y="158320"/>
                </a:lnTo>
                <a:lnTo>
                  <a:pt x="969147" y="157788"/>
                </a:lnTo>
                <a:lnTo>
                  <a:pt x="968630" y="157238"/>
                </a:lnTo>
                <a:lnTo>
                  <a:pt x="968137" y="156672"/>
                </a:lnTo>
                <a:lnTo>
                  <a:pt x="967667" y="156088"/>
                </a:lnTo>
                <a:lnTo>
                  <a:pt x="967222" y="155488"/>
                </a:lnTo>
                <a:lnTo>
                  <a:pt x="966801" y="154871"/>
                </a:lnTo>
                <a:lnTo>
                  <a:pt x="966404" y="154238"/>
                </a:lnTo>
                <a:lnTo>
                  <a:pt x="966032" y="153587"/>
                </a:lnTo>
                <a:lnTo>
                  <a:pt x="965683" y="152920"/>
                </a:lnTo>
                <a:lnTo>
                  <a:pt x="965358" y="152236"/>
                </a:lnTo>
                <a:lnTo>
                  <a:pt x="965057" y="151534"/>
                </a:lnTo>
                <a:lnTo>
                  <a:pt x="964781" y="150817"/>
                </a:lnTo>
                <a:lnTo>
                  <a:pt x="964528" y="150082"/>
                </a:lnTo>
                <a:lnTo>
                  <a:pt x="964299" y="149330"/>
                </a:lnTo>
                <a:lnTo>
                  <a:pt x="964095" y="148562"/>
                </a:lnTo>
                <a:lnTo>
                  <a:pt x="963914" y="147777"/>
                </a:lnTo>
                <a:lnTo>
                  <a:pt x="963758" y="146975"/>
                </a:lnTo>
                <a:lnTo>
                  <a:pt x="963626" y="146156"/>
                </a:lnTo>
                <a:lnTo>
                  <a:pt x="963517" y="145320"/>
                </a:lnTo>
                <a:lnTo>
                  <a:pt x="963433" y="144467"/>
                </a:lnTo>
                <a:lnTo>
                  <a:pt x="963373" y="143598"/>
                </a:lnTo>
                <a:lnTo>
                  <a:pt x="963337" y="142712"/>
                </a:lnTo>
                <a:lnTo>
                  <a:pt x="963325" y="141808"/>
                </a:lnTo>
                <a:lnTo>
                  <a:pt x="963330" y="141364"/>
                </a:lnTo>
                <a:lnTo>
                  <a:pt x="963343" y="140901"/>
                </a:lnTo>
                <a:lnTo>
                  <a:pt x="963366" y="140420"/>
                </a:lnTo>
                <a:lnTo>
                  <a:pt x="963397" y="139920"/>
                </a:lnTo>
                <a:lnTo>
                  <a:pt x="963438" y="139402"/>
                </a:lnTo>
                <a:lnTo>
                  <a:pt x="963487" y="138864"/>
                </a:lnTo>
                <a:lnTo>
                  <a:pt x="963546" y="138309"/>
                </a:lnTo>
                <a:lnTo>
                  <a:pt x="963614" y="137735"/>
                </a:lnTo>
                <a:lnTo>
                  <a:pt x="963690" y="137142"/>
                </a:lnTo>
                <a:lnTo>
                  <a:pt x="963776" y="136530"/>
                </a:lnTo>
                <a:lnTo>
                  <a:pt x="963871" y="135901"/>
                </a:lnTo>
                <a:lnTo>
                  <a:pt x="963975" y="135252"/>
                </a:lnTo>
                <a:lnTo>
                  <a:pt x="964087" y="134585"/>
                </a:lnTo>
                <a:lnTo>
                  <a:pt x="964209" y="133899"/>
                </a:lnTo>
                <a:lnTo>
                  <a:pt x="964340" y="133195"/>
                </a:lnTo>
                <a:lnTo>
                  <a:pt x="964480" y="132472"/>
                </a:lnTo>
                <a:lnTo>
                  <a:pt x="964629" y="131731"/>
                </a:lnTo>
                <a:lnTo>
                  <a:pt x="964787" y="130971"/>
                </a:lnTo>
                <a:lnTo>
                  <a:pt x="964953" y="130193"/>
                </a:lnTo>
                <a:lnTo>
                  <a:pt x="965129" y="129396"/>
                </a:lnTo>
                <a:lnTo>
                  <a:pt x="965314" y="128580"/>
                </a:lnTo>
                <a:lnTo>
                  <a:pt x="965508" y="127746"/>
                </a:lnTo>
                <a:lnTo>
                  <a:pt x="965711" y="126893"/>
                </a:lnTo>
                <a:lnTo>
                  <a:pt x="965923" y="126022"/>
                </a:lnTo>
                <a:lnTo>
                  <a:pt x="972976" y="125032"/>
                </a:lnTo>
                <a:lnTo>
                  <a:pt x="974784" y="124764"/>
                </a:lnTo>
                <a:lnTo>
                  <a:pt x="976578" y="124473"/>
                </a:lnTo>
                <a:lnTo>
                  <a:pt x="978360" y="124159"/>
                </a:lnTo>
                <a:lnTo>
                  <a:pt x="980128" y="123824"/>
                </a:lnTo>
                <a:lnTo>
                  <a:pt x="981882" y="123466"/>
                </a:lnTo>
                <a:lnTo>
                  <a:pt x="983624" y="123086"/>
                </a:lnTo>
                <a:lnTo>
                  <a:pt x="985352" y="122683"/>
                </a:lnTo>
                <a:lnTo>
                  <a:pt x="987067" y="122258"/>
                </a:lnTo>
                <a:lnTo>
                  <a:pt x="988768" y="121811"/>
                </a:lnTo>
                <a:lnTo>
                  <a:pt x="990456" y="121341"/>
                </a:lnTo>
                <a:lnTo>
                  <a:pt x="992131" y="120850"/>
                </a:lnTo>
                <a:lnTo>
                  <a:pt x="993792" y="120335"/>
                </a:lnTo>
                <a:lnTo>
                  <a:pt x="995441" y="119799"/>
                </a:lnTo>
                <a:lnTo>
                  <a:pt x="997075" y="119240"/>
                </a:lnTo>
                <a:lnTo>
                  <a:pt x="998697" y="118659"/>
                </a:lnTo>
                <a:lnTo>
                  <a:pt x="1000305" y="118055"/>
                </a:lnTo>
                <a:lnTo>
                  <a:pt x="1001900" y="117430"/>
                </a:lnTo>
                <a:lnTo>
                  <a:pt x="1003482" y="116781"/>
                </a:lnTo>
                <a:lnTo>
                  <a:pt x="1005050" y="116111"/>
                </a:lnTo>
                <a:lnTo>
                  <a:pt x="1006605" y="115418"/>
                </a:lnTo>
                <a:lnTo>
                  <a:pt x="1008146" y="114703"/>
                </a:lnTo>
                <a:lnTo>
                  <a:pt x="1009675" y="113966"/>
                </a:lnTo>
                <a:lnTo>
                  <a:pt x="1011190" y="113206"/>
                </a:lnTo>
                <a:lnTo>
                  <a:pt x="1012691" y="112424"/>
                </a:lnTo>
                <a:lnTo>
                  <a:pt x="1013471" y="112006"/>
                </a:lnTo>
                <a:lnTo>
                  <a:pt x="1014243" y="111577"/>
                </a:lnTo>
                <a:lnTo>
                  <a:pt x="1015007" y="111137"/>
                </a:lnTo>
                <a:lnTo>
                  <a:pt x="1015764" y="110686"/>
                </a:lnTo>
                <a:lnTo>
                  <a:pt x="1016513" y="110224"/>
                </a:lnTo>
                <a:lnTo>
                  <a:pt x="1017254" y="109750"/>
                </a:lnTo>
                <a:lnTo>
                  <a:pt x="1017987" y="109266"/>
                </a:lnTo>
                <a:lnTo>
                  <a:pt x="1018713" y="108770"/>
                </a:lnTo>
                <a:lnTo>
                  <a:pt x="1019431" y="108263"/>
                </a:lnTo>
                <a:lnTo>
                  <a:pt x="1020141" y="107745"/>
                </a:lnTo>
                <a:lnTo>
                  <a:pt x="1020843" y="107216"/>
                </a:lnTo>
                <a:lnTo>
                  <a:pt x="1021538" y="106675"/>
                </a:lnTo>
                <a:lnTo>
                  <a:pt x="1022225" y="106124"/>
                </a:lnTo>
                <a:lnTo>
                  <a:pt x="1022904" y="105561"/>
                </a:lnTo>
                <a:lnTo>
                  <a:pt x="1023575" y="104987"/>
                </a:lnTo>
                <a:lnTo>
                  <a:pt x="1024239" y="104402"/>
                </a:lnTo>
                <a:lnTo>
                  <a:pt x="1024895" y="103806"/>
                </a:lnTo>
                <a:lnTo>
                  <a:pt x="1025543" y="103199"/>
                </a:lnTo>
                <a:lnTo>
                  <a:pt x="1026184" y="102580"/>
                </a:lnTo>
                <a:lnTo>
                  <a:pt x="1026817" y="101951"/>
                </a:lnTo>
                <a:lnTo>
                  <a:pt x="1027442" y="101310"/>
                </a:lnTo>
                <a:lnTo>
                  <a:pt x="1028059" y="100658"/>
                </a:lnTo>
                <a:lnTo>
                  <a:pt x="1028669" y="99995"/>
                </a:lnTo>
                <a:lnTo>
                  <a:pt x="1029271" y="99320"/>
                </a:lnTo>
                <a:lnTo>
                  <a:pt x="1029967" y="98495"/>
                </a:lnTo>
                <a:lnTo>
                  <a:pt x="1030634" y="97666"/>
                </a:lnTo>
                <a:lnTo>
                  <a:pt x="1031271" y="96834"/>
                </a:lnTo>
                <a:lnTo>
                  <a:pt x="1031879" y="96000"/>
                </a:lnTo>
                <a:lnTo>
                  <a:pt x="1032457" y="95162"/>
                </a:lnTo>
                <a:lnTo>
                  <a:pt x="1033006" y="94321"/>
                </a:lnTo>
                <a:lnTo>
                  <a:pt x="1033524" y="93477"/>
                </a:lnTo>
                <a:lnTo>
                  <a:pt x="1034013" y="92631"/>
                </a:lnTo>
                <a:lnTo>
                  <a:pt x="1034473" y="91781"/>
                </a:lnTo>
                <a:lnTo>
                  <a:pt x="1034903" y="90928"/>
                </a:lnTo>
                <a:lnTo>
                  <a:pt x="1035303" y="90072"/>
                </a:lnTo>
                <a:lnTo>
                  <a:pt x="1035673" y="89214"/>
                </a:lnTo>
                <a:lnTo>
                  <a:pt x="1036014" y="88352"/>
                </a:lnTo>
                <a:lnTo>
                  <a:pt x="1036326" y="87487"/>
                </a:lnTo>
                <a:lnTo>
                  <a:pt x="1036607" y="86619"/>
                </a:lnTo>
                <a:lnTo>
                  <a:pt x="1036859" y="85748"/>
                </a:lnTo>
                <a:lnTo>
                  <a:pt x="1037081" y="84875"/>
                </a:lnTo>
                <a:lnTo>
                  <a:pt x="1037274" y="83998"/>
                </a:lnTo>
                <a:lnTo>
                  <a:pt x="1037437" y="83118"/>
                </a:lnTo>
                <a:lnTo>
                  <a:pt x="1037570" y="82235"/>
                </a:lnTo>
                <a:lnTo>
                  <a:pt x="1037674" y="81349"/>
                </a:lnTo>
                <a:lnTo>
                  <a:pt x="1037748" y="80461"/>
                </a:lnTo>
                <a:lnTo>
                  <a:pt x="1037793" y="79569"/>
                </a:lnTo>
                <a:lnTo>
                  <a:pt x="1037808" y="78674"/>
                </a:lnTo>
                <a:lnTo>
                  <a:pt x="1037800" y="78061"/>
                </a:lnTo>
                <a:lnTo>
                  <a:pt x="1037777" y="77458"/>
                </a:lnTo>
                <a:lnTo>
                  <a:pt x="1037738" y="76866"/>
                </a:lnTo>
                <a:lnTo>
                  <a:pt x="1037684" y="76284"/>
                </a:lnTo>
                <a:lnTo>
                  <a:pt x="1037614" y="75713"/>
                </a:lnTo>
                <a:lnTo>
                  <a:pt x="1037529" y="75151"/>
                </a:lnTo>
                <a:lnTo>
                  <a:pt x="1037429" y="74600"/>
                </a:lnTo>
                <a:lnTo>
                  <a:pt x="1037313" y="74059"/>
                </a:lnTo>
                <a:lnTo>
                  <a:pt x="1037181" y="73529"/>
                </a:lnTo>
                <a:lnTo>
                  <a:pt x="1037034" y="73009"/>
                </a:lnTo>
                <a:lnTo>
                  <a:pt x="1036872" y="72499"/>
                </a:lnTo>
                <a:lnTo>
                  <a:pt x="1036694" y="71999"/>
                </a:lnTo>
                <a:lnTo>
                  <a:pt x="1036501" y="71510"/>
                </a:lnTo>
                <a:lnTo>
                  <a:pt x="1036292" y="71031"/>
                </a:lnTo>
                <a:lnTo>
                  <a:pt x="1036068" y="70562"/>
                </a:lnTo>
                <a:lnTo>
                  <a:pt x="1035828" y="70104"/>
                </a:lnTo>
                <a:lnTo>
                  <a:pt x="1035573" y="69656"/>
                </a:lnTo>
                <a:lnTo>
                  <a:pt x="1035302" y="69218"/>
                </a:lnTo>
                <a:lnTo>
                  <a:pt x="1035016" y="68791"/>
                </a:lnTo>
                <a:lnTo>
                  <a:pt x="1034714" y="68374"/>
                </a:lnTo>
                <a:lnTo>
                  <a:pt x="1034397" y="67967"/>
                </a:lnTo>
                <a:lnTo>
                  <a:pt x="1034065" y="67570"/>
                </a:lnTo>
                <a:lnTo>
                  <a:pt x="1033717" y="67184"/>
                </a:lnTo>
                <a:lnTo>
                  <a:pt x="1033354" y="66808"/>
                </a:lnTo>
                <a:lnTo>
                  <a:pt x="1032882" y="66364"/>
                </a:lnTo>
                <a:lnTo>
                  <a:pt x="1032394" y="65939"/>
                </a:lnTo>
                <a:lnTo>
                  <a:pt x="1031890" y="65533"/>
                </a:lnTo>
                <a:lnTo>
                  <a:pt x="1031370" y="65146"/>
                </a:lnTo>
                <a:lnTo>
                  <a:pt x="1030835" y="64777"/>
                </a:lnTo>
                <a:lnTo>
                  <a:pt x="1030284" y="64428"/>
                </a:lnTo>
                <a:lnTo>
                  <a:pt x="1029716" y="64097"/>
                </a:lnTo>
                <a:lnTo>
                  <a:pt x="1029133" y="63786"/>
                </a:lnTo>
                <a:lnTo>
                  <a:pt x="1028534" y="63493"/>
                </a:lnTo>
                <a:lnTo>
                  <a:pt x="1027919" y="63219"/>
                </a:lnTo>
                <a:lnTo>
                  <a:pt x="1027288" y="62964"/>
                </a:lnTo>
                <a:lnTo>
                  <a:pt x="1026641" y="62728"/>
                </a:lnTo>
                <a:lnTo>
                  <a:pt x="1025979" y="62511"/>
                </a:lnTo>
                <a:lnTo>
                  <a:pt x="1025300" y="62312"/>
                </a:lnTo>
                <a:lnTo>
                  <a:pt x="1024606" y="62133"/>
                </a:lnTo>
                <a:lnTo>
                  <a:pt x="1023895" y="61972"/>
                </a:lnTo>
                <a:lnTo>
                  <a:pt x="1023169" y="61831"/>
                </a:lnTo>
                <a:lnTo>
                  <a:pt x="1022427" y="61708"/>
                </a:lnTo>
                <a:lnTo>
                  <a:pt x="1021669" y="61604"/>
                </a:lnTo>
                <a:lnTo>
                  <a:pt x="1020895" y="61519"/>
                </a:lnTo>
                <a:lnTo>
                  <a:pt x="1020105" y="61453"/>
                </a:lnTo>
                <a:lnTo>
                  <a:pt x="1019300" y="61406"/>
                </a:lnTo>
                <a:lnTo>
                  <a:pt x="1018478" y="61377"/>
                </a:lnTo>
                <a:lnTo>
                  <a:pt x="1017640" y="61368"/>
                </a:lnTo>
                <a:lnTo>
                  <a:pt x="1016516" y="61380"/>
                </a:lnTo>
                <a:lnTo>
                  <a:pt x="1015392" y="61417"/>
                </a:lnTo>
                <a:lnTo>
                  <a:pt x="1014267" y="61478"/>
                </a:lnTo>
                <a:lnTo>
                  <a:pt x="1013142" y="61564"/>
                </a:lnTo>
                <a:lnTo>
                  <a:pt x="1012016" y="61674"/>
                </a:lnTo>
                <a:lnTo>
                  <a:pt x="1010890" y="61809"/>
                </a:lnTo>
                <a:lnTo>
                  <a:pt x="1009763" y="61968"/>
                </a:lnTo>
                <a:lnTo>
                  <a:pt x="1008636" y="62152"/>
                </a:lnTo>
                <a:lnTo>
                  <a:pt x="1007508" y="62361"/>
                </a:lnTo>
                <a:lnTo>
                  <a:pt x="1006381" y="62593"/>
                </a:lnTo>
                <a:lnTo>
                  <a:pt x="1005252" y="62851"/>
                </a:lnTo>
                <a:lnTo>
                  <a:pt x="1004123" y="63133"/>
                </a:lnTo>
                <a:lnTo>
                  <a:pt x="1002994" y="63439"/>
                </a:lnTo>
                <a:lnTo>
                  <a:pt x="1001865" y="63770"/>
                </a:lnTo>
                <a:lnTo>
                  <a:pt x="1000735" y="64126"/>
                </a:lnTo>
                <a:lnTo>
                  <a:pt x="999604" y="64506"/>
                </a:lnTo>
                <a:lnTo>
                  <a:pt x="998473" y="64910"/>
                </a:lnTo>
                <a:lnTo>
                  <a:pt x="997342" y="65339"/>
                </a:lnTo>
                <a:lnTo>
                  <a:pt x="996210" y="65793"/>
                </a:lnTo>
                <a:lnTo>
                  <a:pt x="995078" y="66271"/>
                </a:lnTo>
                <a:lnTo>
                  <a:pt x="993945" y="66773"/>
                </a:lnTo>
                <a:lnTo>
                  <a:pt x="992812" y="67300"/>
                </a:lnTo>
                <a:lnTo>
                  <a:pt x="991679" y="67852"/>
                </a:lnTo>
                <a:lnTo>
                  <a:pt x="990545" y="68428"/>
                </a:lnTo>
                <a:lnTo>
                  <a:pt x="988339" y="69618"/>
                </a:lnTo>
                <a:lnTo>
                  <a:pt x="986176" y="70856"/>
                </a:lnTo>
                <a:lnTo>
                  <a:pt x="984057" y="72142"/>
                </a:lnTo>
                <a:lnTo>
                  <a:pt x="981980" y="73475"/>
                </a:lnTo>
                <a:lnTo>
                  <a:pt x="979946" y="74856"/>
                </a:lnTo>
                <a:lnTo>
                  <a:pt x="977956" y="76285"/>
                </a:lnTo>
                <a:lnTo>
                  <a:pt x="976008" y="77762"/>
                </a:lnTo>
                <a:lnTo>
                  <a:pt x="974103" y="79286"/>
                </a:lnTo>
                <a:lnTo>
                  <a:pt x="972241" y="80859"/>
                </a:lnTo>
                <a:lnTo>
                  <a:pt x="970422" y="82478"/>
                </a:lnTo>
                <a:lnTo>
                  <a:pt x="968646" y="84146"/>
                </a:lnTo>
                <a:lnTo>
                  <a:pt x="966913" y="85861"/>
                </a:lnTo>
                <a:lnTo>
                  <a:pt x="965223" y="87625"/>
                </a:lnTo>
                <a:lnTo>
                  <a:pt x="963576" y="89435"/>
                </a:lnTo>
                <a:lnTo>
                  <a:pt x="961972" y="91294"/>
                </a:lnTo>
                <a:lnTo>
                  <a:pt x="960411" y="93200"/>
                </a:lnTo>
                <a:lnTo>
                  <a:pt x="958892" y="95154"/>
                </a:lnTo>
                <a:lnTo>
                  <a:pt x="957417" y="97156"/>
                </a:lnTo>
                <a:lnTo>
                  <a:pt x="955985" y="99206"/>
                </a:lnTo>
                <a:lnTo>
                  <a:pt x="954596" y="101303"/>
                </a:lnTo>
                <a:lnTo>
                  <a:pt x="953249" y="103448"/>
                </a:lnTo>
                <a:lnTo>
                  <a:pt x="951946" y="105641"/>
                </a:lnTo>
                <a:lnTo>
                  <a:pt x="950685" y="107881"/>
                </a:lnTo>
                <a:lnTo>
                  <a:pt x="949468" y="110170"/>
                </a:lnTo>
                <a:lnTo>
                  <a:pt x="948801" y="111470"/>
                </a:lnTo>
                <a:lnTo>
                  <a:pt x="948164" y="112770"/>
                </a:lnTo>
                <a:lnTo>
                  <a:pt x="947554" y="114071"/>
                </a:lnTo>
                <a:lnTo>
                  <a:pt x="946973" y="115371"/>
                </a:lnTo>
                <a:lnTo>
                  <a:pt x="946420" y="116672"/>
                </a:lnTo>
                <a:lnTo>
                  <a:pt x="945895" y="117972"/>
                </a:lnTo>
                <a:lnTo>
                  <a:pt x="945399" y="119272"/>
                </a:lnTo>
                <a:lnTo>
                  <a:pt x="944931" y="120573"/>
                </a:lnTo>
                <a:lnTo>
                  <a:pt x="944492" y="121873"/>
                </a:lnTo>
                <a:lnTo>
                  <a:pt x="944081" y="123174"/>
                </a:lnTo>
                <a:lnTo>
                  <a:pt x="943698" y="124474"/>
                </a:lnTo>
                <a:lnTo>
                  <a:pt x="943343" y="125774"/>
                </a:lnTo>
                <a:lnTo>
                  <a:pt x="943017" y="127075"/>
                </a:lnTo>
                <a:lnTo>
                  <a:pt x="942720" y="128375"/>
                </a:lnTo>
                <a:lnTo>
                  <a:pt x="942450" y="129676"/>
                </a:lnTo>
                <a:lnTo>
                  <a:pt x="942209" y="130976"/>
                </a:lnTo>
                <a:lnTo>
                  <a:pt x="941997" y="132276"/>
                </a:lnTo>
                <a:lnTo>
                  <a:pt x="941812" y="133577"/>
                </a:lnTo>
                <a:lnTo>
                  <a:pt x="941656" y="134877"/>
                </a:lnTo>
                <a:lnTo>
                  <a:pt x="941529" y="136178"/>
                </a:lnTo>
                <a:lnTo>
                  <a:pt x="941430" y="137478"/>
                </a:lnTo>
                <a:lnTo>
                  <a:pt x="941359" y="138779"/>
                </a:lnTo>
                <a:lnTo>
                  <a:pt x="941316" y="140079"/>
                </a:lnTo>
                <a:lnTo>
                  <a:pt x="941302" y="141379"/>
                </a:lnTo>
                <a:lnTo>
                  <a:pt x="941317" y="142599"/>
                </a:lnTo>
                <a:lnTo>
                  <a:pt x="941362" y="143801"/>
                </a:lnTo>
                <a:lnTo>
                  <a:pt x="941437" y="144985"/>
                </a:lnTo>
                <a:lnTo>
                  <a:pt x="941542" y="146151"/>
                </a:lnTo>
                <a:lnTo>
                  <a:pt x="941678" y="147300"/>
                </a:lnTo>
                <a:lnTo>
                  <a:pt x="941843" y="148431"/>
                </a:lnTo>
                <a:lnTo>
                  <a:pt x="942039" y="149545"/>
                </a:lnTo>
                <a:lnTo>
                  <a:pt x="942264" y="150641"/>
                </a:lnTo>
                <a:lnTo>
                  <a:pt x="942520" y="151720"/>
                </a:lnTo>
                <a:lnTo>
                  <a:pt x="942806" y="152780"/>
                </a:lnTo>
                <a:lnTo>
                  <a:pt x="943121" y="153823"/>
                </a:lnTo>
                <a:lnTo>
                  <a:pt x="943467" y="154849"/>
                </a:lnTo>
                <a:lnTo>
                  <a:pt x="943843" y="155857"/>
                </a:lnTo>
                <a:lnTo>
                  <a:pt x="944249" y="156847"/>
                </a:lnTo>
                <a:lnTo>
                  <a:pt x="944685" y="157820"/>
                </a:lnTo>
                <a:lnTo>
                  <a:pt x="945151" y="158775"/>
                </a:lnTo>
                <a:lnTo>
                  <a:pt x="945647" y="159712"/>
                </a:lnTo>
                <a:lnTo>
                  <a:pt x="946174" y="160632"/>
                </a:lnTo>
                <a:lnTo>
                  <a:pt x="946730" y="161534"/>
                </a:lnTo>
                <a:lnTo>
                  <a:pt x="947316" y="162419"/>
                </a:lnTo>
                <a:lnTo>
                  <a:pt x="947933" y="163285"/>
                </a:lnTo>
                <a:lnTo>
                  <a:pt x="948579" y="164135"/>
                </a:lnTo>
                <a:lnTo>
                  <a:pt x="949256" y="164966"/>
                </a:lnTo>
                <a:lnTo>
                  <a:pt x="949963" y="165780"/>
                </a:lnTo>
                <a:lnTo>
                  <a:pt x="950747" y="166629"/>
                </a:lnTo>
                <a:lnTo>
                  <a:pt x="951552" y="167442"/>
                </a:lnTo>
                <a:lnTo>
                  <a:pt x="952379" y="168219"/>
                </a:lnTo>
                <a:lnTo>
                  <a:pt x="953228" y="168959"/>
                </a:lnTo>
                <a:lnTo>
                  <a:pt x="954098" y="169664"/>
                </a:lnTo>
                <a:lnTo>
                  <a:pt x="954989" y="170332"/>
                </a:lnTo>
                <a:lnTo>
                  <a:pt x="955902" y="170964"/>
                </a:lnTo>
                <a:lnTo>
                  <a:pt x="956836" y="171561"/>
                </a:lnTo>
                <a:lnTo>
                  <a:pt x="957792" y="172121"/>
                </a:lnTo>
                <a:lnTo>
                  <a:pt x="958770" y="172644"/>
                </a:lnTo>
                <a:lnTo>
                  <a:pt x="959768" y="173132"/>
                </a:lnTo>
                <a:lnTo>
                  <a:pt x="960789" y="173584"/>
                </a:lnTo>
                <a:lnTo>
                  <a:pt x="961830" y="173999"/>
                </a:lnTo>
                <a:lnTo>
                  <a:pt x="962894" y="174378"/>
                </a:lnTo>
                <a:lnTo>
                  <a:pt x="963978" y="174722"/>
                </a:lnTo>
                <a:lnTo>
                  <a:pt x="965085" y="175029"/>
                </a:lnTo>
                <a:lnTo>
                  <a:pt x="966212" y="175300"/>
                </a:lnTo>
                <a:lnTo>
                  <a:pt x="967362" y="175535"/>
                </a:lnTo>
                <a:lnTo>
                  <a:pt x="968532" y="175733"/>
                </a:lnTo>
                <a:lnTo>
                  <a:pt x="969724" y="175896"/>
                </a:lnTo>
                <a:lnTo>
                  <a:pt x="970938" y="176022"/>
                </a:lnTo>
                <a:lnTo>
                  <a:pt x="972173" y="176113"/>
                </a:lnTo>
                <a:lnTo>
                  <a:pt x="973430" y="176167"/>
                </a:lnTo>
                <a:lnTo>
                  <a:pt x="974708" y="176185"/>
                </a:lnTo>
                <a:lnTo>
                  <a:pt x="976266" y="176160"/>
                </a:lnTo>
                <a:lnTo>
                  <a:pt x="977827" y="176085"/>
                </a:lnTo>
                <a:lnTo>
                  <a:pt x="979390" y="175961"/>
                </a:lnTo>
                <a:lnTo>
                  <a:pt x="980956" y="175787"/>
                </a:lnTo>
                <a:lnTo>
                  <a:pt x="982524" y="175564"/>
                </a:lnTo>
                <a:lnTo>
                  <a:pt x="984095" y="175291"/>
                </a:lnTo>
                <a:lnTo>
                  <a:pt x="985669" y="174968"/>
                </a:lnTo>
                <a:lnTo>
                  <a:pt x="987245" y="174595"/>
                </a:lnTo>
                <a:lnTo>
                  <a:pt x="988824" y="174173"/>
                </a:lnTo>
                <a:lnTo>
                  <a:pt x="990405" y="173701"/>
                </a:lnTo>
                <a:lnTo>
                  <a:pt x="991989" y="173180"/>
                </a:lnTo>
                <a:lnTo>
                  <a:pt x="993576" y="172608"/>
                </a:lnTo>
                <a:lnTo>
                  <a:pt x="995165" y="171987"/>
                </a:lnTo>
                <a:lnTo>
                  <a:pt x="996757" y="171317"/>
                </a:lnTo>
                <a:lnTo>
                  <a:pt x="998351" y="170597"/>
                </a:lnTo>
                <a:lnTo>
                  <a:pt x="999948" y="169827"/>
                </a:lnTo>
                <a:lnTo>
                  <a:pt x="1001547" y="169007"/>
                </a:lnTo>
                <a:lnTo>
                  <a:pt x="1003149" y="168138"/>
                </a:lnTo>
                <a:lnTo>
                  <a:pt x="1004754" y="167219"/>
                </a:lnTo>
                <a:lnTo>
                  <a:pt x="1006361" y="166250"/>
                </a:lnTo>
                <a:lnTo>
                  <a:pt x="1007971" y="165232"/>
                </a:lnTo>
                <a:lnTo>
                  <a:pt x="1009583" y="164164"/>
                </a:lnTo>
                <a:lnTo>
                  <a:pt x="1011198" y="163046"/>
                </a:lnTo>
                <a:lnTo>
                  <a:pt x="1012815" y="161879"/>
                </a:lnTo>
                <a:lnTo>
                  <a:pt x="1013453" y="161409"/>
                </a:lnTo>
                <a:lnTo>
                  <a:pt x="1014087" y="160931"/>
                </a:lnTo>
                <a:lnTo>
                  <a:pt x="1014717" y="160446"/>
                </a:lnTo>
                <a:lnTo>
                  <a:pt x="1015345" y="159954"/>
                </a:lnTo>
                <a:lnTo>
                  <a:pt x="1015968" y="159455"/>
                </a:lnTo>
                <a:lnTo>
                  <a:pt x="1016589" y="158948"/>
                </a:lnTo>
                <a:lnTo>
                  <a:pt x="1017206" y="158433"/>
                </a:lnTo>
                <a:lnTo>
                  <a:pt x="1017819" y="157912"/>
                </a:lnTo>
                <a:lnTo>
                  <a:pt x="1018429" y="157383"/>
                </a:lnTo>
                <a:lnTo>
                  <a:pt x="1019036" y="156846"/>
                </a:lnTo>
                <a:lnTo>
                  <a:pt x="1019639" y="156303"/>
                </a:lnTo>
                <a:lnTo>
                  <a:pt x="1020239" y="155752"/>
                </a:lnTo>
                <a:lnTo>
                  <a:pt x="1020835" y="155193"/>
                </a:lnTo>
                <a:lnTo>
                  <a:pt x="1021428" y="154628"/>
                </a:lnTo>
                <a:lnTo>
                  <a:pt x="1022017" y="154055"/>
                </a:lnTo>
                <a:lnTo>
                  <a:pt x="1022603" y="153474"/>
                </a:lnTo>
                <a:lnTo>
                  <a:pt x="1023186" y="152887"/>
                </a:lnTo>
                <a:lnTo>
                  <a:pt x="1023765" y="152292"/>
                </a:lnTo>
                <a:lnTo>
                  <a:pt x="1024340" y="151689"/>
                </a:lnTo>
                <a:lnTo>
                  <a:pt x="1024913" y="151079"/>
                </a:lnTo>
                <a:lnTo>
                  <a:pt x="1025481" y="150462"/>
                </a:lnTo>
                <a:lnTo>
                  <a:pt x="1026047" y="149838"/>
                </a:lnTo>
                <a:lnTo>
                  <a:pt x="1026609" y="149206"/>
                </a:lnTo>
                <a:lnTo>
                  <a:pt x="1027167" y="148567"/>
                </a:lnTo>
                <a:lnTo>
                  <a:pt x="1024198" y="145594"/>
                </a:lnTo>
                <a:lnTo>
                  <a:pt x="1023186" y="146425"/>
                </a:lnTo>
                <a:lnTo>
                  <a:pt x="1022192" y="147236"/>
                </a:lnTo>
                <a:lnTo>
                  <a:pt x="1021215" y="148026"/>
                </a:lnTo>
                <a:lnTo>
                  <a:pt x="1020256" y="148795"/>
                </a:lnTo>
                <a:lnTo>
                  <a:pt x="1019314" y="149544"/>
                </a:lnTo>
                <a:close/>
                <a:moveTo>
                  <a:pt x="974367" y="103761"/>
                </a:moveTo>
                <a:lnTo>
                  <a:pt x="975024" y="102387"/>
                </a:lnTo>
                <a:lnTo>
                  <a:pt x="975705" y="101023"/>
                </a:lnTo>
                <a:lnTo>
                  <a:pt x="976411" y="99669"/>
                </a:lnTo>
                <a:lnTo>
                  <a:pt x="977141" y="98325"/>
                </a:lnTo>
                <a:lnTo>
                  <a:pt x="977896" y="96990"/>
                </a:lnTo>
                <a:lnTo>
                  <a:pt x="978675" y="95666"/>
                </a:lnTo>
                <a:lnTo>
                  <a:pt x="979478" y="94351"/>
                </a:lnTo>
                <a:lnTo>
                  <a:pt x="980306" y="93046"/>
                </a:lnTo>
                <a:lnTo>
                  <a:pt x="981159" y="91751"/>
                </a:lnTo>
                <a:lnTo>
                  <a:pt x="982036" y="90466"/>
                </a:lnTo>
                <a:lnTo>
                  <a:pt x="982937" y="89191"/>
                </a:lnTo>
                <a:lnTo>
                  <a:pt x="983863" y="87925"/>
                </a:lnTo>
                <a:lnTo>
                  <a:pt x="984814" y="86670"/>
                </a:lnTo>
                <a:lnTo>
                  <a:pt x="985789" y="85424"/>
                </a:lnTo>
                <a:lnTo>
                  <a:pt x="986788" y="84188"/>
                </a:lnTo>
                <a:lnTo>
                  <a:pt x="987812" y="82962"/>
                </a:lnTo>
                <a:lnTo>
                  <a:pt x="988861" y="81745"/>
                </a:lnTo>
                <a:lnTo>
                  <a:pt x="989934" y="80539"/>
                </a:lnTo>
                <a:lnTo>
                  <a:pt x="991031" y="79342"/>
                </a:lnTo>
                <a:lnTo>
                  <a:pt x="992153" y="78156"/>
                </a:lnTo>
                <a:lnTo>
                  <a:pt x="993028" y="77270"/>
                </a:lnTo>
                <a:lnTo>
                  <a:pt x="993900" y="76423"/>
                </a:lnTo>
                <a:lnTo>
                  <a:pt x="994769" y="75613"/>
                </a:lnTo>
                <a:lnTo>
                  <a:pt x="995634" y="74841"/>
                </a:lnTo>
                <a:lnTo>
                  <a:pt x="996497" y="74106"/>
                </a:lnTo>
                <a:lnTo>
                  <a:pt x="997357" y="73409"/>
                </a:lnTo>
                <a:lnTo>
                  <a:pt x="998214" y="72750"/>
                </a:lnTo>
                <a:lnTo>
                  <a:pt x="999068" y="72128"/>
                </a:lnTo>
                <a:lnTo>
                  <a:pt x="999919" y="71545"/>
                </a:lnTo>
                <a:lnTo>
                  <a:pt x="1000767" y="70998"/>
                </a:lnTo>
                <a:lnTo>
                  <a:pt x="1001611" y="70490"/>
                </a:lnTo>
                <a:lnTo>
                  <a:pt x="1002453" y="70019"/>
                </a:lnTo>
                <a:lnTo>
                  <a:pt x="1003292" y="69586"/>
                </a:lnTo>
                <a:lnTo>
                  <a:pt x="1004128" y="69190"/>
                </a:lnTo>
                <a:lnTo>
                  <a:pt x="1004961" y="68832"/>
                </a:lnTo>
                <a:lnTo>
                  <a:pt x="1005790" y="68512"/>
                </a:lnTo>
                <a:lnTo>
                  <a:pt x="1006617" y="68229"/>
                </a:lnTo>
                <a:lnTo>
                  <a:pt x="1007441" y="67985"/>
                </a:lnTo>
                <a:lnTo>
                  <a:pt x="1008262" y="67777"/>
                </a:lnTo>
                <a:lnTo>
                  <a:pt x="1009079" y="67608"/>
                </a:lnTo>
                <a:lnTo>
                  <a:pt x="1009894" y="67476"/>
                </a:lnTo>
                <a:lnTo>
                  <a:pt x="1010706" y="67382"/>
                </a:lnTo>
                <a:lnTo>
                  <a:pt x="1011515" y="67325"/>
                </a:lnTo>
                <a:lnTo>
                  <a:pt x="1012320" y="67307"/>
                </a:lnTo>
                <a:lnTo>
                  <a:pt x="1012607" y="67310"/>
                </a:lnTo>
                <a:lnTo>
                  <a:pt x="1012890" y="67321"/>
                </a:lnTo>
                <a:lnTo>
                  <a:pt x="1013169" y="67339"/>
                </a:lnTo>
                <a:lnTo>
                  <a:pt x="1013444" y="67365"/>
                </a:lnTo>
                <a:lnTo>
                  <a:pt x="1013715" y="67398"/>
                </a:lnTo>
                <a:lnTo>
                  <a:pt x="1013983" y="67438"/>
                </a:lnTo>
                <a:lnTo>
                  <a:pt x="1014246" y="67485"/>
                </a:lnTo>
                <a:lnTo>
                  <a:pt x="1014506" y="67539"/>
                </a:lnTo>
                <a:lnTo>
                  <a:pt x="1014762" y="67601"/>
                </a:lnTo>
                <a:lnTo>
                  <a:pt x="1015014" y="67670"/>
                </a:lnTo>
                <a:lnTo>
                  <a:pt x="1015262" y="67747"/>
                </a:lnTo>
                <a:lnTo>
                  <a:pt x="1015506" y="67830"/>
                </a:lnTo>
                <a:lnTo>
                  <a:pt x="1015747" y="67921"/>
                </a:lnTo>
                <a:lnTo>
                  <a:pt x="1015983" y="68020"/>
                </a:lnTo>
                <a:lnTo>
                  <a:pt x="1016216" y="68125"/>
                </a:lnTo>
                <a:lnTo>
                  <a:pt x="1016444" y="68238"/>
                </a:lnTo>
                <a:lnTo>
                  <a:pt x="1016669" y="68358"/>
                </a:lnTo>
                <a:lnTo>
                  <a:pt x="1016890" y="68485"/>
                </a:lnTo>
                <a:lnTo>
                  <a:pt x="1017107" y="68620"/>
                </a:lnTo>
                <a:lnTo>
                  <a:pt x="1017321" y="68762"/>
                </a:lnTo>
                <a:lnTo>
                  <a:pt x="1017530" y="68911"/>
                </a:lnTo>
                <a:lnTo>
                  <a:pt x="1017736" y="69067"/>
                </a:lnTo>
                <a:lnTo>
                  <a:pt x="1017937" y="69231"/>
                </a:lnTo>
                <a:lnTo>
                  <a:pt x="1018135" y="69402"/>
                </a:lnTo>
                <a:lnTo>
                  <a:pt x="1018378" y="69632"/>
                </a:lnTo>
                <a:lnTo>
                  <a:pt x="1018610" y="69870"/>
                </a:lnTo>
                <a:lnTo>
                  <a:pt x="1018831" y="70115"/>
                </a:lnTo>
                <a:lnTo>
                  <a:pt x="1019043" y="70368"/>
                </a:lnTo>
                <a:lnTo>
                  <a:pt x="1019244" y="70629"/>
                </a:lnTo>
                <a:lnTo>
                  <a:pt x="1019434" y="70898"/>
                </a:lnTo>
                <a:lnTo>
                  <a:pt x="1019615" y="71174"/>
                </a:lnTo>
                <a:lnTo>
                  <a:pt x="1019785" y="71458"/>
                </a:lnTo>
                <a:lnTo>
                  <a:pt x="1019945" y="71749"/>
                </a:lnTo>
                <a:lnTo>
                  <a:pt x="1020094" y="72049"/>
                </a:lnTo>
                <a:lnTo>
                  <a:pt x="1020233" y="72356"/>
                </a:lnTo>
                <a:lnTo>
                  <a:pt x="1020362" y="72670"/>
                </a:lnTo>
                <a:lnTo>
                  <a:pt x="1020481" y="72993"/>
                </a:lnTo>
                <a:lnTo>
                  <a:pt x="1020589" y="73323"/>
                </a:lnTo>
                <a:lnTo>
                  <a:pt x="1020687" y="73660"/>
                </a:lnTo>
                <a:lnTo>
                  <a:pt x="1020775" y="74006"/>
                </a:lnTo>
                <a:lnTo>
                  <a:pt x="1020852" y="74359"/>
                </a:lnTo>
                <a:lnTo>
                  <a:pt x="1020919" y="74720"/>
                </a:lnTo>
                <a:lnTo>
                  <a:pt x="1020976" y="75088"/>
                </a:lnTo>
                <a:lnTo>
                  <a:pt x="1021022" y="75464"/>
                </a:lnTo>
                <a:lnTo>
                  <a:pt x="1021058" y="75848"/>
                </a:lnTo>
                <a:lnTo>
                  <a:pt x="1021084" y="76240"/>
                </a:lnTo>
                <a:lnTo>
                  <a:pt x="1021100" y="76639"/>
                </a:lnTo>
                <a:lnTo>
                  <a:pt x="1021105" y="77046"/>
                </a:lnTo>
                <a:lnTo>
                  <a:pt x="1021098" y="77572"/>
                </a:lnTo>
                <a:lnTo>
                  <a:pt x="1021078" y="78100"/>
                </a:lnTo>
                <a:lnTo>
                  <a:pt x="1021045" y="78630"/>
                </a:lnTo>
                <a:lnTo>
                  <a:pt x="1020998" y="79163"/>
                </a:lnTo>
                <a:lnTo>
                  <a:pt x="1020938" y="79699"/>
                </a:lnTo>
                <a:lnTo>
                  <a:pt x="1020865" y="80238"/>
                </a:lnTo>
                <a:lnTo>
                  <a:pt x="1020778" y="80778"/>
                </a:lnTo>
                <a:lnTo>
                  <a:pt x="1020679" y="81322"/>
                </a:lnTo>
                <a:lnTo>
                  <a:pt x="1020565" y="81868"/>
                </a:lnTo>
                <a:lnTo>
                  <a:pt x="1020439" y="82416"/>
                </a:lnTo>
                <a:lnTo>
                  <a:pt x="1020299" y="82968"/>
                </a:lnTo>
                <a:lnTo>
                  <a:pt x="1020146" y="83521"/>
                </a:lnTo>
                <a:lnTo>
                  <a:pt x="1019979" y="84078"/>
                </a:lnTo>
                <a:lnTo>
                  <a:pt x="1019800" y="84636"/>
                </a:lnTo>
                <a:lnTo>
                  <a:pt x="1019606" y="85198"/>
                </a:lnTo>
                <a:lnTo>
                  <a:pt x="1019400" y="85762"/>
                </a:lnTo>
                <a:lnTo>
                  <a:pt x="1019180" y="86328"/>
                </a:lnTo>
                <a:lnTo>
                  <a:pt x="1018947" y="86897"/>
                </a:lnTo>
                <a:lnTo>
                  <a:pt x="1018701" y="87469"/>
                </a:lnTo>
                <a:lnTo>
                  <a:pt x="1018441" y="88043"/>
                </a:lnTo>
                <a:lnTo>
                  <a:pt x="1018168" y="88620"/>
                </a:lnTo>
                <a:lnTo>
                  <a:pt x="1017882" y="89199"/>
                </a:lnTo>
                <a:lnTo>
                  <a:pt x="1017582" y="89781"/>
                </a:lnTo>
                <a:lnTo>
                  <a:pt x="1017269" y="90366"/>
                </a:lnTo>
                <a:lnTo>
                  <a:pt x="1016721" y="91335"/>
                </a:lnTo>
                <a:lnTo>
                  <a:pt x="1016151" y="92290"/>
                </a:lnTo>
                <a:lnTo>
                  <a:pt x="1015556" y="93232"/>
                </a:lnTo>
                <a:lnTo>
                  <a:pt x="1014939" y="94160"/>
                </a:lnTo>
                <a:lnTo>
                  <a:pt x="1014299" y="95074"/>
                </a:lnTo>
                <a:lnTo>
                  <a:pt x="1013635" y="95975"/>
                </a:lnTo>
                <a:lnTo>
                  <a:pt x="1012948" y="96862"/>
                </a:lnTo>
                <a:lnTo>
                  <a:pt x="1012238" y="97735"/>
                </a:lnTo>
                <a:lnTo>
                  <a:pt x="1011504" y="98595"/>
                </a:lnTo>
                <a:lnTo>
                  <a:pt x="1010748" y="99441"/>
                </a:lnTo>
                <a:lnTo>
                  <a:pt x="1009968" y="100273"/>
                </a:lnTo>
                <a:lnTo>
                  <a:pt x="1009165" y="101091"/>
                </a:lnTo>
                <a:lnTo>
                  <a:pt x="1008339" y="101896"/>
                </a:lnTo>
                <a:lnTo>
                  <a:pt x="1007490" y="102687"/>
                </a:lnTo>
                <a:lnTo>
                  <a:pt x="1006617" y="103465"/>
                </a:lnTo>
                <a:lnTo>
                  <a:pt x="1005722" y="104228"/>
                </a:lnTo>
                <a:lnTo>
                  <a:pt x="1004803" y="104978"/>
                </a:lnTo>
                <a:lnTo>
                  <a:pt x="1003861" y="105715"/>
                </a:lnTo>
                <a:lnTo>
                  <a:pt x="1002895" y="106437"/>
                </a:lnTo>
                <a:lnTo>
                  <a:pt x="1001907" y="107146"/>
                </a:lnTo>
                <a:lnTo>
                  <a:pt x="1000895" y="107841"/>
                </a:lnTo>
                <a:lnTo>
                  <a:pt x="999860" y="108523"/>
                </a:lnTo>
                <a:lnTo>
                  <a:pt x="998802" y="109191"/>
                </a:lnTo>
                <a:lnTo>
                  <a:pt x="997721" y="109845"/>
                </a:lnTo>
                <a:lnTo>
                  <a:pt x="996947" y="110297"/>
                </a:lnTo>
                <a:lnTo>
                  <a:pt x="996132" y="110748"/>
                </a:lnTo>
                <a:lnTo>
                  <a:pt x="995275" y="111198"/>
                </a:lnTo>
                <a:lnTo>
                  <a:pt x="994377" y="111647"/>
                </a:lnTo>
                <a:lnTo>
                  <a:pt x="993436" y="112096"/>
                </a:lnTo>
                <a:lnTo>
                  <a:pt x="992455" y="112543"/>
                </a:lnTo>
                <a:lnTo>
                  <a:pt x="991431" y="112990"/>
                </a:lnTo>
                <a:lnTo>
                  <a:pt x="990366" y="113436"/>
                </a:lnTo>
                <a:lnTo>
                  <a:pt x="989259" y="113881"/>
                </a:lnTo>
                <a:lnTo>
                  <a:pt x="988110" y="114325"/>
                </a:lnTo>
                <a:lnTo>
                  <a:pt x="986920" y="114768"/>
                </a:lnTo>
                <a:lnTo>
                  <a:pt x="985688" y="115210"/>
                </a:lnTo>
                <a:lnTo>
                  <a:pt x="984415" y="115652"/>
                </a:lnTo>
                <a:lnTo>
                  <a:pt x="983100" y="116093"/>
                </a:lnTo>
                <a:lnTo>
                  <a:pt x="981743" y="116532"/>
                </a:lnTo>
                <a:lnTo>
                  <a:pt x="980344" y="116971"/>
                </a:lnTo>
                <a:lnTo>
                  <a:pt x="978904" y="117409"/>
                </a:lnTo>
                <a:lnTo>
                  <a:pt x="977422" y="117846"/>
                </a:lnTo>
                <a:lnTo>
                  <a:pt x="975898" y="118282"/>
                </a:lnTo>
                <a:lnTo>
                  <a:pt x="974333" y="118718"/>
                </a:lnTo>
                <a:lnTo>
                  <a:pt x="972726" y="119152"/>
                </a:lnTo>
                <a:lnTo>
                  <a:pt x="971078" y="119586"/>
                </a:lnTo>
                <a:lnTo>
                  <a:pt x="969387" y="120019"/>
                </a:lnTo>
                <a:lnTo>
                  <a:pt x="967655" y="120450"/>
                </a:lnTo>
                <a:lnTo>
                  <a:pt x="971986" y="109354"/>
                </a:lnTo>
                <a:lnTo>
                  <a:pt x="972544" y="107941"/>
                </a:lnTo>
                <a:lnTo>
                  <a:pt x="973128" y="106537"/>
                </a:lnTo>
                <a:lnTo>
                  <a:pt x="973735" y="105144"/>
                </a:lnTo>
                <a:lnTo>
                  <a:pt x="974367" y="103761"/>
                </a:lnTo>
                <a:close/>
                <a:moveTo>
                  <a:pt x="1202262" y="149544"/>
                </a:moveTo>
                <a:lnTo>
                  <a:pt x="1201338" y="150271"/>
                </a:lnTo>
                <a:lnTo>
                  <a:pt x="1200431" y="150978"/>
                </a:lnTo>
                <a:lnTo>
                  <a:pt x="1199543" y="151664"/>
                </a:lnTo>
                <a:lnTo>
                  <a:pt x="1198672" y="152329"/>
                </a:lnTo>
                <a:lnTo>
                  <a:pt x="1197818" y="152974"/>
                </a:lnTo>
                <a:lnTo>
                  <a:pt x="1196983" y="153597"/>
                </a:lnTo>
                <a:lnTo>
                  <a:pt x="1196164" y="154200"/>
                </a:lnTo>
                <a:lnTo>
                  <a:pt x="1195364" y="154782"/>
                </a:lnTo>
                <a:lnTo>
                  <a:pt x="1194581" y="155344"/>
                </a:lnTo>
                <a:lnTo>
                  <a:pt x="1193816" y="155884"/>
                </a:lnTo>
                <a:lnTo>
                  <a:pt x="1193068" y="156404"/>
                </a:lnTo>
                <a:lnTo>
                  <a:pt x="1192338" y="156903"/>
                </a:lnTo>
                <a:lnTo>
                  <a:pt x="1191625" y="157381"/>
                </a:lnTo>
                <a:lnTo>
                  <a:pt x="1190930" y="157839"/>
                </a:lnTo>
                <a:lnTo>
                  <a:pt x="1190253" y="158276"/>
                </a:lnTo>
                <a:lnTo>
                  <a:pt x="1189593" y="158691"/>
                </a:lnTo>
                <a:lnTo>
                  <a:pt x="1188951" y="159087"/>
                </a:lnTo>
                <a:lnTo>
                  <a:pt x="1188327" y="159461"/>
                </a:lnTo>
                <a:lnTo>
                  <a:pt x="1187720" y="159814"/>
                </a:lnTo>
                <a:lnTo>
                  <a:pt x="1186998" y="160221"/>
                </a:lnTo>
                <a:lnTo>
                  <a:pt x="1186274" y="160611"/>
                </a:lnTo>
                <a:lnTo>
                  <a:pt x="1185549" y="160983"/>
                </a:lnTo>
                <a:lnTo>
                  <a:pt x="1184823" y="161338"/>
                </a:lnTo>
                <a:lnTo>
                  <a:pt x="1184095" y="161676"/>
                </a:lnTo>
                <a:lnTo>
                  <a:pt x="1183367" y="161996"/>
                </a:lnTo>
                <a:lnTo>
                  <a:pt x="1182636" y="162300"/>
                </a:lnTo>
                <a:lnTo>
                  <a:pt x="1181905" y="162585"/>
                </a:lnTo>
                <a:lnTo>
                  <a:pt x="1181172" y="162854"/>
                </a:lnTo>
                <a:lnTo>
                  <a:pt x="1180438" y="163105"/>
                </a:lnTo>
                <a:lnTo>
                  <a:pt x="1179703" y="163339"/>
                </a:lnTo>
                <a:lnTo>
                  <a:pt x="1178967" y="163555"/>
                </a:lnTo>
                <a:lnTo>
                  <a:pt x="1178229" y="163754"/>
                </a:lnTo>
                <a:lnTo>
                  <a:pt x="1177490" y="163936"/>
                </a:lnTo>
                <a:lnTo>
                  <a:pt x="1176749" y="164101"/>
                </a:lnTo>
                <a:lnTo>
                  <a:pt x="1176007" y="164248"/>
                </a:lnTo>
                <a:lnTo>
                  <a:pt x="1175265" y="164378"/>
                </a:lnTo>
                <a:lnTo>
                  <a:pt x="1174520" y="164490"/>
                </a:lnTo>
                <a:lnTo>
                  <a:pt x="1173775" y="164586"/>
                </a:lnTo>
                <a:lnTo>
                  <a:pt x="1173028" y="164664"/>
                </a:lnTo>
                <a:lnTo>
                  <a:pt x="1172280" y="164724"/>
                </a:lnTo>
                <a:lnTo>
                  <a:pt x="1171530" y="164767"/>
                </a:lnTo>
                <a:lnTo>
                  <a:pt x="1170779" y="164793"/>
                </a:lnTo>
                <a:lnTo>
                  <a:pt x="1170027" y="164802"/>
                </a:lnTo>
                <a:lnTo>
                  <a:pt x="1169188" y="164792"/>
                </a:lnTo>
                <a:lnTo>
                  <a:pt x="1168361" y="164761"/>
                </a:lnTo>
                <a:lnTo>
                  <a:pt x="1167545" y="164709"/>
                </a:lnTo>
                <a:lnTo>
                  <a:pt x="1166742" y="164636"/>
                </a:lnTo>
                <a:lnTo>
                  <a:pt x="1165951" y="164543"/>
                </a:lnTo>
                <a:lnTo>
                  <a:pt x="1165171" y="164429"/>
                </a:lnTo>
                <a:lnTo>
                  <a:pt x="1164404" y="164295"/>
                </a:lnTo>
                <a:lnTo>
                  <a:pt x="1163649" y="164139"/>
                </a:lnTo>
                <a:lnTo>
                  <a:pt x="1162906" y="163963"/>
                </a:lnTo>
                <a:lnTo>
                  <a:pt x="1162174" y="163766"/>
                </a:lnTo>
                <a:lnTo>
                  <a:pt x="1161455" y="163549"/>
                </a:lnTo>
                <a:lnTo>
                  <a:pt x="1160748" y="163311"/>
                </a:lnTo>
                <a:lnTo>
                  <a:pt x="1160053" y="163052"/>
                </a:lnTo>
                <a:lnTo>
                  <a:pt x="1159370" y="162772"/>
                </a:lnTo>
                <a:lnTo>
                  <a:pt x="1158699" y="162472"/>
                </a:lnTo>
                <a:lnTo>
                  <a:pt x="1158040" y="162151"/>
                </a:lnTo>
                <a:lnTo>
                  <a:pt x="1157393" y="161809"/>
                </a:lnTo>
                <a:lnTo>
                  <a:pt x="1156758" y="161446"/>
                </a:lnTo>
                <a:lnTo>
                  <a:pt x="1156135" y="161063"/>
                </a:lnTo>
                <a:lnTo>
                  <a:pt x="1155524" y="160659"/>
                </a:lnTo>
                <a:lnTo>
                  <a:pt x="1154925" y="160234"/>
                </a:lnTo>
                <a:lnTo>
                  <a:pt x="1154338" y="159789"/>
                </a:lnTo>
                <a:lnTo>
                  <a:pt x="1153764" y="159323"/>
                </a:lnTo>
                <a:lnTo>
                  <a:pt x="1153201" y="158836"/>
                </a:lnTo>
                <a:lnTo>
                  <a:pt x="1152635" y="158320"/>
                </a:lnTo>
                <a:lnTo>
                  <a:pt x="1152094" y="157788"/>
                </a:lnTo>
                <a:lnTo>
                  <a:pt x="1151577" y="157238"/>
                </a:lnTo>
                <a:lnTo>
                  <a:pt x="1151084" y="156672"/>
                </a:lnTo>
                <a:lnTo>
                  <a:pt x="1150615" y="156088"/>
                </a:lnTo>
                <a:lnTo>
                  <a:pt x="1150170" y="155488"/>
                </a:lnTo>
                <a:lnTo>
                  <a:pt x="1149749" y="154871"/>
                </a:lnTo>
                <a:lnTo>
                  <a:pt x="1149352" y="154238"/>
                </a:lnTo>
                <a:lnTo>
                  <a:pt x="1148979" y="153587"/>
                </a:lnTo>
                <a:lnTo>
                  <a:pt x="1148630" y="152920"/>
                </a:lnTo>
                <a:lnTo>
                  <a:pt x="1148305" y="152236"/>
                </a:lnTo>
                <a:lnTo>
                  <a:pt x="1148004" y="151534"/>
                </a:lnTo>
                <a:lnTo>
                  <a:pt x="1147728" y="150817"/>
                </a:lnTo>
                <a:lnTo>
                  <a:pt x="1147475" y="150082"/>
                </a:lnTo>
                <a:lnTo>
                  <a:pt x="1147247" y="149330"/>
                </a:lnTo>
                <a:lnTo>
                  <a:pt x="1147042" y="148562"/>
                </a:lnTo>
                <a:lnTo>
                  <a:pt x="1146862" y="147777"/>
                </a:lnTo>
                <a:lnTo>
                  <a:pt x="1146705" y="146975"/>
                </a:lnTo>
                <a:lnTo>
                  <a:pt x="1146573" y="146156"/>
                </a:lnTo>
                <a:lnTo>
                  <a:pt x="1146465" y="145320"/>
                </a:lnTo>
                <a:lnTo>
                  <a:pt x="1146380" y="144467"/>
                </a:lnTo>
                <a:lnTo>
                  <a:pt x="1146320" y="143598"/>
                </a:lnTo>
                <a:lnTo>
                  <a:pt x="1146284" y="142712"/>
                </a:lnTo>
                <a:lnTo>
                  <a:pt x="1146272" y="141808"/>
                </a:lnTo>
                <a:lnTo>
                  <a:pt x="1146277" y="141364"/>
                </a:lnTo>
                <a:lnTo>
                  <a:pt x="1146290" y="140901"/>
                </a:lnTo>
                <a:lnTo>
                  <a:pt x="1146313" y="140420"/>
                </a:lnTo>
                <a:lnTo>
                  <a:pt x="1146344" y="139920"/>
                </a:lnTo>
                <a:lnTo>
                  <a:pt x="1146385" y="139402"/>
                </a:lnTo>
                <a:lnTo>
                  <a:pt x="1146435" y="138864"/>
                </a:lnTo>
                <a:lnTo>
                  <a:pt x="1146493" y="138309"/>
                </a:lnTo>
                <a:lnTo>
                  <a:pt x="1146561" y="137735"/>
                </a:lnTo>
                <a:lnTo>
                  <a:pt x="1146638" y="137142"/>
                </a:lnTo>
                <a:lnTo>
                  <a:pt x="1146723" y="136530"/>
                </a:lnTo>
                <a:lnTo>
                  <a:pt x="1146818" y="135901"/>
                </a:lnTo>
                <a:lnTo>
                  <a:pt x="1146922" y="135252"/>
                </a:lnTo>
                <a:lnTo>
                  <a:pt x="1147035" y="134585"/>
                </a:lnTo>
                <a:lnTo>
                  <a:pt x="1147156" y="133899"/>
                </a:lnTo>
                <a:lnTo>
                  <a:pt x="1147287" y="133195"/>
                </a:lnTo>
                <a:lnTo>
                  <a:pt x="1147427" y="132472"/>
                </a:lnTo>
                <a:lnTo>
                  <a:pt x="1147576" y="131731"/>
                </a:lnTo>
                <a:lnTo>
                  <a:pt x="1147734" y="130971"/>
                </a:lnTo>
                <a:lnTo>
                  <a:pt x="1147901" y="130193"/>
                </a:lnTo>
                <a:lnTo>
                  <a:pt x="1148077" y="129396"/>
                </a:lnTo>
                <a:lnTo>
                  <a:pt x="1148261" y="128580"/>
                </a:lnTo>
                <a:lnTo>
                  <a:pt x="1148455" y="127746"/>
                </a:lnTo>
                <a:lnTo>
                  <a:pt x="1148658" y="126893"/>
                </a:lnTo>
                <a:lnTo>
                  <a:pt x="1148870" y="126022"/>
                </a:lnTo>
                <a:lnTo>
                  <a:pt x="1155923" y="125032"/>
                </a:lnTo>
                <a:lnTo>
                  <a:pt x="1157731" y="124764"/>
                </a:lnTo>
                <a:lnTo>
                  <a:pt x="1159525" y="124473"/>
                </a:lnTo>
                <a:lnTo>
                  <a:pt x="1161307" y="124159"/>
                </a:lnTo>
                <a:lnTo>
                  <a:pt x="1163075" y="123824"/>
                </a:lnTo>
                <a:lnTo>
                  <a:pt x="1164829" y="123466"/>
                </a:lnTo>
                <a:lnTo>
                  <a:pt x="1166571" y="123086"/>
                </a:lnTo>
                <a:lnTo>
                  <a:pt x="1168299" y="122683"/>
                </a:lnTo>
                <a:lnTo>
                  <a:pt x="1170014" y="122258"/>
                </a:lnTo>
                <a:lnTo>
                  <a:pt x="1171715" y="121811"/>
                </a:lnTo>
                <a:lnTo>
                  <a:pt x="1173403" y="121341"/>
                </a:lnTo>
                <a:lnTo>
                  <a:pt x="1175078" y="120850"/>
                </a:lnTo>
                <a:lnTo>
                  <a:pt x="1176740" y="120335"/>
                </a:lnTo>
                <a:lnTo>
                  <a:pt x="1178388" y="119799"/>
                </a:lnTo>
                <a:lnTo>
                  <a:pt x="1180023" y="119240"/>
                </a:lnTo>
                <a:lnTo>
                  <a:pt x="1181644" y="118659"/>
                </a:lnTo>
                <a:lnTo>
                  <a:pt x="1183252" y="118055"/>
                </a:lnTo>
                <a:lnTo>
                  <a:pt x="1184847" y="117430"/>
                </a:lnTo>
                <a:lnTo>
                  <a:pt x="1186429" y="116781"/>
                </a:lnTo>
                <a:lnTo>
                  <a:pt x="1187997" y="116111"/>
                </a:lnTo>
                <a:lnTo>
                  <a:pt x="1189552" y="115418"/>
                </a:lnTo>
                <a:lnTo>
                  <a:pt x="1191094" y="114703"/>
                </a:lnTo>
                <a:lnTo>
                  <a:pt x="1192622" y="113966"/>
                </a:lnTo>
                <a:lnTo>
                  <a:pt x="1194137" y="113206"/>
                </a:lnTo>
                <a:lnTo>
                  <a:pt x="1195639" y="112424"/>
                </a:lnTo>
                <a:lnTo>
                  <a:pt x="1196418" y="112006"/>
                </a:lnTo>
                <a:lnTo>
                  <a:pt x="1197190" y="111577"/>
                </a:lnTo>
                <a:lnTo>
                  <a:pt x="1197955" y="111137"/>
                </a:lnTo>
                <a:lnTo>
                  <a:pt x="1198711" y="110686"/>
                </a:lnTo>
                <a:lnTo>
                  <a:pt x="1199460" y="110224"/>
                </a:lnTo>
                <a:lnTo>
                  <a:pt x="1200201" y="109750"/>
                </a:lnTo>
                <a:lnTo>
                  <a:pt x="1200934" y="109266"/>
                </a:lnTo>
                <a:lnTo>
                  <a:pt x="1201660" y="108770"/>
                </a:lnTo>
                <a:lnTo>
                  <a:pt x="1202378" y="108263"/>
                </a:lnTo>
                <a:lnTo>
                  <a:pt x="1203088" y="107745"/>
                </a:lnTo>
                <a:lnTo>
                  <a:pt x="1203790" y="107216"/>
                </a:lnTo>
                <a:lnTo>
                  <a:pt x="1204485" y="106675"/>
                </a:lnTo>
                <a:lnTo>
                  <a:pt x="1205172" y="106124"/>
                </a:lnTo>
                <a:lnTo>
                  <a:pt x="1205851" y="105561"/>
                </a:lnTo>
                <a:lnTo>
                  <a:pt x="1206523" y="104987"/>
                </a:lnTo>
                <a:lnTo>
                  <a:pt x="1207186" y="104402"/>
                </a:lnTo>
                <a:lnTo>
                  <a:pt x="1207842" y="103806"/>
                </a:lnTo>
                <a:lnTo>
                  <a:pt x="1208491" y="103199"/>
                </a:lnTo>
                <a:lnTo>
                  <a:pt x="1209131" y="102580"/>
                </a:lnTo>
                <a:lnTo>
                  <a:pt x="1209764" y="101951"/>
                </a:lnTo>
                <a:lnTo>
                  <a:pt x="1210389" y="101310"/>
                </a:lnTo>
                <a:lnTo>
                  <a:pt x="1211006" y="100658"/>
                </a:lnTo>
                <a:lnTo>
                  <a:pt x="1211616" y="99995"/>
                </a:lnTo>
                <a:lnTo>
                  <a:pt x="1212218" y="99320"/>
                </a:lnTo>
                <a:lnTo>
                  <a:pt x="1212914" y="98495"/>
                </a:lnTo>
                <a:lnTo>
                  <a:pt x="1213581" y="97666"/>
                </a:lnTo>
                <a:lnTo>
                  <a:pt x="1214219" y="96834"/>
                </a:lnTo>
                <a:lnTo>
                  <a:pt x="1214826" y="96000"/>
                </a:lnTo>
                <a:lnTo>
                  <a:pt x="1215404" y="95162"/>
                </a:lnTo>
                <a:lnTo>
                  <a:pt x="1215953" y="94321"/>
                </a:lnTo>
                <a:lnTo>
                  <a:pt x="1216471" y="93477"/>
                </a:lnTo>
                <a:lnTo>
                  <a:pt x="1216961" y="92631"/>
                </a:lnTo>
                <a:lnTo>
                  <a:pt x="1217420" y="91781"/>
                </a:lnTo>
                <a:lnTo>
                  <a:pt x="1217850" y="90928"/>
                </a:lnTo>
                <a:lnTo>
                  <a:pt x="1218250" y="90072"/>
                </a:lnTo>
                <a:lnTo>
                  <a:pt x="1218621" y="89214"/>
                </a:lnTo>
                <a:lnTo>
                  <a:pt x="1218961" y="88352"/>
                </a:lnTo>
                <a:lnTo>
                  <a:pt x="1219273" y="87487"/>
                </a:lnTo>
                <a:lnTo>
                  <a:pt x="1219554" y="86619"/>
                </a:lnTo>
                <a:lnTo>
                  <a:pt x="1219806" y="85748"/>
                </a:lnTo>
                <a:lnTo>
                  <a:pt x="1220029" y="84875"/>
                </a:lnTo>
                <a:lnTo>
                  <a:pt x="1220221" y="83998"/>
                </a:lnTo>
                <a:lnTo>
                  <a:pt x="1220384" y="83118"/>
                </a:lnTo>
                <a:lnTo>
                  <a:pt x="1220518" y="82235"/>
                </a:lnTo>
                <a:lnTo>
                  <a:pt x="1220621" y="81349"/>
                </a:lnTo>
                <a:lnTo>
                  <a:pt x="1220696" y="80461"/>
                </a:lnTo>
                <a:lnTo>
                  <a:pt x="1220740" y="79569"/>
                </a:lnTo>
                <a:lnTo>
                  <a:pt x="1220755" y="78674"/>
                </a:lnTo>
                <a:lnTo>
                  <a:pt x="1220747" y="78061"/>
                </a:lnTo>
                <a:lnTo>
                  <a:pt x="1220724" y="77458"/>
                </a:lnTo>
                <a:lnTo>
                  <a:pt x="1220685" y="76866"/>
                </a:lnTo>
                <a:lnTo>
                  <a:pt x="1220631" y="76284"/>
                </a:lnTo>
                <a:lnTo>
                  <a:pt x="1220561" y="75713"/>
                </a:lnTo>
                <a:lnTo>
                  <a:pt x="1220476" y="75151"/>
                </a:lnTo>
                <a:lnTo>
                  <a:pt x="1220376" y="74600"/>
                </a:lnTo>
                <a:lnTo>
                  <a:pt x="1220260" y="74059"/>
                </a:lnTo>
                <a:lnTo>
                  <a:pt x="1220128" y="73529"/>
                </a:lnTo>
                <a:lnTo>
                  <a:pt x="1219982" y="73009"/>
                </a:lnTo>
                <a:lnTo>
                  <a:pt x="1219819" y="72499"/>
                </a:lnTo>
                <a:lnTo>
                  <a:pt x="1219641" y="71999"/>
                </a:lnTo>
                <a:lnTo>
                  <a:pt x="1219448" y="71510"/>
                </a:lnTo>
                <a:lnTo>
                  <a:pt x="1219239" y="71031"/>
                </a:lnTo>
                <a:lnTo>
                  <a:pt x="1219015" y="70562"/>
                </a:lnTo>
                <a:lnTo>
                  <a:pt x="1218775" y="70104"/>
                </a:lnTo>
                <a:lnTo>
                  <a:pt x="1218520" y="69656"/>
                </a:lnTo>
                <a:lnTo>
                  <a:pt x="1218249" y="69218"/>
                </a:lnTo>
                <a:lnTo>
                  <a:pt x="1217963" y="68791"/>
                </a:lnTo>
                <a:lnTo>
                  <a:pt x="1217662" y="68374"/>
                </a:lnTo>
                <a:lnTo>
                  <a:pt x="1217345" y="67967"/>
                </a:lnTo>
                <a:lnTo>
                  <a:pt x="1217012" y="67570"/>
                </a:lnTo>
                <a:lnTo>
                  <a:pt x="1216664" y="67184"/>
                </a:lnTo>
                <a:lnTo>
                  <a:pt x="1216301" y="66808"/>
                </a:lnTo>
                <a:lnTo>
                  <a:pt x="1215829" y="66364"/>
                </a:lnTo>
                <a:lnTo>
                  <a:pt x="1215341" y="65939"/>
                </a:lnTo>
                <a:lnTo>
                  <a:pt x="1214837" y="65533"/>
                </a:lnTo>
                <a:lnTo>
                  <a:pt x="1214318" y="65146"/>
                </a:lnTo>
                <a:lnTo>
                  <a:pt x="1213782" y="64777"/>
                </a:lnTo>
                <a:lnTo>
                  <a:pt x="1213231" y="64428"/>
                </a:lnTo>
                <a:lnTo>
                  <a:pt x="1212663" y="64097"/>
                </a:lnTo>
                <a:lnTo>
                  <a:pt x="1212080" y="63786"/>
                </a:lnTo>
                <a:lnTo>
                  <a:pt x="1211481" y="63493"/>
                </a:lnTo>
                <a:lnTo>
                  <a:pt x="1210866" y="63219"/>
                </a:lnTo>
                <a:lnTo>
                  <a:pt x="1210235" y="62964"/>
                </a:lnTo>
                <a:lnTo>
                  <a:pt x="1209589" y="62728"/>
                </a:lnTo>
                <a:lnTo>
                  <a:pt x="1208926" y="62511"/>
                </a:lnTo>
                <a:lnTo>
                  <a:pt x="1208247" y="62312"/>
                </a:lnTo>
                <a:lnTo>
                  <a:pt x="1207553" y="62133"/>
                </a:lnTo>
                <a:lnTo>
                  <a:pt x="1206843" y="61972"/>
                </a:lnTo>
                <a:lnTo>
                  <a:pt x="1206116" y="61831"/>
                </a:lnTo>
                <a:lnTo>
                  <a:pt x="1205374" y="61708"/>
                </a:lnTo>
                <a:lnTo>
                  <a:pt x="1204616" y="61604"/>
                </a:lnTo>
                <a:lnTo>
                  <a:pt x="1203842" y="61519"/>
                </a:lnTo>
                <a:lnTo>
                  <a:pt x="1203052" y="61453"/>
                </a:lnTo>
                <a:lnTo>
                  <a:pt x="1202247" y="61406"/>
                </a:lnTo>
                <a:lnTo>
                  <a:pt x="1201425" y="61377"/>
                </a:lnTo>
                <a:lnTo>
                  <a:pt x="1200588" y="61368"/>
                </a:lnTo>
                <a:lnTo>
                  <a:pt x="1199464" y="61380"/>
                </a:lnTo>
                <a:lnTo>
                  <a:pt x="1198339" y="61417"/>
                </a:lnTo>
                <a:lnTo>
                  <a:pt x="1197214" y="61478"/>
                </a:lnTo>
                <a:lnTo>
                  <a:pt x="1196089" y="61564"/>
                </a:lnTo>
                <a:lnTo>
                  <a:pt x="1194963" y="61674"/>
                </a:lnTo>
                <a:lnTo>
                  <a:pt x="1193837" y="61809"/>
                </a:lnTo>
                <a:lnTo>
                  <a:pt x="1192710" y="61968"/>
                </a:lnTo>
                <a:lnTo>
                  <a:pt x="1191583" y="62152"/>
                </a:lnTo>
                <a:lnTo>
                  <a:pt x="1190456" y="62361"/>
                </a:lnTo>
                <a:lnTo>
                  <a:pt x="1189328" y="62593"/>
                </a:lnTo>
                <a:lnTo>
                  <a:pt x="1188199" y="62851"/>
                </a:lnTo>
                <a:lnTo>
                  <a:pt x="1187071" y="63133"/>
                </a:lnTo>
                <a:lnTo>
                  <a:pt x="1185941" y="63439"/>
                </a:lnTo>
                <a:lnTo>
                  <a:pt x="1184812" y="63770"/>
                </a:lnTo>
                <a:lnTo>
                  <a:pt x="1183682" y="64126"/>
                </a:lnTo>
                <a:lnTo>
                  <a:pt x="1182551" y="64506"/>
                </a:lnTo>
                <a:lnTo>
                  <a:pt x="1181420" y="64910"/>
                </a:lnTo>
                <a:lnTo>
                  <a:pt x="1180289" y="65339"/>
                </a:lnTo>
                <a:lnTo>
                  <a:pt x="1179157" y="65793"/>
                </a:lnTo>
                <a:lnTo>
                  <a:pt x="1178025" y="66271"/>
                </a:lnTo>
                <a:lnTo>
                  <a:pt x="1176892" y="66773"/>
                </a:lnTo>
                <a:lnTo>
                  <a:pt x="1175759" y="67300"/>
                </a:lnTo>
                <a:lnTo>
                  <a:pt x="1174626" y="67852"/>
                </a:lnTo>
                <a:lnTo>
                  <a:pt x="1173492" y="68428"/>
                </a:lnTo>
                <a:lnTo>
                  <a:pt x="1171286" y="69618"/>
                </a:lnTo>
                <a:lnTo>
                  <a:pt x="1169124" y="70856"/>
                </a:lnTo>
                <a:lnTo>
                  <a:pt x="1167004" y="72142"/>
                </a:lnTo>
                <a:lnTo>
                  <a:pt x="1164927" y="73475"/>
                </a:lnTo>
                <a:lnTo>
                  <a:pt x="1162893" y="74856"/>
                </a:lnTo>
                <a:lnTo>
                  <a:pt x="1160903" y="76285"/>
                </a:lnTo>
                <a:lnTo>
                  <a:pt x="1158955" y="77762"/>
                </a:lnTo>
                <a:lnTo>
                  <a:pt x="1157050" y="79286"/>
                </a:lnTo>
                <a:lnTo>
                  <a:pt x="1155188" y="80859"/>
                </a:lnTo>
                <a:lnTo>
                  <a:pt x="1153369" y="82478"/>
                </a:lnTo>
                <a:lnTo>
                  <a:pt x="1151593" y="84146"/>
                </a:lnTo>
                <a:lnTo>
                  <a:pt x="1149860" y="85861"/>
                </a:lnTo>
                <a:lnTo>
                  <a:pt x="1148170" y="87625"/>
                </a:lnTo>
                <a:lnTo>
                  <a:pt x="1146523" y="89435"/>
                </a:lnTo>
                <a:lnTo>
                  <a:pt x="1144919" y="91294"/>
                </a:lnTo>
                <a:lnTo>
                  <a:pt x="1143358" y="93200"/>
                </a:lnTo>
                <a:lnTo>
                  <a:pt x="1141840" y="95154"/>
                </a:lnTo>
                <a:lnTo>
                  <a:pt x="1140364" y="97156"/>
                </a:lnTo>
                <a:lnTo>
                  <a:pt x="1138932" y="99206"/>
                </a:lnTo>
                <a:lnTo>
                  <a:pt x="1137543" y="101303"/>
                </a:lnTo>
                <a:lnTo>
                  <a:pt x="1136196" y="103448"/>
                </a:lnTo>
                <a:lnTo>
                  <a:pt x="1134893" y="105641"/>
                </a:lnTo>
                <a:lnTo>
                  <a:pt x="1133632" y="107881"/>
                </a:lnTo>
                <a:lnTo>
                  <a:pt x="1132415" y="110170"/>
                </a:lnTo>
                <a:lnTo>
                  <a:pt x="1131749" y="111470"/>
                </a:lnTo>
                <a:lnTo>
                  <a:pt x="1131111" y="112770"/>
                </a:lnTo>
                <a:lnTo>
                  <a:pt x="1130501" y="114071"/>
                </a:lnTo>
                <a:lnTo>
                  <a:pt x="1129920" y="115371"/>
                </a:lnTo>
                <a:lnTo>
                  <a:pt x="1129367" y="116672"/>
                </a:lnTo>
                <a:lnTo>
                  <a:pt x="1128842" y="117972"/>
                </a:lnTo>
                <a:lnTo>
                  <a:pt x="1128346" y="119272"/>
                </a:lnTo>
                <a:lnTo>
                  <a:pt x="1127878" y="120573"/>
                </a:lnTo>
                <a:lnTo>
                  <a:pt x="1127439" y="121873"/>
                </a:lnTo>
                <a:lnTo>
                  <a:pt x="1127028" y="123174"/>
                </a:lnTo>
                <a:lnTo>
                  <a:pt x="1126645" y="124474"/>
                </a:lnTo>
                <a:lnTo>
                  <a:pt x="1126291" y="125774"/>
                </a:lnTo>
                <a:lnTo>
                  <a:pt x="1125964" y="127075"/>
                </a:lnTo>
                <a:lnTo>
                  <a:pt x="1125667" y="128375"/>
                </a:lnTo>
                <a:lnTo>
                  <a:pt x="1125397" y="129676"/>
                </a:lnTo>
                <a:lnTo>
                  <a:pt x="1125156" y="130976"/>
                </a:lnTo>
                <a:lnTo>
                  <a:pt x="1124944" y="132276"/>
                </a:lnTo>
                <a:lnTo>
                  <a:pt x="1124759" y="133577"/>
                </a:lnTo>
                <a:lnTo>
                  <a:pt x="1124604" y="134877"/>
                </a:lnTo>
                <a:lnTo>
                  <a:pt x="1124476" y="136178"/>
                </a:lnTo>
                <a:lnTo>
                  <a:pt x="1124377" y="137478"/>
                </a:lnTo>
                <a:lnTo>
                  <a:pt x="1124306" y="138779"/>
                </a:lnTo>
                <a:lnTo>
                  <a:pt x="1124263" y="140079"/>
                </a:lnTo>
                <a:lnTo>
                  <a:pt x="1124249" y="141379"/>
                </a:lnTo>
                <a:lnTo>
                  <a:pt x="1124264" y="142599"/>
                </a:lnTo>
                <a:lnTo>
                  <a:pt x="1124309" y="143801"/>
                </a:lnTo>
                <a:lnTo>
                  <a:pt x="1124384" y="144985"/>
                </a:lnTo>
                <a:lnTo>
                  <a:pt x="1124490" y="146151"/>
                </a:lnTo>
                <a:lnTo>
                  <a:pt x="1124625" y="147300"/>
                </a:lnTo>
                <a:lnTo>
                  <a:pt x="1124790" y="148431"/>
                </a:lnTo>
                <a:lnTo>
                  <a:pt x="1124986" y="149545"/>
                </a:lnTo>
                <a:lnTo>
                  <a:pt x="1125211" y="150641"/>
                </a:lnTo>
                <a:lnTo>
                  <a:pt x="1125467" y="151720"/>
                </a:lnTo>
                <a:lnTo>
                  <a:pt x="1125753" y="152780"/>
                </a:lnTo>
                <a:lnTo>
                  <a:pt x="1126068" y="153823"/>
                </a:lnTo>
                <a:lnTo>
                  <a:pt x="1126414" y="154849"/>
                </a:lnTo>
                <a:lnTo>
                  <a:pt x="1126790" y="155857"/>
                </a:lnTo>
                <a:lnTo>
                  <a:pt x="1127196" y="156847"/>
                </a:lnTo>
                <a:lnTo>
                  <a:pt x="1127632" y="157820"/>
                </a:lnTo>
                <a:lnTo>
                  <a:pt x="1128098" y="158775"/>
                </a:lnTo>
                <a:lnTo>
                  <a:pt x="1128595" y="159712"/>
                </a:lnTo>
                <a:lnTo>
                  <a:pt x="1129121" y="160632"/>
                </a:lnTo>
                <a:lnTo>
                  <a:pt x="1129677" y="161534"/>
                </a:lnTo>
                <a:lnTo>
                  <a:pt x="1130264" y="162419"/>
                </a:lnTo>
                <a:lnTo>
                  <a:pt x="1130880" y="163285"/>
                </a:lnTo>
                <a:lnTo>
                  <a:pt x="1131527" y="164135"/>
                </a:lnTo>
                <a:lnTo>
                  <a:pt x="1132203" y="164966"/>
                </a:lnTo>
                <a:lnTo>
                  <a:pt x="1132910" y="165780"/>
                </a:lnTo>
                <a:lnTo>
                  <a:pt x="1133694" y="166629"/>
                </a:lnTo>
                <a:lnTo>
                  <a:pt x="1134499" y="167442"/>
                </a:lnTo>
                <a:lnTo>
                  <a:pt x="1135326" y="168219"/>
                </a:lnTo>
                <a:lnTo>
                  <a:pt x="1136175" y="168959"/>
                </a:lnTo>
                <a:lnTo>
                  <a:pt x="1137045" y="169664"/>
                </a:lnTo>
                <a:lnTo>
                  <a:pt x="1137936" y="170332"/>
                </a:lnTo>
                <a:lnTo>
                  <a:pt x="1138849" y="170964"/>
                </a:lnTo>
                <a:lnTo>
                  <a:pt x="1139783" y="171561"/>
                </a:lnTo>
                <a:lnTo>
                  <a:pt x="1140739" y="172121"/>
                </a:lnTo>
                <a:lnTo>
                  <a:pt x="1141717" y="172644"/>
                </a:lnTo>
                <a:lnTo>
                  <a:pt x="1142716" y="173132"/>
                </a:lnTo>
                <a:lnTo>
                  <a:pt x="1143736" y="173584"/>
                </a:lnTo>
                <a:lnTo>
                  <a:pt x="1144778" y="173999"/>
                </a:lnTo>
                <a:lnTo>
                  <a:pt x="1145841" y="174378"/>
                </a:lnTo>
                <a:lnTo>
                  <a:pt x="1146926" y="174722"/>
                </a:lnTo>
                <a:lnTo>
                  <a:pt x="1148032" y="175029"/>
                </a:lnTo>
                <a:lnTo>
                  <a:pt x="1149160" y="175300"/>
                </a:lnTo>
                <a:lnTo>
                  <a:pt x="1150309" y="175535"/>
                </a:lnTo>
                <a:lnTo>
                  <a:pt x="1151479" y="175733"/>
                </a:lnTo>
                <a:lnTo>
                  <a:pt x="1152672" y="175896"/>
                </a:lnTo>
                <a:lnTo>
                  <a:pt x="1153885" y="176022"/>
                </a:lnTo>
                <a:lnTo>
                  <a:pt x="1155120" y="176113"/>
                </a:lnTo>
                <a:lnTo>
                  <a:pt x="1156377" y="176167"/>
                </a:lnTo>
                <a:lnTo>
                  <a:pt x="1157655" y="176185"/>
                </a:lnTo>
                <a:lnTo>
                  <a:pt x="1159213" y="176160"/>
                </a:lnTo>
                <a:lnTo>
                  <a:pt x="1160774" y="176085"/>
                </a:lnTo>
                <a:lnTo>
                  <a:pt x="1162337" y="175961"/>
                </a:lnTo>
                <a:lnTo>
                  <a:pt x="1163903" y="175787"/>
                </a:lnTo>
                <a:lnTo>
                  <a:pt x="1165472" y="175564"/>
                </a:lnTo>
                <a:lnTo>
                  <a:pt x="1167043" y="175291"/>
                </a:lnTo>
                <a:lnTo>
                  <a:pt x="1168616" y="174968"/>
                </a:lnTo>
                <a:lnTo>
                  <a:pt x="1170192" y="174595"/>
                </a:lnTo>
                <a:lnTo>
                  <a:pt x="1171771" y="174173"/>
                </a:lnTo>
                <a:lnTo>
                  <a:pt x="1173353" y="173701"/>
                </a:lnTo>
                <a:lnTo>
                  <a:pt x="1174937" y="173180"/>
                </a:lnTo>
                <a:lnTo>
                  <a:pt x="1176523" y="172608"/>
                </a:lnTo>
                <a:lnTo>
                  <a:pt x="1178112" y="171987"/>
                </a:lnTo>
                <a:lnTo>
                  <a:pt x="1179704" y="171317"/>
                </a:lnTo>
                <a:lnTo>
                  <a:pt x="1181298" y="170597"/>
                </a:lnTo>
                <a:lnTo>
                  <a:pt x="1182895" y="169827"/>
                </a:lnTo>
                <a:lnTo>
                  <a:pt x="1184494" y="169007"/>
                </a:lnTo>
                <a:lnTo>
                  <a:pt x="1186096" y="168138"/>
                </a:lnTo>
                <a:lnTo>
                  <a:pt x="1187701" y="167219"/>
                </a:lnTo>
                <a:lnTo>
                  <a:pt x="1189308" y="166250"/>
                </a:lnTo>
                <a:lnTo>
                  <a:pt x="1190918" y="165232"/>
                </a:lnTo>
                <a:lnTo>
                  <a:pt x="1192530" y="164164"/>
                </a:lnTo>
                <a:lnTo>
                  <a:pt x="1194145" y="163046"/>
                </a:lnTo>
                <a:lnTo>
                  <a:pt x="1195762" y="161879"/>
                </a:lnTo>
                <a:lnTo>
                  <a:pt x="1196400" y="161409"/>
                </a:lnTo>
                <a:lnTo>
                  <a:pt x="1197034" y="160931"/>
                </a:lnTo>
                <a:lnTo>
                  <a:pt x="1197665" y="160446"/>
                </a:lnTo>
                <a:lnTo>
                  <a:pt x="1198292" y="159954"/>
                </a:lnTo>
                <a:lnTo>
                  <a:pt x="1198916" y="159455"/>
                </a:lnTo>
                <a:lnTo>
                  <a:pt x="1199536" y="158948"/>
                </a:lnTo>
                <a:lnTo>
                  <a:pt x="1200153" y="158433"/>
                </a:lnTo>
                <a:lnTo>
                  <a:pt x="1200766" y="157912"/>
                </a:lnTo>
                <a:lnTo>
                  <a:pt x="1201376" y="157383"/>
                </a:lnTo>
                <a:lnTo>
                  <a:pt x="1201983" y="156846"/>
                </a:lnTo>
                <a:lnTo>
                  <a:pt x="1202586" y="156303"/>
                </a:lnTo>
                <a:lnTo>
                  <a:pt x="1203186" y="155752"/>
                </a:lnTo>
                <a:lnTo>
                  <a:pt x="1203782" y="155193"/>
                </a:lnTo>
                <a:lnTo>
                  <a:pt x="1204375" y="154628"/>
                </a:lnTo>
                <a:lnTo>
                  <a:pt x="1204964" y="154055"/>
                </a:lnTo>
                <a:lnTo>
                  <a:pt x="1205550" y="153474"/>
                </a:lnTo>
                <a:lnTo>
                  <a:pt x="1206133" y="152887"/>
                </a:lnTo>
                <a:lnTo>
                  <a:pt x="1206712" y="152292"/>
                </a:lnTo>
                <a:lnTo>
                  <a:pt x="1207288" y="151689"/>
                </a:lnTo>
                <a:lnTo>
                  <a:pt x="1207860" y="151079"/>
                </a:lnTo>
                <a:lnTo>
                  <a:pt x="1208429" y="150462"/>
                </a:lnTo>
                <a:lnTo>
                  <a:pt x="1208994" y="149838"/>
                </a:lnTo>
                <a:lnTo>
                  <a:pt x="1209556" y="149206"/>
                </a:lnTo>
                <a:lnTo>
                  <a:pt x="1210114" y="148567"/>
                </a:lnTo>
                <a:lnTo>
                  <a:pt x="1207145" y="145594"/>
                </a:lnTo>
                <a:lnTo>
                  <a:pt x="1206133" y="146425"/>
                </a:lnTo>
                <a:lnTo>
                  <a:pt x="1205139" y="147236"/>
                </a:lnTo>
                <a:lnTo>
                  <a:pt x="1204162" y="148026"/>
                </a:lnTo>
                <a:lnTo>
                  <a:pt x="1203203" y="148795"/>
                </a:lnTo>
                <a:lnTo>
                  <a:pt x="1202262" y="149544"/>
                </a:lnTo>
                <a:close/>
                <a:moveTo>
                  <a:pt x="1157315" y="103761"/>
                </a:moveTo>
                <a:lnTo>
                  <a:pt x="1157971" y="102387"/>
                </a:lnTo>
                <a:lnTo>
                  <a:pt x="1158652" y="101023"/>
                </a:lnTo>
                <a:lnTo>
                  <a:pt x="1159358" y="99669"/>
                </a:lnTo>
                <a:lnTo>
                  <a:pt x="1160088" y="98325"/>
                </a:lnTo>
                <a:lnTo>
                  <a:pt x="1160843" y="96990"/>
                </a:lnTo>
                <a:lnTo>
                  <a:pt x="1161622" y="95666"/>
                </a:lnTo>
                <a:lnTo>
                  <a:pt x="1162425" y="94351"/>
                </a:lnTo>
                <a:lnTo>
                  <a:pt x="1163253" y="93046"/>
                </a:lnTo>
                <a:lnTo>
                  <a:pt x="1164106" y="91751"/>
                </a:lnTo>
                <a:lnTo>
                  <a:pt x="1164983" y="90466"/>
                </a:lnTo>
                <a:lnTo>
                  <a:pt x="1165885" y="89191"/>
                </a:lnTo>
                <a:lnTo>
                  <a:pt x="1166811" y="87925"/>
                </a:lnTo>
                <a:lnTo>
                  <a:pt x="1167761" y="86670"/>
                </a:lnTo>
                <a:lnTo>
                  <a:pt x="1168736" y="85424"/>
                </a:lnTo>
                <a:lnTo>
                  <a:pt x="1169736" y="84188"/>
                </a:lnTo>
                <a:lnTo>
                  <a:pt x="1170759" y="82962"/>
                </a:lnTo>
                <a:lnTo>
                  <a:pt x="1171808" y="81745"/>
                </a:lnTo>
                <a:lnTo>
                  <a:pt x="1172881" y="80539"/>
                </a:lnTo>
                <a:lnTo>
                  <a:pt x="1173978" y="79342"/>
                </a:lnTo>
                <a:lnTo>
                  <a:pt x="1175100" y="78156"/>
                </a:lnTo>
                <a:lnTo>
                  <a:pt x="1175975" y="77270"/>
                </a:lnTo>
                <a:lnTo>
                  <a:pt x="1176847" y="76423"/>
                </a:lnTo>
                <a:lnTo>
                  <a:pt x="1177716" y="75613"/>
                </a:lnTo>
                <a:lnTo>
                  <a:pt x="1178582" y="74841"/>
                </a:lnTo>
                <a:lnTo>
                  <a:pt x="1179445" y="74106"/>
                </a:lnTo>
                <a:lnTo>
                  <a:pt x="1180304" y="73409"/>
                </a:lnTo>
                <a:lnTo>
                  <a:pt x="1181161" y="72750"/>
                </a:lnTo>
                <a:lnTo>
                  <a:pt x="1182015" y="72128"/>
                </a:lnTo>
                <a:lnTo>
                  <a:pt x="1182866" y="71545"/>
                </a:lnTo>
                <a:lnTo>
                  <a:pt x="1183714" y="70998"/>
                </a:lnTo>
                <a:lnTo>
                  <a:pt x="1184559" y="70490"/>
                </a:lnTo>
                <a:lnTo>
                  <a:pt x="1185400" y="70019"/>
                </a:lnTo>
                <a:lnTo>
                  <a:pt x="1186239" y="69586"/>
                </a:lnTo>
                <a:lnTo>
                  <a:pt x="1187075" y="69190"/>
                </a:lnTo>
                <a:lnTo>
                  <a:pt x="1187908" y="68832"/>
                </a:lnTo>
                <a:lnTo>
                  <a:pt x="1188737" y="68512"/>
                </a:lnTo>
                <a:lnTo>
                  <a:pt x="1189564" y="68229"/>
                </a:lnTo>
                <a:lnTo>
                  <a:pt x="1190388" y="67985"/>
                </a:lnTo>
                <a:lnTo>
                  <a:pt x="1191209" y="67777"/>
                </a:lnTo>
                <a:lnTo>
                  <a:pt x="1192026" y="67608"/>
                </a:lnTo>
                <a:lnTo>
                  <a:pt x="1192841" y="67476"/>
                </a:lnTo>
                <a:lnTo>
                  <a:pt x="1193653" y="67382"/>
                </a:lnTo>
                <a:lnTo>
                  <a:pt x="1194462" y="67325"/>
                </a:lnTo>
                <a:lnTo>
                  <a:pt x="1195267" y="67307"/>
                </a:lnTo>
                <a:lnTo>
                  <a:pt x="1195554" y="67310"/>
                </a:lnTo>
                <a:lnTo>
                  <a:pt x="1195837" y="67321"/>
                </a:lnTo>
                <a:lnTo>
                  <a:pt x="1196116" y="67339"/>
                </a:lnTo>
                <a:lnTo>
                  <a:pt x="1196391" y="67365"/>
                </a:lnTo>
                <a:lnTo>
                  <a:pt x="1196663" y="67398"/>
                </a:lnTo>
                <a:lnTo>
                  <a:pt x="1196930" y="67438"/>
                </a:lnTo>
                <a:lnTo>
                  <a:pt x="1197194" y="67485"/>
                </a:lnTo>
                <a:lnTo>
                  <a:pt x="1197453" y="67539"/>
                </a:lnTo>
                <a:lnTo>
                  <a:pt x="1197709" y="67601"/>
                </a:lnTo>
                <a:lnTo>
                  <a:pt x="1197961" y="67670"/>
                </a:lnTo>
                <a:lnTo>
                  <a:pt x="1198209" y="67747"/>
                </a:lnTo>
                <a:lnTo>
                  <a:pt x="1198453" y="67830"/>
                </a:lnTo>
                <a:lnTo>
                  <a:pt x="1198694" y="67921"/>
                </a:lnTo>
                <a:lnTo>
                  <a:pt x="1198930" y="68020"/>
                </a:lnTo>
                <a:lnTo>
                  <a:pt x="1199163" y="68125"/>
                </a:lnTo>
                <a:lnTo>
                  <a:pt x="1199392" y="68238"/>
                </a:lnTo>
                <a:lnTo>
                  <a:pt x="1199616" y="68358"/>
                </a:lnTo>
                <a:lnTo>
                  <a:pt x="1199838" y="68485"/>
                </a:lnTo>
                <a:lnTo>
                  <a:pt x="1200055" y="68620"/>
                </a:lnTo>
                <a:lnTo>
                  <a:pt x="1200268" y="68762"/>
                </a:lnTo>
                <a:lnTo>
                  <a:pt x="1200477" y="68911"/>
                </a:lnTo>
                <a:lnTo>
                  <a:pt x="1200683" y="69067"/>
                </a:lnTo>
                <a:lnTo>
                  <a:pt x="1200885" y="69231"/>
                </a:lnTo>
                <a:lnTo>
                  <a:pt x="1201082" y="69402"/>
                </a:lnTo>
                <a:lnTo>
                  <a:pt x="1201325" y="69632"/>
                </a:lnTo>
                <a:lnTo>
                  <a:pt x="1201557" y="69870"/>
                </a:lnTo>
                <a:lnTo>
                  <a:pt x="1201778" y="70115"/>
                </a:lnTo>
                <a:lnTo>
                  <a:pt x="1201990" y="70368"/>
                </a:lnTo>
                <a:lnTo>
                  <a:pt x="1202191" y="70629"/>
                </a:lnTo>
                <a:lnTo>
                  <a:pt x="1202382" y="70898"/>
                </a:lnTo>
                <a:lnTo>
                  <a:pt x="1202562" y="71174"/>
                </a:lnTo>
                <a:lnTo>
                  <a:pt x="1202732" y="71458"/>
                </a:lnTo>
                <a:lnTo>
                  <a:pt x="1202892" y="71749"/>
                </a:lnTo>
                <a:lnTo>
                  <a:pt x="1203041" y="72049"/>
                </a:lnTo>
                <a:lnTo>
                  <a:pt x="1203181" y="72356"/>
                </a:lnTo>
                <a:lnTo>
                  <a:pt x="1203310" y="72670"/>
                </a:lnTo>
                <a:lnTo>
                  <a:pt x="1203428" y="72993"/>
                </a:lnTo>
                <a:lnTo>
                  <a:pt x="1203536" y="73323"/>
                </a:lnTo>
                <a:lnTo>
                  <a:pt x="1203634" y="73660"/>
                </a:lnTo>
                <a:lnTo>
                  <a:pt x="1203722" y="74006"/>
                </a:lnTo>
                <a:lnTo>
                  <a:pt x="1203799" y="74359"/>
                </a:lnTo>
                <a:lnTo>
                  <a:pt x="1203866" y="74720"/>
                </a:lnTo>
                <a:lnTo>
                  <a:pt x="1203923" y="75088"/>
                </a:lnTo>
                <a:lnTo>
                  <a:pt x="1203969" y="75464"/>
                </a:lnTo>
                <a:lnTo>
                  <a:pt x="1204005" y="75848"/>
                </a:lnTo>
                <a:lnTo>
                  <a:pt x="1204031" y="76240"/>
                </a:lnTo>
                <a:lnTo>
                  <a:pt x="1204047" y="76639"/>
                </a:lnTo>
                <a:lnTo>
                  <a:pt x="1204052" y="77046"/>
                </a:lnTo>
                <a:lnTo>
                  <a:pt x="1204045" y="77572"/>
                </a:lnTo>
                <a:lnTo>
                  <a:pt x="1204025" y="78100"/>
                </a:lnTo>
                <a:lnTo>
                  <a:pt x="1203992" y="78630"/>
                </a:lnTo>
                <a:lnTo>
                  <a:pt x="1203945" y="79163"/>
                </a:lnTo>
                <a:lnTo>
                  <a:pt x="1203885" y="79699"/>
                </a:lnTo>
                <a:lnTo>
                  <a:pt x="1203812" y="80238"/>
                </a:lnTo>
                <a:lnTo>
                  <a:pt x="1203726" y="80778"/>
                </a:lnTo>
                <a:lnTo>
                  <a:pt x="1203626" y="81322"/>
                </a:lnTo>
                <a:lnTo>
                  <a:pt x="1203513" y="81868"/>
                </a:lnTo>
                <a:lnTo>
                  <a:pt x="1203386" y="82416"/>
                </a:lnTo>
                <a:lnTo>
                  <a:pt x="1203246" y="82968"/>
                </a:lnTo>
                <a:lnTo>
                  <a:pt x="1203093" y="83521"/>
                </a:lnTo>
                <a:lnTo>
                  <a:pt x="1202927" y="84078"/>
                </a:lnTo>
                <a:lnTo>
                  <a:pt x="1202747" y="84636"/>
                </a:lnTo>
                <a:lnTo>
                  <a:pt x="1202554" y="85198"/>
                </a:lnTo>
                <a:lnTo>
                  <a:pt x="1202347" y="85762"/>
                </a:lnTo>
                <a:lnTo>
                  <a:pt x="1202127" y="86328"/>
                </a:lnTo>
                <a:lnTo>
                  <a:pt x="1201894" y="86897"/>
                </a:lnTo>
                <a:lnTo>
                  <a:pt x="1201648" y="87469"/>
                </a:lnTo>
                <a:lnTo>
                  <a:pt x="1201388" y="88043"/>
                </a:lnTo>
                <a:lnTo>
                  <a:pt x="1201115" y="88620"/>
                </a:lnTo>
                <a:lnTo>
                  <a:pt x="1200829" y="89199"/>
                </a:lnTo>
                <a:lnTo>
                  <a:pt x="1200529" y="89781"/>
                </a:lnTo>
                <a:lnTo>
                  <a:pt x="1200216" y="90366"/>
                </a:lnTo>
                <a:lnTo>
                  <a:pt x="1199669" y="91335"/>
                </a:lnTo>
                <a:lnTo>
                  <a:pt x="1199098" y="92290"/>
                </a:lnTo>
                <a:lnTo>
                  <a:pt x="1198504" y="93232"/>
                </a:lnTo>
                <a:lnTo>
                  <a:pt x="1197886" y="94160"/>
                </a:lnTo>
                <a:lnTo>
                  <a:pt x="1197246" y="95074"/>
                </a:lnTo>
                <a:lnTo>
                  <a:pt x="1196582" y="95975"/>
                </a:lnTo>
                <a:lnTo>
                  <a:pt x="1195895" y="96862"/>
                </a:lnTo>
                <a:lnTo>
                  <a:pt x="1195185" y="97735"/>
                </a:lnTo>
                <a:lnTo>
                  <a:pt x="1194452" y="98595"/>
                </a:lnTo>
                <a:lnTo>
                  <a:pt x="1193695" y="99441"/>
                </a:lnTo>
                <a:lnTo>
                  <a:pt x="1192915" y="100273"/>
                </a:lnTo>
                <a:lnTo>
                  <a:pt x="1192112" y="101091"/>
                </a:lnTo>
                <a:lnTo>
                  <a:pt x="1191286" y="101896"/>
                </a:lnTo>
                <a:lnTo>
                  <a:pt x="1190437" y="102687"/>
                </a:lnTo>
                <a:lnTo>
                  <a:pt x="1189564" y="103465"/>
                </a:lnTo>
                <a:lnTo>
                  <a:pt x="1188669" y="104228"/>
                </a:lnTo>
                <a:lnTo>
                  <a:pt x="1187750" y="104978"/>
                </a:lnTo>
                <a:lnTo>
                  <a:pt x="1186808" y="105715"/>
                </a:lnTo>
                <a:lnTo>
                  <a:pt x="1185842" y="106437"/>
                </a:lnTo>
                <a:lnTo>
                  <a:pt x="1184854" y="107146"/>
                </a:lnTo>
                <a:lnTo>
                  <a:pt x="1183842" y="107841"/>
                </a:lnTo>
                <a:lnTo>
                  <a:pt x="1182807" y="108523"/>
                </a:lnTo>
                <a:lnTo>
                  <a:pt x="1181749" y="109191"/>
                </a:lnTo>
                <a:lnTo>
                  <a:pt x="1180668" y="109845"/>
                </a:lnTo>
                <a:lnTo>
                  <a:pt x="1179894" y="110297"/>
                </a:lnTo>
                <a:lnTo>
                  <a:pt x="1179079" y="110748"/>
                </a:lnTo>
                <a:lnTo>
                  <a:pt x="1178222" y="111198"/>
                </a:lnTo>
                <a:lnTo>
                  <a:pt x="1177324" y="111647"/>
                </a:lnTo>
                <a:lnTo>
                  <a:pt x="1176384" y="112096"/>
                </a:lnTo>
                <a:lnTo>
                  <a:pt x="1175402" y="112543"/>
                </a:lnTo>
                <a:lnTo>
                  <a:pt x="1174378" y="112990"/>
                </a:lnTo>
                <a:lnTo>
                  <a:pt x="1173313" y="113436"/>
                </a:lnTo>
                <a:lnTo>
                  <a:pt x="1172206" y="113881"/>
                </a:lnTo>
                <a:lnTo>
                  <a:pt x="1171058" y="114325"/>
                </a:lnTo>
                <a:lnTo>
                  <a:pt x="1169867" y="114768"/>
                </a:lnTo>
                <a:lnTo>
                  <a:pt x="1168636" y="115210"/>
                </a:lnTo>
                <a:lnTo>
                  <a:pt x="1167362" y="115652"/>
                </a:lnTo>
                <a:lnTo>
                  <a:pt x="1166047" y="116093"/>
                </a:lnTo>
                <a:lnTo>
                  <a:pt x="1164690" y="116532"/>
                </a:lnTo>
                <a:lnTo>
                  <a:pt x="1163291" y="116971"/>
                </a:lnTo>
                <a:lnTo>
                  <a:pt x="1161851" y="117409"/>
                </a:lnTo>
                <a:lnTo>
                  <a:pt x="1160369" y="117846"/>
                </a:lnTo>
                <a:lnTo>
                  <a:pt x="1158846" y="118282"/>
                </a:lnTo>
                <a:lnTo>
                  <a:pt x="1157280" y="118718"/>
                </a:lnTo>
                <a:lnTo>
                  <a:pt x="1155673" y="119152"/>
                </a:lnTo>
                <a:lnTo>
                  <a:pt x="1154025" y="119586"/>
                </a:lnTo>
                <a:lnTo>
                  <a:pt x="1152335" y="120019"/>
                </a:lnTo>
                <a:lnTo>
                  <a:pt x="1150603" y="120450"/>
                </a:lnTo>
                <a:lnTo>
                  <a:pt x="1154933" y="109354"/>
                </a:lnTo>
                <a:lnTo>
                  <a:pt x="1155492" y="107941"/>
                </a:lnTo>
                <a:lnTo>
                  <a:pt x="1156075" y="106537"/>
                </a:lnTo>
                <a:lnTo>
                  <a:pt x="1156683" y="105144"/>
                </a:lnTo>
                <a:lnTo>
                  <a:pt x="1157315" y="103761"/>
                </a:lnTo>
                <a:close/>
                <a:moveTo>
                  <a:pt x="1315148" y="148874"/>
                </a:moveTo>
                <a:lnTo>
                  <a:pt x="1314572" y="149470"/>
                </a:lnTo>
                <a:lnTo>
                  <a:pt x="1314005" y="150052"/>
                </a:lnTo>
                <a:lnTo>
                  <a:pt x="1313448" y="150618"/>
                </a:lnTo>
                <a:lnTo>
                  <a:pt x="1312900" y="151169"/>
                </a:lnTo>
                <a:lnTo>
                  <a:pt x="1312362" y="151705"/>
                </a:lnTo>
                <a:lnTo>
                  <a:pt x="1311833" y="152226"/>
                </a:lnTo>
                <a:lnTo>
                  <a:pt x="1311314" y="152732"/>
                </a:lnTo>
                <a:lnTo>
                  <a:pt x="1310804" y="153222"/>
                </a:lnTo>
                <a:lnTo>
                  <a:pt x="1310303" y="153698"/>
                </a:lnTo>
                <a:lnTo>
                  <a:pt x="1309812" y="154158"/>
                </a:lnTo>
                <a:lnTo>
                  <a:pt x="1309330" y="154603"/>
                </a:lnTo>
                <a:lnTo>
                  <a:pt x="1308858" y="155033"/>
                </a:lnTo>
                <a:lnTo>
                  <a:pt x="1308396" y="155448"/>
                </a:lnTo>
                <a:lnTo>
                  <a:pt x="1307942" y="155847"/>
                </a:lnTo>
                <a:lnTo>
                  <a:pt x="1307499" y="156232"/>
                </a:lnTo>
                <a:lnTo>
                  <a:pt x="1307064" y="156601"/>
                </a:lnTo>
                <a:lnTo>
                  <a:pt x="1306639" y="156956"/>
                </a:lnTo>
                <a:lnTo>
                  <a:pt x="1306224" y="157295"/>
                </a:lnTo>
                <a:lnTo>
                  <a:pt x="1305818" y="157619"/>
                </a:lnTo>
                <a:lnTo>
                  <a:pt x="1305422" y="157928"/>
                </a:lnTo>
                <a:lnTo>
                  <a:pt x="1304412" y="158670"/>
                </a:lnTo>
                <a:lnTo>
                  <a:pt x="1303402" y="159381"/>
                </a:lnTo>
                <a:lnTo>
                  <a:pt x="1302394" y="160061"/>
                </a:lnTo>
                <a:lnTo>
                  <a:pt x="1301387" y="160709"/>
                </a:lnTo>
                <a:lnTo>
                  <a:pt x="1300380" y="161325"/>
                </a:lnTo>
                <a:lnTo>
                  <a:pt x="1299374" y="161910"/>
                </a:lnTo>
                <a:lnTo>
                  <a:pt x="1298370" y="162463"/>
                </a:lnTo>
                <a:lnTo>
                  <a:pt x="1297366" y="162984"/>
                </a:lnTo>
                <a:lnTo>
                  <a:pt x="1296363" y="163474"/>
                </a:lnTo>
                <a:lnTo>
                  <a:pt x="1295360" y="163932"/>
                </a:lnTo>
                <a:lnTo>
                  <a:pt x="1294359" y="164359"/>
                </a:lnTo>
                <a:lnTo>
                  <a:pt x="1293358" y="164754"/>
                </a:lnTo>
                <a:lnTo>
                  <a:pt x="1292359" y="165117"/>
                </a:lnTo>
                <a:lnTo>
                  <a:pt x="1291360" y="165449"/>
                </a:lnTo>
                <a:lnTo>
                  <a:pt x="1290362" y="165749"/>
                </a:lnTo>
                <a:lnTo>
                  <a:pt x="1289365" y="166018"/>
                </a:lnTo>
                <a:lnTo>
                  <a:pt x="1288369" y="166255"/>
                </a:lnTo>
                <a:lnTo>
                  <a:pt x="1287373" y="166460"/>
                </a:lnTo>
                <a:lnTo>
                  <a:pt x="1286379" y="166634"/>
                </a:lnTo>
                <a:lnTo>
                  <a:pt x="1285385" y="166776"/>
                </a:lnTo>
                <a:lnTo>
                  <a:pt x="1284392" y="166887"/>
                </a:lnTo>
                <a:lnTo>
                  <a:pt x="1283400" y="166966"/>
                </a:lnTo>
                <a:lnTo>
                  <a:pt x="1282409" y="167013"/>
                </a:lnTo>
                <a:lnTo>
                  <a:pt x="1281419" y="167029"/>
                </a:lnTo>
                <a:lnTo>
                  <a:pt x="1280621" y="167019"/>
                </a:lnTo>
                <a:lnTo>
                  <a:pt x="1279838" y="166990"/>
                </a:lnTo>
                <a:lnTo>
                  <a:pt x="1279068" y="166940"/>
                </a:lnTo>
                <a:lnTo>
                  <a:pt x="1278312" y="166871"/>
                </a:lnTo>
                <a:lnTo>
                  <a:pt x="1277570" y="166782"/>
                </a:lnTo>
                <a:lnTo>
                  <a:pt x="1276841" y="166673"/>
                </a:lnTo>
                <a:lnTo>
                  <a:pt x="1276126" y="166545"/>
                </a:lnTo>
                <a:lnTo>
                  <a:pt x="1275425" y="166397"/>
                </a:lnTo>
                <a:lnTo>
                  <a:pt x="1274738" y="166229"/>
                </a:lnTo>
                <a:lnTo>
                  <a:pt x="1274064" y="166041"/>
                </a:lnTo>
                <a:lnTo>
                  <a:pt x="1273404" y="165834"/>
                </a:lnTo>
                <a:lnTo>
                  <a:pt x="1272758" y="165606"/>
                </a:lnTo>
                <a:lnTo>
                  <a:pt x="1272126" y="165359"/>
                </a:lnTo>
                <a:lnTo>
                  <a:pt x="1271507" y="165092"/>
                </a:lnTo>
                <a:lnTo>
                  <a:pt x="1270902" y="164806"/>
                </a:lnTo>
                <a:lnTo>
                  <a:pt x="1270311" y="164500"/>
                </a:lnTo>
                <a:lnTo>
                  <a:pt x="1269734" y="164174"/>
                </a:lnTo>
                <a:lnTo>
                  <a:pt x="1269170" y="163828"/>
                </a:lnTo>
                <a:lnTo>
                  <a:pt x="1268620" y="163462"/>
                </a:lnTo>
                <a:lnTo>
                  <a:pt x="1268084" y="163077"/>
                </a:lnTo>
                <a:lnTo>
                  <a:pt x="1267562" y="162672"/>
                </a:lnTo>
                <a:lnTo>
                  <a:pt x="1267053" y="162247"/>
                </a:lnTo>
                <a:lnTo>
                  <a:pt x="1266558" y="161802"/>
                </a:lnTo>
                <a:lnTo>
                  <a:pt x="1266077" y="161338"/>
                </a:lnTo>
                <a:lnTo>
                  <a:pt x="1265441" y="160655"/>
                </a:lnTo>
                <a:lnTo>
                  <a:pt x="1264832" y="159948"/>
                </a:lnTo>
                <a:lnTo>
                  <a:pt x="1264250" y="159215"/>
                </a:lnTo>
                <a:lnTo>
                  <a:pt x="1263695" y="158458"/>
                </a:lnTo>
                <a:lnTo>
                  <a:pt x="1263167" y="157675"/>
                </a:lnTo>
                <a:lnTo>
                  <a:pt x="1262667" y="156868"/>
                </a:lnTo>
                <a:lnTo>
                  <a:pt x="1262193" y="156036"/>
                </a:lnTo>
                <a:lnTo>
                  <a:pt x="1261747" y="155179"/>
                </a:lnTo>
                <a:lnTo>
                  <a:pt x="1261327" y="154297"/>
                </a:lnTo>
                <a:lnTo>
                  <a:pt x="1260935" y="153390"/>
                </a:lnTo>
                <a:lnTo>
                  <a:pt x="1260569" y="152458"/>
                </a:lnTo>
                <a:lnTo>
                  <a:pt x="1260231" y="151502"/>
                </a:lnTo>
                <a:lnTo>
                  <a:pt x="1259920" y="150520"/>
                </a:lnTo>
                <a:lnTo>
                  <a:pt x="1259635" y="149513"/>
                </a:lnTo>
                <a:lnTo>
                  <a:pt x="1259378" y="148482"/>
                </a:lnTo>
                <a:lnTo>
                  <a:pt x="1259148" y="147426"/>
                </a:lnTo>
                <a:lnTo>
                  <a:pt x="1258945" y="146344"/>
                </a:lnTo>
                <a:lnTo>
                  <a:pt x="1258769" y="145238"/>
                </a:lnTo>
                <a:lnTo>
                  <a:pt x="1258621" y="144107"/>
                </a:lnTo>
                <a:lnTo>
                  <a:pt x="1258499" y="142951"/>
                </a:lnTo>
                <a:lnTo>
                  <a:pt x="1258404" y="141770"/>
                </a:lnTo>
                <a:lnTo>
                  <a:pt x="1258336" y="140564"/>
                </a:lnTo>
                <a:lnTo>
                  <a:pt x="1258296" y="139333"/>
                </a:lnTo>
                <a:lnTo>
                  <a:pt x="1258282" y="138077"/>
                </a:lnTo>
                <a:lnTo>
                  <a:pt x="1258303" y="136153"/>
                </a:lnTo>
                <a:lnTo>
                  <a:pt x="1258366" y="134235"/>
                </a:lnTo>
                <a:lnTo>
                  <a:pt x="1258472" y="132324"/>
                </a:lnTo>
                <a:lnTo>
                  <a:pt x="1258619" y="130420"/>
                </a:lnTo>
                <a:lnTo>
                  <a:pt x="1258808" y="128523"/>
                </a:lnTo>
                <a:lnTo>
                  <a:pt x="1259040" y="126633"/>
                </a:lnTo>
                <a:lnTo>
                  <a:pt x="1259314" y="124749"/>
                </a:lnTo>
                <a:lnTo>
                  <a:pt x="1259629" y="122873"/>
                </a:lnTo>
                <a:lnTo>
                  <a:pt x="1259987" y="121003"/>
                </a:lnTo>
                <a:lnTo>
                  <a:pt x="1260387" y="119141"/>
                </a:lnTo>
                <a:lnTo>
                  <a:pt x="1260829" y="117285"/>
                </a:lnTo>
                <a:lnTo>
                  <a:pt x="1261313" y="115436"/>
                </a:lnTo>
                <a:lnTo>
                  <a:pt x="1261840" y="113594"/>
                </a:lnTo>
                <a:lnTo>
                  <a:pt x="1262408" y="111758"/>
                </a:lnTo>
                <a:lnTo>
                  <a:pt x="1263019" y="109930"/>
                </a:lnTo>
                <a:lnTo>
                  <a:pt x="1263671" y="108108"/>
                </a:lnTo>
                <a:lnTo>
                  <a:pt x="1264366" y="106294"/>
                </a:lnTo>
                <a:lnTo>
                  <a:pt x="1265103" y="104486"/>
                </a:lnTo>
                <a:lnTo>
                  <a:pt x="1265881" y="102685"/>
                </a:lnTo>
                <a:lnTo>
                  <a:pt x="1266702" y="100891"/>
                </a:lnTo>
                <a:lnTo>
                  <a:pt x="1267565" y="99104"/>
                </a:lnTo>
                <a:lnTo>
                  <a:pt x="1268471" y="97324"/>
                </a:lnTo>
                <a:lnTo>
                  <a:pt x="1269418" y="95550"/>
                </a:lnTo>
                <a:lnTo>
                  <a:pt x="1270407" y="93784"/>
                </a:lnTo>
                <a:lnTo>
                  <a:pt x="1270812" y="93096"/>
                </a:lnTo>
                <a:lnTo>
                  <a:pt x="1271221" y="92415"/>
                </a:lnTo>
                <a:lnTo>
                  <a:pt x="1271635" y="91740"/>
                </a:lnTo>
                <a:lnTo>
                  <a:pt x="1272054" y="91072"/>
                </a:lnTo>
                <a:lnTo>
                  <a:pt x="1272477" y="90410"/>
                </a:lnTo>
                <a:lnTo>
                  <a:pt x="1272905" y="89755"/>
                </a:lnTo>
                <a:lnTo>
                  <a:pt x="1273338" y="89106"/>
                </a:lnTo>
                <a:lnTo>
                  <a:pt x="1273775" y="88464"/>
                </a:lnTo>
                <a:lnTo>
                  <a:pt x="1274218" y="87828"/>
                </a:lnTo>
                <a:lnTo>
                  <a:pt x="1274665" y="87198"/>
                </a:lnTo>
                <a:lnTo>
                  <a:pt x="1275116" y="86575"/>
                </a:lnTo>
                <a:lnTo>
                  <a:pt x="1275573" y="85958"/>
                </a:lnTo>
                <a:lnTo>
                  <a:pt x="1276034" y="85348"/>
                </a:lnTo>
                <a:lnTo>
                  <a:pt x="1276500" y="84744"/>
                </a:lnTo>
                <a:lnTo>
                  <a:pt x="1276971" y="84147"/>
                </a:lnTo>
                <a:lnTo>
                  <a:pt x="1277446" y="83556"/>
                </a:lnTo>
                <a:lnTo>
                  <a:pt x="1277926" y="82971"/>
                </a:lnTo>
                <a:lnTo>
                  <a:pt x="1278411" y="82393"/>
                </a:lnTo>
                <a:lnTo>
                  <a:pt x="1278900" y="81822"/>
                </a:lnTo>
                <a:lnTo>
                  <a:pt x="1279395" y="81257"/>
                </a:lnTo>
                <a:lnTo>
                  <a:pt x="1279894" y="80698"/>
                </a:lnTo>
                <a:lnTo>
                  <a:pt x="1280397" y="80146"/>
                </a:lnTo>
                <a:lnTo>
                  <a:pt x="1280906" y="79600"/>
                </a:lnTo>
                <a:lnTo>
                  <a:pt x="1281419" y="79060"/>
                </a:lnTo>
                <a:lnTo>
                  <a:pt x="1282405" y="78061"/>
                </a:lnTo>
                <a:lnTo>
                  <a:pt x="1283405" y="77104"/>
                </a:lnTo>
                <a:lnTo>
                  <a:pt x="1284419" y="76190"/>
                </a:lnTo>
                <a:lnTo>
                  <a:pt x="1285447" y="75318"/>
                </a:lnTo>
                <a:lnTo>
                  <a:pt x="1286488" y="74488"/>
                </a:lnTo>
                <a:lnTo>
                  <a:pt x="1287543" y="73702"/>
                </a:lnTo>
                <a:lnTo>
                  <a:pt x="1288612" y="72957"/>
                </a:lnTo>
                <a:lnTo>
                  <a:pt x="1289695" y="72256"/>
                </a:lnTo>
                <a:lnTo>
                  <a:pt x="1290791" y="71596"/>
                </a:lnTo>
                <a:lnTo>
                  <a:pt x="1291901" y="70980"/>
                </a:lnTo>
                <a:lnTo>
                  <a:pt x="1293025" y="70405"/>
                </a:lnTo>
                <a:lnTo>
                  <a:pt x="1294163" y="69874"/>
                </a:lnTo>
                <a:lnTo>
                  <a:pt x="1295314" y="69385"/>
                </a:lnTo>
                <a:lnTo>
                  <a:pt x="1296479" y="68938"/>
                </a:lnTo>
                <a:lnTo>
                  <a:pt x="1297658" y="68534"/>
                </a:lnTo>
                <a:lnTo>
                  <a:pt x="1298850" y="68173"/>
                </a:lnTo>
                <a:lnTo>
                  <a:pt x="1300057" y="67854"/>
                </a:lnTo>
                <a:lnTo>
                  <a:pt x="1301277" y="67577"/>
                </a:lnTo>
                <a:lnTo>
                  <a:pt x="1302511" y="67343"/>
                </a:lnTo>
                <a:lnTo>
                  <a:pt x="1303758" y="67152"/>
                </a:lnTo>
                <a:lnTo>
                  <a:pt x="1305019" y="67003"/>
                </a:lnTo>
                <a:lnTo>
                  <a:pt x="1306294" y="66897"/>
                </a:lnTo>
                <a:lnTo>
                  <a:pt x="1307583" y="66833"/>
                </a:lnTo>
                <a:lnTo>
                  <a:pt x="1308886" y="66812"/>
                </a:lnTo>
                <a:lnTo>
                  <a:pt x="1309663" y="66821"/>
                </a:lnTo>
                <a:lnTo>
                  <a:pt x="1310407" y="66847"/>
                </a:lnTo>
                <a:lnTo>
                  <a:pt x="1311119" y="66892"/>
                </a:lnTo>
                <a:lnTo>
                  <a:pt x="1311797" y="66955"/>
                </a:lnTo>
                <a:lnTo>
                  <a:pt x="1312442" y="67035"/>
                </a:lnTo>
                <a:lnTo>
                  <a:pt x="1313054" y="67134"/>
                </a:lnTo>
                <a:lnTo>
                  <a:pt x="1313633" y="67250"/>
                </a:lnTo>
                <a:lnTo>
                  <a:pt x="1314179" y="67384"/>
                </a:lnTo>
                <a:lnTo>
                  <a:pt x="1314691" y="67536"/>
                </a:lnTo>
                <a:lnTo>
                  <a:pt x="1315171" y="67706"/>
                </a:lnTo>
                <a:lnTo>
                  <a:pt x="1315617" y="67894"/>
                </a:lnTo>
                <a:lnTo>
                  <a:pt x="1316031" y="68099"/>
                </a:lnTo>
                <a:lnTo>
                  <a:pt x="1316411" y="68323"/>
                </a:lnTo>
                <a:lnTo>
                  <a:pt x="1316759" y="68564"/>
                </a:lnTo>
                <a:lnTo>
                  <a:pt x="1317073" y="68823"/>
                </a:lnTo>
                <a:lnTo>
                  <a:pt x="1317354" y="69101"/>
                </a:lnTo>
                <a:lnTo>
                  <a:pt x="1317602" y="69396"/>
                </a:lnTo>
                <a:lnTo>
                  <a:pt x="1317817" y="69709"/>
                </a:lnTo>
                <a:lnTo>
                  <a:pt x="1317999" y="70039"/>
                </a:lnTo>
                <a:lnTo>
                  <a:pt x="1318148" y="70388"/>
                </a:lnTo>
                <a:lnTo>
                  <a:pt x="1318264" y="70755"/>
                </a:lnTo>
                <a:lnTo>
                  <a:pt x="1318347" y="71139"/>
                </a:lnTo>
                <a:lnTo>
                  <a:pt x="1318396" y="71541"/>
                </a:lnTo>
                <a:lnTo>
                  <a:pt x="1318413" y="71962"/>
                </a:lnTo>
                <a:lnTo>
                  <a:pt x="1318410" y="72097"/>
                </a:lnTo>
                <a:lnTo>
                  <a:pt x="1318402" y="72237"/>
                </a:lnTo>
                <a:lnTo>
                  <a:pt x="1318388" y="72383"/>
                </a:lnTo>
                <a:lnTo>
                  <a:pt x="1318368" y="72534"/>
                </a:lnTo>
                <a:lnTo>
                  <a:pt x="1318343" y="72689"/>
                </a:lnTo>
                <a:lnTo>
                  <a:pt x="1318312" y="72850"/>
                </a:lnTo>
                <a:lnTo>
                  <a:pt x="1318276" y="73016"/>
                </a:lnTo>
                <a:lnTo>
                  <a:pt x="1318234" y="73187"/>
                </a:lnTo>
                <a:lnTo>
                  <a:pt x="1318187" y="73364"/>
                </a:lnTo>
                <a:lnTo>
                  <a:pt x="1318133" y="73545"/>
                </a:lnTo>
                <a:lnTo>
                  <a:pt x="1318075" y="73731"/>
                </a:lnTo>
                <a:lnTo>
                  <a:pt x="1318011" y="73923"/>
                </a:lnTo>
                <a:lnTo>
                  <a:pt x="1317941" y="74120"/>
                </a:lnTo>
                <a:lnTo>
                  <a:pt x="1317865" y="74321"/>
                </a:lnTo>
                <a:lnTo>
                  <a:pt x="1317784" y="74528"/>
                </a:lnTo>
                <a:lnTo>
                  <a:pt x="1317698" y="74740"/>
                </a:lnTo>
                <a:lnTo>
                  <a:pt x="1317606" y="74958"/>
                </a:lnTo>
                <a:lnTo>
                  <a:pt x="1317508" y="75180"/>
                </a:lnTo>
                <a:lnTo>
                  <a:pt x="1317405" y="75407"/>
                </a:lnTo>
                <a:lnTo>
                  <a:pt x="1317296" y="75640"/>
                </a:lnTo>
                <a:lnTo>
                  <a:pt x="1317181" y="75877"/>
                </a:lnTo>
                <a:lnTo>
                  <a:pt x="1317061" y="76120"/>
                </a:lnTo>
                <a:lnTo>
                  <a:pt x="1316936" y="76368"/>
                </a:lnTo>
                <a:lnTo>
                  <a:pt x="1316804" y="76621"/>
                </a:lnTo>
                <a:lnTo>
                  <a:pt x="1316623" y="76966"/>
                </a:lnTo>
                <a:lnTo>
                  <a:pt x="1316449" y="77309"/>
                </a:lnTo>
                <a:lnTo>
                  <a:pt x="1316282" y="77647"/>
                </a:lnTo>
                <a:lnTo>
                  <a:pt x="1316124" y="77983"/>
                </a:lnTo>
                <a:lnTo>
                  <a:pt x="1315973" y="78315"/>
                </a:lnTo>
                <a:lnTo>
                  <a:pt x="1315830" y="78643"/>
                </a:lnTo>
                <a:lnTo>
                  <a:pt x="1315695" y="78969"/>
                </a:lnTo>
                <a:lnTo>
                  <a:pt x="1315567" y="79290"/>
                </a:lnTo>
                <a:lnTo>
                  <a:pt x="1315447" y="79609"/>
                </a:lnTo>
                <a:lnTo>
                  <a:pt x="1315335" y="79924"/>
                </a:lnTo>
                <a:lnTo>
                  <a:pt x="1315231" y="80235"/>
                </a:lnTo>
                <a:lnTo>
                  <a:pt x="1315134" y="80543"/>
                </a:lnTo>
                <a:lnTo>
                  <a:pt x="1315045" y="80848"/>
                </a:lnTo>
                <a:lnTo>
                  <a:pt x="1314964" y="81149"/>
                </a:lnTo>
                <a:lnTo>
                  <a:pt x="1314890" y="81447"/>
                </a:lnTo>
                <a:lnTo>
                  <a:pt x="1314825" y="81742"/>
                </a:lnTo>
                <a:lnTo>
                  <a:pt x="1314767" y="82033"/>
                </a:lnTo>
                <a:lnTo>
                  <a:pt x="1314716" y="82320"/>
                </a:lnTo>
                <a:lnTo>
                  <a:pt x="1314674" y="82605"/>
                </a:lnTo>
                <a:lnTo>
                  <a:pt x="1314639" y="82885"/>
                </a:lnTo>
                <a:lnTo>
                  <a:pt x="1314612" y="83163"/>
                </a:lnTo>
                <a:lnTo>
                  <a:pt x="1314593" y="83437"/>
                </a:lnTo>
                <a:lnTo>
                  <a:pt x="1314581" y="83707"/>
                </a:lnTo>
                <a:lnTo>
                  <a:pt x="1314577" y="83975"/>
                </a:lnTo>
                <a:lnTo>
                  <a:pt x="1314595" y="84755"/>
                </a:lnTo>
                <a:lnTo>
                  <a:pt x="1314647" y="85502"/>
                </a:lnTo>
                <a:lnTo>
                  <a:pt x="1314734" y="86216"/>
                </a:lnTo>
                <a:lnTo>
                  <a:pt x="1314856" y="86896"/>
                </a:lnTo>
                <a:lnTo>
                  <a:pt x="1315012" y="87544"/>
                </a:lnTo>
                <a:lnTo>
                  <a:pt x="1315204" y="88158"/>
                </a:lnTo>
                <a:lnTo>
                  <a:pt x="1315430" y="88739"/>
                </a:lnTo>
                <a:lnTo>
                  <a:pt x="1315691" y="89287"/>
                </a:lnTo>
                <a:lnTo>
                  <a:pt x="1315987" y="89801"/>
                </a:lnTo>
                <a:lnTo>
                  <a:pt x="1316317" y="90283"/>
                </a:lnTo>
                <a:lnTo>
                  <a:pt x="1316682" y="90731"/>
                </a:lnTo>
                <a:lnTo>
                  <a:pt x="1317083" y="91146"/>
                </a:lnTo>
                <a:lnTo>
                  <a:pt x="1317518" y="91528"/>
                </a:lnTo>
                <a:lnTo>
                  <a:pt x="1317987" y="91876"/>
                </a:lnTo>
                <a:lnTo>
                  <a:pt x="1318492" y="92192"/>
                </a:lnTo>
                <a:lnTo>
                  <a:pt x="1319031" y="92474"/>
                </a:lnTo>
                <a:lnTo>
                  <a:pt x="1319605" y="92723"/>
                </a:lnTo>
                <a:lnTo>
                  <a:pt x="1320214" y="92939"/>
                </a:lnTo>
                <a:lnTo>
                  <a:pt x="1320858" y="93121"/>
                </a:lnTo>
                <a:lnTo>
                  <a:pt x="1321537" y="93271"/>
                </a:lnTo>
                <a:lnTo>
                  <a:pt x="1322250" y="93387"/>
                </a:lnTo>
                <a:lnTo>
                  <a:pt x="1322998" y="93470"/>
                </a:lnTo>
                <a:lnTo>
                  <a:pt x="1323781" y="93520"/>
                </a:lnTo>
                <a:lnTo>
                  <a:pt x="1324599" y="93536"/>
                </a:lnTo>
                <a:lnTo>
                  <a:pt x="1325039" y="93530"/>
                </a:lnTo>
                <a:lnTo>
                  <a:pt x="1325472" y="93512"/>
                </a:lnTo>
                <a:lnTo>
                  <a:pt x="1325898" y="93482"/>
                </a:lnTo>
                <a:lnTo>
                  <a:pt x="1326317" y="93440"/>
                </a:lnTo>
                <a:lnTo>
                  <a:pt x="1326730" y="93386"/>
                </a:lnTo>
                <a:lnTo>
                  <a:pt x="1327135" y="93321"/>
                </a:lnTo>
                <a:lnTo>
                  <a:pt x="1327534" y="93243"/>
                </a:lnTo>
                <a:lnTo>
                  <a:pt x="1327926" y="93153"/>
                </a:lnTo>
                <a:lnTo>
                  <a:pt x="1328311" y="93051"/>
                </a:lnTo>
                <a:lnTo>
                  <a:pt x="1328689" y="92937"/>
                </a:lnTo>
                <a:lnTo>
                  <a:pt x="1329060" y="92811"/>
                </a:lnTo>
                <a:lnTo>
                  <a:pt x="1329424" y="92673"/>
                </a:lnTo>
                <a:lnTo>
                  <a:pt x="1329782" y="92523"/>
                </a:lnTo>
                <a:lnTo>
                  <a:pt x="1330132" y="92361"/>
                </a:lnTo>
                <a:lnTo>
                  <a:pt x="1330476" y="92188"/>
                </a:lnTo>
                <a:lnTo>
                  <a:pt x="1330813" y="92002"/>
                </a:lnTo>
                <a:lnTo>
                  <a:pt x="1331143" y="91804"/>
                </a:lnTo>
                <a:lnTo>
                  <a:pt x="1331466" y="91594"/>
                </a:lnTo>
                <a:lnTo>
                  <a:pt x="1331782" y="91372"/>
                </a:lnTo>
                <a:lnTo>
                  <a:pt x="1332091" y="91139"/>
                </a:lnTo>
                <a:lnTo>
                  <a:pt x="1332394" y="90893"/>
                </a:lnTo>
                <a:lnTo>
                  <a:pt x="1332689" y="90635"/>
                </a:lnTo>
                <a:lnTo>
                  <a:pt x="1332978" y="90365"/>
                </a:lnTo>
                <a:lnTo>
                  <a:pt x="1333260" y="90084"/>
                </a:lnTo>
                <a:lnTo>
                  <a:pt x="1333532" y="89804"/>
                </a:lnTo>
                <a:lnTo>
                  <a:pt x="1333793" y="89519"/>
                </a:lnTo>
                <a:lnTo>
                  <a:pt x="1334043" y="89229"/>
                </a:lnTo>
                <a:lnTo>
                  <a:pt x="1334280" y="88934"/>
                </a:lnTo>
                <a:lnTo>
                  <a:pt x="1334507" y="88634"/>
                </a:lnTo>
                <a:lnTo>
                  <a:pt x="1334721" y="88328"/>
                </a:lnTo>
                <a:lnTo>
                  <a:pt x="1334924" y="88018"/>
                </a:lnTo>
                <a:lnTo>
                  <a:pt x="1335116" y="87702"/>
                </a:lnTo>
                <a:lnTo>
                  <a:pt x="1335295" y="87382"/>
                </a:lnTo>
                <a:lnTo>
                  <a:pt x="1335464" y="87056"/>
                </a:lnTo>
                <a:lnTo>
                  <a:pt x="1335620" y="86724"/>
                </a:lnTo>
                <a:lnTo>
                  <a:pt x="1335765" y="86388"/>
                </a:lnTo>
                <a:lnTo>
                  <a:pt x="1335899" y="86047"/>
                </a:lnTo>
                <a:lnTo>
                  <a:pt x="1336020" y="85700"/>
                </a:lnTo>
                <a:lnTo>
                  <a:pt x="1336131" y="85349"/>
                </a:lnTo>
                <a:lnTo>
                  <a:pt x="1336229" y="84992"/>
                </a:lnTo>
                <a:lnTo>
                  <a:pt x="1336316" y="84630"/>
                </a:lnTo>
                <a:lnTo>
                  <a:pt x="1336392" y="84263"/>
                </a:lnTo>
                <a:lnTo>
                  <a:pt x="1336455" y="83891"/>
                </a:lnTo>
                <a:lnTo>
                  <a:pt x="1336508" y="83513"/>
                </a:lnTo>
                <a:lnTo>
                  <a:pt x="1336548" y="83131"/>
                </a:lnTo>
                <a:lnTo>
                  <a:pt x="1336577" y="82743"/>
                </a:lnTo>
                <a:lnTo>
                  <a:pt x="1336595" y="82350"/>
                </a:lnTo>
                <a:lnTo>
                  <a:pt x="1336600" y="81953"/>
                </a:lnTo>
                <a:lnTo>
                  <a:pt x="1336592" y="81389"/>
                </a:lnTo>
                <a:lnTo>
                  <a:pt x="1336565" y="80829"/>
                </a:lnTo>
                <a:lnTo>
                  <a:pt x="1336521" y="80273"/>
                </a:lnTo>
                <a:lnTo>
                  <a:pt x="1336459" y="79719"/>
                </a:lnTo>
                <a:lnTo>
                  <a:pt x="1336380" y="79170"/>
                </a:lnTo>
                <a:lnTo>
                  <a:pt x="1336283" y="78624"/>
                </a:lnTo>
                <a:lnTo>
                  <a:pt x="1336169" y="78081"/>
                </a:lnTo>
                <a:lnTo>
                  <a:pt x="1336037" y="77541"/>
                </a:lnTo>
                <a:lnTo>
                  <a:pt x="1335887" y="77005"/>
                </a:lnTo>
                <a:lnTo>
                  <a:pt x="1335720" y="76473"/>
                </a:lnTo>
                <a:lnTo>
                  <a:pt x="1335535" y="75944"/>
                </a:lnTo>
                <a:lnTo>
                  <a:pt x="1335332" y="75418"/>
                </a:lnTo>
                <a:lnTo>
                  <a:pt x="1335112" y="74896"/>
                </a:lnTo>
                <a:lnTo>
                  <a:pt x="1334874" y="74377"/>
                </a:lnTo>
                <a:lnTo>
                  <a:pt x="1334619" y="73862"/>
                </a:lnTo>
                <a:lnTo>
                  <a:pt x="1334346" y="73350"/>
                </a:lnTo>
                <a:lnTo>
                  <a:pt x="1334055" y="72842"/>
                </a:lnTo>
                <a:lnTo>
                  <a:pt x="1333747" y="72337"/>
                </a:lnTo>
                <a:lnTo>
                  <a:pt x="1333421" y="71835"/>
                </a:lnTo>
                <a:lnTo>
                  <a:pt x="1333078" y="71337"/>
                </a:lnTo>
                <a:lnTo>
                  <a:pt x="1332716" y="70842"/>
                </a:lnTo>
                <a:lnTo>
                  <a:pt x="1332338" y="70351"/>
                </a:lnTo>
                <a:lnTo>
                  <a:pt x="1331941" y="69863"/>
                </a:lnTo>
                <a:lnTo>
                  <a:pt x="1331528" y="69379"/>
                </a:lnTo>
                <a:lnTo>
                  <a:pt x="1330907" y="68725"/>
                </a:lnTo>
                <a:lnTo>
                  <a:pt x="1330263" y="68099"/>
                </a:lnTo>
                <a:lnTo>
                  <a:pt x="1329594" y="67501"/>
                </a:lnTo>
                <a:lnTo>
                  <a:pt x="1328902" y="66931"/>
                </a:lnTo>
                <a:lnTo>
                  <a:pt x="1328185" y="66389"/>
                </a:lnTo>
                <a:lnTo>
                  <a:pt x="1327445" y="65874"/>
                </a:lnTo>
                <a:lnTo>
                  <a:pt x="1326680" y="65387"/>
                </a:lnTo>
                <a:lnTo>
                  <a:pt x="1325891" y="64928"/>
                </a:lnTo>
                <a:lnTo>
                  <a:pt x="1325078" y="64497"/>
                </a:lnTo>
                <a:lnTo>
                  <a:pt x="1324242" y="64094"/>
                </a:lnTo>
                <a:lnTo>
                  <a:pt x="1323381" y="63718"/>
                </a:lnTo>
                <a:lnTo>
                  <a:pt x="1322496" y="63371"/>
                </a:lnTo>
                <a:lnTo>
                  <a:pt x="1321587" y="63051"/>
                </a:lnTo>
                <a:lnTo>
                  <a:pt x="1320653" y="62759"/>
                </a:lnTo>
                <a:lnTo>
                  <a:pt x="1319696" y="62494"/>
                </a:lnTo>
                <a:lnTo>
                  <a:pt x="1318715" y="62258"/>
                </a:lnTo>
                <a:lnTo>
                  <a:pt x="1317710" y="62049"/>
                </a:lnTo>
                <a:lnTo>
                  <a:pt x="1316681" y="61868"/>
                </a:lnTo>
                <a:lnTo>
                  <a:pt x="1315627" y="61715"/>
                </a:lnTo>
                <a:lnTo>
                  <a:pt x="1314550" y="61590"/>
                </a:lnTo>
                <a:lnTo>
                  <a:pt x="1313448" y="61493"/>
                </a:lnTo>
                <a:lnTo>
                  <a:pt x="1312323" y="61423"/>
                </a:lnTo>
                <a:lnTo>
                  <a:pt x="1311173" y="61382"/>
                </a:lnTo>
                <a:lnTo>
                  <a:pt x="1309999" y="61368"/>
                </a:lnTo>
                <a:lnTo>
                  <a:pt x="1307750" y="61406"/>
                </a:lnTo>
                <a:lnTo>
                  <a:pt x="1305517" y="61520"/>
                </a:lnTo>
                <a:lnTo>
                  <a:pt x="1303301" y="61710"/>
                </a:lnTo>
                <a:lnTo>
                  <a:pt x="1301101" y="61977"/>
                </a:lnTo>
                <a:lnTo>
                  <a:pt x="1298919" y="62319"/>
                </a:lnTo>
                <a:lnTo>
                  <a:pt x="1296753" y="62738"/>
                </a:lnTo>
                <a:lnTo>
                  <a:pt x="1294604" y="63233"/>
                </a:lnTo>
                <a:lnTo>
                  <a:pt x="1292472" y="63804"/>
                </a:lnTo>
                <a:lnTo>
                  <a:pt x="1290356" y="64451"/>
                </a:lnTo>
                <a:lnTo>
                  <a:pt x="1288257" y="65174"/>
                </a:lnTo>
                <a:lnTo>
                  <a:pt x="1286175" y="65973"/>
                </a:lnTo>
                <a:lnTo>
                  <a:pt x="1284110" y="66848"/>
                </a:lnTo>
                <a:lnTo>
                  <a:pt x="1282061" y="67800"/>
                </a:lnTo>
                <a:lnTo>
                  <a:pt x="1280030" y="68828"/>
                </a:lnTo>
                <a:lnTo>
                  <a:pt x="1278014" y="69931"/>
                </a:lnTo>
                <a:lnTo>
                  <a:pt x="1276016" y="71111"/>
                </a:lnTo>
                <a:lnTo>
                  <a:pt x="1274035" y="72367"/>
                </a:lnTo>
                <a:lnTo>
                  <a:pt x="1272070" y="73699"/>
                </a:lnTo>
                <a:lnTo>
                  <a:pt x="1270122" y="75107"/>
                </a:lnTo>
                <a:lnTo>
                  <a:pt x="1268191" y="76592"/>
                </a:lnTo>
                <a:lnTo>
                  <a:pt x="1266276" y="78152"/>
                </a:lnTo>
                <a:lnTo>
                  <a:pt x="1264378" y="79789"/>
                </a:lnTo>
                <a:lnTo>
                  <a:pt x="1262497" y="81501"/>
                </a:lnTo>
                <a:lnTo>
                  <a:pt x="1260633" y="83290"/>
                </a:lnTo>
                <a:lnTo>
                  <a:pt x="1258664" y="85285"/>
                </a:lnTo>
                <a:lnTo>
                  <a:pt x="1256779" y="87305"/>
                </a:lnTo>
                <a:lnTo>
                  <a:pt x="1254978" y="89350"/>
                </a:lnTo>
                <a:lnTo>
                  <a:pt x="1253261" y="91421"/>
                </a:lnTo>
                <a:lnTo>
                  <a:pt x="1251627" y="93517"/>
                </a:lnTo>
                <a:lnTo>
                  <a:pt x="1250078" y="95638"/>
                </a:lnTo>
                <a:lnTo>
                  <a:pt x="1248612" y="97785"/>
                </a:lnTo>
                <a:lnTo>
                  <a:pt x="1247229" y="99957"/>
                </a:lnTo>
                <a:lnTo>
                  <a:pt x="1245931" y="102154"/>
                </a:lnTo>
                <a:lnTo>
                  <a:pt x="1244716" y="104377"/>
                </a:lnTo>
                <a:lnTo>
                  <a:pt x="1243585" y="106625"/>
                </a:lnTo>
                <a:lnTo>
                  <a:pt x="1242538" y="108899"/>
                </a:lnTo>
                <a:lnTo>
                  <a:pt x="1241575" y="111197"/>
                </a:lnTo>
                <a:lnTo>
                  <a:pt x="1240695" y="113522"/>
                </a:lnTo>
                <a:lnTo>
                  <a:pt x="1239899" y="115871"/>
                </a:lnTo>
                <a:lnTo>
                  <a:pt x="1239187" y="118246"/>
                </a:lnTo>
                <a:lnTo>
                  <a:pt x="1238559" y="120646"/>
                </a:lnTo>
                <a:lnTo>
                  <a:pt x="1238014" y="123072"/>
                </a:lnTo>
                <a:lnTo>
                  <a:pt x="1237554" y="125523"/>
                </a:lnTo>
                <a:lnTo>
                  <a:pt x="1237177" y="127999"/>
                </a:lnTo>
                <a:lnTo>
                  <a:pt x="1236884" y="130501"/>
                </a:lnTo>
                <a:lnTo>
                  <a:pt x="1236674" y="133028"/>
                </a:lnTo>
                <a:lnTo>
                  <a:pt x="1236548" y="135581"/>
                </a:lnTo>
                <a:lnTo>
                  <a:pt x="1236507" y="138159"/>
                </a:lnTo>
                <a:lnTo>
                  <a:pt x="1236524" y="139652"/>
                </a:lnTo>
                <a:lnTo>
                  <a:pt x="1236577" y="141118"/>
                </a:lnTo>
                <a:lnTo>
                  <a:pt x="1236665" y="142557"/>
                </a:lnTo>
                <a:lnTo>
                  <a:pt x="1236788" y="143970"/>
                </a:lnTo>
                <a:lnTo>
                  <a:pt x="1236947" y="145355"/>
                </a:lnTo>
                <a:lnTo>
                  <a:pt x="1237141" y="146713"/>
                </a:lnTo>
                <a:lnTo>
                  <a:pt x="1237370" y="148043"/>
                </a:lnTo>
                <a:lnTo>
                  <a:pt x="1237634" y="149347"/>
                </a:lnTo>
                <a:lnTo>
                  <a:pt x="1237933" y="150624"/>
                </a:lnTo>
                <a:lnTo>
                  <a:pt x="1238268" y="151873"/>
                </a:lnTo>
                <a:lnTo>
                  <a:pt x="1238638" y="153096"/>
                </a:lnTo>
                <a:lnTo>
                  <a:pt x="1239043" y="154291"/>
                </a:lnTo>
                <a:lnTo>
                  <a:pt x="1239483" y="155460"/>
                </a:lnTo>
                <a:lnTo>
                  <a:pt x="1239959" y="156601"/>
                </a:lnTo>
                <a:lnTo>
                  <a:pt x="1240470" y="157715"/>
                </a:lnTo>
                <a:lnTo>
                  <a:pt x="1241016" y="158802"/>
                </a:lnTo>
                <a:lnTo>
                  <a:pt x="1241597" y="159862"/>
                </a:lnTo>
                <a:lnTo>
                  <a:pt x="1242213" y="160895"/>
                </a:lnTo>
                <a:lnTo>
                  <a:pt x="1242865" y="161900"/>
                </a:lnTo>
                <a:lnTo>
                  <a:pt x="1243552" y="162879"/>
                </a:lnTo>
                <a:lnTo>
                  <a:pt x="1244274" y="163831"/>
                </a:lnTo>
                <a:lnTo>
                  <a:pt x="1245032" y="164755"/>
                </a:lnTo>
                <a:lnTo>
                  <a:pt x="1245824" y="165652"/>
                </a:lnTo>
                <a:lnTo>
                  <a:pt x="1246652" y="166523"/>
                </a:lnTo>
                <a:lnTo>
                  <a:pt x="1247450" y="167311"/>
                </a:lnTo>
                <a:lnTo>
                  <a:pt x="1248276" y="168066"/>
                </a:lnTo>
                <a:lnTo>
                  <a:pt x="1249130" y="168787"/>
                </a:lnTo>
                <a:lnTo>
                  <a:pt x="1250013" y="169475"/>
                </a:lnTo>
                <a:lnTo>
                  <a:pt x="1250924" y="170129"/>
                </a:lnTo>
                <a:lnTo>
                  <a:pt x="1251864" y="170750"/>
                </a:lnTo>
                <a:lnTo>
                  <a:pt x="1252832" y="171337"/>
                </a:lnTo>
                <a:lnTo>
                  <a:pt x="1253828" y="171890"/>
                </a:lnTo>
                <a:lnTo>
                  <a:pt x="1254853" y="172411"/>
                </a:lnTo>
                <a:lnTo>
                  <a:pt x="1255906" y="172897"/>
                </a:lnTo>
                <a:lnTo>
                  <a:pt x="1256987" y="173350"/>
                </a:lnTo>
                <a:lnTo>
                  <a:pt x="1258097" y="173769"/>
                </a:lnTo>
                <a:lnTo>
                  <a:pt x="1259235" y="174155"/>
                </a:lnTo>
                <a:lnTo>
                  <a:pt x="1260401" y="174507"/>
                </a:lnTo>
                <a:lnTo>
                  <a:pt x="1261596" y="174826"/>
                </a:lnTo>
                <a:lnTo>
                  <a:pt x="1262819" y="175111"/>
                </a:lnTo>
                <a:lnTo>
                  <a:pt x="1264070" y="175363"/>
                </a:lnTo>
                <a:lnTo>
                  <a:pt x="1265350" y="175581"/>
                </a:lnTo>
                <a:lnTo>
                  <a:pt x="1266658" y="175765"/>
                </a:lnTo>
                <a:lnTo>
                  <a:pt x="1267995" y="175916"/>
                </a:lnTo>
                <a:lnTo>
                  <a:pt x="1269359" y="176034"/>
                </a:lnTo>
                <a:lnTo>
                  <a:pt x="1270753" y="176118"/>
                </a:lnTo>
                <a:lnTo>
                  <a:pt x="1272174" y="176168"/>
                </a:lnTo>
                <a:lnTo>
                  <a:pt x="1273624" y="176185"/>
                </a:lnTo>
                <a:lnTo>
                  <a:pt x="1275072" y="176167"/>
                </a:lnTo>
                <a:lnTo>
                  <a:pt x="1276508" y="176114"/>
                </a:lnTo>
                <a:lnTo>
                  <a:pt x="1277931" y="176025"/>
                </a:lnTo>
                <a:lnTo>
                  <a:pt x="1279343" y="175901"/>
                </a:lnTo>
                <a:lnTo>
                  <a:pt x="1280743" y="175742"/>
                </a:lnTo>
                <a:lnTo>
                  <a:pt x="1282130" y="175547"/>
                </a:lnTo>
                <a:lnTo>
                  <a:pt x="1283506" y="175317"/>
                </a:lnTo>
                <a:lnTo>
                  <a:pt x="1284869" y="175051"/>
                </a:lnTo>
                <a:lnTo>
                  <a:pt x="1286221" y="174750"/>
                </a:lnTo>
                <a:lnTo>
                  <a:pt x="1287560" y="174413"/>
                </a:lnTo>
                <a:lnTo>
                  <a:pt x="1288888" y="174041"/>
                </a:lnTo>
                <a:lnTo>
                  <a:pt x="1290203" y="173634"/>
                </a:lnTo>
                <a:lnTo>
                  <a:pt x="1291507" y="173191"/>
                </a:lnTo>
                <a:lnTo>
                  <a:pt x="1292798" y="172713"/>
                </a:lnTo>
                <a:lnTo>
                  <a:pt x="1294077" y="172199"/>
                </a:lnTo>
                <a:lnTo>
                  <a:pt x="1295345" y="171650"/>
                </a:lnTo>
                <a:lnTo>
                  <a:pt x="1296600" y="171065"/>
                </a:lnTo>
                <a:lnTo>
                  <a:pt x="1297843" y="170445"/>
                </a:lnTo>
                <a:lnTo>
                  <a:pt x="1299075" y="169790"/>
                </a:lnTo>
                <a:lnTo>
                  <a:pt x="1300294" y="169099"/>
                </a:lnTo>
                <a:lnTo>
                  <a:pt x="1301501" y="168373"/>
                </a:lnTo>
                <a:lnTo>
                  <a:pt x="1302696" y="167611"/>
                </a:lnTo>
                <a:lnTo>
                  <a:pt x="1303879" y="166814"/>
                </a:lnTo>
                <a:lnTo>
                  <a:pt x="1305050" y="165981"/>
                </a:lnTo>
                <a:lnTo>
                  <a:pt x="1305682" y="165504"/>
                </a:lnTo>
                <a:lnTo>
                  <a:pt x="1306319" y="165007"/>
                </a:lnTo>
                <a:lnTo>
                  <a:pt x="1306960" y="164488"/>
                </a:lnTo>
                <a:lnTo>
                  <a:pt x="1307607" y="163949"/>
                </a:lnTo>
                <a:lnTo>
                  <a:pt x="1308259" y="163389"/>
                </a:lnTo>
                <a:lnTo>
                  <a:pt x="1308917" y="162809"/>
                </a:lnTo>
                <a:lnTo>
                  <a:pt x="1309579" y="162208"/>
                </a:lnTo>
                <a:lnTo>
                  <a:pt x="1310247" y="161586"/>
                </a:lnTo>
                <a:lnTo>
                  <a:pt x="1310920" y="160943"/>
                </a:lnTo>
                <a:lnTo>
                  <a:pt x="1311597" y="160279"/>
                </a:lnTo>
                <a:lnTo>
                  <a:pt x="1312281" y="159595"/>
                </a:lnTo>
                <a:lnTo>
                  <a:pt x="1312969" y="158890"/>
                </a:lnTo>
                <a:lnTo>
                  <a:pt x="1313662" y="158165"/>
                </a:lnTo>
                <a:lnTo>
                  <a:pt x="1314361" y="157418"/>
                </a:lnTo>
                <a:lnTo>
                  <a:pt x="1315064" y="156651"/>
                </a:lnTo>
                <a:lnTo>
                  <a:pt x="1315773" y="155863"/>
                </a:lnTo>
                <a:lnTo>
                  <a:pt x="1316487" y="155055"/>
                </a:lnTo>
                <a:lnTo>
                  <a:pt x="1317206" y="154225"/>
                </a:lnTo>
                <a:lnTo>
                  <a:pt x="1317931" y="153375"/>
                </a:lnTo>
                <a:lnTo>
                  <a:pt x="1318660" y="152505"/>
                </a:lnTo>
                <a:lnTo>
                  <a:pt x="1319395" y="151613"/>
                </a:lnTo>
                <a:lnTo>
                  <a:pt x="1320135" y="150701"/>
                </a:lnTo>
                <a:lnTo>
                  <a:pt x="1320879" y="149768"/>
                </a:lnTo>
                <a:lnTo>
                  <a:pt x="1321630" y="148814"/>
                </a:lnTo>
                <a:lnTo>
                  <a:pt x="1317547" y="146336"/>
                </a:lnTo>
                <a:lnTo>
                  <a:pt x="1316933" y="146993"/>
                </a:lnTo>
                <a:lnTo>
                  <a:pt x="1316328" y="147635"/>
                </a:lnTo>
                <a:lnTo>
                  <a:pt x="1315733" y="148262"/>
                </a:lnTo>
                <a:lnTo>
                  <a:pt x="1315148" y="148874"/>
                </a:lnTo>
                <a:close/>
                <a:moveTo>
                  <a:pt x="843793" y="175346"/>
                </a:moveTo>
                <a:lnTo>
                  <a:pt x="844026" y="174941"/>
                </a:lnTo>
                <a:lnTo>
                  <a:pt x="844260" y="174555"/>
                </a:lnTo>
                <a:lnTo>
                  <a:pt x="844496" y="174190"/>
                </a:lnTo>
                <a:lnTo>
                  <a:pt x="844734" y="173844"/>
                </a:lnTo>
                <a:lnTo>
                  <a:pt x="844974" y="173518"/>
                </a:lnTo>
                <a:lnTo>
                  <a:pt x="845216" y="173212"/>
                </a:lnTo>
                <a:lnTo>
                  <a:pt x="845459" y="172925"/>
                </a:lnTo>
                <a:lnTo>
                  <a:pt x="845704" y="172658"/>
                </a:lnTo>
                <a:lnTo>
                  <a:pt x="845950" y="172411"/>
                </a:lnTo>
                <a:lnTo>
                  <a:pt x="846199" y="172184"/>
                </a:lnTo>
                <a:lnTo>
                  <a:pt x="846449" y="171976"/>
                </a:lnTo>
                <a:lnTo>
                  <a:pt x="846700" y="171789"/>
                </a:lnTo>
                <a:lnTo>
                  <a:pt x="846954" y="171621"/>
                </a:lnTo>
                <a:lnTo>
                  <a:pt x="847209" y="171472"/>
                </a:lnTo>
                <a:lnTo>
                  <a:pt x="847466" y="171344"/>
                </a:lnTo>
                <a:lnTo>
                  <a:pt x="847724" y="171235"/>
                </a:lnTo>
                <a:lnTo>
                  <a:pt x="847985" y="171146"/>
                </a:lnTo>
                <a:lnTo>
                  <a:pt x="848247" y="171077"/>
                </a:lnTo>
                <a:lnTo>
                  <a:pt x="848511" y="171028"/>
                </a:lnTo>
                <a:lnTo>
                  <a:pt x="848776" y="170998"/>
                </a:lnTo>
                <a:lnTo>
                  <a:pt x="849043" y="170988"/>
                </a:lnTo>
                <a:lnTo>
                  <a:pt x="849431" y="170993"/>
                </a:lnTo>
                <a:lnTo>
                  <a:pt x="849830" y="171005"/>
                </a:lnTo>
                <a:lnTo>
                  <a:pt x="850240" y="171027"/>
                </a:lnTo>
                <a:lnTo>
                  <a:pt x="850662" y="171057"/>
                </a:lnTo>
                <a:lnTo>
                  <a:pt x="851096" y="171095"/>
                </a:lnTo>
                <a:lnTo>
                  <a:pt x="851541" y="171143"/>
                </a:lnTo>
                <a:lnTo>
                  <a:pt x="851998" y="171198"/>
                </a:lnTo>
                <a:lnTo>
                  <a:pt x="852466" y="171262"/>
                </a:lnTo>
                <a:lnTo>
                  <a:pt x="852946" y="171335"/>
                </a:lnTo>
                <a:lnTo>
                  <a:pt x="853438" y="171417"/>
                </a:lnTo>
                <a:lnTo>
                  <a:pt x="853941" y="171507"/>
                </a:lnTo>
                <a:lnTo>
                  <a:pt x="854456" y="171605"/>
                </a:lnTo>
                <a:lnTo>
                  <a:pt x="854983" y="171712"/>
                </a:lnTo>
                <a:lnTo>
                  <a:pt x="855521" y="171828"/>
                </a:lnTo>
                <a:lnTo>
                  <a:pt x="856071" y="171952"/>
                </a:lnTo>
                <a:lnTo>
                  <a:pt x="856632" y="172085"/>
                </a:lnTo>
                <a:lnTo>
                  <a:pt x="857205" y="172226"/>
                </a:lnTo>
                <a:lnTo>
                  <a:pt x="857789" y="172376"/>
                </a:lnTo>
                <a:lnTo>
                  <a:pt x="858385" y="172534"/>
                </a:lnTo>
                <a:lnTo>
                  <a:pt x="858993" y="172701"/>
                </a:lnTo>
                <a:lnTo>
                  <a:pt x="859612" y="172877"/>
                </a:lnTo>
                <a:lnTo>
                  <a:pt x="860243" y="173061"/>
                </a:lnTo>
                <a:lnTo>
                  <a:pt x="860886" y="173254"/>
                </a:lnTo>
                <a:lnTo>
                  <a:pt x="861540" y="173455"/>
                </a:lnTo>
                <a:lnTo>
                  <a:pt x="862226" y="173678"/>
                </a:lnTo>
                <a:lnTo>
                  <a:pt x="862904" y="173891"/>
                </a:lnTo>
                <a:lnTo>
                  <a:pt x="863573" y="174095"/>
                </a:lnTo>
                <a:lnTo>
                  <a:pt x="864234" y="174289"/>
                </a:lnTo>
                <a:lnTo>
                  <a:pt x="864886" y="174474"/>
                </a:lnTo>
                <a:lnTo>
                  <a:pt x="865530" y="174649"/>
                </a:lnTo>
                <a:lnTo>
                  <a:pt x="866165" y="174815"/>
                </a:lnTo>
                <a:lnTo>
                  <a:pt x="866791" y="174972"/>
                </a:lnTo>
                <a:lnTo>
                  <a:pt x="867409" y="175119"/>
                </a:lnTo>
                <a:lnTo>
                  <a:pt x="868018" y="175256"/>
                </a:lnTo>
                <a:lnTo>
                  <a:pt x="868619" y="175384"/>
                </a:lnTo>
                <a:lnTo>
                  <a:pt x="869211" y="175502"/>
                </a:lnTo>
                <a:lnTo>
                  <a:pt x="869794" y="175611"/>
                </a:lnTo>
                <a:lnTo>
                  <a:pt x="870369" y="175711"/>
                </a:lnTo>
                <a:lnTo>
                  <a:pt x="870935" y="175801"/>
                </a:lnTo>
                <a:lnTo>
                  <a:pt x="871493" y="175881"/>
                </a:lnTo>
                <a:lnTo>
                  <a:pt x="872042" y="175953"/>
                </a:lnTo>
                <a:lnTo>
                  <a:pt x="872582" y="176014"/>
                </a:lnTo>
                <a:lnTo>
                  <a:pt x="873114" y="176066"/>
                </a:lnTo>
                <a:lnTo>
                  <a:pt x="873637" y="176109"/>
                </a:lnTo>
                <a:lnTo>
                  <a:pt x="874152" y="176142"/>
                </a:lnTo>
                <a:lnTo>
                  <a:pt x="874658" y="176166"/>
                </a:lnTo>
                <a:lnTo>
                  <a:pt x="875155" y="176180"/>
                </a:lnTo>
                <a:lnTo>
                  <a:pt x="875644" y="176185"/>
                </a:lnTo>
                <a:lnTo>
                  <a:pt x="876600" y="176175"/>
                </a:lnTo>
                <a:lnTo>
                  <a:pt x="877548" y="176145"/>
                </a:lnTo>
                <a:lnTo>
                  <a:pt x="878490" y="176096"/>
                </a:lnTo>
                <a:lnTo>
                  <a:pt x="879425" y="176026"/>
                </a:lnTo>
                <a:lnTo>
                  <a:pt x="880353" y="175937"/>
                </a:lnTo>
                <a:lnTo>
                  <a:pt x="881274" y="175829"/>
                </a:lnTo>
                <a:lnTo>
                  <a:pt x="882188" y="175700"/>
                </a:lnTo>
                <a:lnTo>
                  <a:pt x="883095" y="175552"/>
                </a:lnTo>
                <a:lnTo>
                  <a:pt x="883996" y="175383"/>
                </a:lnTo>
                <a:lnTo>
                  <a:pt x="884889" y="175195"/>
                </a:lnTo>
                <a:lnTo>
                  <a:pt x="885776" y="174988"/>
                </a:lnTo>
                <a:lnTo>
                  <a:pt x="886656" y="174760"/>
                </a:lnTo>
                <a:lnTo>
                  <a:pt x="887529" y="174513"/>
                </a:lnTo>
                <a:lnTo>
                  <a:pt x="888395" y="174246"/>
                </a:lnTo>
                <a:lnTo>
                  <a:pt x="889254" y="173959"/>
                </a:lnTo>
                <a:lnTo>
                  <a:pt x="890106" y="173652"/>
                </a:lnTo>
                <a:lnTo>
                  <a:pt x="890952" y="173325"/>
                </a:lnTo>
                <a:lnTo>
                  <a:pt x="891790" y="172979"/>
                </a:lnTo>
                <a:lnTo>
                  <a:pt x="892622" y="172613"/>
                </a:lnTo>
                <a:lnTo>
                  <a:pt x="893447" y="172227"/>
                </a:lnTo>
                <a:lnTo>
                  <a:pt x="894265" y="171821"/>
                </a:lnTo>
                <a:lnTo>
                  <a:pt x="895076" y="171396"/>
                </a:lnTo>
                <a:lnTo>
                  <a:pt x="895880" y="170951"/>
                </a:lnTo>
                <a:lnTo>
                  <a:pt x="896678" y="170486"/>
                </a:lnTo>
                <a:lnTo>
                  <a:pt x="897280" y="170131"/>
                </a:lnTo>
                <a:lnTo>
                  <a:pt x="897869" y="169768"/>
                </a:lnTo>
                <a:lnTo>
                  <a:pt x="898446" y="169396"/>
                </a:lnTo>
                <a:lnTo>
                  <a:pt x="899011" y="169017"/>
                </a:lnTo>
                <a:lnTo>
                  <a:pt x="899563" y="168629"/>
                </a:lnTo>
                <a:lnTo>
                  <a:pt x="900103" y="168233"/>
                </a:lnTo>
                <a:lnTo>
                  <a:pt x="900631" y="167829"/>
                </a:lnTo>
                <a:lnTo>
                  <a:pt x="901145" y="167417"/>
                </a:lnTo>
                <a:lnTo>
                  <a:pt x="901648" y="166997"/>
                </a:lnTo>
                <a:lnTo>
                  <a:pt x="902138" y="166568"/>
                </a:lnTo>
                <a:lnTo>
                  <a:pt x="902615" y="166131"/>
                </a:lnTo>
                <a:lnTo>
                  <a:pt x="903080" y="165687"/>
                </a:lnTo>
                <a:lnTo>
                  <a:pt x="903533" y="165233"/>
                </a:lnTo>
                <a:lnTo>
                  <a:pt x="903973" y="164772"/>
                </a:lnTo>
                <a:lnTo>
                  <a:pt x="904401" y="164303"/>
                </a:lnTo>
                <a:lnTo>
                  <a:pt x="904816" y="163825"/>
                </a:lnTo>
                <a:lnTo>
                  <a:pt x="905219" y="163339"/>
                </a:lnTo>
                <a:lnTo>
                  <a:pt x="905609" y="162845"/>
                </a:lnTo>
                <a:lnTo>
                  <a:pt x="905987" y="162343"/>
                </a:lnTo>
                <a:lnTo>
                  <a:pt x="906352" y="161833"/>
                </a:lnTo>
                <a:lnTo>
                  <a:pt x="906705" y="161314"/>
                </a:lnTo>
                <a:lnTo>
                  <a:pt x="907046" y="160788"/>
                </a:lnTo>
                <a:lnTo>
                  <a:pt x="907374" y="160253"/>
                </a:lnTo>
                <a:lnTo>
                  <a:pt x="907689" y="159710"/>
                </a:lnTo>
                <a:lnTo>
                  <a:pt x="908042" y="159088"/>
                </a:lnTo>
                <a:lnTo>
                  <a:pt x="908381" y="158459"/>
                </a:lnTo>
                <a:lnTo>
                  <a:pt x="908704" y="157825"/>
                </a:lnTo>
                <a:lnTo>
                  <a:pt x="909012" y="157185"/>
                </a:lnTo>
                <a:lnTo>
                  <a:pt x="909306" y="156538"/>
                </a:lnTo>
                <a:lnTo>
                  <a:pt x="909584" y="155886"/>
                </a:lnTo>
                <a:lnTo>
                  <a:pt x="909847" y="155227"/>
                </a:lnTo>
                <a:lnTo>
                  <a:pt x="910095" y="154563"/>
                </a:lnTo>
                <a:lnTo>
                  <a:pt x="910328" y="153892"/>
                </a:lnTo>
                <a:lnTo>
                  <a:pt x="910546" y="153216"/>
                </a:lnTo>
                <a:lnTo>
                  <a:pt x="910749" y="152533"/>
                </a:lnTo>
                <a:lnTo>
                  <a:pt x="910937" y="151845"/>
                </a:lnTo>
                <a:lnTo>
                  <a:pt x="911110" y="151150"/>
                </a:lnTo>
                <a:lnTo>
                  <a:pt x="911268" y="150449"/>
                </a:lnTo>
                <a:lnTo>
                  <a:pt x="911411" y="149743"/>
                </a:lnTo>
                <a:lnTo>
                  <a:pt x="911538" y="149030"/>
                </a:lnTo>
                <a:lnTo>
                  <a:pt x="911651" y="148311"/>
                </a:lnTo>
                <a:lnTo>
                  <a:pt x="911749" y="147587"/>
                </a:lnTo>
                <a:lnTo>
                  <a:pt x="911832" y="146856"/>
                </a:lnTo>
                <a:lnTo>
                  <a:pt x="911899" y="146119"/>
                </a:lnTo>
                <a:lnTo>
                  <a:pt x="911952" y="145376"/>
                </a:lnTo>
                <a:lnTo>
                  <a:pt x="911989" y="144627"/>
                </a:lnTo>
                <a:lnTo>
                  <a:pt x="912012" y="143872"/>
                </a:lnTo>
                <a:lnTo>
                  <a:pt x="912020" y="143111"/>
                </a:lnTo>
                <a:lnTo>
                  <a:pt x="911989" y="141922"/>
                </a:lnTo>
                <a:lnTo>
                  <a:pt x="911899" y="140708"/>
                </a:lnTo>
                <a:lnTo>
                  <a:pt x="911749" y="139469"/>
                </a:lnTo>
                <a:lnTo>
                  <a:pt x="911538" y="138205"/>
                </a:lnTo>
                <a:lnTo>
                  <a:pt x="911268" y="136916"/>
                </a:lnTo>
                <a:lnTo>
                  <a:pt x="910937" y="135602"/>
                </a:lnTo>
                <a:lnTo>
                  <a:pt x="910546" y="134264"/>
                </a:lnTo>
                <a:lnTo>
                  <a:pt x="910095" y="132900"/>
                </a:lnTo>
                <a:lnTo>
                  <a:pt x="909584" y="131511"/>
                </a:lnTo>
                <a:lnTo>
                  <a:pt x="909012" y="130098"/>
                </a:lnTo>
                <a:lnTo>
                  <a:pt x="908381" y="128659"/>
                </a:lnTo>
                <a:lnTo>
                  <a:pt x="907689" y="127195"/>
                </a:lnTo>
                <a:lnTo>
                  <a:pt x="906937" y="125707"/>
                </a:lnTo>
                <a:lnTo>
                  <a:pt x="906125" y="124193"/>
                </a:lnTo>
                <a:lnTo>
                  <a:pt x="905253" y="122655"/>
                </a:lnTo>
                <a:lnTo>
                  <a:pt x="904321" y="121092"/>
                </a:lnTo>
                <a:lnTo>
                  <a:pt x="903329" y="119504"/>
                </a:lnTo>
                <a:lnTo>
                  <a:pt x="902276" y="117890"/>
                </a:lnTo>
                <a:lnTo>
                  <a:pt x="901163" y="116252"/>
                </a:lnTo>
                <a:lnTo>
                  <a:pt x="899991" y="114589"/>
                </a:lnTo>
                <a:lnTo>
                  <a:pt x="898758" y="112901"/>
                </a:lnTo>
                <a:lnTo>
                  <a:pt x="897465" y="111188"/>
                </a:lnTo>
                <a:lnTo>
                  <a:pt x="896111" y="109450"/>
                </a:lnTo>
                <a:lnTo>
                  <a:pt x="894698" y="107687"/>
                </a:lnTo>
                <a:lnTo>
                  <a:pt x="893577" y="106286"/>
                </a:lnTo>
                <a:lnTo>
                  <a:pt x="892504" y="104909"/>
                </a:lnTo>
                <a:lnTo>
                  <a:pt x="891479" y="103557"/>
                </a:lnTo>
                <a:lnTo>
                  <a:pt x="890502" y="102230"/>
                </a:lnTo>
                <a:lnTo>
                  <a:pt x="889572" y="100928"/>
                </a:lnTo>
                <a:lnTo>
                  <a:pt x="888690" y="99652"/>
                </a:lnTo>
                <a:lnTo>
                  <a:pt x="887855" y="98400"/>
                </a:lnTo>
                <a:lnTo>
                  <a:pt x="887068" y="97172"/>
                </a:lnTo>
                <a:lnTo>
                  <a:pt x="886329" y="95970"/>
                </a:lnTo>
                <a:lnTo>
                  <a:pt x="885638" y="94793"/>
                </a:lnTo>
                <a:lnTo>
                  <a:pt x="884994" y="93641"/>
                </a:lnTo>
                <a:lnTo>
                  <a:pt x="884398" y="92514"/>
                </a:lnTo>
                <a:lnTo>
                  <a:pt x="883849" y="91411"/>
                </a:lnTo>
                <a:lnTo>
                  <a:pt x="883349" y="90334"/>
                </a:lnTo>
                <a:lnTo>
                  <a:pt x="882896" y="89281"/>
                </a:lnTo>
                <a:lnTo>
                  <a:pt x="882490" y="88254"/>
                </a:lnTo>
                <a:lnTo>
                  <a:pt x="882133" y="87251"/>
                </a:lnTo>
                <a:lnTo>
                  <a:pt x="881823" y="86274"/>
                </a:lnTo>
                <a:lnTo>
                  <a:pt x="881561" y="85321"/>
                </a:lnTo>
                <a:lnTo>
                  <a:pt x="881346" y="84393"/>
                </a:lnTo>
                <a:lnTo>
                  <a:pt x="881179" y="83491"/>
                </a:lnTo>
                <a:lnTo>
                  <a:pt x="881060" y="82613"/>
                </a:lnTo>
                <a:lnTo>
                  <a:pt x="880988" y="81760"/>
                </a:lnTo>
                <a:lnTo>
                  <a:pt x="880964" y="80932"/>
                </a:lnTo>
                <a:lnTo>
                  <a:pt x="880970" y="80460"/>
                </a:lnTo>
                <a:lnTo>
                  <a:pt x="880988" y="79995"/>
                </a:lnTo>
                <a:lnTo>
                  <a:pt x="881017" y="79536"/>
                </a:lnTo>
                <a:lnTo>
                  <a:pt x="881057" y="79084"/>
                </a:lnTo>
                <a:lnTo>
                  <a:pt x="881109" y="78638"/>
                </a:lnTo>
                <a:lnTo>
                  <a:pt x="881173" y="78198"/>
                </a:lnTo>
                <a:lnTo>
                  <a:pt x="881249" y="77766"/>
                </a:lnTo>
                <a:lnTo>
                  <a:pt x="881336" y="77339"/>
                </a:lnTo>
                <a:lnTo>
                  <a:pt x="881434" y="76919"/>
                </a:lnTo>
                <a:lnTo>
                  <a:pt x="881544" y="76505"/>
                </a:lnTo>
                <a:lnTo>
                  <a:pt x="881666" y="76098"/>
                </a:lnTo>
                <a:lnTo>
                  <a:pt x="881800" y="75698"/>
                </a:lnTo>
                <a:lnTo>
                  <a:pt x="881945" y="75303"/>
                </a:lnTo>
                <a:lnTo>
                  <a:pt x="882101" y="74916"/>
                </a:lnTo>
                <a:lnTo>
                  <a:pt x="882269" y="74534"/>
                </a:lnTo>
                <a:lnTo>
                  <a:pt x="882449" y="74160"/>
                </a:lnTo>
                <a:lnTo>
                  <a:pt x="882641" y="73791"/>
                </a:lnTo>
                <a:lnTo>
                  <a:pt x="882844" y="73429"/>
                </a:lnTo>
                <a:lnTo>
                  <a:pt x="883058" y="73074"/>
                </a:lnTo>
                <a:lnTo>
                  <a:pt x="883284" y="72725"/>
                </a:lnTo>
                <a:lnTo>
                  <a:pt x="883522" y="72382"/>
                </a:lnTo>
                <a:lnTo>
                  <a:pt x="883771" y="72046"/>
                </a:lnTo>
                <a:lnTo>
                  <a:pt x="884032" y="71717"/>
                </a:lnTo>
                <a:lnTo>
                  <a:pt x="884305" y="71393"/>
                </a:lnTo>
                <a:lnTo>
                  <a:pt x="884610" y="71060"/>
                </a:lnTo>
                <a:lnTo>
                  <a:pt x="884928" y="70741"/>
                </a:lnTo>
                <a:lnTo>
                  <a:pt x="885258" y="70436"/>
                </a:lnTo>
                <a:lnTo>
                  <a:pt x="885601" y="70145"/>
                </a:lnTo>
                <a:lnTo>
                  <a:pt x="885956" y="69868"/>
                </a:lnTo>
                <a:lnTo>
                  <a:pt x="886323" y="69605"/>
                </a:lnTo>
                <a:lnTo>
                  <a:pt x="886703" y="69357"/>
                </a:lnTo>
                <a:lnTo>
                  <a:pt x="887096" y="69123"/>
                </a:lnTo>
                <a:lnTo>
                  <a:pt x="887501" y="68903"/>
                </a:lnTo>
                <a:lnTo>
                  <a:pt x="887918" y="68697"/>
                </a:lnTo>
                <a:lnTo>
                  <a:pt x="888348" y="68506"/>
                </a:lnTo>
                <a:lnTo>
                  <a:pt x="888790" y="68328"/>
                </a:lnTo>
                <a:lnTo>
                  <a:pt x="889245" y="68165"/>
                </a:lnTo>
                <a:lnTo>
                  <a:pt x="889712" y="68016"/>
                </a:lnTo>
                <a:lnTo>
                  <a:pt x="890192" y="67881"/>
                </a:lnTo>
                <a:lnTo>
                  <a:pt x="890684" y="67761"/>
                </a:lnTo>
                <a:lnTo>
                  <a:pt x="891188" y="67654"/>
                </a:lnTo>
                <a:lnTo>
                  <a:pt x="891705" y="67562"/>
                </a:lnTo>
                <a:lnTo>
                  <a:pt x="892235" y="67484"/>
                </a:lnTo>
                <a:lnTo>
                  <a:pt x="892777" y="67420"/>
                </a:lnTo>
                <a:lnTo>
                  <a:pt x="893331" y="67370"/>
                </a:lnTo>
                <a:lnTo>
                  <a:pt x="893898" y="67335"/>
                </a:lnTo>
                <a:lnTo>
                  <a:pt x="894477" y="67314"/>
                </a:lnTo>
                <a:lnTo>
                  <a:pt x="895069" y="67307"/>
                </a:lnTo>
                <a:lnTo>
                  <a:pt x="895918" y="67320"/>
                </a:lnTo>
                <a:lnTo>
                  <a:pt x="896751" y="67361"/>
                </a:lnTo>
                <a:lnTo>
                  <a:pt x="897571" y="67430"/>
                </a:lnTo>
                <a:lnTo>
                  <a:pt x="898375" y="67526"/>
                </a:lnTo>
                <a:lnTo>
                  <a:pt x="899165" y="67649"/>
                </a:lnTo>
                <a:lnTo>
                  <a:pt x="899941" y="67799"/>
                </a:lnTo>
                <a:lnTo>
                  <a:pt x="900702" y="67977"/>
                </a:lnTo>
                <a:lnTo>
                  <a:pt x="901448" y="68183"/>
                </a:lnTo>
                <a:lnTo>
                  <a:pt x="902179" y="68415"/>
                </a:lnTo>
                <a:lnTo>
                  <a:pt x="902896" y="68675"/>
                </a:lnTo>
                <a:lnTo>
                  <a:pt x="903599" y="68963"/>
                </a:lnTo>
                <a:lnTo>
                  <a:pt x="904287" y="69277"/>
                </a:lnTo>
                <a:lnTo>
                  <a:pt x="904960" y="69620"/>
                </a:lnTo>
                <a:lnTo>
                  <a:pt x="905618" y="69989"/>
                </a:lnTo>
                <a:lnTo>
                  <a:pt x="906262" y="70386"/>
                </a:lnTo>
                <a:lnTo>
                  <a:pt x="906892" y="70810"/>
                </a:lnTo>
                <a:lnTo>
                  <a:pt x="907507" y="71262"/>
                </a:lnTo>
                <a:lnTo>
                  <a:pt x="908107" y="71741"/>
                </a:lnTo>
                <a:lnTo>
                  <a:pt x="908692" y="72247"/>
                </a:lnTo>
                <a:lnTo>
                  <a:pt x="909263" y="72781"/>
                </a:lnTo>
                <a:lnTo>
                  <a:pt x="909820" y="73342"/>
                </a:lnTo>
                <a:lnTo>
                  <a:pt x="910361" y="73931"/>
                </a:lnTo>
                <a:lnTo>
                  <a:pt x="910888" y="74547"/>
                </a:lnTo>
                <a:lnTo>
                  <a:pt x="911401" y="75190"/>
                </a:lnTo>
                <a:lnTo>
                  <a:pt x="911838" y="75788"/>
                </a:lnTo>
                <a:lnTo>
                  <a:pt x="912264" y="76410"/>
                </a:lnTo>
                <a:lnTo>
                  <a:pt x="912677" y="77056"/>
                </a:lnTo>
                <a:lnTo>
                  <a:pt x="913078" y="77727"/>
                </a:lnTo>
                <a:lnTo>
                  <a:pt x="913467" y="78422"/>
                </a:lnTo>
                <a:lnTo>
                  <a:pt x="913844" y="79141"/>
                </a:lnTo>
                <a:lnTo>
                  <a:pt x="914210" y="79885"/>
                </a:lnTo>
                <a:lnTo>
                  <a:pt x="914563" y="80653"/>
                </a:lnTo>
                <a:lnTo>
                  <a:pt x="914904" y="81446"/>
                </a:lnTo>
                <a:lnTo>
                  <a:pt x="915233" y="82263"/>
                </a:lnTo>
                <a:lnTo>
                  <a:pt x="915550" y="83104"/>
                </a:lnTo>
                <a:lnTo>
                  <a:pt x="915855" y="83970"/>
                </a:lnTo>
                <a:lnTo>
                  <a:pt x="916148" y="84860"/>
                </a:lnTo>
                <a:lnTo>
                  <a:pt x="916429" y="85774"/>
                </a:lnTo>
                <a:lnTo>
                  <a:pt x="916698" y="86713"/>
                </a:lnTo>
                <a:lnTo>
                  <a:pt x="916955" y="87676"/>
                </a:lnTo>
                <a:lnTo>
                  <a:pt x="917200" y="88664"/>
                </a:lnTo>
                <a:lnTo>
                  <a:pt x="917432" y="89675"/>
                </a:lnTo>
                <a:lnTo>
                  <a:pt x="917653" y="90712"/>
                </a:lnTo>
                <a:lnTo>
                  <a:pt x="917862" y="91772"/>
                </a:lnTo>
                <a:lnTo>
                  <a:pt x="918059" y="92857"/>
                </a:lnTo>
                <a:lnTo>
                  <a:pt x="918244" y="93967"/>
                </a:lnTo>
                <a:lnTo>
                  <a:pt x="918416" y="95100"/>
                </a:lnTo>
                <a:lnTo>
                  <a:pt x="918577" y="96258"/>
                </a:lnTo>
                <a:lnTo>
                  <a:pt x="922660" y="96258"/>
                </a:lnTo>
                <a:lnTo>
                  <a:pt x="927733" y="61120"/>
                </a:lnTo>
                <a:lnTo>
                  <a:pt x="924145" y="61120"/>
                </a:lnTo>
                <a:lnTo>
                  <a:pt x="923904" y="61504"/>
                </a:lnTo>
                <a:lnTo>
                  <a:pt x="923658" y="61871"/>
                </a:lnTo>
                <a:lnTo>
                  <a:pt x="923406" y="62222"/>
                </a:lnTo>
                <a:lnTo>
                  <a:pt x="923148" y="62557"/>
                </a:lnTo>
                <a:lnTo>
                  <a:pt x="922884" y="62875"/>
                </a:lnTo>
                <a:lnTo>
                  <a:pt x="922613" y="63177"/>
                </a:lnTo>
                <a:lnTo>
                  <a:pt x="922337" y="63463"/>
                </a:lnTo>
                <a:lnTo>
                  <a:pt x="922055" y="63732"/>
                </a:lnTo>
                <a:lnTo>
                  <a:pt x="921767" y="63985"/>
                </a:lnTo>
                <a:lnTo>
                  <a:pt x="921472" y="64222"/>
                </a:lnTo>
                <a:lnTo>
                  <a:pt x="921172" y="64442"/>
                </a:lnTo>
                <a:lnTo>
                  <a:pt x="920866" y="64646"/>
                </a:lnTo>
                <a:lnTo>
                  <a:pt x="920554" y="64834"/>
                </a:lnTo>
                <a:lnTo>
                  <a:pt x="920235" y="65006"/>
                </a:lnTo>
                <a:lnTo>
                  <a:pt x="919911" y="65161"/>
                </a:lnTo>
                <a:lnTo>
                  <a:pt x="919581" y="65299"/>
                </a:lnTo>
                <a:lnTo>
                  <a:pt x="919244" y="65422"/>
                </a:lnTo>
                <a:lnTo>
                  <a:pt x="918902" y="65528"/>
                </a:lnTo>
                <a:lnTo>
                  <a:pt x="918553" y="65618"/>
                </a:lnTo>
                <a:lnTo>
                  <a:pt x="918199" y="65691"/>
                </a:lnTo>
                <a:lnTo>
                  <a:pt x="917838" y="65748"/>
                </a:lnTo>
                <a:lnTo>
                  <a:pt x="917472" y="65789"/>
                </a:lnTo>
                <a:lnTo>
                  <a:pt x="917100" y="65814"/>
                </a:lnTo>
                <a:lnTo>
                  <a:pt x="916721" y="65822"/>
                </a:lnTo>
                <a:lnTo>
                  <a:pt x="916488" y="65819"/>
                </a:lnTo>
                <a:lnTo>
                  <a:pt x="916242" y="65809"/>
                </a:lnTo>
                <a:lnTo>
                  <a:pt x="915983" y="65792"/>
                </a:lnTo>
                <a:lnTo>
                  <a:pt x="915711" y="65769"/>
                </a:lnTo>
                <a:lnTo>
                  <a:pt x="915426" y="65739"/>
                </a:lnTo>
                <a:lnTo>
                  <a:pt x="915128" y="65702"/>
                </a:lnTo>
                <a:lnTo>
                  <a:pt x="914818" y="65659"/>
                </a:lnTo>
                <a:lnTo>
                  <a:pt x="914494" y="65610"/>
                </a:lnTo>
                <a:lnTo>
                  <a:pt x="914158" y="65553"/>
                </a:lnTo>
                <a:lnTo>
                  <a:pt x="913808" y="65490"/>
                </a:lnTo>
                <a:lnTo>
                  <a:pt x="913446" y="65421"/>
                </a:lnTo>
                <a:lnTo>
                  <a:pt x="913071" y="65344"/>
                </a:lnTo>
                <a:lnTo>
                  <a:pt x="912683" y="65261"/>
                </a:lnTo>
                <a:lnTo>
                  <a:pt x="912282" y="65172"/>
                </a:lnTo>
                <a:lnTo>
                  <a:pt x="911869" y="65076"/>
                </a:lnTo>
                <a:lnTo>
                  <a:pt x="911442" y="64973"/>
                </a:lnTo>
                <a:lnTo>
                  <a:pt x="911003" y="64864"/>
                </a:lnTo>
                <a:lnTo>
                  <a:pt x="910550" y="64747"/>
                </a:lnTo>
                <a:lnTo>
                  <a:pt x="910085" y="64625"/>
                </a:lnTo>
                <a:lnTo>
                  <a:pt x="909607" y="64495"/>
                </a:lnTo>
                <a:lnTo>
                  <a:pt x="909116" y="64359"/>
                </a:lnTo>
                <a:lnTo>
                  <a:pt x="908612" y="64217"/>
                </a:lnTo>
                <a:lnTo>
                  <a:pt x="908095" y="64068"/>
                </a:lnTo>
                <a:lnTo>
                  <a:pt x="907565" y="63912"/>
                </a:lnTo>
                <a:lnTo>
                  <a:pt x="906849" y="63704"/>
                </a:lnTo>
                <a:lnTo>
                  <a:pt x="906143" y="63505"/>
                </a:lnTo>
                <a:lnTo>
                  <a:pt x="905447" y="63316"/>
                </a:lnTo>
                <a:lnTo>
                  <a:pt x="904761" y="63134"/>
                </a:lnTo>
                <a:lnTo>
                  <a:pt x="904086" y="62962"/>
                </a:lnTo>
                <a:lnTo>
                  <a:pt x="903421" y="62799"/>
                </a:lnTo>
                <a:lnTo>
                  <a:pt x="902766" y="62644"/>
                </a:lnTo>
                <a:lnTo>
                  <a:pt x="902121" y="62498"/>
                </a:lnTo>
                <a:lnTo>
                  <a:pt x="901487" y="62362"/>
                </a:lnTo>
                <a:lnTo>
                  <a:pt x="900864" y="62233"/>
                </a:lnTo>
                <a:lnTo>
                  <a:pt x="900250" y="62114"/>
                </a:lnTo>
                <a:lnTo>
                  <a:pt x="899647" y="62004"/>
                </a:lnTo>
                <a:lnTo>
                  <a:pt x="899054" y="61902"/>
                </a:lnTo>
                <a:lnTo>
                  <a:pt x="898472" y="61809"/>
                </a:lnTo>
                <a:lnTo>
                  <a:pt x="897899" y="61726"/>
                </a:lnTo>
                <a:lnTo>
                  <a:pt x="897337" y="61650"/>
                </a:lnTo>
                <a:lnTo>
                  <a:pt x="896786" y="61584"/>
                </a:lnTo>
                <a:lnTo>
                  <a:pt x="896245" y="61527"/>
                </a:lnTo>
                <a:lnTo>
                  <a:pt x="895714" y="61478"/>
                </a:lnTo>
                <a:lnTo>
                  <a:pt x="895193" y="61438"/>
                </a:lnTo>
                <a:lnTo>
                  <a:pt x="894683" y="61407"/>
                </a:lnTo>
                <a:lnTo>
                  <a:pt x="894182" y="61385"/>
                </a:lnTo>
                <a:lnTo>
                  <a:pt x="893693" y="61372"/>
                </a:lnTo>
                <a:lnTo>
                  <a:pt x="893213" y="61368"/>
                </a:lnTo>
                <a:lnTo>
                  <a:pt x="891616" y="61390"/>
                </a:lnTo>
                <a:lnTo>
                  <a:pt x="890060" y="61458"/>
                </a:lnTo>
                <a:lnTo>
                  <a:pt x="888547" y="61571"/>
                </a:lnTo>
                <a:lnTo>
                  <a:pt x="887075" y="61729"/>
                </a:lnTo>
                <a:lnTo>
                  <a:pt x="885646" y="61932"/>
                </a:lnTo>
                <a:lnTo>
                  <a:pt x="884259" y="62181"/>
                </a:lnTo>
                <a:lnTo>
                  <a:pt x="882914" y="62474"/>
                </a:lnTo>
                <a:lnTo>
                  <a:pt x="881611" y="62813"/>
                </a:lnTo>
                <a:lnTo>
                  <a:pt x="880350" y="63197"/>
                </a:lnTo>
                <a:lnTo>
                  <a:pt x="879131" y="63626"/>
                </a:lnTo>
                <a:lnTo>
                  <a:pt x="877954" y="64100"/>
                </a:lnTo>
                <a:lnTo>
                  <a:pt x="876820" y="64619"/>
                </a:lnTo>
                <a:lnTo>
                  <a:pt x="875727" y="65184"/>
                </a:lnTo>
                <a:lnTo>
                  <a:pt x="874677" y="65794"/>
                </a:lnTo>
                <a:lnTo>
                  <a:pt x="873669" y="66448"/>
                </a:lnTo>
                <a:lnTo>
                  <a:pt x="872702" y="67148"/>
                </a:lnTo>
                <a:lnTo>
                  <a:pt x="871778" y="67894"/>
                </a:lnTo>
                <a:lnTo>
                  <a:pt x="870896" y="68684"/>
                </a:lnTo>
                <a:lnTo>
                  <a:pt x="870056" y="69519"/>
                </a:lnTo>
                <a:lnTo>
                  <a:pt x="869259" y="70400"/>
                </a:lnTo>
                <a:lnTo>
                  <a:pt x="868503" y="71326"/>
                </a:lnTo>
                <a:lnTo>
                  <a:pt x="867789" y="72297"/>
                </a:lnTo>
                <a:lnTo>
                  <a:pt x="867118" y="73313"/>
                </a:lnTo>
                <a:lnTo>
                  <a:pt x="866489" y="74374"/>
                </a:lnTo>
                <a:lnTo>
                  <a:pt x="866166" y="74954"/>
                </a:lnTo>
                <a:lnTo>
                  <a:pt x="865856" y="75536"/>
                </a:lnTo>
                <a:lnTo>
                  <a:pt x="865561" y="76122"/>
                </a:lnTo>
                <a:lnTo>
                  <a:pt x="865279" y="76711"/>
                </a:lnTo>
                <a:lnTo>
                  <a:pt x="865011" y="77302"/>
                </a:lnTo>
                <a:lnTo>
                  <a:pt x="864756" y="77897"/>
                </a:lnTo>
                <a:lnTo>
                  <a:pt x="864516" y="78494"/>
                </a:lnTo>
                <a:lnTo>
                  <a:pt x="864289" y="79095"/>
                </a:lnTo>
                <a:lnTo>
                  <a:pt x="864076" y="79698"/>
                </a:lnTo>
                <a:lnTo>
                  <a:pt x="863877" y="80305"/>
                </a:lnTo>
                <a:lnTo>
                  <a:pt x="863691" y="80915"/>
                </a:lnTo>
                <a:lnTo>
                  <a:pt x="863519" y="81527"/>
                </a:lnTo>
                <a:lnTo>
                  <a:pt x="863361" y="82143"/>
                </a:lnTo>
                <a:lnTo>
                  <a:pt x="863217" y="82761"/>
                </a:lnTo>
                <a:lnTo>
                  <a:pt x="863086" y="83383"/>
                </a:lnTo>
                <a:lnTo>
                  <a:pt x="862969" y="84008"/>
                </a:lnTo>
                <a:lnTo>
                  <a:pt x="862866" y="84635"/>
                </a:lnTo>
                <a:lnTo>
                  <a:pt x="862777" y="85266"/>
                </a:lnTo>
                <a:lnTo>
                  <a:pt x="862701" y="85900"/>
                </a:lnTo>
                <a:lnTo>
                  <a:pt x="862639" y="86536"/>
                </a:lnTo>
                <a:lnTo>
                  <a:pt x="862591" y="87176"/>
                </a:lnTo>
                <a:lnTo>
                  <a:pt x="862557" y="87819"/>
                </a:lnTo>
                <a:lnTo>
                  <a:pt x="862536" y="88464"/>
                </a:lnTo>
                <a:lnTo>
                  <a:pt x="862529" y="89113"/>
                </a:lnTo>
                <a:lnTo>
                  <a:pt x="862557" y="90150"/>
                </a:lnTo>
                <a:lnTo>
                  <a:pt x="862640" y="91216"/>
                </a:lnTo>
                <a:lnTo>
                  <a:pt x="862779" y="92311"/>
                </a:lnTo>
                <a:lnTo>
                  <a:pt x="862973" y="93435"/>
                </a:lnTo>
                <a:lnTo>
                  <a:pt x="863222" y="94589"/>
                </a:lnTo>
                <a:lnTo>
                  <a:pt x="863527" y="95772"/>
                </a:lnTo>
                <a:lnTo>
                  <a:pt x="863887" y="96984"/>
                </a:lnTo>
                <a:lnTo>
                  <a:pt x="864303" y="98225"/>
                </a:lnTo>
                <a:lnTo>
                  <a:pt x="864774" y="99496"/>
                </a:lnTo>
                <a:lnTo>
                  <a:pt x="865300" y="100795"/>
                </a:lnTo>
                <a:lnTo>
                  <a:pt x="865882" y="102124"/>
                </a:lnTo>
                <a:lnTo>
                  <a:pt x="866520" y="103483"/>
                </a:lnTo>
                <a:lnTo>
                  <a:pt x="867212" y="104870"/>
                </a:lnTo>
                <a:lnTo>
                  <a:pt x="867960" y="106287"/>
                </a:lnTo>
                <a:lnTo>
                  <a:pt x="868764" y="107733"/>
                </a:lnTo>
                <a:lnTo>
                  <a:pt x="869623" y="109208"/>
                </a:lnTo>
                <a:lnTo>
                  <a:pt x="870537" y="110713"/>
                </a:lnTo>
                <a:lnTo>
                  <a:pt x="871507" y="112246"/>
                </a:lnTo>
                <a:lnTo>
                  <a:pt x="872532" y="113809"/>
                </a:lnTo>
                <a:lnTo>
                  <a:pt x="873613" y="115402"/>
                </a:lnTo>
                <a:lnTo>
                  <a:pt x="874749" y="117023"/>
                </a:lnTo>
                <a:lnTo>
                  <a:pt x="875941" y="118674"/>
                </a:lnTo>
                <a:lnTo>
                  <a:pt x="877188" y="120354"/>
                </a:lnTo>
                <a:lnTo>
                  <a:pt x="878490" y="122063"/>
                </a:lnTo>
                <a:lnTo>
                  <a:pt x="879651" y="123597"/>
                </a:lnTo>
                <a:lnTo>
                  <a:pt x="880763" y="125103"/>
                </a:lnTo>
                <a:lnTo>
                  <a:pt x="881825" y="126581"/>
                </a:lnTo>
                <a:lnTo>
                  <a:pt x="882838" y="128032"/>
                </a:lnTo>
                <a:lnTo>
                  <a:pt x="883801" y="129454"/>
                </a:lnTo>
                <a:lnTo>
                  <a:pt x="884715" y="130849"/>
                </a:lnTo>
                <a:lnTo>
                  <a:pt x="885579" y="132215"/>
                </a:lnTo>
                <a:lnTo>
                  <a:pt x="886395" y="133554"/>
                </a:lnTo>
                <a:lnTo>
                  <a:pt x="887160" y="134864"/>
                </a:lnTo>
                <a:lnTo>
                  <a:pt x="887877" y="136147"/>
                </a:lnTo>
                <a:lnTo>
                  <a:pt x="888544" y="137402"/>
                </a:lnTo>
                <a:lnTo>
                  <a:pt x="889161" y="138628"/>
                </a:lnTo>
                <a:lnTo>
                  <a:pt x="889729" y="139827"/>
                </a:lnTo>
                <a:lnTo>
                  <a:pt x="890248" y="140998"/>
                </a:lnTo>
                <a:lnTo>
                  <a:pt x="890718" y="142141"/>
                </a:lnTo>
                <a:lnTo>
                  <a:pt x="891137" y="143256"/>
                </a:lnTo>
                <a:lnTo>
                  <a:pt x="891508" y="144343"/>
                </a:lnTo>
                <a:lnTo>
                  <a:pt x="891829" y="145402"/>
                </a:lnTo>
                <a:lnTo>
                  <a:pt x="892101" y="146433"/>
                </a:lnTo>
                <a:lnTo>
                  <a:pt x="892323" y="147436"/>
                </a:lnTo>
                <a:lnTo>
                  <a:pt x="892496" y="148411"/>
                </a:lnTo>
                <a:lnTo>
                  <a:pt x="892620" y="149358"/>
                </a:lnTo>
                <a:lnTo>
                  <a:pt x="892694" y="150278"/>
                </a:lnTo>
                <a:lnTo>
                  <a:pt x="892718" y="151169"/>
                </a:lnTo>
                <a:lnTo>
                  <a:pt x="892710" y="151826"/>
                </a:lnTo>
                <a:lnTo>
                  <a:pt x="892683" y="152477"/>
                </a:lnTo>
                <a:lnTo>
                  <a:pt x="892639" y="153121"/>
                </a:lnTo>
                <a:lnTo>
                  <a:pt x="892577" y="153757"/>
                </a:lnTo>
                <a:lnTo>
                  <a:pt x="892498" y="154387"/>
                </a:lnTo>
                <a:lnTo>
                  <a:pt x="892401" y="155010"/>
                </a:lnTo>
                <a:lnTo>
                  <a:pt x="892287" y="155626"/>
                </a:lnTo>
                <a:lnTo>
                  <a:pt x="892155" y="156235"/>
                </a:lnTo>
                <a:lnTo>
                  <a:pt x="892005" y="156837"/>
                </a:lnTo>
                <a:lnTo>
                  <a:pt x="891838" y="157432"/>
                </a:lnTo>
                <a:lnTo>
                  <a:pt x="891653" y="158021"/>
                </a:lnTo>
                <a:lnTo>
                  <a:pt x="891450" y="158602"/>
                </a:lnTo>
                <a:lnTo>
                  <a:pt x="891230" y="159177"/>
                </a:lnTo>
                <a:lnTo>
                  <a:pt x="890992" y="159745"/>
                </a:lnTo>
                <a:lnTo>
                  <a:pt x="890737" y="160305"/>
                </a:lnTo>
                <a:lnTo>
                  <a:pt x="890464" y="160859"/>
                </a:lnTo>
                <a:lnTo>
                  <a:pt x="890173" y="161406"/>
                </a:lnTo>
                <a:lnTo>
                  <a:pt x="889865" y="161946"/>
                </a:lnTo>
                <a:lnTo>
                  <a:pt x="889539" y="162479"/>
                </a:lnTo>
                <a:lnTo>
                  <a:pt x="889196" y="163006"/>
                </a:lnTo>
                <a:lnTo>
                  <a:pt x="888835" y="163525"/>
                </a:lnTo>
                <a:lnTo>
                  <a:pt x="888456" y="164038"/>
                </a:lnTo>
                <a:lnTo>
                  <a:pt x="888060" y="164543"/>
                </a:lnTo>
                <a:lnTo>
                  <a:pt x="887646" y="165042"/>
                </a:lnTo>
                <a:lnTo>
                  <a:pt x="887237" y="165507"/>
                </a:lnTo>
                <a:lnTo>
                  <a:pt x="886814" y="165952"/>
                </a:lnTo>
                <a:lnTo>
                  <a:pt x="886377" y="166378"/>
                </a:lnTo>
                <a:lnTo>
                  <a:pt x="885927" y="166783"/>
                </a:lnTo>
                <a:lnTo>
                  <a:pt x="885463" y="167169"/>
                </a:lnTo>
                <a:lnTo>
                  <a:pt x="884986" y="167535"/>
                </a:lnTo>
                <a:lnTo>
                  <a:pt x="884494" y="167881"/>
                </a:lnTo>
                <a:lnTo>
                  <a:pt x="883989" y="168208"/>
                </a:lnTo>
                <a:lnTo>
                  <a:pt x="883470" y="168515"/>
                </a:lnTo>
                <a:lnTo>
                  <a:pt x="882937" y="168802"/>
                </a:lnTo>
                <a:lnTo>
                  <a:pt x="882391" y="169069"/>
                </a:lnTo>
                <a:lnTo>
                  <a:pt x="881831" y="169316"/>
                </a:lnTo>
                <a:lnTo>
                  <a:pt x="881257" y="169544"/>
                </a:lnTo>
                <a:lnTo>
                  <a:pt x="880669" y="169751"/>
                </a:lnTo>
                <a:lnTo>
                  <a:pt x="880067" y="169939"/>
                </a:lnTo>
                <a:lnTo>
                  <a:pt x="879452" y="170108"/>
                </a:lnTo>
                <a:lnTo>
                  <a:pt x="878823" y="170256"/>
                </a:lnTo>
                <a:lnTo>
                  <a:pt x="878181" y="170385"/>
                </a:lnTo>
                <a:lnTo>
                  <a:pt x="877524" y="170494"/>
                </a:lnTo>
                <a:lnTo>
                  <a:pt x="876854" y="170583"/>
                </a:lnTo>
                <a:lnTo>
                  <a:pt x="876170" y="170652"/>
                </a:lnTo>
                <a:lnTo>
                  <a:pt x="875472" y="170701"/>
                </a:lnTo>
                <a:lnTo>
                  <a:pt x="874761" y="170731"/>
                </a:lnTo>
                <a:lnTo>
                  <a:pt x="874036" y="170741"/>
                </a:lnTo>
                <a:lnTo>
                  <a:pt x="873106" y="170723"/>
                </a:lnTo>
                <a:lnTo>
                  <a:pt x="872191" y="170671"/>
                </a:lnTo>
                <a:lnTo>
                  <a:pt x="871293" y="170584"/>
                </a:lnTo>
                <a:lnTo>
                  <a:pt x="870410" y="170462"/>
                </a:lnTo>
                <a:lnTo>
                  <a:pt x="869543" y="170304"/>
                </a:lnTo>
                <a:lnTo>
                  <a:pt x="868692" y="170112"/>
                </a:lnTo>
                <a:lnTo>
                  <a:pt x="867858" y="169885"/>
                </a:lnTo>
                <a:lnTo>
                  <a:pt x="867039" y="169623"/>
                </a:lnTo>
                <a:lnTo>
                  <a:pt x="866235" y="169327"/>
                </a:lnTo>
                <a:lnTo>
                  <a:pt x="865448" y="168995"/>
                </a:lnTo>
                <a:lnTo>
                  <a:pt x="864677" y="168628"/>
                </a:lnTo>
                <a:lnTo>
                  <a:pt x="863921" y="168227"/>
                </a:lnTo>
                <a:lnTo>
                  <a:pt x="863182" y="167790"/>
                </a:lnTo>
                <a:lnTo>
                  <a:pt x="862458" y="167319"/>
                </a:lnTo>
                <a:lnTo>
                  <a:pt x="861750" y="166813"/>
                </a:lnTo>
                <a:lnTo>
                  <a:pt x="861058" y="166271"/>
                </a:lnTo>
                <a:lnTo>
                  <a:pt x="860382" y="165695"/>
                </a:lnTo>
                <a:lnTo>
                  <a:pt x="859722" y="165084"/>
                </a:lnTo>
                <a:lnTo>
                  <a:pt x="859078" y="164438"/>
                </a:lnTo>
                <a:lnTo>
                  <a:pt x="858450" y="163757"/>
                </a:lnTo>
                <a:lnTo>
                  <a:pt x="857838" y="163041"/>
                </a:lnTo>
                <a:lnTo>
                  <a:pt x="857241" y="162291"/>
                </a:lnTo>
                <a:lnTo>
                  <a:pt x="856660" y="161505"/>
                </a:lnTo>
                <a:lnTo>
                  <a:pt x="856096" y="160684"/>
                </a:lnTo>
                <a:lnTo>
                  <a:pt x="855667" y="160027"/>
                </a:lnTo>
                <a:lnTo>
                  <a:pt x="855247" y="159338"/>
                </a:lnTo>
                <a:lnTo>
                  <a:pt x="854835" y="158616"/>
                </a:lnTo>
                <a:lnTo>
                  <a:pt x="854432" y="157863"/>
                </a:lnTo>
                <a:lnTo>
                  <a:pt x="854038" y="157078"/>
                </a:lnTo>
                <a:lnTo>
                  <a:pt x="853652" y="156261"/>
                </a:lnTo>
                <a:lnTo>
                  <a:pt x="853275" y="155412"/>
                </a:lnTo>
                <a:lnTo>
                  <a:pt x="852906" y="154531"/>
                </a:lnTo>
                <a:lnTo>
                  <a:pt x="852546" y="153618"/>
                </a:lnTo>
                <a:lnTo>
                  <a:pt x="852195" y="152674"/>
                </a:lnTo>
                <a:lnTo>
                  <a:pt x="851852" y="151697"/>
                </a:lnTo>
                <a:lnTo>
                  <a:pt x="851518" y="150689"/>
                </a:lnTo>
                <a:lnTo>
                  <a:pt x="851192" y="149648"/>
                </a:lnTo>
                <a:lnTo>
                  <a:pt x="850875" y="148576"/>
                </a:lnTo>
                <a:lnTo>
                  <a:pt x="850567" y="147472"/>
                </a:lnTo>
                <a:lnTo>
                  <a:pt x="850267" y="146336"/>
                </a:lnTo>
                <a:lnTo>
                  <a:pt x="849976" y="145168"/>
                </a:lnTo>
                <a:lnTo>
                  <a:pt x="849693" y="143968"/>
                </a:lnTo>
                <a:lnTo>
                  <a:pt x="849419" y="142736"/>
                </a:lnTo>
                <a:lnTo>
                  <a:pt x="849153" y="141472"/>
                </a:lnTo>
                <a:lnTo>
                  <a:pt x="848896" y="140176"/>
                </a:lnTo>
                <a:lnTo>
                  <a:pt x="848648" y="138849"/>
                </a:lnTo>
                <a:lnTo>
                  <a:pt x="848408" y="137489"/>
                </a:lnTo>
                <a:lnTo>
                  <a:pt x="848177" y="136098"/>
                </a:lnTo>
                <a:lnTo>
                  <a:pt x="844094" y="136098"/>
                </a:lnTo>
                <a:lnTo>
                  <a:pt x="839022" y="176680"/>
                </a:lnTo>
                <a:lnTo>
                  <a:pt x="843105" y="176680"/>
                </a:lnTo>
                <a:lnTo>
                  <a:pt x="843332" y="176215"/>
                </a:lnTo>
                <a:lnTo>
                  <a:pt x="843562" y="175771"/>
                </a:lnTo>
                <a:lnTo>
                  <a:pt x="843793" y="175346"/>
                </a:lnTo>
                <a:close/>
                <a:moveTo>
                  <a:pt x="636022" y="70504"/>
                </a:moveTo>
                <a:lnTo>
                  <a:pt x="635900" y="70479"/>
                </a:lnTo>
                <a:lnTo>
                  <a:pt x="635772" y="70448"/>
                </a:lnTo>
                <a:lnTo>
                  <a:pt x="635637" y="70408"/>
                </a:lnTo>
                <a:lnTo>
                  <a:pt x="635496" y="70361"/>
                </a:lnTo>
                <a:lnTo>
                  <a:pt x="635349" y="70307"/>
                </a:lnTo>
                <a:lnTo>
                  <a:pt x="635195" y="70245"/>
                </a:lnTo>
                <a:lnTo>
                  <a:pt x="635034" y="70175"/>
                </a:lnTo>
                <a:lnTo>
                  <a:pt x="634867" y="70097"/>
                </a:lnTo>
                <a:lnTo>
                  <a:pt x="634694" y="70012"/>
                </a:lnTo>
                <a:lnTo>
                  <a:pt x="634514" y="69919"/>
                </a:lnTo>
                <a:lnTo>
                  <a:pt x="634328" y="69819"/>
                </a:lnTo>
                <a:lnTo>
                  <a:pt x="634135" y="69711"/>
                </a:lnTo>
                <a:lnTo>
                  <a:pt x="633936" y="69595"/>
                </a:lnTo>
                <a:lnTo>
                  <a:pt x="633730" y="69472"/>
                </a:lnTo>
                <a:lnTo>
                  <a:pt x="633518" y="69340"/>
                </a:lnTo>
                <a:lnTo>
                  <a:pt x="633300" y="69202"/>
                </a:lnTo>
                <a:lnTo>
                  <a:pt x="633075" y="69056"/>
                </a:lnTo>
                <a:lnTo>
                  <a:pt x="632844" y="68902"/>
                </a:lnTo>
                <a:lnTo>
                  <a:pt x="632606" y="68740"/>
                </a:lnTo>
                <a:lnTo>
                  <a:pt x="632362" y="68571"/>
                </a:lnTo>
                <a:lnTo>
                  <a:pt x="631498" y="67983"/>
                </a:lnTo>
                <a:lnTo>
                  <a:pt x="630620" y="67420"/>
                </a:lnTo>
                <a:lnTo>
                  <a:pt x="629727" y="66883"/>
                </a:lnTo>
                <a:lnTo>
                  <a:pt x="628818" y="66370"/>
                </a:lnTo>
                <a:lnTo>
                  <a:pt x="627895" y="65882"/>
                </a:lnTo>
                <a:lnTo>
                  <a:pt x="626956" y="65419"/>
                </a:lnTo>
                <a:lnTo>
                  <a:pt x="626003" y="64982"/>
                </a:lnTo>
                <a:lnTo>
                  <a:pt x="625034" y="64569"/>
                </a:lnTo>
                <a:lnTo>
                  <a:pt x="624051" y="64181"/>
                </a:lnTo>
                <a:lnTo>
                  <a:pt x="623052" y="63819"/>
                </a:lnTo>
                <a:lnTo>
                  <a:pt x="622039" y="63481"/>
                </a:lnTo>
                <a:lnTo>
                  <a:pt x="621010" y="63169"/>
                </a:lnTo>
                <a:lnTo>
                  <a:pt x="619966" y="62881"/>
                </a:lnTo>
                <a:lnTo>
                  <a:pt x="618907" y="62618"/>
                </a:lnTo>
                <a:lnTo>
                  <a:pt x="617834" y="62381"/>
                </a:lnTo>
                <a:lnTo>
                  <a:pt x="616745" y="62168"/>
                </a:lnTo>
                <a:lnTo>
                  <a:pt x="615641" y="61981"/>
                </a:lnTo>
                <a:lnTo>
                  <a:pt x="614522" y="61818"/>
                </a:lnTo>
                <a:lnTo>
                  <a:pt x="613388" y="61680"/>
                </a:lnTo>
                <a:lnTo>
                  <a:pt x="612239" y="61568"/>
                </a:lnTo>
                <a:lnTo>
                  <a:pt x="611075" y="61480"/>
                </a:lnTo>
                <a:lnTo>
                  <a:pt x="609896" y="61418"/>
                </a:lnTo>
                <a:lnTo>
                  <a:pt x="608702" y="61380"/>
                </a:lnTo>
                <a:lnTo>
                  <a:pt x="607493" y="61368"/>
                </a:lnTo>
                <a:lnTo>
                  <a:pt x="605770" y="61391"/>
                </a:lnTo>
                <a:lnTo>
                  <a:pt x="604064" y="61461"/>
                </a:lnTo>
                <a:lnTo>
                  <a:pt x="602376" y="61578"/>
                </a:lnTo>
                <a:lnTo>
                  <a:pt x="600705" y="61742"/>
                </a:lnTo>
                <a:lnTo>
                  <a:pt x="599052" y="61952"/>
                </a:lnTo>
                <a:lnTo>
                  <a:pt x="597417" y="62210"/>
                </a:lnTo>
                <a:lnTo>
                  <a:pt x="595799" y="62514"/>
                </a:lnTo>
                <a:lnTo>
                  <a:pt x="594199" y="62864"/>
                </a:lnTo>
                <a:lnTo>
                  <a:pt x="592617" y="63262"/>
                </a:lnTo>
                <a:lnTo>
                  <a:pt x="591052" y="63706"/>
                </a:lnTo>
                <a:lnTo>
                  <a:pt x="589505" y="64197"/>
                </a:lnTo>
                <a:lnTo>
                  <a:pt x="587975" y="64735"/>
                </a:lnTo>
                <a:lnTo>
                  <a:pt x="586463" y="65320"/>
                </a:lnTo>
                <a:lnTo>
                  <a:pt x="584969" y="65951"/>
                </a:lnTo>
                <a:lnTo>
                  <a:pt x="583492" y="66630"/>
                </a:lnTo>
                <a:lnTo>
                  <a:pt x="582033" y="67355"/>
                </a:lnTo>
                <a:lnTo>
                  <a:pt x="580592" y="68126"/>
                </a:lnTo>
                <a:lnTo>
                  <a:pt x="579168" y="68945"/>
                </a:lnTo>
                <a:lnTo>
                  <a:pt x="577761" y="69810"/>
                </a:lnTo>
                <a:lnTo>
                  <a:pt x="576373" y="70722"/>
                </a:lnTo>
                <a:lnTo>
                  <a:pt x="575002" y="71681"/>
                </a:lnTo>
                <a:lnTo>
                  <a:pt x="573648" y="72687"/>
                </a:lnTo>
                <a:lnTo>
                  <a:pt x="572312" y="73739"/>
                </a:lnTo>
                <a:lnTo>
                  <a:pt x="570994" y="74838"/>
                </a:lnTo>
                <a:lnTo>
                  <a:pt x="569823" y="75867"/>
                </a:lnTo>
                <a:lnTo>
                  <a:pt x="568702" y="76915"/>
                </a:lnTo>
                <a:lnTo>
                  <a:pt x="567630" y="77982"/>
                </a:lnTo>
                <a:lnTo>
                  <a:pt x="566609" y="79067"/>
                </a:lnTo>
                <a:lnTo>
                  <a:pt x="565637" y="80172"/>
                </a:lnTo>
                <a:lnTo>
                  <a:pt x="564715" y="81295"/>
                </a:lnTo>
                <a:lnTo>
                  <a:pt x="563843" y="82437"/>
                </a:lnTo>
                <a:lnTo>
                  <a:pt x="563021" y="83598"/>
                </a:lnTo>
                <a:lnTo>
                  <a:pt x="562248" y="84778"/>
                </a:lnTo>
                <a:lnTo>
                  <a:pt x="561526" y="85977"/>
                </a:lnTo>
                <a:lnTo>
                  <a:pt x="560853" y="87195"/>
                </a:lnTo>
                <a:lnTo>
                  <a:pt x="560230" y="88432"/>
                </a:lnTo>
                <a:lnTo>
                  <a:pt x="559657" y="89687"/>
                </a:lnTo>
                <a:lnTo>
                  <a:pt x="559134" y="90962"/>
                </a:lnTo>
                <a:lnTo>
                  <a:pt x="558660" y="92255"/>
                </a:lnTo>
                <a:lnTo>
                  <a:pt x="558237" y="93567"/>
                </a:lnTo>
                <a:lnTo>
                  <a:pt x="557863" y="94898"/>
                </a:lnTo>
                <a:lnTo>
                  <a:pt x="557539" y="96248"/>
                </a:lnTo>
                <a:lnTo>
                  <a:pt x="557265" y="97617"/>
                </a:lnTo>
                <a:lnTo>
                  <a:pt x="557041" y="99005"/>
                </a:lnTo>
                <a:lnTo>
                  <a:pt x="556866" y="100412"/>
                </a:lnTo>
                <a:lnTo>
                  <a:pt x="556742" y="101837"/>
                </a:lnTo>
                <a:lnTo>
                  <a:pt x="556667" y="103282"/>
                </a:lnTo>
                <a:lnTo>
                  <a:pt x="556642" y="104745"/>
                </a:lnTo>
                <a:lnTo>
                  <a:pt x="556653" y="105665"/>
                </a:lnTo>
                <a:lnTo>
                  <a:pt x="556685" y="106571"/>
                </a:lnTo>
                <a:lnTo>
                  <a:pt x="556739" y="107462"/>
                </a:lnTo>
                <a:lnTo>
                  <a:pt x="556814" y="108340"/>
                </a:lnTo>
                <a:lnTo>
                  <a:pt x="556910" y="109203"/>
                </a:lnTo>
                <a:lnTo>
                  <a:pt x="557029" y="110052"/>
                </a:lnTo>
                <a:lnTo>
                  <a:pt x="557168" y="110887"/>
                </a:lnTo>
                <a:lnTo>
                  <a:pt x="557329" y="111708"/>
                </a:lnTo>
                <a:lnTo>
                  <a:pt x="557512" y="112514"/>
                </a:lnTo>
                <a:lnTo>
                  <a:pt x="557716" y="113307"/>
                </a:lnTo>
                <a:lnTo>
                  <a:pt x="557941" y="114085"/>
                </a:lnTo>
                <a:lnTo>
                  <a:pt x="558188" y="114849"/>
                </a:lnTo>
                <a:lnTo>
                  <a:pt x="558457" y="115599"/>
                </a:lnTo>
                <a:lnTo>
                  <a:pt x="558747" y="116335"/>
                </a:lnTo>
                <a:lnTo>
                  <a:pt x="559058" y="117056"/>
                </a:lnTo>
                <a:lnTo>
                  <a:pt x="559391" y="117764"/>
                </a:lnTo>
                <a:lnTo>
                  <a:pt x="559746" y="118457"/>
                </a:lnTo>
                <a:lnTo>
                  <a:pt x="560122" y="119136"/>
                </a:lnTo>
                <a:lnTo>
                  <a:pt x="560519" y="119801"/>
                </a:lnTo>
                <a:lnTo>
                  <a:pt x="560938" y="120452"/>
                </a:lnTo>
                <a:lnTo>
                  <a:pt x="561378" y="121088"/>
                </a:lnTo>
                <a:lnTo>
                  <a:pt x="561840" y="121711"/>
                </a:lnTo>
                <a:lnTo>
                  <a:pt x="562323" y="122319"/>
                </a:lnTo>
                <a:lnTo>
                  <a:pt x="562828" y="122913"/>
                </a:lnTo>
                <a:lnTo>
                  <a:pt x="563198" y="123314"/>
                </a:lnTo>
                <a:lnTo>
                  <a:pt x="563586" y="123714"/>
                </a:lnTo>
                <a:lnTo>
                  <a:pt x="563992" y="124112"/>
                </a:lnTo>
                <a:lnTo>
                  <a:pt x="564416" y="124509"/>
                </a:lnTo>
                <a:lnTo>
                  <a:pt x="564858" y="124905"/>
                </a:lnTo>
                <a:lnTo>
                  <a:pt x="565318" y="125299"/>
                </a:lnTo>
                <a:lnTo>
                  <a:pt x="565796" y="125692"/>
                </a:lnTo>
                <a:lnTo>
                  <a:pt x="566292" y="126084"/>
                </a:lnTo>
                <a:lnTo>
                  <a:pt x="566807" y="126475"/>
                </a:lnTo>
                <a:lnTo>
                  <a:pt x="567339" y="126864"/>
                </a:lnTo>
                <a:lnTo>
                  <a:pt x="567889" y="127252"/>
                </a:lnTo>
                <a:lnTo>
                  <a:pt x="568458" y="127639"/>
                </a:lnTo>
                <a:lnTo>
                  <a:pt x="569044" y="128025"/>
                </a:lnTo>
                <a:lnTo>
                  <a:pt x="569648" y="128409"/>
                </a:lnTo>
                <a:lnTo>
                  <a:pt x="570271" y="128792"/>
                </a:lnTo>
                <a:lnTo>
                  <a:pt x="570912" y="129173"/>
                </a:lnTo>
                <a:lnTo>
                  <a:pt x="571570" y="129554"/>
                </a:lnTo>
                <a:lnTo>
                  <a:pt x="572247" y="129933"/>
                </a:lnTo>
                <a:lnTo>
                  <a:pt x="572941" y="130311"/>
                </a:lnTo>
                <a:lnTo>
                  <a:pt x="573654" y="130688"/>
                </a:lnTo>
                <a:lnTo>
                  <a:pt x="574385" y="131063"/>
                </a:lnTo>
                <a:lnTo>
                  <a:pt x="575134" y="131437"/>
                </a:lnTo>
                <a:lnTo>
                  <a:pt x="575900" y="131810"/>
                </a:lnTo>
                <a:lnTo>
                  <a:pt x="576685" y="132181"/>
                </a:lnTo>
                <a:lnTo>
                  <a:pt x="575799" y="132786"/>
                </a:lnTo>
                <a:lnTo>
                  <a:pt x="574933" y="133382"/>
                </a:lnTo>
                <a:lnTo>
                  <a:pt x="574089" y="133969"/>
                </a:lnTo>
                <a:lnTo>
                  <a:pt x="573266" y="134548"/>
                </a:lnTo>
                <a:lnTo>
                  <a:pt x="572463" y="135118"/>
                </a:lnTo>
                <a:lnTo>
                  <a:pt x="571682" y="135680"/>
                </a:lnTo>
                <a:lnTo>
                  <a:pt x="570922" y="136233"/>
                </a:lnTo>
                <a:lnTo>
                  <a:pt x="570183" y="136777"/>
                </a:lnTo>
                <a:lnTo>
                  <a:pt x="569465" y="137313"/>
                </a:lnTo>
                <a:lnTo>
                  <a:pt x="568768" y="137840"/>
                </a:lnTo>
                <a:lnTo>
                  <a:pt x="568092" y="138359"/>
                </a:lnTo>
                <a:lnTo>
                  <a:pt x="567437" y="138869"/>
                </a:lnTo>
                <a:lnTo>
                  <a:pt x="566803" y="139370"/>
                </a:lnTo>
                <a:lnTo>
                  <a:pt x="566190" y="139863"/>
                </a:lnTo>
                <a:lnTo>
                  <a:pt x="565598" y="140347"/>
                </a:lnTo>
                <a:lnTo>
                  <a:pt x="565028" y="140823"/>
                </a:lnTo>
                <a:lnTo>
                  <a:pt x="564478" y="141290"/>
                </a:lnTo>
                <a:lnTo>
                  <a:pt x="563949" y="141748"/>
                </a:lnTo>
                <a:lnTo>
                  <a:pt x="563442" y="142198"/>
                </a:lnTo>
                <a:lnTo>
                  <a:pt x="562955" y="142639"/>
                </a:lnTo>
                <a:lnTo>
                  <a:pt x="562490" y="143072"/>
                </a:lnTo>
                <a:lnTo>
                  <a:pt x="562045" y="143496"/>
                </a:lnTo>
                <a:lnTo>
                  <a:pt x="561622" y="143911"/>
                </a:lnTo>
                <a:lnTo>
                  <a:pt x="561220" y="144318"/>
                </a:lnTo>
                <a:lnTo>
                  <a:pt x="560887" y="144690"/>
                </a:lnTo>
                <a:lnTo>
                  <a:pt x="560568" y="145062"/>
                </a:lnTo>
                <a:lnTo>
                  <a:pt x="560263" y="145434"/>
                </a:lnTo>
                <a:lnTo>
                  <a:pt x="559972" y="145807"/>
                </a:lnTo>
                <a:lnTo>
                  <a:pt x="559696" y="146181"/>
                </a:lnTo>
                <a:lnTo>
                  <a:pt x="559433" y="146555"/>
                </a:lnTo>
                <a:lnTo>
                  <a:pt x="559185" y="146929"/>
                </a:lnTo>
                <a:lnTo>
                  <a:pt x="558951" y="147304"/>
                </a:lnTo>
                <a:lnTo>
                  <a:pt x="558732" y="147679"/>
                </a:lnTo>
                <a:lnTo>
                  <a:pt x="558526" y="148054"/>
                </a:lnTo>
                <a:lnTo>
                  <a:pt x="558335" y="148430"/>
                </a:lnTo>
                <a:lnTo>
                  <a:pt x="558158" y="148807"/>
                </a:lnTo>
                <a:lnTo>
                  <a:pt x="557994" y="149184"/>
                </a:lnTo>
                <a:lnTo>
                  <a:pt x="557846" y="149561"/>
                </a:lnTo>
                <a:lnTo>
                  <a:pt x="557711" y="149939"/>
                </a:lnTo>
                <a:lnTo>
                  <a:pt x="557590" y="150317"/>
                </a:lnTo>
                <a:lnTo>
                  <a:pt x="557484" y="150695"/>
                </a:lnTo>
                <a:lnTo>
                  <a:pt x="557392" y="151074"/>
                </a:lnTo>
                <a:lnTo>
                  <a:pt x="557314" y="151454"/>
                </a:lnTo>
                <a:lnTo>
                  <a:pt x="557250" y="151834"/>
                </a:lnTo>
                <a:lnTo>
                  <a:pt x="557201" y="152214"/>
                </a:lnTo>
                <a:lnTo>
                  <a:pt x="557165" y="152595"/>
                </a:lnTo>
                <a:lnTo>
                  <a:pt x="557144" y="152976"/>
                </a:lnTo>
                <a:lnTo>
                  <a:pt x="557137" y="153357"/>
                </a:lnTo>
                <a:lnTo>
                  <a:pt x="557149" y="153760"/>
                </a:lnTo>
                <a:lnTo>
                  <a:pt x="557184" y="154164"/>
                </a:lnTo>
                <a:lnTo>
                  <a:pt x="557243" y="154569"/>
                </a:lnTo>
                <a:lnTo>
                  <a:pt x="557326" y="154974"/>
                </a:lnTo>
                <a:lnTo>
                  <a:pt x="557432" y="155380"/>
                </a:lnTo>
                <a:lnTo>
                  <a:pt x="557562" y="155788"/>
                </a:lnTo>
                <a:lnTo>
                  <a:pt x="557716" y="156196"/>
                </a:lnTo>
                <a:lnTo>
                  <a:pt x="557893" y="156604"/>
                </a:lnTo>
                <a:lnTo>
                  <a:pt x="558094" y="157014"/>
                </a:lnTo>
                <a:lnTo>
                  <a:pt x="558318" y="157425"/>
                </a:lnTo>
                <a:lnTo>
                  <a:pt x="558566" y="157836"/>
                </a:lnTo>
                <a:lnTo>
                  <a:pt x="558838" y="158248"/>
                </a:lnTo>
                <a:lnTo>
                  <a:pt x="559133" y="158662"/>
                </a:lnTo>
                <a:lnTo>
                  <a:pt x="559452" y="159076"/>
                </a:lnTo>
                <a:lnTo>
                  <a:pt x="559795" y="159491"/>
                </a:lnTo>
                <a:lnTo>
                  <a:pt x="560161" y="159906"/>
                </a:lnTo>
                <a:lnTo>
                  <a:pt x="560551" y="160323"/>
                </a:lnTo>
                <a:lnTo>
                  <a:pt x="560965" y="160740"/>
                </a:lnTo>
                <a:lnTo>
                  <a:pt x="561402" y="161159"/>
                </a:lnTo>
                <a:lnTo>
                  <a:pt x="561862" y="161578"/>
                </a:lnTo>
                <a:lnTo>
                  <a:pt x="562347" y="161998"/>
                </a:lnTo>
                <a:lnTo>
                  <a:pt x="562855" y="162419"/>
                </a:lnTo>
                <a:lnTo>
                  <a:pt x="563386" y="162841"/>
                </a:lnTo>
                <a:lnTo>
                  <a:pt x="563942" y="163263"/>
                </a:lnTo>
                <a:lnTo>
                  <a:pt x="562188" y="164426"/>
                </a:lnTo>
                <a:lnTo>
                  <a:pt x="560494" y="165561"/>
                </a:lnTo>
                <a:lnTo>
                  <a:pt x="558859" y="166669"/>
                </a:lnTo>
                <a:lnTo>
                  <a:pt x="557285" y="167749"/>
                </a:lnTo>
                <a:lnTo>
                  <a:pt x="555770" y="168801"/>
                </a:lnTo>
                <a:lnTo>
                  <a:pt x="554314" y="169826"/>
                </a:lnTo>
                <a:lnTo>
                  <a:pt x="552919" y="170824"/>
                </a:lnTo>
                <a:lnTo>
                  <a:pt x="551583" y="171794"/>
                </a:lnTo>
                <a:lnTo>
                  <a:pt x="550307" y="172736"/>
                </a:lnTo>
                <a:lnTo>
                  <a:pt x="549090" y="173651"/>
                </a:lnTo>
                <a:lnTo>
                  <a:pt x="547934" y="174539"/>
                </a:lnTo>
                <a:lnTo>
                  <a:pt x="546837" y="175399"/>
                </a:lnTo>
                <a:lnTo>
                  <a:pt x="545799" y="176231"/>
                </a:lnTo>
                <a:lnTo>
                  <a:pt x="544822" y="177036"/>
                </a:lnTo>
                <a:lnTo>
                  <a:pt x="543904" y="177814"/>
                </a:lnTo>
                <a:lnTo>
                  <a:pt x="543046" y="178564"/>
                </a:lnTo>
                <a:lnTo>
                  <a:pt x="542247" y="179286"/>
                </a:lnTo>
                <a:lnTo>
                  <a:pt x="541509" y="179981"/>
                </a:lnTo>
                <a:lnTo>
                  <a:pt x="540830" y="180649"/>
                </a:lnTo>
                <a:lnTo>
                  <a:pt x="540210" y="181289"/>
                </a:lnTo>
                <a:lnTo>
                  <a:pt x="539651" y="181901"/>
                </a:lnTo>
                <a:lnTo>
                  <a:pt x="539151" y="182486"/>
                </a:lnTo>
                <a:lnTo>
                  <a:pt x="538711" y="183044"/>
                </a:lnTo>
                <a:lnTo>
                  <a:pt x="538331" y="183574"/>
                </a:lnTo>
                <a:lnTo>
                  <a:pt x="538007" y="184061"/>
                </a:lnTo>
                <a:lnTo>
                  <a:pt x="537698" y="184553"/>
                </a:lnTo>
                <a:lnTo>
                  <a:pt x="537403" y="185050"/>
                </a:lnTo>
                <a:lnTo>
                  <a:pt x="537121" y="185551"/>
                </a:lnTo>
                <a:lnTo>
                  <a:pt x="536853" y="186057"/>
                </a:lnTo>
                <a:lnTo>
                  <a:pt x="536598" y="186568"/>
                </a:lnTo>
                <a:lnTo>
                  <a:pt x="536358" y="187084"/>
                </a:lnTo>
                <a:lnTo>
                  <a:pt x="536131" y="187604"/>
                </a:lnTo>
                <a:lnTo>
                  <a:pt x="535918" y="188130"/>
                </a:lnTo>
                <a:lnTo>
                  <a:pt x="535719" y="188660"/>
                </a:lnTo>
                <a:lnTo>
                  <a:pt x="535533" y="189194"/>
                </a:lnTo>
                <a:lnTo>
                  <a:pt x="535361" y="189734"/>
                </a:lnTo>
                <a:lnTo>
                  <a:pt x="535203" y="190278"/>
                </a:lnTo>
                <a:lnTo>
                  <a:pt x="535059" y="190827"/>
                </a:lnTo>
                <a:lnTo>
                  <a:pt x="534928" y="191380"/>
                </a:lnTo>
                <a:lnTo>
                  <a:pt x="534811" y="191939"/>
                </a:lnTo>
                <a:lnTo>
                  <a:pt x="534708" y="192502"/>
                </a:lnTo>
                <a:lnTo>
                  <a:pt x="534619" y="193070"/>
                </a:lnTo>
                <a:lnTo>
                  <a:pt x="534543" y="193642"/>
                </a:lnTo>
                <a:lnTo>
                  <a:pt x="534481" y="194220"/>
                </a:lnTo>
                <a:lnTo>
                  <a:pt x="534433" y="194802"/>
                </a:lnTo>
                <a:lnTo>
                  <a:pt x="534399" y="195388"/>
                </a:lnTo>
                <a:lnTo>
                  <a:pt x="534378" y="195980"/>
                </a:lnTo>
                <a:lnTo>
                  <a:pt x="534371" y="196576"/>
                </a:lnTo>
                <a:lnTo>
                  <a:pt x="534389" y="197550"/>
                </a:lnTo>
                <a:lnTo>
                  <a:pt x="534440" y="198511"/>
                </a:lnTo>
                <a:lnTo>
                  <a:pt x="534526" y="199459"/>
                </a:lnTo>
                <a:lnTo>
                  <a:pt x="534646" y="200394"/>
                </a:lnTo>
                <a:lnTo>
                  <a:pt x="534801" y="201316"/>
                </a:lnTo>
                <a:lnTo>
                  <a:pt x="534990" y="202225"/>
                </a:lnTo>
                <a:lnTo>
                  <a:pt x="535213" y="203121"/>
                </a:lnTo>
                <a:lnTo>
                  <a:pt x="535471" y="204005"/>
                </a:lnTo>
                <a:lnTo>
                  <a:pt x="535763" y="204876"/>
                </a:lnTo>
                <a:lnTo>
                  <a:pt x="536090" y="205733"/>
                </a:lnTo>
                <a:lnTo>
                  <a:pt x="536451" y="206578"/>
                </a:lnTo>
                <a:lnTo>
                  <a:pt x="536846" y="207410"/>
                </a:lnTo>
                <a:lnTo>
                  <a:pt x="537275" y="208229"/>
                </a:lnTo>
                <a:lnTo>
                  <a:pt x="537739" y="209035"/>
                </a:lnTo>
                <a:lnTo>
                  <a:pt x="538238" y="209828"/>
                </a:lnTo>
                <a:lnTo>
                  <a:pt x="538770" y="210609"/>
                </a:lnTo>
                <a:lnTo>
                  <a:pt x="539338" y="211376"/>
                </a:lnTo>
                <a:lnTo>
                  <a:pt x="539939" y="212131"/>
                </a:lnTo>
                <a:lnTo>
                  <a:pt x="540575" y="212873"/>
                </a:lnTo>
                <a:lnTo>
                  <a:pt x="541245" y="213601"/>
                </a:lnTo>
                <a:lnTo>
                  <a:pt x="541949" y="214317"/>
                </a:lnTo>
                <a:lnTo>
                  <a:pt x="542688" y="215020"/>
                </a:lnTo>
                <a:lnTo>
                  <a:pt x="543462" y="215711"/>
                </a:lnTo>
                <a:lnTo>
                  <a:pt x="544269" y="216388"/>
                </a:lnTo>
                <a:lnTo>
                  <a:pt x="545215" y="217125"/>
                </a:lnTo>
                <a:lnTo>
                  <a:pt x="546197" y="217832"/>
                </a:lnTo>
                <a:lnTo>
                  <a:pt x="547214" y="218506"/>
                </a:lnTo>
                <a:lnTo>
                  <a:pt x="548266" y="219150"/>
                </a:lnTo>
                <a:lnTo>
                  <a:pt x="549355" y="219762"/>
                </a:lnTo>
                <a:lnTo>
                  <a:pt x="550479" y="220343"/>
                </a:lnTo>
                <a:lnTo>
                  <a:pt x="551639" y="220892"/>
                </a:lnTo>
                <a:lnTo>
                  <a:pt x="552834" y="221410"/>
                </a:lnTo>
                <a:lnTo>
                  <a:pt x="554065" y="221896"/>
                </a:lnTo>
                <a:lnTo>
                  <a:pt x="555332" y="222351"/>
                </a:lnTo>
                <a:lnTo>
                  <a:pt x="556634" y="222775"/>
                </a:lnTo>
                <a:lnTo>
                  <a:pt x="557972" y="223168"/>
                </a:lnTo>
                <a:lnTo>
                  <a:pt x="559346" y="223528"/>
                </a:lnTo>
                <a:lnTo>
                  <a:pt x="560755" y="223858"/>
                </a:lnTo>
                <a:lnTo>
                  <a:pt x="562200" y="224156"/>
                </a:lnTo>
                <a:lnTo>
                  <a:pt x="563680" y="224423"/>
                </a:lnTo>
                <a:lnTo>
                  <a:pt x="565197" y="224658"/>
                </a:lnTo>
                <a:lnTo>
                  <a:pt x="566749" y="224862"/>
                </a:lnTo>
                <a:lnTo>
                  <a:pt x="568336" y="225035"/>
                </a:lnTo>
                <a:lnTo>
                  <a:pt x="569960" y="225176"/>
                </a:lnTo>
                <a:lnTo>
                  <a:pt x="571618" y="225286"/>
                </a:lnTo>
                <a:lnTo>
                  <a:pt x="573313" y="225365"/>
                </a:lnTo>
                <a:lnTo>
                  <a:pt x="575043" y="225412"/>
                </a:lnTo>
                <a:lnTo>
                  <a:pt x="576809" y="225427"/>
                </a:lnTo>
                <a:lnTo>
                  <a:pt x="578530" y="225413"/>
                </a:lnTo>
                <a:lnTo>
                  <a:pt x="580230" y="225371"/>
                </a:lnTo>
                <a:lnTo>
                  <a:pt x="581907" y="225300"/>
                </a:lnTo>
                <a:lnTo>
                  <a:pt x="583562" y="225200"/>
                </a:lnTo>
                <a:lnTo>
                  <a:pt x="585196" y="225073"/>
                </a:lnTo>
                <a:lnTo>
                  <a:pt x="586808" y="224916"/>
                </a:lnTo>
                <a:lnTo>
                  <a:pt x="588397" y="224732"/>
                </a:lnTo>
                <a:lnTo>
                  <a:pt x="589965" y="224519"/>
                </a:lnTo>
                <a:lnTo>
                  <a:pt x="591511" y="224277"/>
                </a:lnTo>
                <a:lnTo>
                  <a:pt x="593035" y="224008"/>
                </a:lnTo>
                <a:lnTo>
                  <a:pt x="594537" y="223710"/>
                </a:lnTo>
                <a:lnTo>
                  <a:pt x="596017" y="223383"/>
                </a:lnTo>
                <a:lnTo>
                  <a:pt x="597476" y="223028"/>
                </a:lnTo>
                <a:lnTo>
                  <a:pt x="598912" y="222645"/>
                </a:lnTo>
                <a:lnTo>
                  <a:pt x="600327" y="222233"/>
                </a:lnTo>
                <a:lnTo>
                  <a:pt x="601719" y="221793"/>
                </a:lnTo>
                <a:lnTo>
                  <a:pt x="603090" y="221325"/>
                </a:lnTo>
                <a:lnTo>
                  <a:pt x="604438" y="220828"/>
                </a:lnTo>
                <a:lnTo>
                  <a:pt x="605765" y="220302"/>
                </a:lnTo>
                <a:lnTo>
                  <a:pt x="607070" y="219749"/>
                </a:lnTo>
                <a:lnTo>
                  <a:pt x="608353" y="219167"/>
                </a:lnTo>
                <a:lnTo>
                  <a:pt x="609614" y="218556"/>
                </a:lnTo>
                <a:lnTo>
                  <a:pt x="610854" y="217917"/>
                </a:lnTo>
                <a:lnTo>
                  <a:pt x="612071" y="217250"/>
                </a:lnTo>
                <a:lnTo>
                  <a:pt x="613525" y="216399"/>
                </a:lnTo>
                <a:lnTo>
                  <a:pt x="614916" y="215517"/>
                </a:lnTo>
                <a:lnTo>
                  <a:pt x="616247" y="214604"/>
                </a:lnTo>
                <a:lnTo>
                  <a:pt x="617515" y="213661"/>
                </a:lnTo>
                <a:lnTo>
                  <a:pt x="618721" y="212687"/>
                </a:lnTo>
                <a:lnTo>
                  <a:pt x="619865" y="211683"/>
                </a:lnTo>
                <a:lnTo>
                  <a:pt x="620948" y="210649"/>
                </a:lnTo>
                <a:lnTo>
                  <a:pt x="621969" y="209583"/>
                </a:lnTo>
                <a:lnTo>
                  <a:pt x="622928" y="208487"/>
                </a:lnTo>
                <a:lnTo>
                  <a:pt x="623825" y="207361"/>
                </a:lnTo>
                <a:lnTo>
                  <a:pt x="624660" y="206204"/>
                </a:lnTo>
                <a:lnTo>
                  <a:pt x="625433" y="205017"/>
                </a:lnTo>
                <a:lnTo>
                  <a:pt x="626145" y="203799"/>
                </a:lnTo>
                <a:lnTo>
                  <a:pt x="626794" y="202550"/>
                </a:lnTo>
                <a:lnTo>
                  <a:pt x="627382" y="201271"/>
                </a:lnTo>
                <a:lnTo>
                  <a:pt x="627908" y="199961"/>
                </a:lnTo>
                <a:lnTo>
                  <a:pt x="628372" y="198621"/>
                </a:lnTo>
                <a:lnTo>
                  <a:pt x="628774" y="197250"/>
                </a:lnTo>
                <a:lnTo>
                  <a:pt x="629114" y="195849"/>
                </a:lnTo>
                <a:lnTo>
                  <a:pt x="629392" y="194417"/>
                </a:lnTo>
                <a:lnTo>
                  <a:pt x="629609" y="192954"/>
                </a:lnTo>
                <a:lnTo>
                  <a:pt x="629764" y="191461"/>
                </a:lnTo>
                <a:lnTo>
                  <a:pt x="629856" y="189937"/>
                </a:lnTo>
                <a:lnTo>
                  <a:pt x="629887" y="188383"/>
                </a:lnTo>
                <a:lnTo>
                  <a:pt x="629824" y="186426"/>
                </a:lnTo>
                <a:lnTo>
                  <a:pt x="629635" y="184517"/>
                </a:lnTo>
                <a:lnTo>
                  <a:pt x="629319" y="182657"/>
                </a:lnTo>
                <a:lnTo>
                  <a:pt x="628877" y="180847"/>
                </a:lnTo>
                <a:lnTo>
                  <a:pt x="628308" y="179085"/>
                </a:lnTo>
                <a:lnTo>
                  <a:pt x="627614" y="177373"/>
                </a:lnTo>
                <a:lnTo>
                  <a:pt x="626793" y="175709"/>
                </a:lnTo>
                <a:lnTo>
                  <a:pt x="625846" y="174095"/>
                </a:lnTo>
                <a:lnTo>
                  <a:pt x="624772" y="172529"/>
                </a:lnTo>
                <a:lnTo>
                  <a:pt x="623572" y="171013"/>
                </a:lnTo>
                <a:lnTo>
                  <a:pt x="622246" y="169546"/>
                </a:lnTo>
                <a:lnTo>
                  <a:pt x="620793" y="168127"/>
                </a:lnTo>
                <a:lnTo>
                  <a:pt x="619215" y="166758"/>
                </a:lnTo>
                <a:lnTo>
                  <a:pt x="617510" y="165438"/>
                </a:lnTo>
                <a:lnTo>
                  <a:pt x="615678" y="164166"/>
                </a:lnTo>
                <a:lnTo>
                  <a:pt x="613720" y="162944"/>
                </a:lnTo>
                <a:lnTo>
                  <a:pt x="611636" y="161771"/>
                </a:lnTo>
                <a:lnTo>
                  <a:pt x="609426" y="160647"/>
                </a:lnTo>
                <a:lnTo>
                  <a:pt x="607090" y="159571"/>
                </a:lnTo>
                <a:lnTo>
                  <a:pt x="604627" y="158545"/>
                </a:lnTo>
                <a:lnTo>
                  <a:pt x="602037" y="157568"/>
                </a:lnTo>
                <a:lnTo>
                  <a:pt x="599322" y="156640"/>
                </a:lnTo>
                <a:lnTo>
                  <a:pt x="596480" y="155761"/>
                </a:lnTo>
                <a:lnTo>
                  <a:pt x="593512" y="154931"/>
                </a:lnTo>
                <a:lnTo>
                  <a:pt x="592068" y="154537"/>
                </a:lnTo>
                <a:lnTo>
                  <a:pt x="590686" y="154139"/>
                </a:lnTo>
                <a:lnTo>
                  <a:pt x="589365" y="153737"/>
                </a:lnTo>
                <a:lnTo>
                  <a:pt x="588106" y="153332"/>
                </a:lnTo>
                <a:lnTo>
                  <a:pt x="586908" y="152922"/>
                </a:lnTo>
                <a:lnTo>
                  <a:pt x="585771" y="152509"/>
                </a:lnTo>
                <a:lnTo>
                  <a:pt x="584696" y="152091"/>
                </a:lnTo>
                <a:lnTo>
                  <a:pt x="583683" y="151670"/>
                </a:lnTo>
                <a:lnTo>
                  <a:pt x="582731" y="151245"/>
                </a:lnTo>
                <a:lnTo>
                  <a:pt x="581840" y="150816"/>
                </a:lnTo>
                <a:lnTo>
                  <a:pt x="581010" y="150383"/>
                </a:lnTo>
                <a:lnTo>
                  <a:pt x="580242" y="149946"/>
                </a:lnTo>
                <a:lnTo>
                  <a:pt x="579536" y="149506"/>
                </a:lnTo>
                <a:lnTo>
                  <a:pt x="578891" y="149061"/>
                </a:lnTo>
                <a:lnTo>
                  <a:pt x="578307" y="148613"/>
                </a:lnTo>
                <a:lnTo>
                  <a:pt x="577785" y="148161"/>
                </a:lnTo>
                <a:lnTo>
                  <a:pt x="577324" y="147704"/>
                </a:lnTo>
                <a:lnTo>
                  <a:pt x="576925" y="147244"/>
                </a:lnTo>
                <a:lnTo>
                  <a:pt x="576587" y="146781"/>
                </a:lnTo>
                <a:lnTo>
                  <a:pt x="576311" y="146313"/>
                </a:lnTo>
                <a:lnTo>
                  <a:pt x="576096" y="145841"/>
                </a:lnTo>
                <a:lnTo>
                  <a:pt x="575942" y="145366"/>
                </a:lnTo>
                <a:lnTo>
                  <a:pt x="575850" y="144886"/>
                </a:lnTo>
                <a:lnTo>
                  <a:pt x="575819" y="144403"/>
                </a:lnTo>
                <a:lnTo>
                  <a:pt x="575825" y="144154"/>
                </a:lnTo>
                <a:lnTo>
                  <a:pt x="575842" y="143902"/>
                </a:lnTo>
                <a:lnTo>
                  <a:pt x="575870" y="143648"/>
                </a:lnTo>
                <a:lnTo>
                  <a:pt x="575909" y="143391"/>
                </a:lnTo>
                <a:lnTo>
                  <a:pt x="575959" y="143132"/>
                </a:lnTo>
                <a:lnTo>
                  <a:pt x="576020" y="142870"/>
                </a:lnTo>
                <a:lnTo>
                  <a:pt x="576093" y="142605"/>
                </a:lnTo>
                <a:lnTo>
                  <a:pt x="576177" y="142338"/>
                </a:lnTo>
                <a:lnTo>
                  <a:pt x="576272" y="142068"/>
                </a:lnTo>
                <a:lnTo>
                  <a:pt x="576378" y="141796"/>
                </a:lnTo>
                <a:lnTo>
                  <a:pt x="576495" y="141521"/>
                </a:lnTo>
                <a:lnTo>
                  <a:pt x="576624" y="141243"/>
                </a:lnTo>
                <a:lnTo>
                  <a:pt x="576763" y="140963"/>
                </a:lnTo>
                <a:lnTo>
                  <a:pt x="576914" y="140680"/>
                </a:lnTo>
                <a:lnTo>
                  <a:pt x="577076" y="140395"/>
                </a:lnTo>
                <a:lnTo>
                  <a:pt x="577249" y="140107"/>
                </a:lnTo>
                <a:lnTo>
                  <a:pt x="577433" y="139816"/>
                </a:lnTo>
                <a:lnTo>
                  <a:pt x="577629" y="139523"/>
                </a:lnTo>
                <a:lnTo>
                  <a:pt x="577835" y="139227"/>
                </a:lnTo>
                <a:lnTo>
                  <a:pt x="578053" y="138929"/>
                </a:lnTo>
                <a:lnTo>
                  <a:pt x="578282" y="138628"/>
                </a:lnTo>
                <a:lnTo>
                  <a:pt x="578522" y="138325"/>
                </a:lnTo>
                <a:lnTo>
                  <a:pt x="578774" y="138019"/>
                </a:lnTo>
                <a:lnTo>
                  <a:pt x="579036" y="137710"/>
                </a:lnTo>
                <a:lnTo>
                  <a:pt x="579323" y="137397"/>
                </a:lnTo>
                <a:lnTo>
                  <a:pt x="579607" y="137097"/>
                </a:lnTo>
                <a:lnTo>
                  <a:pt x="579887" y="136810"/>
                </a:lnTo>
                <a:lnTo>
                  <a:pt x="580163" y="136537"/>
                </a:lnTo>
                <a:lnTo>
                  <a:pt x="580437" y="136277"/>
                </a:lnTo>
                <a:lnTo>
                  <a:pt x="580706" y="136030"/>
                </a:lnTo>
                <a:lnTo>
                  <a:pt x="580973" y="135797"/>
                </a:lnTo>
                <a:lnTo>
                  <a:pt x="581236" y="135577"/>
                </a:lnTo>
                <a:lnTo>
                  <a:pt x="581495" y="135370"/>
                </a:lnTo>
                <a:lnTo>
                  <a:pt x="581751" y="135177"/>
                </a:lnTo>
                <a:lnTo>
                  <a:pt x="582004" y="134997"/>
                </a:lnTo>
                <a:lnTo>
                  <a:pt x="582253" y="134831"/>
                </a:lnTo>
                <a:lnTo>
                  <a:pt x="582499" y="134677"/>
                </a:lnTo>
                <a:lnTo>
                  <a:pt x="582741" y="134537"/>
                </a:lnTo>
                <a:lnTo>
                  <a:pt x="582980" y="134411"/>
                </a:lnTo>
                <a:lnTo>
                  <a:pt x="583215" y="134297"/>
                </a:lnTo>
                <a:lnTo>
                  <a:pt x="583447" y="134197"/>
                </a:lnTo>
                <a:lnTo>
                  <a:pt x="583676" y="134111"/>
                </a:lnTo>
                <a:lnTo>
                  <a:pt x="583901" y="134037"/>
                </a:lnTo>
                <a:lnTo>
                  <a:pt x="584123" y="133977"/>
                </a:lnTo>
                <a:lnTo>
                  <a:pt x="584341" y="133931"/>
                </a:lnTo>
                <a:lnTo>
                  <a:pt x="584556" y="133897"/>
                </a:lnTo>
                <a:lnTo>
                  <a:pt x="584767" y="133877"/>
                </a:lnTo>
                <a:lnTo>
                  <a:pt x="584975" y="133871"/>
                </a:lnTo>
                <a:lnTo>
                  <a:pt x="585028" y="133871"/>
                </a:lnTo>
                <a:lnTo>
                  <a:pt x="585082" y="133872"/>
                </a:lnTo>
                <a:lnTo>
                  <a:pt x="585139" y="133875"/>
                </a:lnTo>
                <a:lnTo>
                  <a:pt x="585198" y="133878"/>
                </a:lnTo>
                <a:lnTo>
                  <a:pt x="585260" y="133881"/>
                </a:lnTo>
                <a:lnTo>
                  <a:pt x="585323" y="133886"/>
                </a:lnTo>
                <a:lnTo>
                  <a:pt x="585388" y="133892"/>
                </a:lnTo>
                <a:lnTo>
                  <a:pt x="585456" y="133898"/>
                </a:lnTo>
                <a:lnTo>
                  <a:pt x="585526" y="133906"/>
                </a:lnTo>
                <a:lnTo>
                  <a:pt x="585598" y="133914"/>
                </a:lnTo>
                <a:lnTo>
                  <a:pt x="585672" y="133923"/>
                </a:lnTo>
                <a:lnTo>
                  <a:pt x="585748" y="133933"/>
                </a:lnTo>
                <a:lnTo>
                  <a:pt x="585827" y="133943"/>
                </a:lnTo>
                <a:lnTo>
                  <a:pt x="585907" y="133955"/>
                </a:lnTo>
                <a:lnTo>
                  <a:pt x="585990" y="133967"/>
                </a:lnTo>
                <a:lnTo>
                  <a:pt x="586075" y="133981"/>
                </a:lnTo>
                <a:lnTo>
                  <a:pt x="586162" y="133995"/>
                </a:lnTo>
                <a:lnTo>
                  <a:pt x="586251" y="134010"/>
                </a:lnTo>
                <a:lnTo>
                  <a:pt x="586342" y="134026"/>
                </a:lnTo>
                <a:lnTo>
                  <a:pt x="586436" y="134043"/>
                </a:lnTo>
                <a:lnTo>
                  <a:pt x="586531" y="134060"/>
                </a:lnTo>
                <a:lnTo>
                  <a:pt x="586629" y="134079"/>
                </a:lnTo>
                <a:lnTo>
                  <a:pt x="586729" y="134098"/>
                </a:lnTo>
                <a:lnTo>
                  <a:pt x="586831" y="134118"/>
                </a:lnTo>
                <a:lnTo>
                  <a:pt x="587111" y="134179"/>
                </a:lnTo>
                <a:lnTo>
                  <a:pt x="587396" y="134237"/>
                </a:lnTo>
                <a:lnTo>
                  <a:pt x="587685" y="134292"/>
                </a:lnTo>
                <a:lnTo>
                  <a:pt x="587979" y="134345"/>
                </a:lnTo>
                <a:lnTo>
                  <a:pt x="588276" y="134395"/>
                </a:lnTo>
                <a:lnTo>
                  <a:pt x="588578" y="134443"/>
                </a:lnTo>
                <a:lnTo>
                  <a:pt x="588885" y="134488"/>
                </a:lnTo>
                <a:lnTo>
                  <a:pt x="589195" y="134531"/>
                </a:lnTo>
                <a:lnTo>
                  <a:pt x="589510" y="134571"/>
                </a:lnTo>
                <a:lnTo>
                  <a:pt x="589829" y="134608"/>
                </a:lnTo>
                <a:lnTo>
                  <a:pt x="590153" y="134643"/>
                </a:lnTo>
                <a:lnTo>
                  <a:pt x="590481" y="134675"/>
                </a:lnTo>
                <a:lnTo>
                  <a:pt x="590813" y="134705"/>
                </a:lnTo>
                <a:lnTo>
                  <a:pt x="591149" y="134732"/>
                </a:lnTo>
                <a:lnTo>
                  <a:pt x="591490" y="134756"/>
                </a:lnTo>
                <a:lnTo>
                  <a:pt x="591835" y="134778"/>
                </a:lnTo>
                <a:lnTo>
                  <a:pt x="592184" y="134797"/>
                </a:lnTo>
                <a:lnTo>
                  <a:pt x="592538" y="134814"/>
                </a:lnTo>
                <a:lnTo>
                  <a:pt x="592896" y="134828"/>
                </a:lnTo>
                <a:lnTo>
                  <a:pt x="593258" y="134840"/>
                </a:lnTo>
                <a:lnTo>
                  <a:pt x="593624" y="134849"/>
                </a:lnTo>
                <a:lnTo>
                  <a:pt x="593995" y="134855"/>
                </a:lnTo>
                <a:lnTo>
                  <a:pt x="594370" y="134859"/>
                </a:lnTo>
                <a:lnTo>
                  <a:pt x="594749" y="134861"/>
                </a:lnTo>
                <a:lnTo>
                  <a:pt x="595512" y="134853"/>
                </a:lnTo>
                <a:lnTo>
                  <a:pt x="596275" y="134832"/>
                </a:lnTo>
                <a:lnTo>
                  <a:pt x="597038" y="134797"/>
                </a:lnTo>
                <a:lnTo>
                  <a:pt x="597801" y="134747"/>
                </a:lnTo>
                <a:lnTo>
                  <a:pt x="598564" y="134683"/>
                </a:lnTo>
                <a:lnTo>
                  <a:pt x="599327" y="134605"/>
                </a:lnTo>
                <a:lnTo>
                  <a:pt x="600090" y="134513"/>
                </a:lnTo>
                <a:lnTo>
                  <a:pt x="600853" y="134407"/>
                </a:lnTo>
                <a:lnTo>
                  <a:pt x="601616" y="134286"/>
                </a:lnTo>
                <a:lnTo>
                  <a:pt x="602379" y="134152"/>
                </a:lnTo>
                <a:lnTo>
                  <a:pt x="603142" y="134003"/>
                </a:lnTo>
                <a:lnTo>
                  <a:pt x="603905" y="133840"/>
                </a:lnTo>
                <a:lnTo>
                  <a:pt x="604668" y="133663"/>
                </a:lnTo>
                <a:lnTo>
                  <a:pt x="605431" y="133471"/>
                </a:lnTo>
                <a:lnTo>
                  <a:pt x="606194" y="133266"/>
                </a:lnTo>
                <a:lnTo>
                  <a:pt x="606957" y="133046"/>
                </a:lnTo>
                <a:lnTo>
                  <a:pt x="607720" y="132812"/>
                </a:lnTo>
                <a:lnTo>
                  <a:pt x="608483" y="132564"/>
                </a:lnTo>
                <a:lnTo>
                  <a:pt x="609246" y="132302"/>
                </a:lnTo>
                <a:lnTo>
                  <a:pt x="610009" y="132025"/>
                </a:lnTo>
                <a:lnTo>
                  <a:pt x="610772" y="131735"/>
                </a:lnTo>
                <a:lnTo>
                  <a:pt x="611535" y="131430"/>
                </a:lnTo>
                <a:lnTo>
                  <a:pt x="612298" y="131111"/>
                </a:lnTo>
                <a:lnTo>
                  <a:pt x="613061" y="130778"/>
                </a:lnTo>
                <a:lnTo>
                  <a:pt x="613902" y="130390"/>
                </a:lnTo>
                <a:lnTo>
                  <a:pt x="614733" y="129991"/>
                </a:lnTo>
                <a:lnTo>
                  <a:pt x="615556" y="129581"/>
                </a:lnTo>
                <a:lnTo>
                  <a:pt x="616370" y="129159"/>
                </a:lnTo>
                <a:lnTo>
                  <a:pt x="617175" y="128725"/>
                </a:lnTo>
                <a:lnTo>
                  <a:pt x="617971" y="128280"/>
                </a:lnTo>
                <a:lnTo>
                  <a:pt x="618758" y="127823"/>
                </a:lnTo>
                <a:lnTo>
                  <a:pt x="619536" y="127355"/>
                </a:lnTo>
                <a:lnTo>
                  <a:pt x="620304" y="126874"/>
                </a:lnTo>
                <a:lnTo>
                  <a:pt x="621064" y="126383"/>
                </a:lnTo>
                <a:lnTo>
                  <a:pt x="621815" y="125880"/>
                </a:lnTo>
                <a:lnTo>
                  <a:pt x="622557" y="125365"/>
                </a:lnTo>
                <a:lnTo>
                  <a:pt x="623289" y="124838"/>
                </a:lnTo>
                <a:lnTo>
                  <a:pt x="624013" y="124300"/>
                </a:lnTo>
                <a:lnTo>
                  <a:pt x="624727" y="123750"/>
                </a:lnTo>
                <a:lnTo>
                  <a:pt x="625433" y="123189"/>
                </a:lnTo>
                <a:lnTo>
                  <a:pt x="626130" y="122616"/>
                </a:lnTo>
                <a:lnTo>
                  <a:pt x="626817" y="122032"/>
                </a:lnTo>
                <a:lnTo>
                  <a:pt x="627496" y="121436"/>
                </a:lnTo>
                <a:lnTo>
                  <a:pt x="628165" y="120828"/>
                </a:lnTo>
                <a:lnTo>
                  <a:pt x="628826" y="120209"/>
                </a:lnTo>
                <a:lnTo>
                  <a:pt x="629477" y="119578"/>
                </a:lnTo>
                <a:lnTo>
                  <a:pt x="630120" y="118935"/>
                </a:lnTo>
                <a:lnTo>
                  <a:pt x="630753" y="118281"/>
                </a:lnTo>
                <a:lnTo>
                  <a:pt x="631632" y="117321"/>
                </a:lnTo>
                <a:lnTo>
                  <a:pt x="632473" y="116358"/>
                </a:lnTo>
                <a:lnTo>
                  <a:pt x="633276" y="115393"/>
                </a:lnTo>
                <a:lnTo>
                  <a:pt x="634042" y="114425"/>
                </a:lnTo>
                <a:lnTo>
                  <a:pt x="634771" y="113455"/>
                </a:lnTo>
                <a:lnTo>
                  <a:pt x="635463" y="112482"/>
                </a:lnTo>
                <a:lnTo>
                  <a:pt x="636117" y="111506"/>
                </a:lnTo>
                <a:lnTo>
                  <a:pt x="636733" y="110528"/>
                </a:lnTo>
                <a:lnTo>
                  <a:pt x="637313" y="109547"/>
                </a:lnTo>
                <a:lnTo>
                  <a:pt x="637855" y="108564"/>
                </a:lnTo>
                <a:lnTo>
                  <a:pt x="638359" y="107578"/>
                </a:lnTo>
                <a:lnTo>
                  <a:pt x="638826" y="106589"/>
                </a:lnTo>
                <a:lnTo>
                  <a:pt x="639256" y="105598"/>
                </a:lnTo>
                <a:lnTo>
                  <a:pt x="639649" y="104605"/>
                </a:lnTo>
                <a:lnTo>
                  <a:pt x="640004" y="103608"/>
                </a:lnTo>
                <a:lnTo>
                  <a:pt x="640321" y="102609"/>
                </a:lnTo>
                <a:lnTo>
                  <a:pt x="640602" y="101608"/>
                </a:lnTo>
                <a:lnTo>
                  <a:pt x="640845" y="100604"/>
                </a:lnTo>
                <a:lnTo>
                  <a:pt x="641050" y="99598"/>
                </a:lnTo>
                <a:lnTo>
                  <a:pt x="641218" y="98588"/>
                </a:lnTo>
                <a:lnTo>
                  <a:pt x="641349" y="97577"/>
                </a:lnTo>
                <a:lnTo>
                  <a:pt x="641443" y="96562"/>
                </a:lnTo>
                <a:lnTo>
                  <a:pt x="641499" y="95546"/>
                </a:lnTo>
                <a:lnTo>
                  <a:pt x="641517" y="94526"/>
                </a:lnTo>
                <a:lnTo>
                  <a:pt x="641514" y="93998"/>
                </a:lnTo>
                <a:lnTo>
                  <a:pt x="641502" y="93464"/>
                </a:lnTo>
                <a:lnTo>
                  <a:pt x="641483" y="92925"/>
                </a:lnTo>
                <a:lnTo>
                  <a:pt x="641456" y="92382"/>
                </a:lnTo>
                <a:lnTo>
                  <a:pt x="641421" y="91833"/>
                </a:lnTo>
                <a:lnTo>
                  <a:pt x="641378" y="91278"/>
                </a:lnTo>
                <a:lnTo>
                  <a:pt x="641328" y="90719"/>
                </a:lnTo>
                <a:lnTo>
                  <a:pt x="641270" y="90154"/>
                </a:lnTo>
                <a:lnTo>
                  <a:pt x="641204" y="89585"/>
                </a:lnTo>
                <a:lnTo>
                  <a:pt x="641131" y="89010"/>
                </a:lnTo>
                <a:lnTo>
                  <a:pt x="641050" y="88430"/>
                </a:lnTo>
                <a:lnTo>
                  <a:pt x="640961" y="87845"/>
                </a:lnTo>
                <a:lnTo>
                  <a:pt x="640864" y="87255"/>
                </a:lnTo>
                <a:lnTo>
                  <a:pt x="640760" y="86659"/>
                </a:lnTo>
                <a:lnTo>
                  <a:pt x="640647" y="86059"/>
                </a:lnTo>
                <a:lnTo>
                  <a:pt x="640528" y="85453"/>
                </a:lnTo>
                <a:lnTo>
                  <a:pt x="640400" y="84842"/>
                </a:lnTo>
                <a:lnTo>
                  <a:pt x="640265" y="84226"/>
                </a:lnTo>
                <a:lnTo>
                  <a:pt x="640122" y="83605"/>
                </a:lnTo>
                <a:lnTo>
                  <a:pt x="639971" y="82978"/>
                </a:lnTo>
                <a:lnTo>
                  <a:pt x="639812" y="82347"/>
                </a:lnTo>
                <a:lnTo>
                  <a:pt x="639646" y="81710"/>
                </a:lnTo>
                <a:lnTo>
                  <a:pt x="639472" y="81068"/>
                </a:lnTo>
                <a:lnTo>
                  <a:pt x="639290" y="80421"/>
                </a:lnTo>
                <a:lnTo>
                  <a:pt x="651910" y="80421"/>
                </a:lnTo>
                <a:lnTo>
                  <a:pt x="651910" y="70523"/>
                </a:lnTo>
                <a:lnTo>
                  <a:pt x="636445" y="70523"/>
                </a:lnTo>
                <a:lnTo>
                  <a:pt x="636349" y="70530"/>
                </a:lnTo>
                <a:lnTo>
                  <a:pt x="636246" y="70529"/>
                </a:lnTo>
                <a:lnTo>
                  <a:pt x="636137" y="70520"/>
                </a:lnTo>
                <a:lnTo>
                  <a:pt x="636022" y="70504"/>
                </a:lnTo>
                <a:close/>
                <a:moveTo>
                  <a:pt x="569938" y="166055"/>
                </a:moveTo>
                <a:lnTo>
                  <a:pt x="569981" y="166063"/>
                </a:lnTo>
                <a:lnTo>
                  <a:pt x="570026" y="166071"/>
                </a:lnTo>
                <a:lnTo>
                  <a:pt x="570073" y="166081"/>
                </a:lnTo>
                <a:lnTo>
                  <a:pt x="570122" y="166092"/>
                </a:lnTo>
                <a:lnTo>
                  <a:pt x="570173" y="166104"/>
                </a:lnTo>
                <a:lnTo>
                  <a:pt x="570227" y="166117"/>
                </a:lnTo>
                <a:lnTo>
                  <a:pt x="570283" y="166132"/>
                </a:lnTo>
                <a:lnTo>
                  <a:pt x="570340" y="166148"/>
                </a:lnTo>
                <a:lnTo>
                  <a:pt x="570400" y="166166"/>
                </a:lnTo>
                <a:lnTo>
                  <a:pt x="570462" y="166184"/>
                </a:lnTo>
                <a:lnTo>
                  <a:pt x="570527" y="166204"/>
                </a:lnTo>
                <a:lnTo>
                  <a:pt x="570593" y="166226"/>
                </a:lnTo>
                <a:lnTo>
                  <a:pt x="570661" y="166248"/>
                </a:lnTo>
                <a:lnTo>
                  <a:pt x="570732" y="166272"/>
                </a:lnTo>
                <a:lnTo>
                  <a:pt x="570805" y="166297"/>
                </a:lnTo>
                <a:lnTo>
                  <a:pt x="570880" y="166324"/>
                </a:lnTo>
                <a:lnTo>
                  <a:pt x="570957" y="166351"/>
                </a:lnTo>
                <a:lnTo>
                  <a:pt x="571036" y="166380"/>
                </a:lnTo>
                <a:lnTo>
                  <a:pt x="571118" y="166410"/>
                </a:lnTo>
                <a:lnTo>
                  <a:pt x="571229" y="166464"/>
                </a:lnTo>
                <a:lnTo>
                  <a:pt x="571357" y="166522"/>
                </a:lnTo>
                <a:lnTo>
                  <a:pt x="571502" y="166584"/>
                </a:lnTo>
                <a:lnTo>
                  <a:pt x="571664" y="166651"/>
                </a:lnTo>
                <a:lnTo>
                  <a:pt x="571843" y="166722"/>
                </a:lnTo>
                <a:lnTo>
                  <a:pt x="572038" y="166797"/>
                </a:lnTo>
                <a:lnTo>
                  <a:pt x="572250" y="166877"/>
                </a:lnTo>
                <a:lnTo>
                  <a:pt x="572479" y="166960"/>
                </a:lnTo>
                <a:lnTo>
                  <a:pt x="572724" y="167048"/>
                </a:lnTo>
                <a:lnTo>
                  <a:pt x="572986" y="167141"/>
                </a:lnTo>
                <a:lnTo>
                  <a:pt x="573266" y="167237"/>
                </a:lnTo>
                <a:lnTo>
                  <a:pt x="573561" y="167338"/>
                </a:lnTo>
                <a:lnTo>
                  <a:pt x="573874" y="167444"/>
                </a:lnTo>
                <a:lnTo>
                  <a:pt x="574203" y="167553"/>
                </a:lnTo>
                <a:lnTo>
                  <a:pt x="574549" y="167667"/>
                </a:lnTo>
                <a:lnTo>
                  <a:pt x="574912" y="167785"/>
                </a:lnTo>
                <a:lnTo>
                  <a:pt x="575292" y="167908"/>
                </a:lnTo>
                <a:lnTo>
                  <a:pt x="575688" y="168034"/>
                </a:lnTo>
                <a:lnTo>
                  <a:pt x="576101" y="168165"/>
                </a:lnTo>
                <a:lnTo>
                  <a:pt x="576531" y="168301"/>
                </a:lnTo>
                <a:lnTo>
                  <a:pt x="576977" y="168440"/>
                </a:lnTo>
                <a:lnTo>
                  <a:pt x="577441" y="168584"/>
                </a:lnTo>
                <a:lnTo>
                  <a:pt x="577921" y="168732"/>
                </a:lnTo>
                <a:lnTo>
                  <a:pt x="578418" y="168885"/>
                </a:lnTo>
                <a:lnTo>
                  <a:pt x="580058" y="169400"/>
                </a:lnTo>
                <a:lnTo>
                  <a:pt x="581659" y="169915"/>
                </a:lnTo>
                <a:lnTo>
                  <a:pt x="583222" y="170430"/>
                </a:lnTo>
                <a:lnTo>
                  <a:pt x="584745" y="170944"/>
                </a:lnTo>
                <a:lnTo>
                  <a:pt x="586229" y="171457"/>
                </a:lnTo>
                <a:lnTo>
                  <a:pt x="587674" y="171970"/>
                </a:lnTo>
                <a:lnTo>
                  <a:pt x="589080" y="172483"/>
                </a:lnTo>
                <a:lnTo>
                  <a:pt x="590446" y="172995"/>
                </a:lnTo>
                <a:lnTo>
                  <a:pt x="591774" y="173507"/>
                </a:lnTo>
                <a:lnTo>
                  <a:pt x="593063" y="174019"/>
                </a:lnTo>
                <a:lnTo>
                  <a:pt x="594312" y="174530"/>
                </a:lnTo>
                <a:lnTo>
                  <a:pt x="595523" y="175040"/>
                </a:lnTo>
                <a:lnTo>
                  <a:pt x="596694" y="175550"/>
                </a:lnTo>
                <a:lnTo>
                  <a:pt x="597826" y="176060"/>
                </a:lnTo>
                <a:lnTo>
                  <a:pt x="598919" y="176569"/>
                </a:lnTo>
                <a:lnTo>
                  <a:pt x="599973" y="177078"/>
                </a:lnTo>
                <a:lnTo>
                  <a:pt x="600988" y="177587"/>
                </a:lnTo>
                <a:lnTo>
                  <a:pt x="601964" y="178095"/>
                </a:lnTo>
                <a:lnTo>
                  <a:pt x="602901" y="178602"/>
                </a:lnTo>
                <a:lnTo>
                  <a:pt x="603798" y="179110"/>
                </a:lnTo>
                <a:lnTo>
                  <a:pt x="604657" y="179616"/>
                </a:lnTo>
                <a:lnTo>
                  <a:pt x="605476" y="180123"/>
                </a:lnTo>
                <a:lnTo>
                  <a:pt x="606257" y="180628"/>
                </a:lnTo>
                <a:lnTo>
                  <a:pt x="606998" y="181134"/>
                </a:lnTo>
                <a:lnTo>
                  <a:pt x="607624" y="181594"/>
                </a:lnTo>
                <a:lnTo>
                  <a:pt x="608223" y="182068"/>
                </a:lnTo>
                <a:lnTo>
                  <a:pt x="608796" y="182555"/>
                </a:lnTo>
                <a:lnTo>
                  <a:pt x="609342" y="183055"/>
                </a:lnTo>
                <a:lnTo>
                  <a:pt x="609861" y="183569"/>
                </a:lnTo>
                <a:lnTo>
                  <a:pt x="610354" y="184095"/>
                </a:lnTo>
                <a:lnTo>
                  <a:pt x="610820" y="184636"/>
                </a:lnTo>
                <a:lnTo>
                  <a:pt x="611260" y="185189"/>
                </a:lnTo>
                <a:lnTo>
                  <a:pt x="611673" y="185756"/>
                </a:lnTo>
                <a:lnTo>
                  <a:pt x="612059" y="186336"/>
                </a:lnTo>
                <a:lnTo>
                  <a:pt x="612418" y="186930"/>
                </a:lnTo>
                <a:lnTo>
                  <a:pt x="612751" y="187537"/>
                </a:lnTo>
                <a:lnTo>
                  <a:pt x="613058" y="188157"/>
                </a:lnTo>
                <a:lnTo>
                  <a:pt x="613337" y="188790"/>
                </a:lnTo>
                <a:lnTo>
                  <a:pt x="613590" y="189437"/>
                </a:lnTo>
                <a:lnTo>
                  <a:pt x="613817" y="190097"/>
                </a:lnTo>
                <a:lnTo>
                  <a:pt x="614016" y="190770"/>
                </a:lnTo>
                <a:lnTo>
                  <a:pt x="614190" y="191457"/>
                </a:lnTo>
                <a:lnTo>
                  <a:pt x="614336" y="192157"/>
                </a:lnTo>
                <a:lnTo>
                  <a:pt x="614456" y="192871"/>
                </a:lnTo>
                <a:lnTo>
                  <a:pt x="614549" y="193597"/>
                </a:lnTo>
                <a:lnTo>
                  <a:pt x="614616" y="194337"/>
                </a:lnTo>
                <a:lnTo>
                  <a:pt x="614656" y="195090"/>
                </a:lnTo>
                <a:lnTo>
                  <a:pt x="614669" y="195857"/>
                </a:lnTo>
                <a:lnTo>
                  <a:pt x="614648" y="196828"/>
                </a:lnTo>
                <a:lnTo>
                  <a:pt x="614585" y="197782"/>
                </a:lnTo>
                <a:lnTo>
                  <a:pt x="614480" y="198718"/>
                </a:lnTo>
                <a:lnTo>
                  <a:pt x="614332" y="199638"/>
                </a:lnTo>
                <a:lnTo>
                  <a:pt x="614143" y="200540"/>
                </a:lnTo>
                <a:lnTo>
                  <a:pt x="613911" y="201425"/>
                </a:lnTo>
                <a:lnTo>
                  <a:pt x="613638" y="202293"/>
                </a:lnTo>
                <a:lnTo>
                  <a:pt x="613322" y="203143"/>
                </a:lnTo>
                <a:lnTo>
                  <a:pt x="612964" y="203977"/>
                </a:lnTo>
                <a:lnTo>
                  <a:pt x="612564" y="204793"/>
                </a:lnTo>
                <a:lnTo>
                  <a:pt x="612122" y="205592"/>
                </a:lnTo>
                <a:lnTo>
                  <a:pt x="611638" y="206374"/>
                </a:lnTo>
                <a:lnTo>
                  <a:pt x="611111" y="207138"/>
                </a:lnTo>
                <a:lnTo>
                  <a:pt x="610543" y="207886"/>
                </a:lnTo>
                <a:lnTo>
                  <a:pt x="609933" y="208616"/>
                </a:lnTo>
                <a:lnTo>
                  <a:pt x="609280" y="209329"/>
                </a:lnTo>
                <a:lnTo>
                  <a:pt x="608585" y="210025"/>
                </a:lnTo>
                <a:lnTo>
                  <a:pt x="607849" y="210704"/>
                </a:lnTo>
                <a:lnTo>
                  <a:pt x="607070" y="211366"/>
                </a:lnTo>
                <a:lnTo>
                  <a:pt x="606249" y="212010"/>
                </a:lnTo>
                <a:lnTo>
                  <a:pt x="605386" y="212637"/>
                </a:lnTo>
                <a:lnTo>
                  <a:pt x="604481" y="213247"/>
                </a:lnTo>
                <a:lnTo>
                  <a:pt x="603533" y="213840"/>
                </a:lnTo>
                <a:lnTo>
                  <a:pt x="602544" y="214416"/>
                </a:lnTo>
                <a:lnTo>
                  <a:pt x="601755" y="214850"/>
                </a:lnTo>
                <a:lnTo>
                  <a:pt x="600954" y="215266"/>
                </a:lnTo>
                <a:lnTo>
                  <a:pt x="600141" y="215663"/>
                </a:lnTo>
                <a:lnTo>
                  <a:pt x="599317" y="216042"/>
                </a:lnTo>
                <a:lnTo>
                  <a:pt x="598481" y="216402"/>
                </a:lnTo>
                <a:lnTo>
                  <a:pt x="597634" y="216743"/>
                </a:lnTo>
                <a:lnTo>
                  <a:pt x="596775" y="217067"/>
                </a:lnTo>
                <a:lnTo>
                  <a:pt x="595904" y="217372"/>
                </a:lnTo>
                <a:lnTo>
                  <a:pt x="595022" y="217658"/>
                </a:lnTo>
                <a:lnTo>
                  <a:pt x="594128" y="217926"/>
                </a:lnTo>
                <a:lnTo>
                  <a:pt x="593223" y="218175"/>
                </a:lnTo>
                <a:lnTo>
                  <a:pt x="592306" y="218406"/>
                </a:lnTo>
                <a:lnTo>
                  <a:pt x="591377" y="218618"/>
                </a:lnTo>
                <a:lnTo>
                  <a:pt x="590437" y="218812"/>
                </a:lnTo>
                <a:lnTo>
                  <a:pt x="589485" y="218988"/>
                </a:lnTo>
                <a:lnTo>
                  <a:pt x="588522" y="219145"/>
                </a:lnTo>
                <a:lnTo>
                  <a:pt x="587547" y="219284"/>
                </a:lnTo>
                <a:lnTo>
                  <a:pt x="586560" y="219404"/>
                </a:lnTo>
                <a:lnTo>
                  <a:pt x="585562" y="219505"/>
                </a:lnTo>
                <a:lnTo>
                  <a:pt x="584552" y="219588"/>
                </a:lnTo>
                <a:lnTo>
                  <a:pt x="583531" y="219653"/>
                </a:lnTo>
                <a:lnTo>
                  <a:pt x="582498" y="219699"/>
                </a:lnTo>
                <a:lnTo>
                  <a:pt x="581453" y="219727"/>
                </a:lnTo>
                <a:lnTo>
                  <a:pt x="580397" y="219736"/>
                </a:lnTo>
                <a:lnTo>
                  <a:pt x="579241" y="219725"/>
                </a:lnTo>
                <a:lnTo>
                  <a:pt x="578101" y="219692"/>
                </a:lnTo>
                <a:lnTo>
                  <a:pt x="576979" y="219637"/>
                </a:lnTo>
                <a:lnTo>
                  <a:pt x="575874" y="219561"/>
                </a:lnTo>
                <a:lnTo>
                  <a:pt x="574787" y="219462"/>
                </a:lnTo>
                <a:lnTo>
                  <a:pt x="573716" y="219342"/>
                </a:lnTo>
                <a:lnTo>
                  <a:pt x="572663" y="219199"/>
                </a:lnTo>
                <a:lnTo>
                  <a:pt x="571626" y="219035"/>
                </a:lnTo>
                <a:lnTo>
                  <a:pt x="570607" y="218849"/>
                </a:lnTo>
                <a:lnTo>
                  <a:pt x="569606" y="218641"/>
                </a:lnTo>
                <a:lnTo>
                  <a:pt x="568621" y="218411"/>
                </a:lnTo>
                <a:lnTo>
                  <a:pt x="567653" y="218159"/>
                </a:lnTo>
                <a:lnTo>
                  <a:pt x="566703" y="217885"/>
                </a:lnTo>
                <a:lnTo>
                  <a:pt x="565770" y="217589"/>
                </a:lnTo>
                <a:lnTo>
                  <a:pt x="564854" y="217271"/>
                </a:lnTo>
                <a:lnTo>
                  <a:pt x="563955" y="216932"/>
                </a:lnTo>
                <a:lnTo>
                  <a:pt x="563074" y="216570"/>
                </a:lnTo>
                <a:lnTo>
                  <a:pt x="562210" y="216187"/>
                </a:lnTo>
                <a:lnTo>
                  <a:pt x="561362" y="215781"/>
                </a:lnTo>
                <a:lnTo>
                  <a:pt x="560532" y="215354"/>
                </a:lnTo>
                <a:lnTo>
                  <a:pt x="559720" y="214905"/>
                </a:lnTo>
                <a:lnTo>
                  <a:pt x="558924" y="214434"/>
                </a:lnTo>
                <a:lnTo>
                  <a:pt x="558145" y="213941"/>
                </a:lnTo>
                <a:lnTo>
                  <a:pt x="557384" y="213426"/>
                </a:lnTo>
                <a:lnTo>
                  <a:pt x="556647" y="212878"/>
                </a:lnTo>
                <a:lnTo>
                  <a:pt x="555942" y="212307"/>
                </a:lnTo>
                <a:lnTo>
                  <a:pt x="555267" y="211713"/>
                </a:lnTo>
                <a:lnTo>
                  <a:pt x="554624" y="211096"/>
                </a:lnTo>
                <a:lnTo>
                  <a:pt x="554013" y="210455"/>
                </a:lnTo>
                <a:lnTo>
                  <a:pt x="553433" y="209792"/>
                </a:lnTo>
                <a:lnTo>
                  <a:pt x="552884" y="209105"/>
                </a:lnTo>
                <a:lnTo>
                  <a:pt x="552366" y="208395"/>
                </a:lnTo>
                <a:lnTo>
                  <a:pt x="551880" y="207661"/>
                </a:lnTo>
                <a:lnTo>
                  <a:pt x="551426" y="206905"/>
                </a:lnTo>
                <a:lnTo>
                  <a:pt x="551002" y="206125"/>
                </a:lnTo>
                <a:lnTo>
                  <a:pt x="550610" y="205322"/>
                </a:lnTo>
                <a:lnTo>
                  <a:pt x="550250" y="204496"/>
                </a:lnTo>
                <a:lnTo>
                  <a:pt x="549920" y="203647"/>
                </a:lnTo>
                <a:lnTo>
                  <a:pt x="549622" y="202774"/>
                </a:lnTo>
                <a:lnTo>
                  <a:pt x="549356" y="201878"/>
                </a:lnTo>
                <a:lnTo>
                  <a:pt x="549121" y="200959"/>
                </a:lnTo>
                <a:lnTo>
                  <a:pt x="548917" y="200017"/>
                </a:lnTo>
                <a:lnTo>
                  <a:pt x="548744" y="199052"/>
                </a:lnTo>
                <a:lnTo>
                  <a:pt x="548603" y="198064"/>
                </a:lnTo>
                <a:lnTo>
                  <a:pt x="548493" y="197052"/>
                </a:lnTo>
                <a:lnTo>
                  <a:pt x="548415" y="196017"/>
                </a:lnTo>
                <a:lnTo>
                  <a:pt x="548368" y="194959"/>
                </a:lnTo>
                <a:lnTo>
                  <a:pt x="548352" y="193878"/>
                </a:lnTo>
                <a:lnTo>
                  <a:pt x="548355" y="193447"/>
                </a:lnTo>
                <a:lnTo>
                  <a:pt x="548364" y="193020"/>
                </a:lnTo>
                <a:lnTo>
                  <a:pt x="548379" y="192598"/>
                </a:lnTo>
                <a:lnTo>
                  <a:pt x="548400" y="192180"/>
                </a:lnTo>
                <a:lnTo>
                  <a:pt x="548427" y="191766"/>
                </a:lnTo>
                <a:lnTo>
                  <a:pt x="548461" y="191357"/>
                </a:lnTo>
                <a:lnTo>
                  <a:pt x="548500" y="190951"/>
                </a:lnTo>
                <a:lnTo>
                  <a:pt x="548545" y="190551"/>
                </a:lnTo>
                <a:lnTo>
                  <a:pt x="548596" y="190154"/>
                </a:lnTo>
                <a:lnTo>
                  <a:pt x="548653" y="189762"/>
                </a:lnTo>
                <a:lnTo>
                  <a:pt x="548716" y="189374"/>
                </a:lnTo>
                <a:lnTo>
                  <a:pt x="548785" y="188990"/>
                </a:lnTo>
                <a:lnTo>
                  <a:pt x="548860" y="188611"/>
                </a:lnTo>
                <a:lnTo>
                  <a:pt x="548942" y="188236"/>
                </a:lnTo>
                <a:lnTo>
                  <a:pt x="549029" y="187865"/>
                </a:lnTo>
                <a:lnTo>
                  <a:pt x="549122" y="187499"/>
                </a:lnTo>
                <a:lnTo>
                  <a:pt x="549221" y="187137"/>
                </a:lnTo>
                <a:lnTo>
                  <a:pt x="549327" y="186779"/>
                </a:lnTo>
                <a:lnTo>
                  <a:pt x="549438" y="186425"/>
                </a:lnTo>
                <a:lnTo>
                  <a:pt x="549555" y="186076"/>
                </a:lnTo>
                <a:lnTo>
                  <a:pt x="549678" y="185731"/>
                </a:lnTo>
                <a:lnTo>
                  <a:pt x="549808" y="185390"/>
                </a:lnTo>
                <a:lnTo>
                  <a:pt x="549943" y="185054"/>
                </a:lnTo>
                <a:lnTo>
                  <a:pt x="550084" y="184722"/>
                </a:lnTo>
                <a:lnTo>
                  <a:pt x="550323" y="184164"/>
                </a:lnTo>
                <a:lnTo>
                  <a:pt x="550585" y="183604"/>
                </a:lnTo>
                <a:lnTo>
                  <a:pt x="550871" y="183042"/>
                </a:lnTo>
                <a:lnTo>
                  <a:pt x="551181" y="182478"/>
                </a:lnTo>
                <a:lnTo>
                  <a:pt x="551514" y="181911"/>
                </a:lnTo>
                <a:lnTo>
                  <a:pt x="551871" y="181343"/>
                </a:lnTo>
                <a:lnTo>
                  <a:pt x="552251" y="180772"/>
                </a:lnTo>
                <a:lnTo>
                  <a:pt x="552655" y="180199"/>
                </a:lnTo>
                <a:lnTo>
                  <a:pt x="553083" y="179624"/>
                </a:lnTo>
                <a:lnTo>
                  <a:pt x="553534" y="179047"/>
                </a:lnTo>
                <a:lnTo>
                  <a:pt x="554009" y="178467"/>
                </a:lnTo>
                <a:lnTo>
                  <a:pt x="554508" y="177886"/>
                </a:lnTo>
                <a:lnTo>
                  <a:pt x="555030" y="177302"/>
                </a:lnTo>
                <a:lnTo>
                  <a:pt x="555576" y="176717"/>
                </a:lnTo>
                <a:lnTo>
                  <a:pt x="556145" y="176129"/>
                </a:lnTo>
                <a:lnTo>
                  <a:pt x="556738" y="175539"/>
                </a:lnTo>
                <a:lnTo>
                  <a:pt x="557355" y="174946"/>
                </a:lnTo>
                <a:lnTo>
                  <a:pt x="557995" y="174352"/>
                </a:lnTo>
                <a:lnTo>
                  <a:pt x="558659" y="173756"/>
                </a:lnTo>
                <a:lnTo>
                  <a:pt x="559347" y="173157"/>
                </a:lnTo>
                <a:lnTo>
                  <a:pt x="560058" y="172556"/>
                </a:lnTo>
                <a:lnTo>
                  <a:pt x="560793" y="171953"/>
                </a:lnTo>
                <a:lnTo>
                  <a:pt x="561551" y="171348"/>
                </a:lnTo>
                <a:lnTo>
                  <a:pt x="562333" y="170741"/>
                </a:lnTo>
                <a:lnTo>
                  <a:pt x="562850" y="170357"/>
                </a:lnTo>
                <a:lnTo>
                  <a:pt x="563349" y="169990"/>
                </a:lnTo>
                <a:lnTo>
                  <a:pt x="563830" y="169639"/>
                </a:lnTo>
                <a:lnTo>
                  <a:pt x="564292" y="169304"/>
                </a:lnTo>
                <a:lnTo>
                  <a:pt x="564737" y="168986"/>
                </a:lnTo>
                <a:lnTo>
                  <a:pt x="565163" y="168684"/>
                </a:lnTo>
                <a:lnTo>
                  <a:pt x="565572" y="168398"/>
                </a:lnTo>
                <a:lnTo>
                  <a:pt x="565963" y="168129"/>
                </a:lnTo>
                <a:lnTo>
                  <a:pt x="566335" y="167876"/>
                </a:lnTo>
                <a:lnTo>
                  <a:pt x="566689" y="167639"/>
                </a:lnTo>
                <a:lnTo>
                  <a:pt x="567026" y="167419"/>
                </a:lnTo>
                <a:lnTo>
                  <a:pt x="567344" y="167215"/>
                </a:lnTo>
                <a:lnTo>
                  <a:pt x="567644" y="167027"/>
                </a:lnTo>
                <a:lnTo>
                  <a:pt x="567927" y="166856"/>
                </a:lnTo>
                <a:lnTo>
                  <a:pt x="568191" y="166700"/>
                </a:lnTo>
                <a:lnTo>
                  <a:pt x="568437" y="166562"/>
                </a:lnTo>
                <a:lnTo>
                  <a:pt x="568665" y="166439"/>
                </a:lnTo>
                <a:lnTo>
                  <a:pt x="568875" y="166333"/>
                </a:lnTo>
                <a:lnTo>
                  <a:pt x="569067" y="166243"/>
                </a:lnTo>
                <a:lnTo>
                  <a:pt x="569241" y="166170"/>
                </a:lnTo>
                <a:lnTo>
                  <a:pt x="569397" y="166113"/>
                </a:lnTo>
                <a:lnTo>
                  <a:pt x="569535" y="166072"/>
                </a:lnTo>
                <a:lnTo>
                  <a:pt x="569655" y="166047"/>
                </a:lnTo>
                <a:lnTo>
                  <a:pt x="569757" y="166039"/>
                </a:lnTo>
                <a:lnTo>
                  <a:pt x="569789" y="166040"/>
                </a:lnTo>
                <a:lnTo>
                  <a:pt x="569823" y="166042"/>
                </a:lnTo>
                <a:lnTo>
                  <a:pt x="569859" y="166045"/>
                </a:lnTo>
                <a:lnTo>
                  <a:pt x="569898" y="166050"/>
                </a:lnTo>
                <a:lnTo>
                  <a:pt x="569938" y="166055"/>
                </a:lnTo>
                <a:close/>
                <a:moveTo>
                  <a:pt x="612556" y="67838"/>
                </a:moveTo>
                <a:lnTo>
                  <a:pt x="613470" y="68181"/>
                </a:lnTo>
                <a:lnTo>
                  <a:pt x="614335" y="68587"/>
                </a:lnTo>
                <a:lnTo>
                  <a:pt x="615150" y="69054"/>
                </a:lnTo>
                <a:lnTo>
                  <a:pt x="615916" y="69584"/>
                </a:lnTo>
                <a:lnTo>
                  <a:pt x="616632" y="70176"/>
                </a:lnTo>
                <a:lnTo>
                  <a:pt x="617299" y="70831"/>
                </a:lnTo>
                <a:lnTo>
                  <a:pt x="617917" y="71548"/>
                </a:lnTo>
                <a:lnTo>
                  <a:pt x="618485" y="72327"/>
                </a:lnTo>
                <a:lnTo>
                  <a:pt x="619004" y="73169"/>
                </a:lnTo>
                <a:lnTo>
                  <a:pt x="619473" y="74073"/>
                </a:lnTo>
                <a:lnTo>
                  <a:pt x="619893" y="75039"/>
                </a:lnTo>
                <a:lnTo>
                  <a:pt x="620264" y="76068"/>
                </a:lnTo>
                <a:lnTo>
                  <a:pt x="620585" y="77159"/>
                </a:lnTo>
                <a:lnTo>
                  <a:pt x="620856" y="78313"/>
                </a:lnTo>
                <a:lnTo>
                  <a:pt x="621079" y="79528"/>
                </a:lnTo>
                <a:lnTo>
                  <a:pt x="621252" y="80806"/>
                </a:lnTo>
                <a:lnTo>
                  <a:pt x="621375" y="82147"/>
                </a:lnTo>
                <a:lnTo>
                  <a:pt x="621449" y="83550"/>
                </a:lnTo>
                <a:lnTo>
                  <a:pt x="621474" y="85015"/>
                </a:lnTo>
                <a:lnTo>
                  <a:pt x="621460" y="86224"/>
                </a:lnTo>
                <a:lnTo>
                  <a:pt x="621420" y="87431"/>
                </a:lnTo>
                <a:lnTo>
                  <a:pt x="621352" y="88638"/>
                </a:lnTo>
                <a:lnTo>
                  <a:pt x="621257" y="89843"/>
                </a:lnTo>
                <a:lnTo>
                  <a:pt x="621136" y="91046"/>
                </a:lnTo>
                <a:lnTo>
                  <a:pt x="620987" y="92249"/>
                </a:lnTo>
                <a:lnTo>
                  <a:pt x="620811" y="93450"/>
                </a:lnTo>
                <a:lnTo>
                  <a:pt x="620608" y="94650"/>
                </a:lnTo>
                <a:lnTo>
                  <a:pt x="620378" y="95848"/>
                </a:lnTo>
                <a:lnTo>
                  <a:pt x="620121" y="97046"/>
                </a:lnTo>
                <a:lnTo>
                  <a:pt x="619836" y="98242"/>
                </a:lnTo>
                <a:lnTo>
                  <a:pt x="619525" y="99436"/>
                </a:lnTo>
                <a:lnTo>
                  <a:pt x="619187" y="100630"/>
                </a:lnTo>
                <a:lnTo>
                  <a:pt x="618822" y="101822"/>
                </a:lnTo>
                <a:lnTo>
                  <a:pt x="618429" y="103013"/>
                </a:lnTo>
                <a:lnTo>
                  <a:pt x="618010" y="104202"/>
                </a:lnTo>
                <a:lnTo>
                  <a:pt x="617563" y="105391"/>
                </a:lnTo>
                <a:lnTo>
                  <a:pt x="617089" y="106578"/>
                </a:lnTo>
                <a:lnTo>
                  <a:pt x="616589" y="107763"/>
                </a:lnTo>
                <a:lnTo>
                  <a:pt x="616061" y="108948"/>
                </a:lnTo>
                <a:lnTo>
                  <a:pt x="615506" y="110131"/>
                </a:lnTo>
                <a:lnTo>
                  <a:pt x="614924" y="111313"/>
                </a:lnTo>
                <a:lnTo>
                  <a:pt x="614315" y="112493"/>
                </a:lnTo>
                <a:lnTo>
                  <a:pt x="613679" y="113673"/>
                </a:lnTo>
                <a:lnTo>
                  <a:pt x="612939" y="114957"/>
                </a:lnTo>
                <a:lnTo>
                  <a:pt x="612184" y="116187"/>
                </a:lnTo>
                <a:lnTo>
                  <a:pt x="611414" y="117363"/>
                </a:lnTo>
                <a:lnTo>
                  <a:pt x="610627" y="118483"/>
                </a:lnTo>
                <a:lnTo>
                  <a:pt x="609826" y="119549"/>
                </a:lnTo>
                <a:lnTo>
                  <a:pt x="609009" y="120561"/>
                </a:lnTo>
                <a:lnTo>
                  <a:pt x="608176" y="121517"/>
                </a:lnTo>
                <a:lnTo>
                  <a:pt x="607328" y="122419"/>
                </a:lnTo>
                <a:lnTo>
                  <a:pt x="606464" y="123267"/>
                </a:lnTo>
                <a:lnTo>
                  <a:pt x="605586" y="124059"/>
                </a:lnTo>
                <a:lnTo>
                  <a:pt x="604691" y="124797"/>
                </a:lnTo>
                <a:lnTo>
                  <a:pt x="603781" y="125481"/>
                </a:lnTo>
                <a:lnTo>
                  <a:pt x="602856" y="126109"/>
                </a:lnTo>
                <a:lnTo>
                  <a:pt x="601915" y="126683"/>
                </a:lnTo>
                <a:lnTo>
                  <a:pt x="600959" y="127203"/>
                </a:lnTo>
                <a:lnTo>
                  <a:pt x="599987" y="127667"/>
                </a:lnTo>
                <a:lnTo>
                  <a:pt x="599000" y="128077"/>
                </a:lnTo>
                <a:lnTo>
                  <a:pt x="597997" y="128433"/>
                </a:lnTo>
                <a:lnTo>
                  <a:pt x="596979" y="128733"/>
                </a:lnTo>
                <a:lnTo>
                  <a:pt x="595945" y="128979"/>
                </a:lnTo>
                <a:lnTo>
                  <a:pt x="594896" y="129171"/>
                </a:lnTo>
                <a:lnTo>
                  <a:pt x="593832" y="129307"/>
                </a:lnTo>
                <a:lnTo>
                  <a:pt x="592752" y="129389"/>
                </a:lnTo>
                <a:lnTo>
                  <a:pt x="591656" y="129417"/>
                </a:lnTo>
                <a:lnTo>
                  <a:pt x="591165" y="129410"/>
                </a:lnTo>
                <a:lnTo>
                  <a:pt x="590680" y="129392"/>
                </a:lnTo>
                <a:lnTo>
                  <a:pt x="590202" y="129361"/>
                </a:lnTo>
                <a:lnTo>
                  <a:pt x="589732" y="129318"/>
                </a:lnTo>
                <a:lnTo>
                  <a:pt x="589268" y="129262"/>
                </a:lnTo>
                <a:lnTo>
                  <a:pt x="588810" y="129194"/>
                </a:lnTo>
                <a:lnTo>
                  <a:pt x="588360" y="129113"/>
                </a:lnTo>
                <a:lnTo>
                  <a:pt x="587917" y="129020"/>
                </a:lnTo>
                <a:lnTo>
                  <a:pt x="587480" y="128915"/>
                </a:lnTo>
                <a:lnTo>
                  <a:pt x="587051" y="128797"/>
                </a:lnTo>
                <a:lnTo>
                  <a:pt x="586628" y="128667"/>
                </a:lnTo>
                <a:lnTo>
                  <a:pt x="586212" y="128524"/>
                </a:lnTo>
                <a:lnTo>
                  <a:pt x="585803" y="128370"/>
                </a:lnTo>
                <a:lnTo>
                  <a:pt x="585401" y="128202"/>
                </a:lnTo>
                <a:lnTo>
                  <a:pt x="585006" y="128023"/>
                </a:lnTo>
                <a:lnTo>
                  <a:pt x="584618" y="127831"/>
                </a:lnTo>
                <a:lnTo>
                  <a:pt x="584236" y="127626"/>
                </a:lnTo>
                <a:lnTo>
                  <a:pt x="583861" y="127409"/>
                </a:lnTo>
                <a:lnTo>
                  <a:pt x="583494" y="127180"/>
                </a:lnTo>
                <a:lnTo>
                  <a:pt x="583133" y="126938"/>
                </a:lnTo>
                <a:lnTo>
                  <a:pt x="582779" y="126684"/>
                </a:lnTo>
                <a:lnTo>
                  <a:pt x="582432" y="126418"/>
                </a:lnTo>
                <a:lnTo>
                  <a:pt x="582091" y="126139"/>
                </a:lnTo>
                <a:lnTo>
                  <a:pt x="581758" y="125848"/>
                </a:lnTo>
                <a:lnTo>
                  <a:pt x="581324" y="125438"/>
                </a:lnTo>
                <a:lnTo>
                  <a:pt x="580908" y="125008"/>
                </a:lnTo>
                <a:lnTo>
                  <a:pt x="580511" y="124557"/>
                </a:lnTo>
                <a:lnTo>
                  <a:pt x="580132" y="124086"/>
                </a:lnTo>
                <a:lnTo>
                  <a:pt x="579772" y="123594"/>
                </a:lnTo>
                <a:lnTo>
                  <a:pt x="579431" y="123082"/>
                </a:lnTo>
                <a:lnTo>
                  <a:pt x="579107" y="122549"/>
                </a:lnTo>
                <a:lnTo>
                  <a:pt x="578802" y="121995"/>
                </a:lnTo>
                <a:lnTo>
                  <a:pt x="578516" y="121421"/>
                </a:lnTo>
                <a:lnTo>
                  <a:pt x="578248" y="120827"/>
                </a:lnTo>
                <a:lnTo>
                  <a:pt x="577999" y="120212"/>
                </a:lnTo>
                <a:lnTo>
                  <a:pt x="577768" y="119577"/>
                </a:lnTo>
                <a:lnTo>
                  <a:pt x="577556" y="118921"/>
                </a:lnTo>
                <a:lnTo>
                  <a:pt x="577362" y="118244"/>
                </a:lnTo>
                <a:lnTo>
                  <a:pt x="577186" y="117547"/>
                </a:lnTo>
                <a:lnTo>
                  <a:pt x="577029" y="116830"/>
                </a:lnTo>
                <a:lnTo>
                  <a:pt x="576890" y="116092"/>
                </a:lnTo>
                <a:lnTo>
                  <a:pt x="576770" y="115333"/>
                </a:lnTo>
                <a:lnTo>
                  <a:pt x="576669" y="114554"/>
                </a:lnTo>
                <a:lnTo>
                  <a:pt x="576586" y="113755"/>
                </a:lnTo>
                <a:lnTo>
                  <a:pt x="576521" y="112935"/>
                </a:lnTo>
                <a:lnTo>
                  <a:pt x="576475" y="112094"/>
                </a:lnTo>
                <a:lnTo>
                  <a:pt x="576447" y="111233"/>
                </a:lnTo>
                <a:lnTo>
                  <a:pt x="576438" y="110351"/>
                </a:lnTo>
                <a:lnTo>
                  <a:pt x="576451" y="109175"/>
                </a:lnTo>
                <a:lnTo>
                  <a:pt x="576489" y="108004"/>
                </a:lnTo>
                <a:lnTo>
                  <a:pt x="576552" y="106837"/>
                </a:lnTo>
                <a:lnTo>
                  <a:pt x="576641" y="105674"/>
                </a:lnTo>
                <a:lnTo>
                  <a:pt x="576755" y="104517"/>
                </a:lnTo>
                <a:lnTo>
                  <a:pt x="576894" y="103364"/>
                </a:lnTo>
                <a:lnTo>
                  <a:pt x="577059" y="102216"/>
                </a:lnTo>
                <a:lnTo>
                  <a:pt x="577249" y="101073"/>
                </a:lnTo>
                <a:lnTo>
                  <a:pt x="577464" y="99934"/>
                </a:lnTo>
                <a:lnTo>
                  <a:pt x="577705" y="98800"/>
                </a:lnTo>
                <a:lnTo>
                  <a:pt x="577971" y="97671"/>
                </a:lnTo>
                <a:lnTo>
                  <a:pt x="578263" y="96546"/>
                </a:lnTo>
                <a:lnTo>
                  <a:pt x="578580" y="95426"/>
                </a:lnTo>
                <a:lnTo>
                  <a:pt x="578922" y="94311"/>
                </a:lnTo>
                <a:lnTo>
                  <a:pt x="579289" y="93201"/>
                </a:lnTo>
                <a:lnTo>
                  <a:pt x="579682" y="92095"/>
                </a:lnTo>
                <a:lnTo>
                  <a:pt x="580100" y="90994"/>
                </a:lnTo>
                <a:lnTo>
                  <a:pt x="580544" y="89898"/>
                </a:lnTo>
                <a:lnTo>
                  <a:pt x="581013" y="88806"/>
                </a:lnTo>
                <a:lnTo>
                  <a:pt x="581507" y="87719"/>
                </a:lnTo>
                <a:lnTo>
                  <a:pt x="582027" y="86637"/>
                </a:lnTo>
                <a:lnTo>
                  <a:pt x="582572" y="85559"/>
                </a:lnTo>
                <a:lnTo>
                  <a:pt x="583142" y="84486"/>
                </a:lnTo>
                <a:lnTo>
                  <a:pt x="583738" y="83418"/>
                </a:lnTo>
                <a:lnTo>
                  <a:pt x="583976" y="83000"/>
                </a:lnTo>
                <a:lnTo>
                  <a:pt x="584218" y="82586"/>
                </a:lnTo>
                <a:lnTo>
                  <a:pt x="584463" y="82177"/>
                </a:lnTo>
                <a:lnTo>
                  <a:pt x="584710" y="81771"/>
                </a:lnTo>
                <a:lnTo>
                  <a:pt x="584961" y="81370"/>
                </a:lnTo>
                <a:lnTo>
                  <a:pt x="585215" y="80974"/>
                </a:lnTo>
                <a:lnTo>
                  <a:pt x="585471" y="80581"/>
                </a:lnTo>
                <a:lnTo>
                  <a:pt x="585731" y="80193"/>
                </a:lnTo>
                <a:lnTo>
                  <a:pt x="585994" y="79809"/>
                </a:lnTo>
                <a:lnTo>
                  <a:pt x="586259" y="79429"/>
                </a:lnTo>
                <a:lnTo>
                  <a:pt x="586528" y="79054"/>
                </a:lnTo>
                <a:lnTo>
                  <a:pt x="586800" y="78683"/>
                </a:lnTo>
                <a:lnTo>
                  <a:pt x="587075" y="78316"/>
                </a:lnTo>
                <a:lnTo>
                  <a:pt x="587352" y="77953"/>
                </a:lnTo>
                <a:lnTo>
                  <a:pt x="587633" y="77594"/>
                </a:lnTo>
                <a:lnTo>
                  <a:pt x="587917" y="77240"/>
                </a:lnTo>
                <a:lnTo>
                  <a:pt x="588204" y="76890"/>
                </a:lnTo>
                <a:lnTo>
                  <a:pt x="588493" y="76545"/>
                </a:lnTo>
                <a:lnTo>
                  <a:pt x="588786" y="76203"/>
                </a:lnTo>
                <a:lnTo>
                  <a:pt x="589082" y="75866"/>
                </a:lnTo>
                <a:lnTo>
                  <a:pt x="589381" y="75533"/>
                </a:lnTo>
                <a:lnTo>
                  <a:pt x="589683" y="75204"/>
                </a:lnTo>
                <a:lnTo>
                  <a:pt x="589987" y="74880"/>
                </a:lnTo>
                <a:lnTo>
                  <a:pt x="590295" y="74560"/>
                </a:lnTo>
                <a:lnTo>
                  <a:pt x="590908" y="73948"/>
                </a:lnTo>
                <a:lnTo>
                  <a:pt x="591528" y="73362"/>
                </a:lnTo>
                <a:lnTo>
                  <a:pt x="592157" y="72802"/>
                </a:lnTo>
                <a:lnTo>
                  <a:pt x="592794" y="72268"/>
                </a:lnTo>
                <a:lnTo>
                  <a:pt x="593439" y="71760"/>
                </a:lnTo>
                <a:lnTo>
                  <a:pt x="594092" y="71278"/>
                </a:lnTo>
                <a:lnTo>
                  <a:pt x="594753" y="70823"/>
                </a:lnTo>
                <a:lnTo>
                  <a:pt x="595423" y="70393"/>
                </a:lnTo>
                <a:lnTo>
                  <a:pt x="596101" y="69989"/>
                </a:lnTo>
                <a:lnTo>
                  <a:pt x="596786" y="69611"/>
                </a:lnTo>
                <a:lnTo>
                  <a:pt x="597480" y="69260"/>
                </a:lnTo>
                <a:lnTo>
                  <a:pt x="598183" y="68934"/>
                </a:lnTo>
                <a:lnTo>
                  <a:pt x="598893" y="68635"/>
                </a:lnTo>
                <a:lnTo>
                  <a:pt x="599611" y="68361"/>
                </a:lnTo>
                <a:lnTo>
                  <a:pt x="600338" y="68114"/>
                </a:lnTo>
                <a:lnTo>
                  <a:pt x="601073" y="67893"/>
                </a:lnTo>
                <a:lnTo>
                  <a:pt x="601816" y="67697"/>
                </a:lnTo>
                <a:lnTo>
                  <a:pt x="602567" y="67528"/>
                </a:lnTo>
                <a:lnTo>
                  <a:pt x="603326" y="67385"/>
                </a:lnTo>
                <a:lnTo>
                  <a:pt x="604094" y="67267"/>
                </a:lnTo>
                <a:lnTo>
                  <a:pt x="604870" y="67176"/>
                </a:lnTo>
                <a:lnTo>
                  <a:pt x="605653" y="67111"/>
                </a:lnTo>
                <a:lnTo>
                  <a:pt x="606445" y="67072"/>
                </a:lnTo>
                <a:lnTo>
                  <a:pt x="607246" y="67059"/>
                </a:lnTo>
                <a:lnTo>
                  <a:pt x="608407" y="67090"/>
                </a:lnTo>
                <a:lnTo>
                  <a:pt x="609518" y="67184"/>
                </a:lnTo>
                <a:lnTo>
                  <a:pt x="610580" y="67340"/>
                </a:lnTo>
                <a:lnTo>
                  <a:pt x="611593" y="67558"/>
                </a:lnTo>
                <a:lnTo>
                  <a:pt x="612556" y="67838"/>
                </a:lnTo>
                <a:close/>
                <a:moveTo>
                  <a:pt x="1767315" y="7506"/>
                </a:moveTo>
                <a:lnTo>
                  <a:pt x="1766961" y="7552"/>
                </a:lnTo>
                <a:lnTo>
                  <a:pt x="1766611" y="7608"/>
                </a:lnTo>
                <a:lnTo>
                  <a:pt x="1766265" y="7675"/>
                </a:lnTo>
                <a:lnTo>
                  <a:pt x="1765923" y="7752"/>
                </a:lnTo>
                <a:lnTo>
                  <a:pt x="1765585" y="7839"/>
                </a:lnTo>
                <a:lnTo>
                  <a:pt x="1765250" y="7936"/>
                </a:lnTo>
                <a:lnTo>
                  <a:pt x="1764920" y="8044"/>
                </a:lnTo>
                <a:lnTo>
                  <a:pt x="1764593" y="8162"/>
                </a:lnTo>
                <a:lnTo>
                  <a:pt x="1764270" y="8290"/>
                </a:lnTo>
                <a:lnTo>
                  <a:pt x="1763951" y="8429"/>
                </a:lnTo>
                <a:lnTo>
                  <a:pt x="1763636" y="8577"/>
                </a:lnTo>
                <a:lnTo>
                  <a:pt x="1763325" y="8736"/>
                </a:lnTo>
                <a:lnTo>
                  <a:pt x="1763018" y="8906"/>
                </a:lnTo>
                <a:lnTo>
                  <a:pt x="1762714" y="9085"/>
                </a:lnTo>
                <a:lnTo>
                  <a:pt x="1762414" y="9275"/>
                </a:lnTo>
                <a:lnTo>
                  <a:pt x="1762119" y="9475"/>
                </a:lnTo>
                <a:lnTo>
                  <a:pt x="1761827" y="9685"/>
                </a:lnTo>
                <a:lnTo>
                  <a:pt x="1761539" y="9906"/>
                </a:lnTo>
                <a:lnTo>
                  <a:pt x="1761254" y="10136"/>
                </a:lnTo>
                <a:lnTo>
                  <a:pt x="1760974" y="10377"/>
                </a:lnTo>
                <a:lnTo>
                  <a:pt x="1760631" y="10701"/>
                </a:lnTo>
                <a:lnTo>
                  <a:pt x="1760302" y="11034"/>
                </a:lnTo>
                <a:lnTo>
                  <a:pt x="1759988" y="11377"/>
                </a:lnTo>
                <a:lnTo>
                  <a:pt x="1759689" y="11729"/>
                </a:lnTo>
                <a:lnTo>
                  <a:pt x="1759404" y="12092"/>
                </a:lnTo>
                <a:lnTo>
                  <a:pt x="1759134" y="12464"/>
                </a:lnTo>
                <a:lnTo>
                  <a:pt x="1758878" y="12847"/>
                </a:lnTo>
                <a:lnTo>
                  <a:pt x="1758637" y="13239"/>
                </a:lnTo>
                <a:lnTo>
                  <a:pt x="1758411" y="13640"/>
                </a:lnTo>
                <a:lnTo>
                  <a:pt x="1758199" y="14052"/>
                </a:lnTo>
                <a:lnTo>
                  <a:pt x="1758002" y="14474"/>
                </a:lnTo>
                <a:lnTo>
                  <a:pt x="1757819" y="14905"/>
                </a:lnTo>
                <a:lnTo>
                  <a:pt x="1757651" y="15346"/>
                </a:lnTo>
                <a:lnTo>
                  <a:pt x="1757498" y="15797"/>
                </a:lnTo>
                <a:lnTo>
                  <a:pt x="1757359" y="16258"/>
                </a:lnTo>
                <a:lnTo>
                  <a:pt x="1757235" y="16729"/>
                </a:lnTo>
                <a:lnTo>
                  <a:pt x="1757125" y="17209"/>
                </a:lnTo>
                <a:lnTo>
                  <a:pt x="1757030" y="17699"/>
                </a:lnTo>
                <a:lnTo>
                  <a:pt x="1756950" y="18200"/>
                </a:lnTo>
                <a:lnTo>
                  <a:pt x="1756884" y="18710"/>
                </a:lnTo>
                <a:lnTo>
                  <a:pt x="1756833" y="19229"/>
                </a:lnTo>
                <a:lnTo>
                  <a:pt x="1756797" y="19759"/>
                </a:lnTo>
                <a:lnTo>
                  <a:pt x="1756775" y="20298"/>
                </a:lnTo>
                <a:lnTo>
                  <a:pt x="1756767" y="20848"/>
                </a:lnTo>
                <a:lnTo>
                  <a:pt x="1756773" y="21346"/>
                </a:lnTo>
                <a:lnTo>
                  <a:pt x="1756789" y="21836"/>
                </a:lnTo>
                <a:lnTo>
                  <a:pt x="1756816" y="22316"/>
                </a:lnTo>
                <a:lnTo>
                  <a:pt x="1756853" y="22788"/>
                </a:lnTo>
                <a:lnTo>
                  <a:pt x="1756902" y="23250"/>
                </a:lnTo>
                <a:lnTo>
                  <a:pt x="1756961" y="23704"/>
                </a:lnTo>
                <a:lnTo>
                  <a:pt x="1757031" y="24148"/>
                </a:lnTo>
                <a:lnTo>
                  <a:pt x="1757111" y="24584"/>
                </a:lnTo>
                <a:lnTo>
                  <a:pt x="1757202" y="25011"/>
                </a:lnTo>
                <a:lnTo>
                  <a:pt x="1757305" y="25428"/>
                </a:lnTo>
                <a:lnTo>
                  <a:pt x="1757417" y="25837"/>
                </a:lnTo>
                <a:lnTo>
                  <a:pt x="1757541" y="26237"/>
                </a:lnTo>
                <a:lnTo>
                  <a:pt x="1757675" y="26627"/>
                </a:lnTo>
                <a:lnTo>
                  <a:pt x="1757820" y="27009"/>
                </a:lnTo>
                <a:lnTo>
                  <a:pt x="1757976" y="27382"/>
                </a:lnTo>
                <a:lnTo>
                  <a:pt x="1758142" y="27745"/>
                </a:lnTo>
                <a:lnTo>
                  <a:pt x="1758319" y="28100"/>
                </a:lnTo>
                <a:lnTo>
                  <a:pt x="1758507" y="28446"/>
                </a:lnTo>
                <a:lnTo>
                  <a:pt x="1758706" y="28783"/>
                </a:lnTo>
                <a:lnTo>
                  <a:pt x="1758916" y="29111"/>
                </a:lnTo>
                <a:lnTo>
                  <a:pt x="1759136" y="29429"/>
                </a:lnTo>
                <a:lnTo>
                  <a:pt x="1759367" y="29739"/>
                </a:lnTo>
                <a:lnTo>
                  <a:pt x="1759608" y="30040"/>
                </a:lnTo>
                <a:lnTo>
                  <a:pt x="1759861" y="30332"/>
                </a:lnTo>
                <a:lnTo>
                  <a:pt x="1760163" y="30643"/>
                </a:lnTo>
                <a:lnTo>
                  <a:pt x="1760471" y="30942"/>
                </a:lnTo>
                <a:lnTo>
                  <a:pt x="1760785" y="31226"/>
                </a:lnTo>
                <a:lnTo>
                  <a:pt x="1761105" y="31498"/>
                </a:lnTo>
                <a:lnTo>
                  <a:pt x="1761431" y="31756"/>
                </a:lnTo>
                <a:lnTo>
                  <a:pt x="1761763" y="32002"/>
                </a:lnTo>
                <a:lnTo>
                  <a:pt x="1762101" y="32233"/>
                </a:lnTo>
                <a:lnTo>
                  <a:pt x="1762445" y="32452"/>
                </a:lnTo>
                <a:lnTo>
                  <a:pt x="1762795" y="32657"/>
                </a:lnTo>
                <a:lnTo>
                  <a:pt x="1763151" y="32850"/>
                </a:lnTo>
                <a:lnTo>
                  <a:pt x="1763514" y="33029"/>
                </a:lnTo>
                <a:lnTo>
                  <a:pt x="1763882" y="33194"/>
                </a:lnTo>
                <a:lnTo>
                  <a:pt x="1764256" y="33347"/>
                </a:lnTo>
                <a:lnTo>
                  <a:pt x="1764636" y="33486"/>
                </a:lnTo>
                <a:lnTo>
                  <a:pt x="1765022" y="33612"/>
                </a:lnTo>
                <a:lnTo>
                  <a:pt x="1765415" y="33724"/>
                </a:lnTo>
                <a:lnTo>
                  <a:pt x="1765813" y="33824"/>
                </a:lnTo>
                <a:lnTo>
                  <a:pt x="1766217" y="33910"/>
                </a:lnTo>
                <a:lnTo>
                  <a:pt x="1766627" y="33983"/>
                </a:lnTo>
                <a:lnTo>
                  <a:pt x="1767044" y="34042"/>
                </a:lnTo>
                <a:lnTo>
                  <a:pt x="1767466" y="34089"/>
                </a:lnTo>
                <a:lnTo>
                  <a:pt x="1767894" y="34122"/>
                </a:lnTo>
                <a:lnTo>
                  <a:pt x="1768329" y="34142"/>
                </a:lnTo>
                <a:lnTo>
                  <a:pt x="1768769" y="34148"/>
                </a:lnTo>
                <a:lnTo>
                  <a:pt x="1769168" y="34143"/>
                </a:lnTo>
                <a:lnTo>
                  <a:pt x="1769562" y="34127"/>
                </a:lnTo>
                <a:lnTo>
                  <a:pt x="1769950" y="34100"/>
                </a:lnTo>
                <a:lnTo>
                  <a:pt x="1770333" y="34063"/>
                </a:lnTo>
                <a:lnTo>
                  <a:pt x="1770710" y="34015"/>
                </a:lnTo>
                <a:lnTo>
                  <a:pt x="1771081" y="33956"/>
                </a:lnTo>
                <a:lnTo>
                  <a:pt x="1771447" y="33886"/>
                </a:lnTo>
                <a:lnTo>
                  <a:pt x="1771807" y="33806"/>
                </a:lnTo>
                <a:lnTo>
                  <a:pt x="1772162" y="33715"/>
                </a:lnTo>
                <a:lnTo>
                  <a:pt x="1772511" y="33614"/>
                </a:lnTo>
                <a:lnTo>
                  <a:pt x="1772854" y="33502"/>
                </a:lnTo>
                <a:lnTo>
                  <a:pt x="1773192" y="33379"/>
                </a:lnTo>
                <a:lnTo>
                  <a:pt x="1773524" y="33245"/>
                </a:lnTo>
                <a:lnTo>
                  <a:pt x="1773851" y="33101"/>
                </a:lnTo>
                <a:lnTo>
                  <a:pt x="1774172" y="32946"/>
                </a:lnTo>
                <a:lnTo>
                  <a:pt x="1774488" y="32780"/>
                </a:lnTo>
                <a:lnTo>
                  <a:pt x="1774798" y="32604"/>
                </a:lnTo>
                <a:lnTo>
                  <a:pt x="1775102" y="32417"/>
                </a:lnTo>
                <a:lnTo>
                  <a:pt x="1775401" y="32219"/>
                </a:lnTo>
                <a:lnTo>
                  <a:pt x="1775694" y="32011"/>
                </a:lnTo>
                <a:lnTo>
                  <a:pt x="1775982" y="31792"/>
                </a:lnTo>
                <a:lnTo>
                  <a:pt x="1776264" y="31562"/>
                </a:lnTo>
                <a:lnTo>
                  <a:pt x="1776540" y="31322"/>
                </a:lnTo>
                <a:lnTo>
                  <a:pt x="1776811" y="31071"/>
                </a:lnTo>
                <a:lnTo>
                  <a:pt x="1777174" y="30719"/>
                </a:lnTo>
                <a:lnTo>
                  <a:pt x="1777522" y="30363"/>
                </a:lnTo>
                <a:lnTo>
                  <a:pt x="1777855" y="30002"/>
                </a:lnTo>
                <a:lnTo>
                  <a:pt x="1778172" y="29637"/>
                </a:lnTo>
                <a:lnTo>
                  <a:pt x="1778474" y="29267"/>
                </a:lnTo>
                <a:lnTo>
                  <a:pt x="1778760" y="28892"/>
                </a:lnTo>
                <a:lnTo>
                  <a:pt x="1779030" y="28512"/>
                </a:lnTo>
                <a:lnTo>
                  <a:pt x="1779285" y="28128"/>
                </a:lnTo>
                <a:lnTo>
                  <a:pt x="1779525" y="27739"/>
                </a:lnTo>
                <a:lnTo>
                  <a:pt x="1779749" y="27345"/>
                </a:lnTo>
                <a:lnTo>
                  <a:pt x="1779958" y="26947"/>
                </a:lnTo>
                <a:lnTo>
                  <a:pt x="1780152" y="26544"/>
                </a:lnTo>
                <a:lnTo>
                  <a:pt x="1780329" y="26136"/>
                </a:lnTo>
                <a:lnTo>
                  <a:pt x="1780492" y="25724"/>
                </a:lnTo>
                <a:lnTo>
                  <a:pt x="1780639" y="25306"/>
                </a:lnTo>
                <a:lnTo>
                  <a:pt x="1780770" y="24884"/>
                </a:lnTo>
                <a:lnTo>
                  <a:pt x="1780886" y="24458"/>
                </a:lnTo>
                <a:lnTo>
                  <a:pt x="1780987" y="24026"/>
                </a:lnTo>
                <a:lnTo>
                  <a:pt x="1781072" y="23590"/>
                </a:lnTo>
                <a:lnTo>
                  <a:pt x="1781141" y="23149"/>
                </a:lnTo>
                <a:lnTo>
                  <a:pt x="1781196" y="22704"/>
                </a:lnTo>
                <a:lnTo>
                  <a:pt x="1781234" y="22253"/>
                </a:lnTo>
                <a:lnTo>
                  <a:pt x="1781257" y="21798"/>
                </a:lnTo>
                <a:lnTo>
                  <a:pt x="1781265" y="21339"/>
                </a:lnTo>
                <a:lnTo>
                  <a:pt x="1781259" y="20899"/>
                </a:lnTo>
                <a:lnTo>
                  <a:pt x="1781239" y="20463"/>
                </a:lnTo>
                <a:lnTo>
                  <a:pt x="1781207" y="20029"/>
                </a:lnTo>
                <a:lnTo>
                  <a:pt x="1781162" y="19598"/>
                </a:lnTo>
                <a:lnTo>
                  <a:pt x="1781104" y="19171"/>
                </a:lnTo>
                <a:lnTo>
                  <a:pt x="1781033" y="18746"/>
                </a:lnTo>
                <a:lnTo>
                  <a:pt x="1780949" y="18324"/>
                </a:lnTo>
                <a:lnTo>
                  <a:pt x="1780853" y="17905"/>
                </a:lnTo>
                <a:lnTo>
                  <a:pt x="1780743" y="17490"/>
                </a:lnTo>
                <a:lnTo>
                  <a:pt x="1780621" y="17077"/>
                </a:lnTo>
                <a:lnTo>
                  <a:pt x="1780485" y="16667"/>
                </a:lnTo>
                <a:lnTo>
                  <a:pt x="1780337" y="16260"/>
                </a:lnTo>
                <a:lnTo>
                  <a:pt x="1780176" y="15856"/>
                </a:lnTo>
                <a:lnTo>
                  <a:pt x="1780002" y="15456"/>
                </a:lnTo>
                <a:lnTo>
                  <a:pt x="1779815" y="15058"/>
                </a:lnTo>
                <a:lnTo>
                  <a:pt x="1779615" y="14663"/>
                </a:lnTo>
                <a:lnTo>
                  <a:pt x="1779403" y="14271"/>
                </a:lnTo>
                <a:lnTo>
                  <a:pt x="1779177" y="13882"/>
                </a:lnTo>
                <a:lnTo>
                  <a:pt x="1778939" y="13496"/>
                </a:lnTo>
                <a:lnTo>
                  <a:pt x="1778687" y="13113"/>
                </a:lnTo>
                <a:lnTo>
                  <a:pt x="1778423" y="12733"/>
                </a:lnTo>
                <a:lnTo>
                  <a:pt x="1778146" y="12356"/>
                </a:lnTo>
                <a:lnTo>
                  <a:pt x="1777856" y="11982"/>
                </a:lnTo>
                <a:lnTo>
                  <a:pt x="1777553" y="11611"/>
                </a:lnTo>
                <a:lnTo>
                  <a:pt x="1777242" y="11269"/>
                </a:lnTo>
                <a:lnTo>
                  <a:pt x="1776925" y="10942"/>
                </a:lnTo>
                <a:lnTo>
                  <a:pt x="1776604" y="10629"/>
                </a:lnTo>
                <a:lnTo>
                  <a:pt x="1776278" y="10331"/>
                </a:lnTo>
                <a:lnTo>
                  <a:pt x="1775948" y="10048"/>
                </a:lnTo>
                <a:lnTo>
                  <a:pt x="1775612" y="9779"/>
                </a:lnTo>
                <a:lnTo>
                  <a:pt x="1775272" y="9524"/>
                </a:lnTo>
                <a:lnTo>
                  <a:pt x="1774928" y="9285"/>
                </a:lnTo>
                <a:lnTo>
                  <a:pt x="1774578" y="9059"/>
                </a:lnTo>
                <a:lnTo>
                  <a:pt x="1774224" y="8848"/>
                </a:lnTo>
                <a:lnTo>
                  <a:pt x="1773865" y="8652"/>
                </a:lnTo>
                <a:lnTo>
                  <a:pt x="1773501" y="8470"/>
                </a:lnTo>
                <a:lnTo>
                  <a:pt x="1773133" y="8303"/>
                </a:lnTo>
                <a:lnTo>
                  <a:pt x="1772760" y="8150"/>
                </a:lnTo>
                <a:lnTo>
                  <a:pt x="1772382" y="8012"/>
                </a:lnTo>
                <a:lnTo>
                  <a:pt x="1771999" y="7889"/>
                </a:lnTo>
                <a:lnTo>
                  <a:pt x="1771612" y="7780"/>
                </a:lnTo>
                <a:lnTo>
                  <a:pt x="1771220" y="7685"/>
                </a:lnTo>
                <a:lnTo>
                  <a:pt x="1770823" y="7605"/>
                </a:lnTo>
                <a:lnTo>
                  <a:pt x="1770422" y="7540"/>
                </a:lnTo>
                <a:lnTo>
                  <a:pt x="1770016" y="7489"/>
                </a:lnTo>
                <a:lnTo>
                  <a:pt x="1769605" y="7453"/>
                </a:lnTo>
                <a:lnTo>
                  <a:pt x="1769189" y="7431"/>
                </a:lnTo>
                <a:lnTo>
                  <a:pt x="1768769" y="7424"/>
                </a:lnTo>
                <a:lnTo>
                  <a:pt x="1768400" y="7429"/>
                </a:lnTo>
                <a:lnTo>
                  <a:pt x="1768034" y="7444"/>
                </a:lnTo>
                <a:lnTo>
                  <a:pt x="1767673" y="7470"/>
                </a:lnTo>
                <a:lnTo>
                  <a:pt x="1767315" y="7506"/>
                </a:lnTo>
                <a:close/>
                <a:moveTo>
                  <a:pt x="2198219" y="69162"/>
                </a:moveTo>
                <a:lnTo>
                  <a:pt x="2198090" y="68776"/>
                </a:lnTo>
                <a:lnTo>
                  <a:pt x="2197951" y="68399"/>
                </a:lnTo>
                <a:lnTo>
                  <a:pt x="2197801" y="68033"/>
                </a:lnTo>
                <a:lnTo>
                  <a:pt x="2197642" y="67678"/>
                </a:lnTo>
                <a:lnTo>
                  <a:pt x="2197472" y="67332"/>
                </a:lnTo>
                <a:lnTo>
                  <a:pt x="2197291" y="66997"/>
                </a:lnTo>
                <a:lnTo>
                  <a:pt x="2197100" y="66672"/>
                </a:lnTo>
                <a:lnTo>
                  <a:pt x="2196899" y="66358"/>
                </a:lnTo>
                <a:lnTo>
                  <a:pt x="2196688" y="66054"/>
                </a:lnTo>
                <a:lnTo>
                  <a:pt x="2196466" y="65760"/>
                </a:lnTo>
                <a:lnTo>
                  <a:pt x="2196234" y="65476"/>
                </a:lnTo>
                <a:lnTo>
                  <a:pt x="2195992" y="65203"/>
                </a:lnTo>
                <a:lnTo>
                  <a:pt x="2195680" y="64890"/>
                </a:lnTo>
                <a:lnTo>
                  <a:pt x="2195362" y="64591"/>
                </a:lnTo>
                <a:lnTo>
                  <a:pt x="2195039" y="64304"/>
                </a:lnTo>
                <a:lnTo>
                  <a:pt x="2194710" y="64031"/>
                </a:lnTo>
                <a:lnTo>
                  <a:pt x="2194376" y="63772"/>
                </a:lnTo>
                <a:lnTo>
                  <a:pt x="2194036" y="63525"/>
                </a:lnTo>
                <a:lnTo>
                  <a:pt x="2193690" y="63292"/>
                </a:lnTo>
                <a:lnTo>
                  <a:pt x="2193339" y="63072"/>
                </a:lnTo>
                <a:lnTo>
                  <a:pt x="2192982" y="62866"/>
                </a:lnTo>
                <a:lnTo>
                  <a:pt x="2192620" y="62673"/>
                </a:lnTo>
                <a:lnTo>
                  <a:pt x="2192252" y="62493"/>
                </a:lnTo>
                <a:lnTo>
                  <a:pt x="2191878" y="62327"/>
                </a:lnTo>
                <a:lnTo>
                  <a:pt x="2191499" y="62173"/>
                </a:lnTo>
                <a:lnTo>
                  <a:pt x="2191114" y="62034"/>
                </a:lnTo>
                <a:lnTo>
                  <a:pt x="2190724" y="61907"/>
                </a:lnTo>
                <a:lnTo>
                  <a:pt x="2190328" y="61794"/>
                </a:lnTo>
                <a:lnTo>
                  <a:pt x="2189927" y="61694"/>
                </a:lnTo>
                <a:lnTo>
                  <a:pt x="2189520" y="61607"/>
                </a:lnTo>
                <a:lnTo>
                  <a:pt x="2189107" y="61534"/>
                </a:lnTo>
                <a:lnTo>
                  <a:pt x="2188689" y="61474"/>
                </a:lnTo>
                <a:lnTo>
                  <a:pt x="2188265" y="61428"/>
                </a:lnTo>
                <a:lnTo>
                  <a:pt x="2187836" y="61394"/>
                </a:lnTo>
                <a:lnTo>
                  <a:pt x="2187401" y="61374"/>
                </a:lnTo>
                <a:lnTo>
                  <a:pt x="2186960" y="61368"/>
                </a:lnTo>
                <a:lnTo>
                  <a:pt x="2186088" y="61396"/>
                </a:lnTo>
                <a:lnTo>
                  <a:pt x="2185202" y="61483"/>
                </a:lnTo>
                <a:lnTo>
                  <a:pt x="2184304" y="61626"/>
                </a:lnTo>
                <a:lnTo>
                  <a:pt x="2183393" y="61828"/>
                </a:lnTo>
                <a:lnTo>
                  <a:pt x="2182469" y="62086"/>
                </a:lnTo>
                <a:lnTo>
                  <a:pt x="2181532" y="62403"/>
                </a:lnTo>
                <a:lnTo>
                  <a:pt x="2180582" y="62776"/>
                </a:lnTo>
                <a:lnTo>
                  <a:pt x="2179619" y="63208"/>
                </a:lnTo>
                <a:lnTo>
                  <a:pt x="2178643" y="63696"/>
                </a:lnTo>
                <a:lnTo>
                  <a:pt x="2177655" y="64243"/>
                </a:lnTo>
                <a:lnTo>
                  <a:pt x="2176653" y="64846"/>
                </a:lnTo>
                <a:lnTo>
                  <a:pt x="2175639" y="65508"/>
                </a:lnTo>
                <a:lnTo>
                  <a:pt x="2174612" y="66226"/>
                </a:lnTo>
                <a:lnTo>
                  <a:pt x="2173572" y="67003"/>
                </a:lnTo>
                <a:lnTo>
                  <a:pt x="2172519" y="67836"/>
                </a:lnTo>
                <a:lnTo>
                  <a:pt x="2171453" y="68728"/>
                </a:lnTo>
                <a:lnTo>
                  <a:pt x="2170374" y="69676"/>
                </a:lnTo>
                <a:lnTo>
                  <a:pt x="2169283" y="70683"/>
                </a:lnTo>
                <a:lnTo>
                  <a:pt x="2168178" y="71746"/>
                </a:lnTo>
                <a:lnTo>
                  <a:pt x="2167061" y="72868"/>
                </a:lnTo>
                <a:lnTo>
                  <a:pt x="2165931" y="74046"/>
                </a:lnTo>
                <a:lnTo>
                  <a:pt x="2164787" y="75283"/>
                </a:lnTo>
                <a:lnTo>
                  <a:pt x="2163631" y="76576"/>
                </a:lnTo>
                <a:lnTo>
                  <a:pt x="2162462" y="77928"/>
                </a:lnTo>
                <a:lnTo>
                  <a:pt x="2161312" y="79302"/>
                </a:lnTo>
                <a:lnTo>
                  <a:pt x="2160192" y="80664"/>
                </a:lnTo>
                <a:lnTo>
                  <a:pt x="2159103" y="82015"/>
                </a:lnTo>
                <a:lnTo>
                  <a:pt x="2158043" y="83355"/>
                </a:lnTo>
                <a:lnTo>
                  <a:pt x="2157013" y="84683"/>
                </a:lnTo>
                <a:lnTo>
                  <a:pt x="2156013" y="85999"/>
                </a:lnTo>
                <a:lnTo>
                  <a:pt x="2155044" y="87304"/>
                </a:lnTo>
                <a:lnTo>
                  <a:pt x="2154104" y="88597"/>
                </a:lnTo>
                <a:lnTo>
                  <a:pt x="2153195" y="89879"/>
                </a:lnTo>
                <a:lnTo>
                  <a:pt x="2152315" y="91149"/>
                </a:lnTo>
                <a:lnTo>
                  <a:pt x="2151466" y="92407"/>
                </a:lnTo>
                <a:lnTo>
                  <a:pt x="2150647" y="93654"/>
                </a:lnTo>
                <a:lnTo>
                  <a:pt x="2149857" y="94890"/>
                </a:lnTo>
                <a:lnTo>
                  <a:pt x="2149098" y="96113"/>
                </a:lnTo>
                <a:lnTo>
                  <a:pt x="2148369" y="97326"/>
                </a:lnTo>
                <a:lnTo>
                  <a:pt x="2147670" y="98526"/>
                </a:lnTo>
                <a:lnTo>
                  <a:pt x="2147001" y="99715"/>
                </a:lnTo>
                <a:lnTo>
                  <a:pt x="2146363" y="100893"/>
                </a:lnTo>
                <a:lnTo>
                  <a:pt x="2145754" y="102059"/>
                </a:lnTo>
                <a:lnTo>
                  <a:pt x="2145175" y="103213"/>
                </a:lnTo>
                <a:lnTo>
                  <a:pt x="2144627" y="104356"/>
                </a:lnTo>
                <a:lnTo>
                  <a:pt x="2144108" y="105487"/>
                </a:lnTo>
                <a:lnTo>
                  <a:pt x="2143620" y="106606"/>
                </a:lnTo>
                <a:lnTo>
                  <a:pt x="2143161" y="107714"/>
                </a:lnTo>
                <a:lnTo>
                  <a:pt x="2139450" y="116982"/>
                </a:lnTo>
                <a:lnTo>
                  <a:pt x="2153059" y="61863"/>
                </a:lnTo>
                <a:lnTo>
                  <a:pt x="2152193" y="61368"/>
                </a:lnTo>
                <a:lnTo>
                  <a:pt x="2150564" y="61657"/>
                </a:lnTo>
                <a:lnTo>
                  <a:pt x="2148934" y="61945"/>
                </a:lnTo>
                <a:lnTo>
                  <a:pt x="2147304" y="62233"/>
                </a:lnTo>
                <a:lnTo>
                  <a:pt x="2145674" y="62520"/>
                </a:lnTo>
                <a:lnTo>
                  <a:pt x="2144043" y="62807"/>
                </a:lnTo>
                <a:lnTo>
                  <a:pt x="2142411" y="63094"/>
                </a:lnTo>
                <a:lnTo>
                  <a:pt x="2140779" y="63380"/>
                </a:lnTo>
                <a:lnTo>
                  <a:pt x="2139147" y="63666"/>
                </a:lnTo>
                <a:lnTo>
                  <a:pt x="2137514" y="63951"/>
                </a:lnTo>
                <a:lnTo>
                  <a:pt x="2135881" y="64236"/>
                </a:lnTo>
                <a:lnTo>
                  <a:pt x="2134248" y="64520"/>
                </a:lnTo>
                <a:lnTo>
                  <a:pt x="2132614" y="64804"/>
                </a:lnTo>
                <a:lnTo>
                  <a:pt x="2130979" y="65087"/>
                </a:lnTo>
                <a:lnTo>
                  <a:pt x="2129344" y="65371"/>
                </a:lnTo>
                <a:lnTo>
                  <a:pt x="2127709" y="65653"/>
                </a:lnTo>
                <a:lnTo>
                  <a:pt x="2126073" y="65935"/>
                </a:lnTo>
                <a:lnTo>
                  <a:pt x="2124437" y="66217"/>
                </a:lnTo>
                <a:lnTo>
                  <a:pt x="2122801" y="66498"/>
                </a:lnTo>
                <a:lnTo>
                  <a:pt x="2121164" y="66779"/>
                </a:lnTo>
                <a:lnTo>
                  <a:pt x="2119526" y="67059"/>
                </a:lnTo>
                <a:lnTo>
                  <a:pt x="2117888" y="67339"/>
                </a:lnTo>
                <a:lnTo>
                  <a:pt x="2116250" y="67619"/>
                </a:lnTo>
                <a:lnTo>
                  <a:pt x="2114611" y="67898"/>
                </a:lnTo>
                <a:lnTo>
                  <a:pt x="2112972" y="68176"/>
                </a:lnTo>
                <a:lnTo>
                  <a:pt x="2112972" y="72515"/>
                </a:lnTo>
                <a:lnTo>
                  <a:pt x="2113551" y="72413"/>
                </a:lnTo>
                <a:lnTo>
                  <a:pt x="2114110" y="72315"/>
                </a:lnTo>
                <a:lnTo>
                  <a:pt x="2114650" y="72222"/>
                </a:lnTo>
                <a:lnTo>
                  <a:pt x="2115172" y="72133"/>
                </a:lnTo>
                <a:lnTo>
                  <a:pt x="2115675" y="72048"/>
                </a:lnTo>
                <a:lnTo>
                  <a:pt x="2116158" y="71968"/>
                </a:lnTo>
                <a:lnTo>
                  <a:pt x="2116623" y="71892"/>
                </a:lnTo>
                <a:lnTo>
                  <a:pt x="2117069" y="71821"/>
                </a:lnTo>
                <a:lnTo>
                  <a:pt x="2117496" y="71754"/>
                </a:lnTo>
                <a:lnTo>
                  <a:pt x="2117904" y="71691"/>
                </a:lnTo>
                <a:lnTo>
                  <a:pt x="2118293" y="71632"/>
                </a:lnTo>
                <a:lnTo>
                  <a:pt x="2118664" y="71578"/>
                </a:lnTo>
                <a:lnTo>
                  <a:pt x="2119015" y="71528"/>
                </a:lnTo>
                <a:lnTo>
                  <a:pt x="2119348" y="71483"/>
                </a:lnTo>
                <a:lnTo>
                  <a:pt x="2119661" y="71441"/>
                </a:lnTo>
                <a:lnTo>
                  <a:pt x="2119956" y="71405"/>
                </a:lnTo>
                <a:lnTo>
                  <a:pt x="2120232" y="71372"/>
                </a:lnTo>
                <a:lnTo>
                  <a:pt x="2120489" y="71344"/>
                </a:lnTo>
                <a:lnTo>
                  <a:pt x="2120727" y="71320"/>
                </a:lnTo>
                <a:lnTo>
                  <a:pt x="2120946" y="71300"/>
                </a:lnTo>
                <a:lnTo>
                  <a:pt x="2121146" y="71285"/>
                </a:lnTo>
                <a:lnTo>
                  <a:pt x="2121327" y="71274"/>
                </a:lnTo>
                <a:lnTo>
                  <a:pt x="2121490" y="71268"/>
                </a:lnTo>
                <a:lnTo>
                  <a:pt x="2121633" y="71266"/>
                </a:lnTo>
                <a:lnTo>
                  <a:pt x="2122350" y="71278"/>
                </a:lnTo>
                <a:lnTo>
                  <a:pt x="2123036" y="71315"/>
                </a:lnTo>
                <a:lnTo>
                  <a:pt x="2123692" y="71376"/>
                </a:lnTo>
                <a:lnTo>
                  <a:pt x="2124317" y="71461"/>
                </a:lnTo>
                <a:lnTo>
                  <a:pt x="2124912" y="71571"/>
                </a:lnTo>
                <a:lnTo>
                  <a:pt x="2125476" y="71705"/>
                </a:lnTo>
                <a:lnTo>
                  <a:pt x="2126010" y="71864"/>
                </a:lnTo>
                <a:lnTo>
                  <a:pt x="2126513" y="72047"/>
                </a:lnTo>
                <a:lnTo>
                  <a:pt x="2126986" y="72254"/>
                </a:lnTo>
                <a:lnTo>
                  <a:pt x="2127428" y="72486"/>
                </a:lnTo>
                <a:lnTo>
                  <a:pt x="2127840" y="72742"/>
                </a:lnTo>
                <a:lnTo>
                  <a:pt x="2128221" y="73023"/>
                </a:lnTo>
                <a:lnTo>
                  <a:pt x="2128572" y="73328"/>
                </a:lnTo>
                <a:lnTo>
                  <a:pt x="2128892" y="73658"/>
                </a:lnTo>
                <a:lnTo>
                  <a:pt x="2129182" y="74012"/>
                </a:lnTo>
                <a:lnTo>
                  <a:pt x="2129442" y="74390"/>
                </a:lnTo>
                <a:lnTo>
                  <a:pt x="2129670" y="74793"/>
                </a:lnTo>
                <a:lnTo>
                  <a:pt x="2129869" y="75220"/>
                </a:lnTo>
                <a:lnTo>
                  <a:pt x="2130036" y="75671"/>
                </a:lnTo>
                <a:lnTo>
                  <a:pt x="2130174" y="76147"/>
                </a:lnTo>
                <a:lnTo>
                  <a:pt x="2130280" y="76647"/>
                </a:lnTo>
                <a:lnTo>
                  <a:pt x="2130357" y="77172"/>
                </a:lnTo>
                <a:lnTo>
                  <a:pt x="2130402" y="77721"/>
                </a:lnTo>
                <a:lnTo>
                  <a:pt x="2130418" y="78295"/>
                </a:lnTo>
                <a:lnTo>
                  <a:pt x="2130410" y="78617"/>
                </a:lnTo>
                <a:lnTo>
                  <a:pt x="2130389" y="78987"/>
                </a:lnTo>
                <a:lnTo>
                  <a:pt x="2130354" y="79404"/>
                </a:lnTo>
                <a:lnTo>
                  <a:pt x="2130304" y="79869"/>
                </a:lnTo>
                <a:lnTo>
                  <a:pt x="2130240" y="80381"/>
                </a:lnTo>
                <a:lnTo>
                  <a:pt x="2130162" y="80940"/>
                </a:lnTo>
                <a:lnTo>
                  <a:pt x="2130070" y="81548"/>
                </a:lnTo>
                <a:lnTo>
                  <a:pt x="2129964" y="82203"/>
                </a:lnTo>
                <a:lnTo>
                  <a:pt x="2129843" y="82905"/>
                </a:lnTo>
                <a:lnTo>
                  <a:pt x="2129709" y="83655"/>
                </a:lnTo>
                <a:lnTo>
                  <a:pt x="2129560" y="84452"/>
                </a:lnTo>
                <a:lnTo>
                  <a:pt x="2129397" y="85297"/>
                </a:lnTo>
                <a:lnTo>
                  <a:pt x="2129220" y="86189"/>
                </a:lnTo>
                <a:lnTo>
                  <a:pt x="2129028" y="87129"/>
                </a:lnTo>
                <a:lnTo>
                  <a:pt x="2128823" y="88117"/>
                </a:lnTo>
                <a:lnTo>
                  <a:pt x="2128603" y="89152"/>
                </a:lnTo>
                <a:lnTo>
                  <a:pt x="2128369" y="90234"/>
                </a:lnTo>
                <a:lnTo>
                  <a:pt x="2128121" y="91364"/>
                </a:lnTo>
                <a:lnTo>
                  <a:pt x="2127859" y="92542"/>
                </a:lnTo>
                <a:lnTo>
                  <a:pt x="2127582" y="93767"/>
                </a:lnTo>
                <a:lnTo>
                  <a:pt x="2127292" y="95040"/>
                </a:lnTo>
                <a:lnTo>
                  <a:pt x="2126987" y="96360"/>
                </a:lnTo>
                <a:lnTo>
                  <a:pt x="2126668" y="97727"/>
                </a:lnTo>
                <a:lnTo>
                  <a:pt x="2126335" y="99143"/>
                </a:lnTo>
                <a:lnTo>
                  <a:pt x="2105920" y="173215"/>
                </a:lnTo>
                <a:lnTo>
                  <a:pt x="2125097" y="173215"/>
                </a:lnTo>
                <a:lnTo>
                  <a:pt x="2125750" y="171094"/>
                </a:lnTo>
                <a:lnTo>
                  <a:pt x="2126389" y="169025"/>
                </a:lnTo>
                <a:lnTo>
                  <a:pt x="2127013" y="167009"/>
                </a:lnTo>
                <a:lnTo>
                  <a:pt x="2127623" y="165045"/>
                </a:lnTo>
                <a:lnTo>
                  <a:pt x="2128220" y="163134"/>
                </a:lnTo>
                <a:lnTo>
                  <a:pt x="2128801" y="161275"/>
                </a:lnTo>
                <a:lnTo>
                  <a:pt x="2129369" y="159469"/>
                </a:lnTo>
                <a:lnTo>
                  <a:pt x="2129923" y="157715"/>
                </a:lnTo>
                <a:lnTo>
                  <a:pt x="2130462" y="156014"/>
                </a:lnTo>
                <a:lnTo>
                  <a:pt x="2130987" y="154365"/>
                </a:lnTo>
                <a:lnTo>
                  <a:pt x="2131498" y="152769"/>
                </a:lnTo>
                <a:lnTo>
                  <a:pt x="2131995" y="151225"/>
                </a:lnTo>
                <a:lnTo>
                  <a:pt x="2132478" y="149734"/>
                </a:lnTo>
                <a:lnTo>
                  <a:pt x="2132946" y="148295"/>
                </a:lnTo>
                <a:lnTo>
                  <a:pt x="2133401" y="146909"/>
                </a:lnTo>
                <a:lnTo>
                  <a:pt x="2133841" y="145575"/>
                </a:lnTo>
                <a:lnTo>
                  <a:pt x="2134267" y="144293"/>
                </a:lnTo>
                <a:lnTo>
                  <a:pt x="2134678" y="143065"/>
                </a:lnTo>
                <a:lnTo>
                  <a:pt x="2135076" y="141888"/>
                </a:lnTo>
                <a:lnTo>
                  <a:pt x="2135459" y="140764"/>
                </a:lnTo>
                <a:lnTo>
                  <a:pt x="2135829" y="139693"/>
                </a:lnTo>
                <a:lnTo>
                  <a:pt x="2136184" y="138674"/>
                </a:lnTo>
                <a:lnTo>
                  <a:pt x="2136525" y="137708"/>
                </a:lnTo>
                <a:lnTo>
                  <a:pt x="2136851" y="136794"/>
                </a:lnTo>
                <a:lnTo>
                  <a:pt x="2137405" y="135226"/>
                </a:lnTo>
                <a:lnTo>
                  <a:pt x="2137973" y="133660"/>
                </a:lnTo>
                <a:lnTo>
                  <a:pt x="2138556" y="132097"/>
                </a:lnTo>
                <a:lnTo>
                  <a:pt x="2139154" y="130537"/>
                </a:lnTo>
                <a:lnTo>
                  <a:pt x="2139766" y="128979"/>
                </a:lnTo>
                <a:lnTo>
                  <a:pt x="2140393" y="127424"/>
                </a:lnTo>
                <a:lnTo>
                  <a:pt x="2141034" y="125871"/>
                </a:lnTo>
                <a:lnTo>
                  <a:pt x="2141690" y="124321"/>
                </a:lnTo>
                <a:lnTo>
                  <a:pt x="2142361" y="122774"/>
                </a:lnTo>
                <a:lnTo>
                  <a:pt x="2143046" y="121229"/>
                </a:lnTo>
                <a:lnTo>
                  <a:pt x="2143746" y="119687"/>
                </a:lnTo>
                <a:lnTo>
                  <a:pt x="2144460" y="118147"/>
                </a:lnTo>
                <a:lnTo>
                  <a:pt x="2145189" y="116610"/>
                </a:lnTo>
                <a:lnTo>
                  <a:pt x="2145933" y="115075"/>
                </a:lnTo>
                <a:lnTo>
                  <a:pt x="2146691" y="113544"/>
                </a:lnTo>
                <a:lnTo>
                  <a:pt x="2147464" y="112014"/>
                </a:lnTo>
                <a:lnTo>
                  <a:pt x="2148252" y="110488"/>
                </a:lnTo>
                <a:lnTo>
                  <a:pt x="2149054" y="108964"/>
                </a:lnTo>
                <a:lnTo>
                  <a:pt x="2149870" y="107442"/>
                </a:lnTo>
                <a:lnTo>
                  <a:pt x="2150702" y="105923"/>
                </a:lnTo>
                <a:lnTo>
                  <a:pt x="2151548" y="104407"/>
                </a:lnTo>
                <a:lnTo>
                  <a:pt x="2152408" y="102893"/>
                </a:lnTo>
                <a:lnTo>
                  <a:pt x="2153283" y="101382"/>
                </a:lnTo>
                <a:lnTo>
                  <a:pt x="2154173" y="99873"/>
                </a:lnTo>
                <a:lnTo>
                  <a:pt x="2155274" y="98064"/>
                </a:lnTo>
                <a:lnTo>
                  <a:pt x="2156352" y="96332"/>
                </a:lnTo>
                <a:lnTo>
                  <a:pt x="2157405" y="94676"/>
                </a:lnTo>
                <a:lnTo>
                  <a:pt x="2158434" y="93098"/>
                </a:lnTo>
                <a:lnTo>
                  <a:pt x="2159440" y="91597"/>
                </a:lnTo>
                <a:lnTo>
                  <a:pt x="2160421" y="90172"/>
                </a:lnTo>
                <a:lnTo>
                  <a:pt x="2161378" y="88825"/>
                </a:lnTo>
                <a:lnTo>
                  <a:pt x="2162311" y="87555"/>
                </a:lnTo>
                <a:lnTo>
                  <a:pt x="2163220" y="86361"/>
                </a:lnTo>
                <a:lnTo>
                  <a:pt x="2164105" y="85245"/>
                </a:lnTo>
                <a:lnTo>
                  <a:pt x="2164966" y="84205"/>
                </a:lnTo>
                <a:lnTo>
                  <a:pt x="2165803" y="83243"/>
                </a:lnTo>
                <a:lnTo>
                  <a:pt x="2166616" y="82358"/>
                </a:lnTo>
                <a:lnTo>
                  <a:pt x="2167405" y="81549"/>
                </a:lnTo>
                <a:lnTo>
                  <a:pt x="2168169" y="80818"/>
                </a:lnTo>
                <a:lnTo>
                  <a:pt x="2168910" y="80163"/>
                </a:lnTo>
                <a:lnTo>
                  <a:pt x="2169626" y="79586"/>
                </a:lnTo>
                <a:lnTo>
                  <a:pt x="2170319" y="79085"/>
                </a:lnTo>
                <a:lnTo>
                  <a:pt x="2170987" y="78662"/>
                </a:lnTo>
                <a:lnTo>
                  <a:pt x="2171632" y="78315"/>
                </a:lnTo>
                <a:lnTo>
                  <a:pt x="2172252" y="78046"/>
                </a:lnTo>
                <a:lnTo>
                  <a:pt x="2172848" y="77853"/>
                </a:lnTo>
                <a:lnTo>
                  <a:pt x="2173421" y="77738"/>
                </a:lnTo>
                <a:lnTo>
                  <a:pt x="2173969" y="77699"/>
                </a:lnTo>
                <a:lnTo>
                  <a:pt x="2174174" y="77706"/>
                </a:lnTo>
                <a:lnTo>
                  <a:pt x="2174376" y="77726"/>
                </a:lnTo>
                <a:lnTo>
                  <a:pt x="2174576" y="77758"/>
                </a:lnTo>
                <a:lnTo>
                  <a:pt x="2174773" y="77804"/>
                </a:lnTo>
                <a:lnTo>
                  <a:pt x="2174968" y="77863"/>
                </a:lnTo>
                <a:lnTo>
                  <a:pt x="2175160" y="77935"/>
                </a:lnTo>
                <a:lnTo>
                  <a:pt x="2175349" y="78020"/>
                </a:lnTo>
                <a:lnTo>
                  <a:pt x="2175536" y="78117"/>
                </a:lnTo>
                <a:lnTo>
                  <a:pt x="2175720" y="78229"/>
                </a:lnTo>
                <a:lnTo>
                  <a:pt x="2175902" y="78353"/>
                </a:lnTo>
                <a:lnTo>
                  <a:pt x="2176081" y="78490"/>
                </a:lnTo>
                <a:lnTo>
                  <a:pt x="2176258" y="78640"/>
                </a:lnTo>
                <a:lnTo>
                  <a:pt x="2176432" y="78803"/>
                </a:lnTo>
                <a:lnTo>
                  <a:pt x="2176603" y="78980"/>
                </a:lnTo>
                <a:lnTo>
                  <a:pt x="2176772" y="79169"/>
                </a:lnTo>
                <a:lnTo>
                  <a:pt x="2176938" y="79371"/>
                </a:lnTo>
                <a:lnTo>
                  <a:pt x="2177102" y="79587"/>
                </a:lnTo>
                <a:lnTo>
                  <a:pt x="2177263" y="79816"/>
                </a:lnTo>
                <a:lnTo>
                  <a:pt x="2177422" y="80057"/>
                </a:lnTo>
                <a:lnTo>
                  <a:pt x="2177578" y="80312"/>
                </a:lnTo>
                <a:lnTo>
                  <a:pt x="2177731" y="80580"/>
                </a:lnTo>
                <a:lnTo>
                  <a:pt x="2177882" y="80861"/>
                </a:lnTo>
                <a:lnTo>
                  <a:pt x="2178030" y="81155"/>
                </a:lnTo>
                <a:lnTo>
                  <a:pt x="2178176" y="81461"/>
                </a:lnTo>
                <a:lnTo>
                  <a:pt x="2178289" y="81719"/>
                </a:lnTo>
                <a:lnTo>
                  <a:pt x="2178404" y="81970"/>
                </a:lnTo>
                <a:lnTo>
                  <a:pt x="2178520" y="82213"/>
                </a:lnTo>
                <a:lnTo>
                  <a:pt x="2178636" y="82450"/>
                </a:lnTo>
                <a:lnTo>
                  <a:pt x="2178753" y="82679"/>
                </a:lnTo>
                <a:lnTo>
                  <a:pt x="2178871" y="82902"/>
                </a:lnTo>
                <a:lnTo>
                  <a:pt x="2178990" y="83118"/>
                </a:lnTo>
                <a:lnTo>
                  <a:pt x="2179110" y="83327"/>
                </a:lnTo>
                <a:lnTo>
                  <a:pt x="2179231" y="83529"/>
                </a:lnTo>
                <a:lnTo>
                  <a:pt x="2179353" y="83724"/>
                </a:lnTo>
                <a:lnTo>
                  <a:pt x="2179475" y="83912"/>
                </a:lnTo>
                <a:lnTo>
                  <a:pt x="2179598" y="84093"/>
                </a:lnTo>
                <a:lnTo>
                  <a:pt x="2179723" y="84267"/>
                </a:lnTo>
                <a:lnTo>
                  <a:pt x="2179848" y="84434"/>
                </a:lnTo>
                <a:lnTo>
                  <a:pt x="2179973" y="84594"/>
                </a:lnTo>
                <a:lnTo>
                  <a:pt x="2180100" y="84747"/>
                </a:lnTo>
                <a:lnTo>
                  <a:pt x="2180228" y="84893"/>
                </a:lnTo>
                <a:lnTo>
                  <a:pt x="2180356" y="85033"/>
                </a:lnTo>
                <a:lnTo>
                  <a:pt x="2180485" y="85165"/>
                </a:lnTo>
                <a:lnTo>
                  <a:pt x="2180616" y="85290"/>
                </a:lnTo>
                <a:lnTo>
                  <a:pt x="2180747" y="85409"/>
                </a:lnTo>
                <a:lnTo>
                  <a:pt x="2180879" y="85520"/>
                </a:lnTo>
                <a:lnTo>
                  <a:pt x="2181011" y="85625"/>
                </a:lnTo>
                <a:lnTo>
                  <a:pt x="2181145" y="85722"/>
                </a:lnTo>
                <a:lnTo>
                  <a:pt x="2181324" y="85835"/>
                </a:lnTo>
                <a:lnTo>
                  <a:pt x="2181509" y="85943"/>
                </a:lnTo>
                <a:lnTo>
                  <a:pt x="2181702" y="86046"/>
                </a:lnTo>
                <a:lnTo>
                  <a:pt x="2181901" y="86144"/>
                </a:lnTo>
                <a:lnTo>
                  <a:pt x="2182107" y="86238"/>
                </a:lnTo>
                <a:lnTo>
                  <a:pt x="2182320" y="86326"/>
                </a:lnTo>
                <a:lnTo>
                  <a:pt x="2182540" y="86410"/>
                </a:lnTo>
                <a:lnTo>
                  <a:pt x="2182767" y="86489"/>
                </a:lnTo>
                <a:lnTo>
                  <a:pt x="2183001" y="86563"/>
                </a:lnTo>
                <a:lnTo>
                  <a:pt x="2183241" y="86633"/>
                </a:lnTo>
                <a:lnTo>
                  <a:pt x="2183489" y="86698"/>
                </a:lnTo>
                <a:lnTo>
                  <a:pt x="2183743" y="86758"/>
                </a:lnTo>
                <a:lnTo>
                  <a:pt x="2184004" y="86813"/>
                </a:lnTo>
                <a:lnTo>
                  <a:pt x="2184272" y="86863"/>
                </a:lnTo>
                <a:lnTo>
                  <a:pt x="2184547" y="86908"/>
                </a:lnTo>
                <a:lnTo>
                  <a:pt x="2184829" y="86949"/>
                </a:lnTo>
                <a:lnTo>
                  <a:pt x="2185118" y="86985"/>
                </a:lnTo>
                <a:lnTo>
                  <a:pt x="2185413" y="87016"/>
                </a:lnTo>
                <a:lnTo>
                  <a:pt x="2185716" y="87043"/>
                </a:lnTo>
                <a:lnTo>
                  <a:pt x="2186025" y="87064"/>
                </a:lnTo>
                <a:lnTo>
                  <a:pt x="2186341" y="87081"/>
                </a:lnTo>
                <a:lnTo>
                  <a:pt x="2186664" y="87093"/>
                </a:lnTo>
                <a:lnTo>
                  <a:pt x="2186994" y="87100"/>
                </a:lnTo>
                <a:lnTo>
                  <a:pt x="2187331" y="87103"/>
                </a:lnTo>
                <a:lnTo>
                  <a:pt x="2188280" y="87081"/>
                </a:lnTo>
                <a:lnTo>
                  <a:pt x="2189189" y="87016"/>
                </a:lnTo>
                <a:lnTo>
                  <a:pt x="2190057" y="86907"/>
                </a:lnTo>
                <a:lnTo>
                  <a:pt x="2190885" y="86755"/>
                </a:lnTo>
                <a:lnTo>
                  <a:pt x="2191672" y="86560"/>
                </a:lnTo>
                <a:lnTo>
                  <a:pt x="2192419" y="86322"/>
                </a:lnTo>
                <a:lnTo>
                  <a:pt x="2193126" y="86040"/>
                </a:lnTo>
                <a:lnTo>
                  <a:pt x="2193792" y="85714"/>
                </a:lnTo>
                <a:lnTo>
                  <a:pt x="2194418" y="85345"/>
                </a:lnTo>
                <a:lnTo>
                  <a:pt x="2195004" y="84933"/>
                </a:lnTo>
                <a:lnTo>
                  <a:pt x="2195549" y="84478"/>
                </a:lnTo>
                <a:lnTo>
                  <a:pt x="2196054" y="83979"/>
                </a:lnTo>
                <a:lnTo>
                  <a:pt x="2196518" y="83436"/>
                </a:lnTo>
                <a:lnTo>
                  <a:pt x="2196942" y="82850"/>
                </a:lnTo>
                <a:lnTo>
                  <a:pt x="2197326" y="82221"/>
                </a:lnTo>
                <a:lnTo>
                  <a:pt x="2197669" y="81549"/>
                </a:lnTo>
                <a:lnTo>
                  <a:pt x="2197972" y="80833"/>
                </a:lnTo>
                <a:lnTo>
                  <a:pt x="2198234" y="80073"/>
                </a:lnTo>
                <a:lnTo>
                  <a:pt x="2198457" y="79271"/>
                </a:lnTo>
                <a:lnTo>
                  <a:pt x="2198638" y="78425"/>
                </a:lnTo>
                <a:lnTo>
                  <a:pt x="2198780" y="77535"/>
                </a:lnTo>
                <a:lnTo>
                  <a:pt x="2198881" y="76602"/>
                </a:lnTo>
                <a:lnTo>
                  <a:pt x="2198941" y="75626"/>
                </a:lnTo>
                <a:lnTo>
                  <a:pt x="2198961" y="74606"/>
                </a:lnTo>
                <a:lnTo>
                  <a:pt x="2198956" y="74096"/>
                </a:lnTo>
                <a:lnTo>
                  <a:pt x="2198941" y="73596"/>
                </a:lnTo>
                <a:lnTo>
                  <a:pt x="2198915" y="73106"/>
                </a:lnTo>
                <a:lnTo>
                  <a:pt x="2198879" y="72627"/>
                </a:lnTo>
                <a:lnTo>
                  <a:pt x="2198832" y="72158"/>
                </a:lnTo>
                <a:lnTo>
                  <a:pt x="2198776" y="71699"/>
                </a:lnTo>
                <a:lnTo>
                  <a:pt x="2198709" y="71250"/>
                </a:lnTo>
                <a:lnTo>
                  <a:pt x="2198644" y="70884"/>
                </a:lnTo>
                <a:lnTo>
                  <a:pt x="2198795" y="70871"/>
                </a:lnTo>
                <a:lnTo>
                  <a:pt x="2199159" y="70842"/>
                </a:lnTo>
                <a:lnTo>
                  <a:pt x="2199518" y="70814"/>
                </a:lnTo>
                <a:lnTo>
                  <a:pt x="2199873" y="70787"/>
                </a:lnTo>
                <a:lnTo>
                  <a:pt x="2200223" y="70761"/>
                </a:lnTo>
                <a:lnTo>
                  <a:pt x="2200568" y="70737"/>
                </a:lnTo>
                <a:lnTo>
                  <a:pt x="2200908" y="70714"/>
                </a:lnTo>
                <a:lnTo>
                  <a:pt x="2201244" y="70692"/>
                </a:lnTo>
                <a:lnTo>
                  <a:pt x="2201575" y="70671"/>
                </a:lnTo>
                <a:lnTo>
                  <a:pt x="2201901" y="70652"/>
                </a:lnTo>
                <a:lnTo>
                  <a:pt x="2202223" y="70635"/>
                </a:lnTo>
                <a:lnTo>
                  <a:pt x="2202540" y="70618"/>
                </a:lnTo>
                <a:lnTo>
                  <a:pt x="2202852" y="70603"/>
                </a:lnTo>
                <a:lnTo>
                  <a:pt x="2203159" y="70589"/>
                </a:lnTo>
                <a:lnTo>
                  <a:pt x="2203462" y="70577"/>
                </a:lnTo>
                <a:lnTo>
                  <a:pt x="2203760" y="70566"/>
                </a:lnTo>
                <a:lnTo>
                  <a:pt x="2204053" y="70556"/>
                </a:lnTo>
                <a:lnTo>
                  <a:pt x="2204341" y="70547"/>
                </a:lnTo>
                <a:lnTo>
                  <a:pt x="2204625" y="70540"/>
                </a:lnTo>
                <a:lnTo>
                  <a:pt x="2204904" y="70534"/>
                </a:lnTo>
                <a:lnTo>
                  <a:pt x="2205178" y="70529"/>
                </a:lnTo>
                <a:lnTo>
                  <a:pt x="2205448" y="70526"/>
                </a:lnTo>
                <a:lnTo>
                  <a:pt x="2205713" y="70524"/>
                </a:lnTo>
                <a:lnTo>
                  <a:pt x="2205973" y="70523"/>
                </a:lnTo>
                <a:lnTo>
                  <a:pt x="2206554" y="70531"/>
                </a:lnTo>
                <a:lnTo>
                  <a:pt x="2207120" y="70553"/>
                </a:lnTo>
                <a:lnTo>
                  <a:pt x="2207672" y="70589"/>
                </a:lnTo>
                <a:lnTo>
                  <a:pt x="2208210" y="70641"/>
                </a:lnTo>
                <a:lnTo>
                  <a:pt x="2208734" y="70706"/>
                </a:lnTo>
                <a:lnTo>
                  <a:pt x="2209244" y="70787"/>
                </a:lnTo>
                <a:lnTo>
                  <a:pt x="2209740" y="70882"/>
                </a:lnTo>
                <a:lnTo>
                  <a:pt x="2210221" y="70992"/>
                </a:lnTo>
                <a:lnTo>
                  <a:pt x="2210688" y="71117"/>
                </a:lnTo>
                <a:lnTo>
                  <a:pt x="2211141" y="71256"/>
                </a:lnTo>
                <a:lnTo>
                  <a:pt x="2211580" y="71410"/>
                </a:lnTo>
                <a:lnTo>
                  <a:pt x="2212005" y="71578"/>
                </a:lnTo>
                <a:lnTo>
                  <a:pt x="2212415" y="71761"/>
                </a:lnTo>
                <a:lnTo>
                  <a:pt x="2212811" y="71959"/>
                </a:lnTo>
                <a:lnTo>
                  <a:pt x="2213194" y="72171"/>
                </a:lnTo>
                <a:lnTo>
                  <a:pt x="2213561" y="72398"/>
                </a:lnTo>
                <a:lnTo>
                  <a:pt x="2213915" y="72640"/>
                </a:lnTo>
                <a:lnTo>
                  <a:pt x="2214255" y="72896"/>
                </a:lnTo>
                <a:lnTo>
                  <a:pt x="2214580" y="73167"/>
                </a:lnTo>
                <a:lnTo>
                  <a:pt x="2214892" y="73453"/>
                </a:lnTo>
                <a:lnTo>
                  <a:pt x="2215189" y="73753"/>
                </a:lnTo>
                <a:lnTo>
                  <a:pt x="2215471" y="74068"/>
                </a:lnTo>
                <a:lnTo>
                  <a:pt x="2215740" y="74397"/>
                </a:lnTo>
                <a:lnTo>
                  <a:pt x="2215995" y="74742"/>
                </a:lnTo>
                <a:lnTo>
                  <a:pt x="2216251" y="75132"/>
                </a:lnTo>
                <a:lnTo>
                  <a:pt x="2216505" y="75559"/>
                </a:lnTo>
                <a:lnTo>
                  <a:pt x="2216756" y="76022"/>
                </a:lnTo>
                <a:lnTo>
                  <a:pt x="2217005" y="76522"/>
                </a:lnTo>
                <a:lnTo>
                  <a:pt x="2217251" y="77058"/>
                </a:lnTo>
                <a:lnTo>
                  <a:pt x="2217495" y="77632"/>
                </a:lnTo>
                <a:lnTo>
                  <a:pt x="2217736" y="78241"/>
                </a:lnTo>
                <a:lnTo>
                  <a:pt x="2217974" y="78888"/>
                </a:lnTo>
                <a:lnTo>
                  <a:pt x="2218210" y="79571"/>
                </a:lnTo>
                <a:lnTo>
                  <a:pt x="2218443" y="80290"/>
                </a:lnTo>
                <a:lnTo>
                  <a:pt x="2218674" y="81047"/>
                </a:lnTo>
                <a:lnTo>
                  <a:pt x="2218902" y="81839"/>
                </a:lnTo>
                <a:lnTo>
                  <a:pt x="2219128" y="82669"/>
                </a:lnTo>
                <a:lnTo>
                  <a:pt x="2219351" y="83535"/>
                </a:lnTo>
                <a:lnTo>
                  <a:pt x="2219571" y="84438"/>
                </a:lnTo>
                <a:lnTo>
                  <a:pt x="2219789" y="85377"/>
                </a:lnTo>
                <a:lnTo>
                  <a:pt x="2220004" y="86353"/>
                </a:lnTo>
                <a:lnTo>
                  <a:pt x="2220217" y="87365"/>
                </a:lnTo>
                <a:lnTo>
                  <a:pt x="2220427" y="88414"/>
                </a:lnTo>
                <a:lnTo>
                  <a:pt x="2220634" y="89500"/>
                </a:lnTo>
                <a:lnTo>
                  <a:pt x="2220839" y="90622"/>
                </a:lnTo>
                <a:lnTo>
                  <a:pt x="2221042" y="91781"/>
                </a:lnTo>
                <a:lnTo>
                  <a:pt x="2221241" y="92977"/>
                </a:lnTo>
                <a:lnTo>
                  <a:pt x="2221439" y="94209"/>
                </a:lnTo>
                <a:lnTo>
                  <a:pt x="2221652" y="95611"/>
                </a:lnTo>
                <a:lnTo>
                  <a:pt x="2221858" y="96985"/>
                </a:lnTo>
                <a:lnTo>
                  <a:pt x="2222057" y="98330"/>
                </a:lnTo>
                <a:lnTo>
                  <a:pt x="2222250" y="99648"/>
                </a:lnTo>
                <a:lnTo>
                  <a:pt x="2222435" y="100938"/>
                </a:lnTo>
                <a:lnTo>
                  <a:pt x="2222614" y="102200"/>
                </a:lnTo>
                <a:lnTo>
                  <a:pt x="2222786" y="103434"/>
                </a:lnTo>
                <a:lnTo>
                  <a:pt x="2222951" y="104640"/>
                </a:lnTo>
                <a:lnTo>
                  <a:pt x="2223109" y="105818"/>
                </a:lnTo>
                <a:lnTo>
                  <a:pt x="2223260" y="106968"/>
                </a:lnTo>
                <a:lnTo>
                  <a:pt x="2223405" y="108090"/>
                </a:lnTo>
                <a:lnTo>
                  <a:pt x="2223542" y="109184"/>
                </a:lnTo>
                <a:lnTo>
                  <a:pt x="2223673" y="110250"/>
                </a:lnTo>
                <a:lnTo>
                  <a:pt x="2223796" y="111288"/>
                </a:lnTo>
                <a:lnTo>
                  <a:pt x="2223913" y="112298"/>
                </a:lnTo>
                <a:lnTo>
                  <a:pt x="2224023" y="113280"/>
                </a:lnTo>
                <a:lnTo>
                  <a:pt x="2224126" y="114234"/>
                </a:lnTo>
                <a:lnTo>
                  <a:pt x="2224222" y="115160"/>
                </a:lnTo>
                <a:lnTo>
                  <a:pt x="2224312" y="116058"/>
                </a:lnTo>
                <a:lnTo>
                  <a:pt x="2224394" y="116929"/>
                </a:lnTo>
                <a:lnTo>
                  <a:pt x="2224470" y="117771"/>
                </a:lnTo>
                <a:lnTo>
                  <a:pt x="2224539" y="118585"/>
                </a:lnTo>
                <a:lnTo>
                  <a:pt x="2224601" y="119371"/>
                </a:lnTo>
                <a:lnTo>
                  <a:pt x="2224656" y="120130"/>
                </a:lnTo>
                <a:lnTo>
                  <a:pt x="2224898" y="123716"/>
                </a:lnTo>
                <a:lnTo>
                  <a:pt x="2225130" y="127158"/>
                </a:lnTo>
                <a:lnTo>
                  <a:pt x="2225351" y="130455"/>
                </a:lnTo>
                <a:lnTo>
                  <a:pt x="2225563" y="133609"/>
                </a:lnTo>
                <a:lnTo>
                  <a:pt x="2225764" y="136618"/>
                </a:lnTo>
                <a:lnTo>
                  <a:pt x="2225955" y="139483"/>
                </a:lnTo>
                <a:lnTo>
                  <a:pt x="2226135" y="142203"/>
                </a:lnTo>
                <a:lnTo>
                  <a:pt x="2226305" y="144780"/>
                </a:lnTo>
                <a:lnTo>
                  <a:pt x="2226465" y="147212"/>
                </a:lnTo>
                <a:lnTo>
                  <a:pt x="2226614" y="149500"/>
                </a:lnTo>
                <a:lnTo>
                  <a:pt x="2226754" y="151643"/>
                </a:lnTo>
                <a:lnTo>
                  <a:pt x="2226883" y="153643"/>
                </a:lnTo>
                <a:lnTo>
                  <a:pt x="2227001" y="155498"/>
                </a:lnTo>
                <a:lnTo>
                  <a:pt x="2227109" y="157209"/>
                </a:lnTo>
                <a:lnTo>
                  <a:pt x="2227207" y="158775"/>
                </a:lnTo>
                <a:lnTo>
                  <a:pt x="2227295" y="160198"/>
                </a:lnTo>
                <a:lnTo>
                  <a:pt x="2227372" y="161476"/>
                </a:lnTo>
                <a:lnTo>
                  <a:pt x="2227439" y="162610"/>
                </a:lnTo>
                <a:lnTo>
                  <a:pt x="2227496" y="163599"/>
                </a:lnTo>
                <a:lnTo>
                  <a:pt x="2227542" y="164445"/>
                </a:lnTo>
                <a:lnTo>
                  <a:pt x="2227579" y="165146"/>
                </a:lnTo>
                <a:lnTo>
                  <a:pt x="2227604" y="165702"/>
                </a:lnTo>
                <a:lnTo>
                  <a:pt x="2227620" y="166115"/>
                </a:lnTo>
                <a:lnTo>
                  <a:pt x="2227625" y="166383"/>
                </a:lnTo>
                <a:lnTo>
                  <a:pt x="2227625" y="166448"/>
                </a:lnTo>
                <a:lnTo>
                  <a:pt x="2227625" y="166516"/>
                </a:lnTo>
                <a:lnTo>
                  <a:pt x="2227625" y="166587"/>
                </a:lnTo>
                <a:lnTo>
                  <a:pt x="2227625" y="166663"/>
                </a:lnTo>
                <a:lnTo>
                  <a:pt x="2227625" y="166743"/>
                </a:lnTo>
                <a:lnTo>
                  <a:pt x="2227625" y="166826"/>
                </a:lnTo>
                <a:lnTo>
                  <a:pt x="2227625" y="166913"/>
                </a:lnTo>
                <a:lnTo>
                  <a:pt x="2227625" y="167005"/>
                </a:lnTo>
                <a:lnTo>
                  <a:pt x="2227625" y="167100"/>
                </a:lnTo>
                <a:lnTo>
                  <a:pt x="2227625" y="167199"/>
                </a:lnTo>
                <a:lnTo>
                  <a:pt x="2227625" y="167301"/>
                </a:lnTo>
                <a:lnTo>
                  <a:pt x="2227625" y="167408"/>
                </a:lnTo>
                <a:lnTo>
                  <a:pt x="2227625" y="167519"/>
                </a:lnTo>
                <a:lnTo>
                  <a:pt x="2227625" y="167633"/>
                </a:lnTo>
                <a:lnTo>
                  <a:pt x="2227625" y="167751"/>
                </a:lnTo>
                <a:lnTo>
                  <a:pt x="2227625" y="167873"/>
                </a:lnTo>
                <a:lnTo>
                  <a:pt x="2227625" y="167999"/>
                </a:lnTo>
                <a:lnTo>
                  <a:pt x="2227625" y="168129"/>
                </a:lnTo>
                <a:lnTo>
                  <a:pt x="2227625" y="168263"/>
                </a:lnTo>
                <a:lnTo>
                  <a:pt x="2227625" y="168400"/>
                </a:lnTo>
                <a:lnTo>
                  <a:pt x="2227625" y="168542"/>
                </a:lnTo>
                <a:lnTo>
                  <a:pt x="2227625" y="168687"/>
                </a:lnTo>
                <a:lnTo>
                  <a:pt x="2227625" y="168836"/>
                </a:lnTo>
                <a:lnTo>
                  <a:pt x="2227625" y="168989"/>
                </a:lnTo>
                <a:lnTo>
                  <a:pt x="2227615" y="169143"/>
                </a:lnTo>
                <a:lnTo>
                  <a:pt x="2227605" y="169293"/>
                </a:lnTo>
                <a:lnTo>
                  <a:pt x="2227596" y="169441"/>
                </a:lnTo>
                <a:lnTo>
                  <a:pt x="2227587" y="169585"/>
                </a:lnTo>
                <a:lnTo>
                  <a:pt x="2227579" y="169727"/>
                </a:lnTo>
                <a:lnTo>
                  <a:pt x="2227571" y="169865"/>
                </a:lnTo>
                <a:lnTo>
                  <a:pt x="2227563" y="170000"/>
                </a:lnTo>
                <a:lnTo>
                  <a:pt x="2227556" y="170133"/>
                </a:lnTo>
                <a:lnTo>
                  <a:pt x="2227550" y="170262"/>
                </a:lnTo>
                <a:lnTo>
                  <a:pt x="2227543" y="170388"/>
                </a:lnTo>
                <a:lnTo>
                  <a:pt x="2227537" y="170511"/>
                </a:lnTo>
                <a:lnTo>
                  <a:pt x="2227532" y="170632"/>
                </a:lnTo>
                <a:lnTo>
                  <a:pt x="2227527" y="170749"/>
                </a:lnTo>
                <a:lnTo>
                  <a:pt x="2227523" y="170863"/>
                </a:lnTo>
                <a:lnTo>
                  <a:pt x="2227519" y="170974"/>
                </a:lnTo>
                <a:lnTo>
                  <a:pt x="2227515" y="171082"/>
                </a:lnTo>
                <a:lnTo>
                  <a:pt x="2227512" y="171188"/>
                </a:lnTo>
                <a:lnTo>
                  <a:pt x="2227509" y="171290"/>
                </a:lnTo>
                <a:lnTo>
                  <a:pt x="2227507" y="171389"/>
                </a:lnTo>
                <a:lnTo>
                  <a:pt x="2227505" y="171485"/>
                </a:lnTo>
                <a:lnTo>
                  <a:pt x="2227503" y="171578"/>
                </a:lnTo>
                <a:lnTo>
                  <a:pt x="2227502" y="171668"/>
                </a:lnTo>
                <a:lnTo>
                  <a:pt x="2227501" y="171755"/>
                </a:lnTo>
                <a:lnTo>
                  <a:pt x="2227501" y="171839"/>
                </a:lnTo>
                <a:lnTo>
                  <a:pt x="2227505" y="172335"/>
                </a:lnTo>
                <a:lnTo>
                  <a:pt x="2227517" y="172810"/>
                </a:lnTo>
                <a:lnTo>
                  <a:pt x="2227536" y="173263"/>
                </a:lnTo>
                <a:lnTo>
                  <a:pt x="2227563" y="173696"/>
                </a:lnTo>
                <a:lnTo>
                  <a:pt x="2227598" y="174108"/>
                </a:lnTo>
                <a:lnTo>
                  <a:pt x="2227640" y="174498"/>
                </a:lnTo>
                <a:lnTo>
                  <a:pt x="2227691" y="174867"/>
                </a:lnTo>
                <a:lnTo>
                  <a:pt x="2227749" y="175216"/>
                </a:lnTo>
                <a:lnTo>
                  <a:pt x="2227814" y="175543"/>
                </a:lnTo>
                <a:lnTo>
                  <a:pt x="2227888" y="175849"/>
                </a:lnTo>
                <a:lnTo>
                  <a:pt x="2227969" y="176134"/>
                </a:lnTo>
                <a:lnTo>
                  <a:pt x="2228058" y="176397"/>
                </a:lnTo>
                <a:lnTo>
                  <a:pt x="2228155" y="176640"/>
                </a:lnTo>
                <a:lnTo>
                  <a:pt x="2228259" y="176862"/>
                </a:lnTo>
                <a:lnTo>
                  <a:pt x="2228371" y="177062"/>
                </a:lnTo>
                <a:lnTo>
                  <a:pt x="2228491" y="177242"/>
                </a:lnTo>
                <a:lnTo>
                  <a:pt x="2228619" y="177400"/>
                </a:lnTo>
                <a:lnTo>
                  <a:pt x="2228754" y="177537"/>
                </a:lnTo>
                <a:lnTo>
                  <a:pt x="2228897" y="177653"/>
                </a:lnTo>
                <a:lnTo>
                  <a:pt x="2229048" y="177748"/>
                </a:lnTo>
                <a:lnTo>
                  <a:pt x="2229206" y="177822"/>
                </a:lnTo>
                <a:lnTo>
                  <a:pt x="2229373" y="177875"/>
                </a:lnTo>
                <a:lnTo>
                  <a:pt x="2229547" y="177906"/>
                </a:lnTo>
                <a:lnTo>
                  <a:pt x="2229728" y="177917"/>
                </a:lnTo>
                <a:lnTo>
                  <a:pt x="2229872" y="177915"/>
                </a:lnTo>
                <a:lnTo>
                  <a:pt x="2230015" y="177910"/>
                </a:lnTo>
                <a:lnTo>
                  <a:pt x="2230157" y="177901"/>
                </a:lnTo>
                <a:lnTo>
                  <a:pt x="2230299" y="177889"/>
                </a:lnTo>
                <a:lnTo>
                  <a:pt x="2230439" y="177874"/>
                </a:lnTo>
                <a:lnTo>
                  <a:pt x="2230579" y="177855"/>
                </a:lnTo>
                <a:lnTo>
                  <a:pt x="2230718" y="177833"/>
                </a:lnTo>
                <a:lnTo>
                  <a:pt x="2230856" y="177807"/>
                </a:lnTo>
                <a:lnTo>
                  <a:pt x="2230993" y="177778"/>
                </a:lnTo>
                <a:lnTo>
                  <a:pt x="2231129" y="177745"/>
                </a:lnTo>
                <a:lnTo>
                  <a:pt x="2231264" y="177709"/>
                </a:lnTo>
                <a:lnTo>
                  <a:pt x="2231399" y="177669"/>
                </a:lnTo>
                <a:lnTo>
                  <a:pt x="2231532" y="177627"/>
                </a:lnTo>
                <a:lnTo>
                  <a:pt x="2231665" y="177580"/>
                </a:lnTo>
                <a:lnTo>
                  <a:pt x="2231797" y="177530"/>
                </a:lnTo>
                <a:lnTo>
                  <a:pt x="2231928" y="177477"/>
                </a:lnTo>
                <a:lnTo>
                  <a:pt x="2232058" y="177420"/>
                </a:lnTo>
                <a:lnTo>
                  <a:pt x="2232187" y="177360"/>
                </a:lnTo>
                <a:lnTo>
                  <a:pt x="2232316" y="177297"/>
                </a:lnTo>
                <a:lnTo>
                  <a:pt x="2232443" y="177230"/>
                </a:lnTo>
                <a:lnTo>
                  <a:pt x="2232570" y="177159"/>
                </a:lnTo>
                <a:lnTo>
                  <a:pt x="2232696" y="177085"/>
                </a:lnTo>
                <a:lnTo>
                  <a:pt x="2232821" y="177008"/>
                </a:lnTo>
                <a:lnTo>
                  <a:pt x="2232945" y="176927"/>
                </a:lnTo>
                <a:lnTo>
                  <a:pt x="2233823" y="176256"/>
                </a:lnTo>
                <a:lnTo>
                  <a:pt x="2234705" y="175562"/>
                </a:lnTo>
                <a:lnTo>
                  <a:pt x="2235590" y="174847"/>
                </a:lnTo>
                <a:lnTo>
                  <a:pt x="2236478" y="174110"/>
                </a:lnTo>
                <a:lnTo>
                  <a:pt x="2237370" y="173350"/>
                </a:lnTo>
                <a:lnTo>
                  <a:pt x="2238265" y="172569"/>
                </a:lnTo>
                <a:lnTo>
                  <a:pt x="2239164" y="171766"/>
                </a:lnTo>
                <a:lnTo>
                  <a:pt x="2240066" y="170941"/>
                </a:lnTo>
                <a:lnTo>
                  <a:pt x="2240972" y="170094"/>
                </a:lnTo>
                <a:lnTo>
                  <a:pt x="2241881" y="169225"/>
                </a:lnTo>
                <a:lnTo>
                  <a:pt x="2242793" y="168334"/>
                </a:lnTo>
                <a:lnTo>
                  <a:pt x="2243709" y="167422"/>
                </a:lnTo>
                <a:lnTo>
                  <a:pt x="2244629" y="166487"/>
                </a:lnTo>
                <a:lnTo>
                  <a:pt x="2245551" y="165530"/>
                </a:lnTo>
                <a:lnTo>
                  <a:pt x="2246478" y="164552"/>
                </a:lnTo>
                <a:lnTo>
                  <a:pt x="2247407" y="163551"/>
                </a:lnTo>
                <a:lnTo>
                  <a:pt x="2248340" y="162529"/>
                </a:lnTo>
                <a:lnTo>
                  <a:pt x="2249277" y="161484"/>
                </a:lnTo>
                <a:lnTo>
                  <a:pt x="2250217" y="160418"/>
                </a:lnTo>
                <a:lnTo>
                  <a:pt x="2251160" y="159330"/>
                </a:lnTo>
                <a:lnTo>
                  <a:pt x="2252107" y="158219"/>
                </a:lnTo>
                <a:lnTo>
                  <a:pt x="2253057" y="157087"/>
                </a:lnTo>
                <a:lnTo>
                  <a:pt x="2254011" y="155933"/>
                </a:lnTo>
                <a:lnTo>
                  <a:pt x="2254968" y="154757"/>
                </a:lnTo>
                <a:lnTo>
                  <a:pt x="2257272" y="151876"/>
                </a:lnTo>
                <a:lnTo>
                  <a:pt x="2259503" y="149074"/>
                </a:lnTo>
                <a:lnTo>
                  <a:pt x="2261661" y="146352"/>
                </a:lnTo>
                <a:lnTo>
                  <a:pt x="2263746" y="143709"/>
                </a:lnTo>
                <a:lnTo>
                  <a:pt x="2265758" y="141146"/>
                </a:lnTo>
                <a:lnTo>
                  <a:pt x="2267696" y="138663"/>
                </a:lnTo>
                <a:lnTo>
                  <a:pt x="2269562" y="136259"/>
                </a:lnTo>
                <a:lnTo>
                  <a:pt x="2271355" y="133935"/>
                </a:lnTo>
                <a:lnTo>
                  <a:pt x="2273075" y="131690"/>
                </a:lnTo>
                <a:lnTo>
                  <a:pt x="2274721" y="129525"/>
                </a:lnTo>
                <a:lnTo>
                  <a:pt x="2276295" y="127439"/>
                </a:lnTo>
                <a:lnTo>
                  <a:pt x="2277796" y="125433"/>
                </a:lnTo>
                <a:lnTo>
                  <a:pt x="2279223" y="123507"/>
                </a:lnTo>
                <a:lnTo>
                  <a:pt x="2280578" y="121660"/>
                </a:lnTo>
                <a:lnTo>
                  <a:pt x="2281859" y="119893"/>
                </a:lnTo>
                <a:lnTo>
                  <a:pt x="2283068" y="118205"/>
                </a:lnTo>
                <a:lnTo>
                  <a:pt x="2284203" y="116597"/>
                </a:lnTo>
                <a:lnTo>
                  <a:pt x="2285265" y="115068"/>
                </a:lnTo>
                <a:lnTo>
                  <a:pt x="2286255" y="113619"/>
                </a:lnTo>
                <a:lnTo>
                  <a:pt x="2287171" y="112250"/>
                </a:lnTo>
                <a:lnTo>
                  <a:pt x="2288014" y="110960"/>
                </a:lnTo>
                <a:lnTo>
                  <a:pt x="2288785" y="109749"/>
                </a:lnTo>
                <a:lnTo>
                  <a:pt x="2289482" y="108619"/>
                </a:lnTo>
                <a:lnTo>
                  <a:pt x="2290106" y="107568"/>
                </a:lnTo>
                <a:lnTo>
                  <a:pt x="2291005" y="106020"/>
                </a:lnTo>
                <a:lnTo>
                  <a:pt x="2291865" y="104493"/>
                </a:lnTo>
                <a:lnTo>
                  <a:pt x="2292687" y="102987"/>
                </a:lnTo>
                <a:lnTo>
                  <a:pt x="2293471" y="101502"/>
                </a:lnTo>
                <a:lnTo>
                  <a:pt x="2294216" y="100038"/>
                </a:lnTo>
                <a:lnTo>
                  <a:pt x="2294924" y="98596"/>
                </a:lnTo>
                <a:lnTo>
                  <a:pt x="2295593" y="97174"/>
                </a:lnTo>
                <a:lnTo>
                  <a:pt x="2296224" y="95774"/>
                </a:lnTo>
                <a:lnTo>
                  <a:pt x="2296816" y="94394"/>
                </a:lnTo>
                <a:lnTo>
                  <a:pt x="2297371" y="93036"/>
                </a:lnTo>
                <a:lnTo>
                  <a:pt x="2297887" y="91699"/>
                </a:lnTo>
                <a:lnTo>
                  <a:pt x="2298365" y="90382"/>
                </a:lnTo>
                <a:lnTo>
                  <a:pt x="2298805" y="89087"/>
                </a:lnTo>
                <a:lnTo>
                  <a:pt x="2299206" y="87813"/>
                </a:lnTo>
                <a:lnTo>
                  <a:pt x="2299569" y="86560"/>
                </a:lnTo>
                <a:lnTo>
                  <a:pt x="2299894" y="85328"/>
                </a:lnTo>
                <a:lnTo>
                  <a:pt x="2300181" y="84117"/>
                </a:lnTo>
                <a:lnTo>
                  <a:pt x="2300430" y="82927"/>
                </a:lnTo>
                <a:lnTo>
                  <a:pt x="2300640" y="81758"/>
                </a:lnTo>
                <a:lnTo>
                  <a:pt x="2300812" y="80611"/>
                </a:lnTo>
                <a:lnTo>
                  <a:pt x="2300946" y="79484"/>
                </a:lnTo>
                <a:lnTo>
                  <a:pt x="2301041" y="78378"/>
                </a:lnTo>
                <a:lnTo>
                  <a:pt x="2301099" y="77294"/>
                </a:lnTo>
                <a:lnTo>
                  <a:pt x="2301118" y="76230"/>
                </a:lnTo>
                <a:lnTo>
                  <a:pt x="2301111" y="75747"/>
                </a:lnTo>
                <a:lnTo>
                  <a:pt x="2301090" y="75269"/>
                </a:lnTo>
                <a:lnTo>
                  <a:pt x="2301056" y="74796"/>
                </a:lnTo>
                <a:lnTo>
                  <a:pt x="2301008" y="74327"/>
                </a:lnTo>
                <a:lnTo>
                  <a:pt x="2300946" y="73863"/>
                </a:lnTo>
                <a:lnTo>
                  <a:pt x="2300870" y="73404"/>
                </a:lnTo>
                <a:lnTo>
                  <a:pt x="2300781" y="72950"/>
                </a:lnTo>
                <a:lnTo>
                  <a:pt x="2300678" y="72500"/>
                </a:lnTo>
                <a:lnTo>
                  <a:pt x="2300561" y="72055"/>
                </a:lnTo>
                <a:lnTo>
                  <a:pt x="2300430" y="71615"/>
                </a:lnTo>
                <a:lnTo>
                  <a:pt x="2300286" y="71179"/>
                </a:lnTo>
                <a:lnTo>
                  <a:pt x="2300128" y="70749"/>
                </a:lnTo>
                <a:lnTo>
                  <a:pt x="2299956" y="70323"/>
                </a:lnTo>
                <a:lnTo>
                  <a:pt x="2299770" y="69901"/>
                </a:lnTo>
                <a:lnTo>
                  <a:pt x="2299571" y="69485"/>
                </a:lnTo>
                <a:lnTo>
                  <a:pt x="2299358" y="69073"/>
                </a:lnTo>
                <a:lnTo>
                  <a:pt x="2299131" y="68666"/>
                </a:lnTo>
                <a:lnTo>
                  <a:pt x="2298891" y="68264"/>
                </a:lnTo>
                <a:lnTo>
                  <a:pt x="2298636" y="67866"/>
                </a:lnTo>
                <a:lnTo>
                  <a:pt x="2298368" y="67473"/>
                </a:lnTo>
                <a:lnTo>
                  <a:pt x="2298086" y="67085"/>
                </a:lnTo>
                <a:lnTo>
                  <a:pt x="2297791" y="66702"/>
                </a:lnTo>
                <a:lnTo>
                  <a:pt x="2297482" y="66323"/>
                </a:lnTo>
                <a:lnTo>
                  <a:pt x="2297159" y="65949"/>
                </a:lnTo>
                <a:lnTo>
                  <a:pt x="2296805" y="65576"/>
                </a:lnTo>
                <a:lnTo>
                  <a:pt x="2296445" y="65218"/>
                </a:lnTo>
                <a:lnTo>
                  <a:pt x="2296078" y="64876"/>
                </a:lnTo>
                <a:lnTo>
                  <a:pt x="2295705" y="64549"/>
                </a:lnTo>
                <a:lnTo>
                  <a:pt x="2295325" y="64239"/>
                </a:lnTo>
                <a:lnTo>
                  <a:pt x="2294939" y="63945"/>
                </a:lnTo>
                <a:lnTo>
                  <a:pt x="2294547" y="63667"/>
                </a:lnTo>
                <a:lnTo>
                  <a:pt x="2294148" y="63404"/>
                </a:lnTo>
                <a:lnTo>
                  <a:pt x="2293743" y="63157"/>
                </a:lnTo>
                <a:lnTo>
                  <a:pt x="2293331" y="62927"/>
                </a:lnTo>
                <a:lnTo>
                  <a:pt x="2292913" y="62712"/>
                </a:lnTo>
                <a:lnTo>
                  <a:pt x="2292488" y="62513"/>
                </a:lnTo>
                <a:lnTo>
                  <a:pt x="2292057" y="62330"/>
                </a:lnTo>
                <a:lnTo>
                  <a:pt x="2291619" y="62163"/>
                </a:lnTo>
                <a:lnTo>
                  <a:pt x="2291175" y="62012"/>
                </a:lnTo>
                <a:lnTo>
                  <a:pt x="2290725" y="61877"/>
                </a:lnTo>
                <a:lnTo>
                  <a:pt x="2290268" y="61757"/>
                </a:lnTo>
                <a:lnTo>
                  <a:pt x="2289805" y="61654"/>
                </a:lnTo>
                <a:lnTo>
                  <a:pt x="2289335" y="61567"/>
                </a:lnTo>
                <a:lnTo>
                  <a:pt x="2288859" y="61495"/>
                </a:lnTo>
                <a:lnTo>
                  <a:pt x="2288376" y="61439"/>
                </a:lnTo>
                <a:lnTo>
                  <a:pt x="2287887" y="61400"/>
                </a:lnTo>
                <a:lnTo>
                  <a:pt x="2287391" y="61376"/>
                </a:lnTo>
                <a:lnTo>
                  <a:pt x="2286889" y="61368"/>
                </a:lnTo>
                <a:lnTo>
                  <a:pt x="2286551" y="61372"/>
                </a:lnTo>
                <a:lnTo>
                  <a:pt x="2286217" y="61384"/>
                </a:lnTo>
                <a:lnTo>
                  <a:pt x="2285888" y="61404"/>
                </a:lnTo>
                <a:lnTo>
                  <a:pt x="2285563" y="61433"/>
                </a:lnTo>
                <a:lnTo>
                  <a:pt x="2285242" y="61470"/>
                </a:lnTo>
                <a:lnTo>
                  <a:pt x="2284925" y="61515"/>
                </a:lnTo>
                <a:lnTo>
                  <a:pt x="2284613" y="61568"/>
                </a:lnTo>
                <a:lnTo>
                  <a:pt x="2284305" y="61629"/>
                </a:lnTo>
                <a:lnTo>
                  <a:pt x="2284001" y="61698"/>
                </a:lnTo>
                <a:lnTo>
                  <a:pt x="2283702" y="61776"/>
                </a:lnTo>
                <a:lnTo>
                  <a:pt x="2283407" y="61862"/>
                </a:lnTo>
                <a:lnTo>
                  <a:pt x="2283116" y="61955"/>
                </a:lnTo>
                <a:lnTo>
                  <a:pt x="2282829" y="62057"/>
                </a:lnTo>
                <a:lnTo>
                  <a:pt x="2282547" y="62168"/>
                </a:lnTo>
                <a:lnTo>
                  <a:pt x="2282269" y="62286"/>
                </a:lnTo>
                <a:lnTo>
                  <a:pt x="2281995" y="62413"/>
                </a:lnTo>
                <a:lnTo>
                  <a:pt x="2281726" y="62547"/>
                </a:lnTo>
                <a:lnTo>
                  <a:pt x="2281461" y="62690"/>
                </a:lnTo>
                <a:lnTo>
                  <a:pt x="2281200" y="62841"/>
                </a:lnTo>
                <a:lnTo>
                  <a:pt x="2280944" y="63000"/>
                </a:lnTo>
                <a:lnTo>
                  <a:pt x="2280691" y="63168"/>
                </a:lnTo>
                <a:lnTo>
                  <a:pt x="2280444" y="63343"/>
                </a:lnTo>
                <a:lnTo>
                  <a:pt x="2280200" y="63527"/>
                </a:lnTo>
                <a:lnTo>
                  <a:pt x="2279961" y="63719"/>
                </a:lnTo>
                <a:lnTo>
                  <a:pt x="2279749" y="63897"/>
                </a:lnTo>
                <a:lnTo>
                  <a:pt x="2279546" y="64084"/>
                </a:lnTo>
                <a:lnTo>
                  <a:pt x="2279352" y="64277"/>
                </a:lnTo>
                <a:lnTo>
                  <a:pt x="2279167" y="64478"/>
                </a:lnTo>
                <a:lnTo>
                  <a:pt x="2278991" y="64686"/>
                </a:lnTo>
                <a:lnTo>
                  <a:pt x="2278824" y="64902"/>
                </a:lnTo>
                <a:lnTo>
                  <a:pt x="2278666" y="65124"/>
                </a:lnTo>
                <a:lnTo>
                  <a:pt x="2278517" y="65354"/>
                </a:lnTo>
                <a:lnTo>
                  <a:pt x="2278377" y="65592"/>
                </a:lnTo>
                <a:lnTo>
                  <a:pt x="2278247" y="65836"/>
                </a:lnTo>
                <a:lnTo>
                  <a:pt x="2278125" y="66088"/>
                </a:lnTo>
                <a:lnTo>
                  <a:pt x="2278012" y="66348"/>
                </a:lnTo>
                <a:lnTo>
                  <a:pt x="2277908" y="66614"/>
                </a:lnTo>
                <a:lnTo>
                  <a:pt x="2277814" y="66888"/>
                </a:lnTo>
                <a:lnTo>
                  <a:pt x="2277728" y="67169"/>
                </a:lnTo>
                <a:lnTo>
                  <a:pt x="2277651" y="67458"/>
                </a:lnTo>
                <a:lnTo>
                  <a:pt x="2277584" y="67754"/>
                </a:lnTo>
                <a:lnTo>
                  <a:pt x="2277525" y="68057"/>
                </a:lnTo>
                <a:lnTo>
                  <a:pt x="2277475" y="68367"/>
                </a:lnTo>
                <a:lnTo>
                  <a:pt x="2277435" y="68685"/>
                </a:lnTo>
                <a:lnTo>
                  <a:pt x="2277403" y="69010"/>
                </a:lnTo>
                <a:lnTo>
                  <a:pt x="2277381" y="69342"/>
                </a:lnTo>
                <a:lnTo>
                  <a:pt x="2277367" y="69682"/>
                </a:lnTo>
                <a:lnTo>
                  <a:pt x="2277362" y="70029"/>
                </a:lnTo>
                <a:lnTo>
                  <a:pt x="2277373" y="70492"/>
                </a:lnTo>
                <a:lnTo>
                  <a:pt x="2277405" y="70956"/>
                </a:lnTo>
                <a:lnTo>
                  <a:pt x="2277457" y="71420"/>
                </a:lnTo>
                <a:lnTo>
                  <a:pt x="2277531" y="71883"/>
                </a:lnTo>
                <a:lnTo>
                  <a:pt x="2277626" y="72347"/>
                </a:lnTo>
                <a:lnTo>
                  <a:pt x="2277741" y="72811"/>
                </a:lnTo>
                <a:lnTo>
                  <a:pt x="2277878" y="73274"/>
                </a:lnTo>
                <a:lnTo>
                  <a:pt x="2278036" y="73738"/>
                </a:lnTo>
                <a:lnTo>
                  <a:pt x="2278215" y="74202"/>
                </a:lnTo>
                <a:lnTo>
                  <a:pt x="2278415" y="74666"/>
                </a:lnTo>
                <a:lnTo>
                  <a:pt x="2278636" y="75129"/>
                </a:lnTo>
                <a:lnTo>
                  <a:pt x="2278878" y="75593"/>
                </a:lnTo>
                <a:lnTo>
                  <a:pt x="2279141" y="76057"/>
                </a:lnTo>
                <a:lnTo>
                  <a:pt x="2279425" y="76521"/>
                </a:lnTo>
                <a:lnTo>
                  <a:pt x="2279731" y="76985"/>
                </a:lnTo>
                <a:lnTo>
                  <a:pt x="2280057" y="77449"/>
                </a:lnTo>
                <a:lnTo>
                  <a:pt x="2280404" y="77912"/>
                </a:lnTo>
                <a:lnTo>
                  <a:pt x="2280773" y="78376"/>
                </a:lnTo>
                <a:lnTo>
                  <a:pt x="2281162" y="78840"/>
                </a:lnTo>
                <a:lnTo>
                  <a:pt x="2281573" y="79304"/>
                </a:lnTo>
                <a:lnTo>
                  <a:pt x="2282004" y="79768"/>
                </a:lnTo>
                <a:lnTo>
                  <a:pt x="2282457" y="80232"/>
                </a:lnTo>
                <a:lnTo>
                  <a:pt x="2282930" y="80696"/>
                </a:lnTo>
                <a:lnTo>
                  <a:pt x="2283425" y="81160"/>
                </a:lnTo>
                <a:lnTo>
                  <a:pt x="2283819" y="81509"/>
                </a:lnTo>
                <a:lnTo>
                  <a:pt x="2284196" y="81855"/>
                </a:lnTo>
                <a:lnTo>
                  <a:pt x="2284556" y="82198"/>
                </a:lnTo>
                <a:lnTo>
                  <a:pt x="2284899" y="82538"/>
                </a:lnTo>
                <a:lnTo>
                  <a:pt x="2285226" y="82875"/>
                </a:lnTo>
                <a:lnTo>
                  <a:pt x="2285536" y="83209"/>
                </a:lnTo>
                <a:lnTo>
                  <a:pt x="2285829" y="83540"/>
                </a:lnTo>
                <a:lnTo>
                  <a:pt x="2286106" y="83868"/>
                </a:lnTo>
                <a:lnTo>
                  <a:pt x="2286365" y="84193"/>
                </a:lnTo>
                <a:lnTo>
                  <a:pt x="2286608" y="84515"/>
                </a:lnTo>
                <a:lnTo>
                  <a:pt x="2286835" y="84834"/>
                </a:lnTo>
                <a:lnTo>
                  <a:pt x="2287044" y="85150"/>
                </a:lnTo>
                <a:lnTo>
                  <a:pt x="2287237" y="85463"/>
                </a:lnTo>
                <a:lnTo>
                  <a:pt x="2287413" y="85773"/>
                </a:lnTo>
                <a:lnTo>
                  <a:pt x="2287572" y="86080"/>
                </a:lnTo>
                <a:lnTo>
                  <a:pt x="2287714" y="86384"/>
                </a:lnTo>
                <a:lnTo>
                  <a:pt x="2287840" y="86685"/>
                </a:lnTo>
                <a:lnTo>
                  <a:pt x="2287949" y="86983"/>
                </a:lnTo>
                <a:lnTo>
                  <a:pt x="2288041" y="87278"/>
                </a:lnTo>
                <a:lnTo>
                  <a:pt x="2288116" y="87570"/>
                </a:lnTo>
                <a:lnTo>
                  <a:pt x="2288175" y="87858"/>
                </a:lnTo>
                <a:lnTo>
                  <a:pt x="2288217" y="88144"/>
                </a:lnTo>
                <a:lnTo>
                  <a:pt x="2288242" y="88427"/>
                </a:lnTo>
                <a:lnTo>
                  <a:pt x="2288250" y="88707"/>
                </a:lnTo>
                <a:lnTo>
                  <a:pt x="2288239" y="89283"/>
                </a:lnTo>
                <a:lnTo>
                  <a:pt x="2288206" y="89877"/>
                </a:lnTo>
                <a:lnTo>
                  <a:pt x="2288152" y="90489"/>
                </a:lnTo>
                <a:lnTo>
                  <a:pt x="2288075" y="91119"/>
                </a:lnTo>
                <a:lnTo>
                  <a:pt x="2287976" y="91767"/>
                </a:lnTo>
                <a:lnTo>
                  <a:pt x="2287856" y="92433"/>
                </a:lnTo>
                <a:lnTo>
                  <a:pt x="2287714" y="93117"/>
                </a:lnTo>
                <a:lnTo>
                  <a:pt x="2287549" y="93819"/>
                </a:lnTo>
                <a:lnTo>
                  <a:pt x="2287363" y="94539"/>
                </a:lnTo>
                <a:lnTo>
                  <a:pt x="2287155" y="95278"/>
                </a:lnTo>
                <a:lnTo>
                  <a:pt x="2286925" y="96034"/>
                </a:lnTo>
                <a:lnTo>
                  <a:pt x="2286673" y="96808"/>
                </a:lnTo>
                <a:lnTo>
                  <a:pt x="2286399" y="97601"/>
                </a:lnTo>
                <a:lnTo>
                  <a:pt x="2286103" y="98411"/>
                </a:lnTo>
                <a:lnTo>
                  <a:pt x="2285785" y="99240"/>
                </a:lnTo>
                <a:lnTo>
                  <a:pt x="2285446" y="100086"/>
                </a:lnTo>
                <a:lnTo>
                  <a:pt x="2285084" y="100951"/>
                </a:lnTo>
                <a:lnTo>
                  <a:pt x="2284701" y="101834"/>
                </a:lnTo>
                <a:lnTo>
                  <a:pt x="2284296" y="102735"/>
                </a:lnTo>
                <a:lnTo>
                  <a:pt x="2283868" y="103654"/>
                </a:lnTo>
                <a:lnTo>
                  <a:pt x="2283419" y="104590"/>
                </a:lnTo>
                <a:lnTo>
                  <a:pt x="2282948" y="105545"/>
                </a:lnTo>
                <a:lnTo>
                  <a:pt x="2282455" y="106518"/>
                </a:lnTo>
                <a:lnTo>
                  <a:pt x="2281940" y="107510"/>
                </a:lnTo>
                <a:lnTo>
                  <a:pt x="2280972" y="109357"/>
                </a:lnTo>
                <a:lnTo>
                  <a:pt x="2279984" y="111187"/>
                </a:lnTo>
                <a:lnTo>
                  <a:pt x="2278977" y="113002"/>
                </a:lnTo>
                <a:lnTo>
                  <a:pt x="2277950" y="114800"/>
                </a:lnTo>
                <a:lnTo>
                  <a:pt x="2276904" y="116582"/>
                </a:lnTo>
                <a:lnTo>
                  <a:pt x="2275839" y="118347"/>
                </a:lnTo>
                <a:lnTo>
                  <a:pt x="2274755" y="120097"/>
                </a:lnTo>
                <a:lnTo>
                  <a:pt x="2273651" y="121829"/>
                </a:lnTo>
                <a:lnTo>
                  <a:pt x="2272528" y="123546"/>
                </a:lnTo>
                <a:lnTo>
                  <a:pt x="2271385" y="125246"/>
                </a:lnTo>
                <a:lnTo>
                  <a:pt x="2270223" y="126930"/>
                </a:lnTo>
                <a:lnTo>
                  <a:pt x="2269042" y="128598"/>
                </a:lnTo>
                <a:lnTo>
                  <a:pt x="2267841" y="130249"/>
                </a:lnTo>
                <a:lnTo>
                  <a:pt x="2266622" y="131884"/>
                </a:lnTo>
                <a:lnTo>
                  <a:pt x="2265382" y="133503"/>
                </a:lnTo>
                <a:lnTo>
                  <a:pt x="2264124" y="135105"/>
                </a:lnTo>
                <a:lnTo>
                  <a:pt x="2262846" y="136692"/>
                </a:lnTo>
                <a:lnTo>
                  <a:pt x="2261549" y="138261"/>
                </a:lnTo>
                <a:lnTo>
                  <a:pt x="2260232" y="139815"/>
                </a:lnTo>
                <a:lnTo>
                  <a:pt x="2258896" y="141352"/>
                </a:lnTo>
                <a:lnTo>
                  <a:pt x="2257541" y="142873"/>
                </a:lnTo>
                <a:lnTo>
                  <a:pt x="2256167" y="144377"/>
                </a:lnTo>
                <a:lnTo>
                  <a:pt x="2254773" y="145866"/>
                </a:lnTo>
                <a:lnTo>
                  <a:pt x="2253360" y="147337"/>
                </a:lnTo>
                <a:lnTo>
                  <a:pt x="2245565" y="155503"/>
                </a:lnTo>
                <a:lnTo>
                  <a:pt x="2245366" y="151839"/>
                </a:lnTo>
                <a:lnTo>
                  <a:pt x="2245160" y="148249"/>
                </a:lnTo>
                <a:lnTo>
                  <a:pt x="2244946" y="144732"/>
                </a:lnTo>
                <a:lnTo>
                  <a:pt x="2244726" y="141288"/>
                </a:lnTo>
                <a:lnTo>
                  <a:pt x="2244500" y="137918"/>
                </a:lnTo>
                <a:lnTo>
                  <a:pt x="2244266" y="134621"/>
                </a:lnTo>
                <a:lnTo>
                  <a:pt x="2244025" y="131398"/>
                </a:lnTo>
                <a:lnTo>
                  <a:pt x="2243778" y="128248"/>
                </a:lnTo>
                <a:lnTo>
                  <a:pt x="2243524" y="125171"/>
                </a:lnTo>
                <a:lnTo>
                  <a:pt x="2243262" y="122168"/>
                </a:lnTo>
                <a:lnTo>
                  <a:pt x="2242994" y="119239"/>
                </a:lnTo>
                <a:lnTo>
                  <a:pt x="2242719" y="116383"/>
                </a:lnTo>
                <a:lnTo>
                  <a:pt x="2242438" y="113600"/>
                </a:lnTo>
                <a:lnTo>
                  <a:pt x="2242149" y="110891"/>
                </a:lnTo>
                <a:lnTo>
                  <a:pt x="2241853" y="108256"/>
                </a:lnTo>
                <a:lnTo>
                  <a:pt x="2241551" y="105694"/>
                </a:lnTo>
                <a:lnTo>
                  <a:pt x="2241242" y="103205"/>
                </a:lnTo>
                <a:lnTo>
                  <a:pt x="2240925" y="100790"/>
                </a:lnTo>
                <a:lnTo>
                  <a:pt x="2240602" y="98448"/>
                </a:lnTo>
                <a:lnTo>
                  <a:pt x="2240272" y="96180"/>
                </a:lnTo>
                <a:lnTo>
                  <a:pt x="2239936" y="93985"/>
                </a:lnTo>
                <a:lnTo>
                  <a:pt x="2239592" y="91863"/>
                </a:lnTo>
                <a:lnTo>
                  <a:pt x="2239241" y="89816"/>
                </a:lnTo>
                <a:lnTo>
                  <a:pt x="2238884" y="87841"/>
                </a:lnTo>
                <a:lnTo>
                  <a:pt x="2238549" y="86060"/>
                </a:lnTo>
                <a:lnTo>
                  <a:pt x="2238226" y="84346"/>
                </a:lnTo>
                <a:lnTo>
                  <a:pt x="2237913" y="82700"/>
                </a:lnTo>
                <a:lnTo>
                  <a:pt x="2237612" y="81120"/>
                </a:lnTo>
                <a:lnTo>
                  <a:pt x="2237322" y="79607"/>
                </a:lnTo>
                <a:lnTo>
                  <a:pt x="2237044" y="78161"/>
                </a:lnTo>
                <a:lnTo>
                  <a:pt x="2236776" y="76782"/>
                </a:lnTo>
                <a:lnTo>
                  <a:pt x="2236519" y="75471"/>
                </a:lnTo>
                <a:lnTo>
                  <a:pt x="2236274" y="74226"/>
                </a:lnTo>
                <a:lnTo>
                  <a:pt x="2236040" y="73048"/>
                </a:lnTo>
                <a:lnTo>
                  <a:pt x="2235817" y="71937"/>
                </a:lnTo>
                <a:lnTo>
                  <a:pt x="2235605" y="70894"/>
                </a:lnTo>
                <a:lnTo>
                  <a:pt x="2235405" y="69917"/>
                </a:lnTo>
                <a:lnTo>
                  <a:pt x="2235215" y="69007"/>
                </a:lnTo>
                <a:lnTo>
                  <a:pt x="2235037" y="68164"/>
                </a:lnTo>
                <a:lnTo>
                  <a:pt x="2234870" y="67389"/>
                </a:lnTo>
                <a:lnTo>
                  <a:pt x="2234714" y="66680"/>
                </a:lnTo>
                <a:lnTo>
                  <a:pt x="2234569" y="66038"/>
                </a:lnTo>
                <a:lnTo>
                  <a:pt x="2234435" y="65463"/>
                </a:lnTo>
                <a:lnTo>
                  <a:pt x="2234313" y="64956"/>
                </a:lnTo>
                <a:lnTo>
                  <a:pt x="2234202" y="64515"/>
                </a:lnTo>
                <a:lnTo>
                  <a:pt x="2234102" y="64141"/>
                </a:lnTo>
                <a:lnTo>
                  <a:pt x="2234013" y="63835"/>
                </a:lnTo>
                <a:lnTo>
                  <a:pt x="2233935" y="63595"/>
                </a:lnTo>
                <a:lnTo>
                  <a:pt x="2233872" y="63413"/>
                </a:lnTo>
                <a:lnTo>
                  <a:pt x="2233806" y="63239"/>
                </a:lnTo>
                <a:lnTo>
                  <a:pt x="2233738" y="63073"/>
                </a:lnTo>
                <a:lnTo>
                  <a:pt x="2233667" y="62914"/>
                </a:lnTo>
                <a:lnTo>
                  <a:pt x="2233593" y="62764"/>
                </a:lnTo>
                <a:lnTo>
                  <a:pt x="2233517" y="62620"/>
                </a:lnTo>
                <a:lnTo>
                  <a:pt x="2233439" y="62485"/>
                </a:lnTo>
                <a:lnTo>
                  <a:pt x="2233358" y="62358"/>
                </a:lnTo>
                <a:lnTo>
                  <a:pt x="2233274" y="62238"/>
                </a:lnTo>
                <a:lnTo>
                  <a:pt x="2233187" y="62126"/>
                </a:lnTo>
                <a:lnTo>
                  <a:pt x="2233098" y="62021"/>
                </a:lnTo>
                <a:lnTo>
                  <a:pt x="2233007" y="61925"/>
                </a:lnTo>
                <a:lnTo>
                  <a:pt x="2232913" y="61836"/>
                </a:lnTo>
                <a:lnTo>
                  <a:pt x="2232816" y="61754"/>
                </a:lnTo>
                <a:lnTo>
                  <a:pt x="2232717" y="61681"/>
                </a:lnTo>
                <a:lnTo>
                  <a:pt x="2232615" y="61615"/>
                </a:lnTo>
                <a:lnTo>
                  <a:pt x="2232511" y="61557"/>
                </a:lnTo>
                <a:lnTo>
                  <a:pt x="2232404" y="61507"/>
                </a:lnTo>
                <a:lnTo>
                  <a:pt x="2232294" y="61464"/>
                </a:lnTo>
                <a:lnTo>
                  <a:pt x="2232182" y="61430"/>
                </a:lnTo>
                <a:lnTo>
                  <a:pt x="2232067" y="61403"/>
                </a:lnTo>
                <a:lnTo>
                  <a:pt x="2231950" y="61383"/>
                </a:lnTo>
                <a:lnTo>
                  <a:pt x="2231830" y="61372"/>
                </a:lnTo>
                <a:lnTo>
                  <a:pt x="2231708" y="61368"/>
                </a:lnTo>
                <a:lnTo>
                  <a:pt x="2231531" y="61369"/>
                </a:lnTo>
                <a:lnTo>
                  <a:pt x="2231350" y="61374"/>
                </a:lnTo>
                <a:lnTo>
                  <a:pt x="2231165" y="61383"/>
                </a:lnTo>
                <a:lnTo>
                  <a:pt x="2230976" y="61395"/>
                </a:lnTo>
                <a:lnTo>
                  <a:pt x="2230783" y="61410"/>
                </a:lnTo>
                <a:lnTo>
                  <a:pt x="2230587" y="61428"/>
                </a:lnTo>
                <a:lnTo>
                  <a:pt x="2230386" y="61450"/>
                </a:lnTo>
                <a:lnTo>
                  <a:pt x="2230182" y="61476"/>
                </a:lnTo>
                <a:lnTo>
                  <a:pt x="2229974" y="61504"/>
                </a:lnTo>
                <a:lnTo>
                  <a:pt x="2229762" y="61536"/>
                </a:lnTo>
                <a:lnTo>
                  <a:pt x="2229546" y="61572"/>
                </a:lnTo>
                <a:lnTo>
                  <a:pt x="2229326" y="61610"/>
                </a:lnTo>
                <a:lnTo>
                  <a:pt x="2229103" y="61652"/>
                </a:lnTo>
                <a:lnTo>
                  <a:pt x="2228875" y="61698"/>
                </a:lnTo>
                <a:lnTo>
                  <a:pt x="2228644" y="61747"/>
                </a:lnTo>
                <a:lnTo>
                  <a:pt x="2228409" y="61799"/>
                </a:lnTo>
                <a:lnTo>
                  <a:pt x="2228169" y="61855"/>
                </a:lnTo>
                <a:lnTo>
                  <a:pt x="2227926" y="61914"/>
                </a:lnTo>
                <a:lnTo>
                  <a:pt x="2227680" y="61976"/>
                </a:lnTo>
                <a:lnTo>
                  <a:pt x="2227429" y="62042"/>
                </a:lnTo>
                <a:lnTo>
                  <a:pt x="2227174" y="62111"/>
                </a:lnTo>
                <a:lnTo>
                  <a:pt x="2226916" y="62183"/>
                </a:lnTo>
                <a:lnTo>
                  <a:pt x="2226654" y="62259"/>
                </a:lnTo>
                <a:lnTo>
                  <a:pt x="2226388" y="62338"/>
                </a:lnTo>
                <a:lnTo>
                  <a:pt x="2225509" y="62551"/>
                </a:lnTo>
                <a:lnTo>
                  <a:pt x="2224606" y="62765"/>
                </a:lnTo>
                <a:lnTo>
                  <a:pt x="2223677" y="62980"/>
                </a:lnTo>
                <a:lnTo>
                  <a:pt x="2222724" y="63195"/>
                </a:lnTo>
                <a:lnTo>
                  <a:pt x="2221746" y="63412"/>
                </a:lnTo>
                <a:lnTo>
                  <a:pt x="2220743" y="63629"/>
                </a:lnTo>
                <a:lnTo>
                  <a:pt x="2219715" y="63847"/>
                </a:lnTo>
                <a:lnTo>
                  <a:pt x="2218662" y="64066"/>
                </a:lnTo>
                <a:lnTo>
                  <a:pt x="2217584" y="64286"/>
                </a:lnTo>
                <a:lnTo>
                  <a:pt x="2216481" y="64506"/>
                </a:lnTo>
                <a:lnTo>
                  <a:pt x="2215353" y="64728"/>
                </a:lnTo>
                <a:lnTo>
                  <a:pt x="2214201" y="64950"/>
                </a:lnTo>
                <a:lnTo>
                  <a:pt x="2213023" y="65173"/>
                </a:lnTo>
                <a:lnTo>
                  <a:pt x="2211821" y="65397"/>
                </a:lnTo>
                <a:lnTo>
                  <a:pt x="2210593" y="65622"/>
                </a:lnTo>
                <a:lnTo>
                  <a:pt x="2209341" y="65847"/>
                </a:lnTo>
                <a:lnTo>
                  <a:pt x="2208064" y="66074"/>
                </a:lnTo>
                <a:lnTo>
                  <a:pt x="2206762" y="66301"/>
                </a:lnTo>
                <a:lnTo>
                  <a:pt x="2205435" y="66529"/>
                </a:lnTo>
                <a:lnTo>
                  <a:pt x="2204083" y="66758"/>
                </a:lnTo>
                <a:lnTo>
                  <a:pt x="2202706" y="66987"/>
                </a:lnTo>
                <a:lnTo>
                  <a:pt x="2201304" y="67218"/>
                </a:lnTo>
                <a:lnTo>
                  <a:pt x="2199877" y="67449"/>
                </a:lnTo>
                <a:lnTo>
                  <a:pt x="2198426" y="67682"/>
                </a:lnTo>
                <a:lnTo>
                  <a:pt x="2198426" y="69891"/>
                </a:lnTo>
                <a:lnTo>
                  <a:pt x="2198338" y="69559"/>
                </a:lnTo>
                <a:lnTo>
                  <a:pt x="2198219" y="69162"/>
                </a:lnTo>
                <a:close/>
                <a:moveTo>
                  <a:pt x="2485177" y="148335"/>
                </a:moveTo>
                <a:lnTo>
                  <a:pt x="2484262" y="149466"/>
                </a:lnTo>
                <a:lnTo>
                  <a:pt x="2483378" y="150552"/>
                </a:lnTo>
                <a:lnTo>
                  <a:pt x="2482524" y="151594"/>
                </a:lnTo>
                <a:lnTo>
                  <a:pt x="2481701" y="152591"/>
                </a:lnTo>
                <a:lnTo>
                  <a:pt x="2480908" y="153544"/>
                </a:lnTo>
                <a:lnTo>
                  <a:pt x="2480146" y="154453"/>
                </a:lnTo>
                <a:lnTo>
                  <a:pt x="2479414" y="155317"/>
                </a:lnTo>
                <a:lnTo>
                  <a:pt x="2478713" y="156136"/>
                </a:lnTo>
                <a:lnTo>
                  <a:pt x="2478042" y="156911"/>
                </a:lnTo>
                <a:lnTo>
                  <a:pt x="2477401" y="157642"/>
                </a:lnTo>
                <a:lnTo>
                  <a:pt x="2476792" y="158328"/>
                </a:lnTo>
                <a:lnTo>
                  <a:pt x="2476212" y="158970"/>
                </a:lnTo>
                <a:lnTo>
                  <a:pt x="2475663" y="159567"/>
                </a:lnTo>
                <a:lnTo>
                  <a:pt x="2475145" y="160119"/>
                </a:lnTo>
                <a:lnTo>
                  <a:pt x="2474657" y="160628"/>
                </a:lnTo>
                <a:lnTo>
                  <a:pt x="2474200" y="161091"/>
                </a:lnTo>
                <a:lnTo>
                  <a:pt x="2473773" y="161510"/>
                </a:lnTo>
                <a:lnTo>
                  <a:pt x="2473377" y="161885"/>
                </a:lnTo>
                <a:lnTo>
                  <a:pt x="2473011" y="162215"/>
                </a:lnTo>
                <a:lnTo>
                  <a:pt x="2472732" y="162447"/>
                </a:lnTo>
                <a:lnTo>
                  <a:pt x="2472453" y="162668"/>
                </a:lnTo>
                <a:lnTo>
                  <a:pt x="2472172" y="162880"/>
                </a:lnTo>
                <a:lnTo>
                  <a:pt x="2471891" y="163081"/>
                </a:lnTo>
                <a:lnTo>
                  <a:pt x="2471608" y="163273"/>
                </a:lnTo>
                <a:lnTo>
                  <a:pt x="2471325" y="163455"/>
                </a:lnTo>
                <a:lnTo>
                  <a:pt x="2471041" y="163628"/>
                </a:lnTo>
                <a:lnTo>
                  <a:pt x="2470757" y="163790"/>
                </a:lnTo>
                <a:lnTo>
                  <a:pt x="2470471" y="163942"/>
                </a:lnTo>
                <a:lnTo>
                  <a:pt x="2470184" y="164085"/>
                </a:lnTo>
                <a:lnTo>
                  <a:pt x="2469897" y="164218"/>
                </a:lnTo>
                <a:lnTo>
                  <a:pt x="2469609" y="164341"/>
                </a:lnTo>
                <a:lnTo>
                  <a:pt x="2469320" y="164454"/>
                </a:lnTo>
                <a:lnTo>
                  <a:pt x="2469030" y="164557"/>
                </a:lnTo>
                <a:lnTo>
                  <a:pt x="2468739" y="164651"/>
                </a:lnTo>
                <a:lnTo>
                  <a:pt x="2468447" y="164735"/>
                </a:lnTo>
                <a:lnTo>
                  <a:pt x="2468154" y="164808"/>
                </a:lnTo>
                <a:lnTo>
                  <a:pt x="2467861" y="164872"/>
                </a:lnTo>
                <a:lnTo>
                  <a:pt x="2467567" y="164927"/>
                </a:lnTo>
                <a:lnTo>
                  <a:pt x="2467272" y="164971"/>
                </a:lnTo>
                <a:lnTo>
                  <a:pt x="2466976" y="165005"/>
                </a:lnTo>
                <a:lnTo>
                  <a:pt x="2466679" y="165030"/>
                </a:lnTo>
                <a:lnTo>
                  <a:pt x="2466381" y="165045"/>
                </a:lnTo>
                <a:lnTo>
                  <a:pt x="2466082" y="165050"/>
                </a:lnTo>
                <a:lnTo>
                  <a:pt x="2465780" y="165041"/>
                </a:lnTo>
                <a:lnTo>
                  <a:pt x="2465490" y="165017"/>
                </a:lnTo>
                <a:lnTo>
                  <a:pt x="2465213" y="164976"/>
                </a:lnTo>
                <a:lnTo>
                  <a:pt x="2464948" y="164919"/>
                </a:lnTo>
                <a:lnTo>
                  <a:pt x="2464697" y="164845"/>
                </a:lnTo>
                <a:lnTo>
                  <a:pt x="2464459" y="164756"/>
                </a:lnTo>
                <a:lnTo>
                  <a:pt x="2464233" y="164650"/>
                </a:lnTo>
                <a:lnTo>
                  <a:pt x="2464020" y="164527"/>
                </a:lnTo>
                <a:lnTo>
                  <a:pt x="2463821" y="164388"/>
                </a:lnTo>
                <a:lnTo>
                  <a:pt x="2463634" y="164233"/>
                </a:lnTo>
                <a:lnTo>
                  <a:pt x="2463460" y="164062"/>
                </a:lnTo>
                <a:lnTo>
                  <a:pt x="2463299" y="163874"/>
                </a:lnTo>
                <a:lnTo>
                  <a:pt x="2463150" y="163670"/>
                </a:lnTo>
                <a:lnTo>
                  <a:pt x="2463015" y="163450"/>
                </a:lnTo>
                <a:lnTo>
                  <a:pt x="2462893" y="163213"/>
                </a:lnTo>
                <a:lnTo>
                  <a:pt x="2462783" y="162960"/>
                </a:lnTo>
                <a:lnTo>
                  <a:pt x="2462686" y="162691"/>
                </a:lnTo>
                <a:lnTo>
                  <a:pt x="2462603" y="162405"/>
                </a:lnTo>
                <a:lnTo>
                  <a:pt x="2462532" y="162103"/>
                </a:lnTo>
                <a:lnTo>
                  <a:pt x="2462474" y="161785"/>
                </a:lnTo>
                <a:lnTo>
                  <a:pt x="2462429" y="161450"/>
                </a:lnTo>
                <a:lnTo>
                  <a:pt x="2462396" y="161099"/>
                </a:lnTo>
                <a:lnTo>
                  <a:pt x="2462377" y="160732"/>
                </a:lnTo>
                <a:lnTo>
                  <a:pt x="2462371" y="160348"/>
                </a:lnTo>
                <a:lnTo>
                  <a:pt x="2462374" y="160094"/>
                </a:lnTo>
                <a:lnTo>
                  <a:pt x="2462384" y="159826"/>
                </a:lnTo>
                <a:lnTo>
                  <a:pt x="2462400" y="159546"/>
                </a:lnTo>
                <a:lnTo>
                  <a:pt x="2462422" y="159252"/>
                </a:lnTo>
                <a:lnTo>
                  <a:pt x="2462451" y="158944"/>
                </a:lnTo>
                <a:lnTo>
                  <a:pt x="2462487" y="158624"/>
                </a:lnTo>
                <a:lnTo>
                  <a:pt x="2462529" y="158290"/>
                </a:lnTo>
                <a:lnTo>
                  <a:pt x="2462577" y="157942"/>
                </a:lnTo>
                <a:lnTo>
                  <a:pt x="2462632" y="157582"/>
                </a:lnTo>
                <a:lnTo>
                  <a:pt x="2462693" y="157208"/>
                </a:lnTo>
                <a:lnTo>
                  <a:pt x="2462761" y="156820"/>
                </a:lnTo>
                <a:lnTo>
                  <a:pt x="2462835" y="156420"/>
                </a:lnTo>
                <a:lnTo>
                  <a:pt x="2462915" y="156006"/>
                </a:lnTo>
                <a:lnTo>
                  <a:pt x="2463002" y="155579"/>
                </a:lnTo>
                <a:lnTo>
                  <a:pt x="2463096" y="155138"/>
                </a:lnTo>
                <a:lnTo>
                  <a:pt x="2463196" y="154684"/>
                </a:lnTo>
                <a:lnTo>
                  <a:pt x="2463302" y="154217"/>
                </a:lnTo>
                <a:lnTo>
                  <a:pt x="2463415" y="153736"/>
                </a:lnTo>
                <a:lnTo>
                  <a:pt x="2463534" y="153243"/>
                </a:lnTo>
                <a:lnTo>
                  <a:pt x="2463660" y="152735"/>
                </a:lnTo>
                <a:lnTo>
                  <a:pt x="2463792" y="152215"/>
                </a:lnTo>
                <a:lnTo>
                  <a:pt x="2463930" y="151681"/>
                </a:lnTo>
                <a:lnTo>
                  <a:pt x="2464075" y="151134"/>
                </a:lnTo>
                <a:lnTo>
                  <a:pt x="2464227" y="150574"/>
                </a:lnTo>
                <a:lnTo>
                  <a:pt x="2464267" y="150442"/>
                </a:lnTo>
                <a:lnTo>
                  <a:pt x="2464306" y="150313"/>
                </a:lnTo>
                <a:lnTo>
                  <a:pt x="2464345" y="150189"/>
                </a:lnTo>
                <a:lnTo>
                  <a:pt x="2464381" y="150068"/>
                </a:lnTo>
                <a:lnTo>
                  <a:pt x="2464417" y="149952"/>
                </a:lnTo>
                <a:lnTo>
                  <a:pt x="2464451" y="149839"/>
                </a:lnTo>
                <a:lnTo>
                  <a:pt x="2464484" y="149730"/>
                </a:lnTo>
                <a:lnTo>
                  <a:pt x="2464515" y="149625"/>
                </a:lnTo>
                <a:lnTo>
                  <a:pt x="2464546" y="149524"/>
                </a:lnTo>
                <a:lnTo>
                  <a:pt x="2464575" y="149427"/>
                </a:lnTo>
                <a:lnTo>
                  <a:pt x="2464602" y="149333"/>
                </a:lnTo>
                <a:lnTo>
                  <a:pt x="2464629" y="149244"/>
                </a:lnTo>
                <a:lnTo>
                  <a:pt x="2464654" y="149158"/>
                </a:lnTo>
                <a:lnTo>
                  <a:pt x="2464678" y="149076"/>
                </a:lnTo>
                <a:lnTo>
                  <a:pt x="2464700" y="148998"/>
                </a:lnTo>
                <a:lnTo>
                  <a:pt x="2464721" y="148924"/>
                </a:lnTo>
                <a:lnTo>
                  <a:pt x="2464741" y="148854"/>
                </a:lnTo>
                <a:lnTo>
                  <a:pt x="2464760" y="148787"/>
                </a:lnTo>
                <a:lnTo>
                  <a:pt x="2464778" y="148725"/>
                </a:lnTo>
                <a:lnTo>
                  <a:pt x="2464794" y="148666"/>
                </a:lnTo>
                <a:lnTo>
                  <a:pt x="2464808" y="148611"/>
                </a:lnTo>
                <a:lnTo>
                  <a:pt x="2464822" y="148561"/>
                </a:lnTo>
                <a:lnTo>
                  <a:pt x="2464834" y="148514"/>
                </a:lnTo>
                <a:lnTo>
                  <a:pt x="2464845" y="148470"/>
                </a:lnTo>
                <a:lnTo>
                  <a:pt x="2464969" y="147975"/>
                </a:lnTo>
                <a:lnTo>
                  <a:pt x="2503076" y="1361"/>
                </a:lnTo>
                <a:lnTo>
                  <a:pt x="2501839" y="0"/>
                </a:lnTo>
                <a:lnTo>
                  <a:pt x="2500199" y="378"/>
                </a:lnTo>
                <a:lnTo>
                  <a:pt x="2498559" y="748"/>
                </a:lnTo>
                <a:lnTo>
                  <a:pt x="2496919" y="1110"/>
                </a:lnTo>
                <a:lnTo>
                  <a:pt x="2495278" y="1464"/>
                </a:lnTo>
                <a:lnTo>
                  <a:pt x="2493637" y="1811"/>
                </a:lnTo>
                <a:lnTo>
                  <a:pt x="2491995" y="2150"/>
                </a:lnTo>
                <a:lnTo>
                  <a:pt x="2490353" y="2481"/>
                </a:lnTo>
                <a:lnTo>
                  <a:pt x="2488710" y="2804"/>
                </a:lnTo>
                <a:lnTo>
                  <a:pt x="2487067" y="3120"/>
                </a:lnTo>
                <a:lnTo>
                  <a:pt x="2485424" y="3428"/>
                </a:lnTo>
                <a:lnTo>
                  <a:pt x="2483780" y="3729"/>
                </a:lnTo>
                <a:lnTo>
                  <a:pt x="2482136" y="4021"/>
                </a:lnTo>
                <a:lnTo>
                  <a:pt x="2480491" y="4306"/>
                </a:lnTo>
                <a:lnTo>
                  <a:pt x="2478846" y="4583"/>
                </a:lnTo>
                <a:lnTo>
                  <a:pt x="2477200" y="4852"/>
                </a:lnTo>
                <a:lnTo>
                  <a:pt x="2475554" y="5114"/>
                </a:lnTo>
                <a:lnTo>
                  <a:pt x="2473908" y="5368"/>
                </a:lnTo>
                <a:lnTo>
                  <a:pt x="2472261" y="5614"/>
                </a:lnTo>
                <a:lnTo>
                  <a:pt x="2470614" y="5852"/>
                </a:lnTo>
                <a:lnTo>
                  <a:pt x="2468966" y="6083"/>
                </a:lnTo>
                <a:lnTo>
                  <a:pt x="2467318" y="6306"/>
                </a:lnTo>
                <a:lnTo>
                  <a:pt x="2465669" y="6521"/>
                </a:lnTo>
                <a:lnTo>
                  <a:pt x="2464020" y="6729"/>
                </a:lnTo>
                <a:lnTo>
                  <a:pt x="2462371" y="6929"/>
                </a:lnTo>
                <a:lnTo>
                  <a:pt x="2462371" y="11015"/>
                </a:lnTo>
                <a:lnTo>
                  <a:pt x="2462596" y="11005"/>
                </a:lnTo>
                <a:lnTo>
                  <a:pt x="2462817" y="10995"/>
                </a:lnTo>
                <a:lnTo>
                  <a:pt x="2463034" y="10986"/>
                </a:lnTo>
                <a:lnTo>
                  <a:pt x="2463247" y="10976"/>
                </a:lnTo>
                <a:lnTo>
                  <a:pt x="2463457" y="10968"/>
                </a:lnTo>
                <a:lnTo>
                  <a:pt x="2463662" y="10960"/>
                </a:lnTo>
                <a:lnTo>
                  <a:pt x="2463864" y="10952"/>
                </a:lnTo>
                <a:lnTo>
                  <a:pt x="2464062" y="10945"/>
                </a:lnTo>
                <a:lnTo>
                  <a:pt x="2464256" y="10938"/>
                </a:lnTo>
                <a:lnTo>
                  <a:pt x="2464446" y="10931"/>
                </a:lnTo>
                <a:lnTo>
                  <a:pt x="2464632" y="10925"/>
                </a:lnTo>
                <a:lnTo>
                  <a:pt x="2464814" y="10920"/>
                </a:lnTo>
                <a:lnTo>
                  <a:pt x="2464993" y="10915"/>
                </a:lnTo>
                <a:lnTo>
                  <a:pt x="2465167" y="10910"/>
                </a:lnTo>
                <a:lnTo>
                  <a:pt x="2465338" y="10906"/>
                </a:lnTo>
                <a:lnTo>
                  <a:pt x="2465505" y="10902"/>
                </a:lnTo>
                <a:lnTo>
                  <a:pt x="2465668" y="10899"/>
                </a:lnTo>
                <a:lnTo>
                  <a:pt x="2465827" y="10896"/>
                </a:lnTo>
                <a:lnTo>
                  <a:pt x="2465983" y="10893"/>
                </a:lnTo>
                <a:lnTo>
                  <a:pt x="2466134" y="10891"/>
                </a:lnTo>
                <a:lnTo>
                  <a:pt x="2466282" y="10890"/>
                </a:lnTo>
                <a:lnTo>
                  <a:pt x="2466425" y="10889"/>
                </a:lnTo>
                <a:lnTo>
                  <a:pt x="2466565" y="10888"/>
                </a:lnTo>
                <a:lnTo>
                  <a:pt x="2466701" y="10888"/>
                </a:lnTo>
                <a:lnTo>
                  <a:pt x="2467751" y="10898"/>
                </a:lnTo>
                <a:lnTo>
                  <a:pt x="2468756" y="10928"/>
                </a:lnTo>
                <a:lnTo>
                  <a:pt x="2469717" y="10979"/>
                </a:lnTo>
                <a:lnTo>
                  <a:pt x="2470633" y="11050"/>
                </a:lnTo>
                <a:lnTo>
                  <a:pt x="2471504" y="11141"/>
                </a:lnTo>
                <a:lnTo>
                  <a:pt x="2472331" y="11252"/>
                </a:lnTo>
                <a:lnTo>
                  <a:pt x="2473112" y="11383"/>
                </a:lnTo>
                <a:lnTo>
                  <a:pt x="2473850" y="11535"/>
                </a:lnTo>
                <a:lnTo>
                  <a:pt x="2474542" y="11707"/>
                </a:lnTo>
                <a:lnTo>
                  <a:pt x="2475190" y="11899"/>
                </a:lnTo>
                <a:lnTo>
                  <a:pt x="2475793" y="12111"/>
                </a:lnTo>
                <a:lnTo>
                  <a:pt x="2476352" y="12344"/>
                </a:lnTo>
                <a:lnTo>
                  <a:pt x="2476865" y="12596"/>
                </a:lnTo>
                <a:lnTo>
                  <a:pt x="2477335" y="12869"/>
                </a:lnTo>
                <a:lnTo>
                  <a:pt x="2477759" y="13162"/>
                </a:lnTo>
                <a:lnTo>
                  <a:pt x="2478139" y="13476"/>
                </a:lnTo>
                <a:lnTo>
                  <a:pt x="2478474" y="13809"/>
                </a:lnTo>
                <a:lnTo>
                  <a:pt x="2478764" y="14163"/>
                </a:lnTo>
                <a:lnTo>
                  <a:pt x="2479010" y="14537"/>
                </a:lnTo>
                <a:lnTo>
                  <a:pt x="2479211" y="14931"/>
                </a:lnTo>
                <a:lnTo>
                  <a:pt x="2479367" y="15346"/>
                </a:lnTo>
                <a:lnTo>
                  <a:pt x="2479479" y="15781"/>
                </a:lnTo>
                <a:lnTo>
                  <a:pt x="2479546" y="16236"/>
                </a:lnTo>
                <a:lnTo>
                  <a:pt x="2479569" y="16711"/>
                </a:lnTo>
                <a:lnTo>
                  <a:pt x="2479567" y="16828"/>
                </a:lnTo>
                <a:lnTo>
                  <a:pt x="2479563" y="16952"/>
                </a:lnTo>
                <a:lnTo>
                  <a:pt x="2479555" y="17083"/>
                </a:lnTo>
                <a:lnTo>
                  <a:pt x="2479544" y="17221"/>
                </a:lnTo>
                <a:lnTo>
                  <a:pt x="2479531" y="17365"/>
                </a:lnTo>
                <a:lnTo>
                  <a:pt x="2479514" y="17517"/>
                </a:lnTo>
                <a:lnTo>
                  <a:pt x="2479495" y="17675"/>
                </a:lnTo>
                <a:lnTo>
                  <a:pt x="2479472" y="17840"/>
                </a:lnTo>
                <a:lnTo>
                  <a:pt x="2479447" y="18013"/>
                </a:lnTo>
                <a:lnTo>
                  <a:pt x="2479418" y="18192"/>
                </a:lnTo>
                <a:lnTo>
                  <a:pt x="2479387" y="18378"/>
                </a:lnTo>
                <a:lnTo>
                  <a:pt x="2479352" y="18570"/>
                </a:lnTo>
                <a:lnTo>
                  <a:pt x="2479314" y="18770"/>
                </a:lnTo>
                <a:lnTo>
                  <a:pt x="2479274" y="18977"/>
                </a:lnTo>
                <a:lnTo>
                  <a:pt x="2479230" y="19190"/>
                </a:lnTo>
                <a:lnTo>
                  <a:pt x="2479184" y="19410"/>
                </a:lnTo>
                <a:lnTo>
                  <a:pt x="2479134" y="19637"/>
                </a:lnTo>
                <a:lnTo>
                  <a:pt x="2479081" y="19871"/>
                </a:lnTo>
                <a:lnTo>
                  <a:pt x="2479026" y="20112"/>
                </a:lnTo>
                <a:lnTo>
                  <a:pt x="2478967" y="20360"/>
                </a:lnTo>
                <a:lnTo>
                  <a:pt x="2478905" y="20615"/>
                </a:lnTo>
                <a:lnTo>
                  <a:pt x="2478841" y="20876"/>
                </a:lnTo>
                <a:lnTo>
                  <a:pt x="2478773" y="21145"/>
                </a:lnTo>
                <a:lnTo>
                  <a:pt x="2478702" y="21420"/>
                </a:lnTo>
                <a:lnTo>
                  <a:pt x="2443812" y="155368"/>
                </a:lnTo>
                <a:lnTo>
                  <a:pt x="2443721" y="155706"/>
                </a:lnTo>
                <a:lnTo>
                  <a:pt x="2443634" y="156039"/>
                </a:lnTo>
                <a:lnTo>
                  <a:pt x="2443551" y="156365"/>
                </a:lnTo>
                <a:lnTo>
                  <a:pt x="2443472" y="156687"/>
                </a:lnTo>
                <a:lnTo>
                  <a:pt x="2443396" y="157002"/>
                </a:lnTo>
                <a:lnTo>
                  <a:pt x="2443325" y="157312"/>
                </a:lnTo>
                <a:lnTo>
                  <a:pt x="2443257" y="157617"/>
                </a:lnTo>
                <a:lnTo>
                  <a:pt x="2443193" y="157916"/>
                </a:lnTo>
                <a:lnTo>
                  <a:pt x="2443133" y="158209"/>
                </a:lnTo>
                <a:lnTo>
                  <a:pt x="2443077" y="158496"/>
                </a:lnTo>
                <a:lnTo>
                  <a:pt x="2443025" y="158778"/>
                </a:lnTo>
                <a:lnTo>
                  <a:pt x="2442977" y="159055"/>
                </a:lnTo>
                <a:lnTo>
                  <a:pt x="2442932" y="159325"/>
                </a:lnTo>
                <a:lnTo>
                  <a:pt x="2442892" y="159591"/>
                </a:lnTo>
                <a:lnTo>
                  <a:pt x="2442855" y="159850"/>
                </a:lnTo>
                <a:lnTo>
                  <a:pt x="2442822" y="160104"/>
                </a:lnTo>
                <a:lnTo>
                  <a:pt x="2442793" y="160352"/>
                </a:lnTo>
                <a:lnTo>
                  <a:pt x="2442768" y="160595"/>
                </a:lnTo>
                <a:lnTo>
                  <a:pt x="2442747" y="160832"/>
                </a:lnTo>
                <a:lnTo>
                  <a:pt x="2442729" y="161063"/>
                </a:lnTo>
                <a:lnTo>
                  <a:pt x="2442716" y="161289"/>
                </a:lnTo>
                <a:lnTo>
                  <a:pt x="2442706" y="161510"/>
                </a:lnTo>
                <a:lnTo>
                  <a:pt x="2442700" y="161724"/>
                </a:lnTo>
                <a:lnTo>
                  <a:pt x="2442698" y="161933"/>
                </a:lnTo>
                <a:lnTo>
                  <a:pt x="2442720" y="163096"/>
                </a:lnTo>
                <a:lnTo>
                  <a:pt x="2442785" y="164209"/>
                </a:lnTo>
                <a:lnTo>
                  <a:pt x="2442894" y="165273"/>
                </a:lnTo>
                <a:lnTo>
                  <a:pt x="2443046" y="166288"/>
                </a:lnTo>
                <a:lnTo>
                  <a:pt x="2443241" y="167253"/>
                </a:lnTo>
                <a:lnTo>
                  <a:pt x="2443479" y="168168"/>
                </a:lnTo>
                <a:lnTo>
                  <a:pt x="2443761" y="169034"/>
                </a:lnTo>
                <a:lnTo>
                  <a:pt x="2444087" y="169851"/>
                </a:lnTo>
                <a:lnTo>
                  <a:pt x="2444456" y="170618"/>
                </a:lnTo>
                <a:lnTo>
                  <a:pt x="2444868" y="171335"/>
                </a:lnTo>
                <a:lnTo>
                  <a:pt x="2445323" y="172003"/>
                </a:lnTo>
                <a:lnTo>
                  <a:pt x="2445822" y="172622"/>
                </a:lnTo>
                <a:lnTo>
                  <a:pt x="2446365" y="173191"/>
                </a:lnTo>
                <a:lnTo>
                  <a:pt x="2446951" y="173711"/>
                </a:lnTo>
                <a:lnTo>
                  <a:pt x="2447580" y="174181"/>
                </a:lnTo>
                <a:lnTo>
                  <a:pt x="2448252" y="174601"/>
                </a:lnTo>
                <a:lnTo>
                  <a:pt x="2448968" y="174972"/>
                </a:lnTo>
                <a:lnTo>
                  <a:pt x="2449728" y="175294"/>
                </a:lnTo>
                <a:lnTo>
                  <a:pt x="2450530" y="175566"/>
                </a:lnTo>
                <a:lnTo>
                  <a:pt x="2451376" y="175789"/>
                </a:lnTo>
                <a:lnTo>
                  <a:pt x="2452266" y="175962"/>
                </a:lnTo>
                <a:lnTo>
                  <a:pt x="2453199" y="176086"/>
                </a:lnTo>
                <a:lnTo>
                  <a:pt x="2454175" y="176160"/>
                </a:lnTo>
                <a:lnTo>
                  <a:pt x="2455195" y="176185"/>
                </a:lnTo>
                <a:lnTo>
                  <a:pt x="2455843" y="176177"/>
                </a:lnTo>
                <a:lnTo>
                  <a:pt x="2456488" y="176155"/>
                </a:lnTo>
                <a:lnTo>
                  <a:pt x="2457130" y="176117"/>
                </a:lnTo>
                <a:lnTo>
                  <a:pt x="2457769" y="176064"/>
                </a:lnTo>
                <a:lnTo>
                  <a:pt x="2458405" y="175996"/>
                </a:lnTo>
                <a:lnTo>
                  <a:pt x="2459038" y="175913"/>
                </a:lnTo>
                <a:lnTo>
                  <a:pt x="2459668" y="175815"/>
                </a:lnTo>
                <a:lnTo>
                  <a:pt x="2460295" y="175701"/>
                </a:lnTo>
                <a:lnTo>
                  <a:pt x="2460919" y="175573"/>
                </a:lnTo>
                <a:lnTo>
                  <a:pt x="2461540" y="175430"/>
                </a:lnTo>
                <a:lnTo>
                  <a:pt x="2462158" y="175271"/>
                </a:lnTo>
                <a:lnTo>
                  <a:pt x="2462773" y="175097"/>
                </a:lnTo>
                <a:lnTo>
                  <a:pt x="2463385" y="174909"/>
                </a:lnTo>
                <a:lnTo>
                  <a:pt x="2463994" y="174705"/>
                </a:lnTo>
                <a:lnTo>
                  <a:pt x="2464600" y="174486"/>
                </a:lnTo>
                <a:lnTo>
                  <a:pt x="2465203" y="174252"/>
                </a:lnTo>
                <a:lnTo>
                  <a:pt x="2465803" y="174002"/>
                </a:lnTo>
                <a:lnTo>
                  <a:pt x="2466400" y="173738"/>
                </a:lnTo>
                <a:lnTo>
                  <a:pt x="2466993" y="173459"/>
                </a:lnTo>
                <a:lnTo>
                  <a:pt x="2467584" y="173164"/>
                </a:lnTo>
                <a:lnTo>
                  <a:pt x="2468172" y="172855"/>
                </a:lnTo>
                <a:lnTo>
                  <a:pt x="2468757" y="172530"/>
                </a:lnTo>
                <a:lnTo>
                  <a:pt x="2469339" y="172190"/>
                </a:lnTo>
                <a:lnTo>
                  <a:pt x="2469918" y="171835"/>
                </a:lnTo>
                <a:lnTo>
                  <a:pt x="2470670" y="171341"/>
                </a:lnTo>
                <a:lnTo>
                  <a:pt x="2471443" y="170790"/>
                </a:lnTo>
                <a:lnTo>
                  <a:pt x="2472236" y="170182"/>
                </a:lnTo>
                <a:lnTo>
                  <a:pt x="2473049" y="169518"/>
                </a:lnTo>
                <a:lnTo>
                  <a:pt x="2473882" y="168797"/>
                </a:lnTo>
                <a:lnTo>
                  <a:pt x="2474735" y="168020"/>
                </a:lnTo>
                <a:lnTo>
                  <a:pt x="2475609" y="167186"/>
                </a:lnTo>
                <a:lnTo>
                  <a:pt x="2476503" y="166296"/>
                </a:lnTo>
                <a:lnTo>
                  <a:pt x="2477417" y="165349"/>
                </a:lnTo>
                <a:lnTo>
                  <a:pt x="2478351" y="164346"/>
                </a:lnTo>
                <a:lnTo>
                  <a:pt x="2479305" y="163286"/>
                </a:lnTo>
                <a:lnTo>
                  <a:pt x="2480280" y="162170"/>
                </a:lnTo>
                <a:lnTo>
                  <a:pt x="2481275" y="160997"/>
                </a:lnTo>
                <a:lnTo>
                  <a:pt x="2482290" y="159768"/>
                </a:lnTo>
                <a:lnTo>
                  <a:pt x="2483325" y="158482"/>
                </a:lnTo>
                <a:lnTo>
                  <a:pt x="2484380" y="157139"/>
                </a:lnTo>
                <a:lnTo>
                  <a:pt x="2485456" y="155740"/>
                </a:lnTo>
                <a:lnTo>
                  <a:pt x="2486551" y="154285"/>
                </a:lnTo>
                <a:lnTo>
                  <a:pt x="2487667" y="152773"/>
                </a:lnTo>
                <a:lnTo>
                  <a:pt x="2488803" y="151204"/>
                </a:lnTo>
                <a:lnTo>
                  <a:pt x="2489960" y="149579"/>
                </a:lnTo>
                <a:lnTo>
                  <a:pt x="2491136" y="147897"/>
                </a:lnTo>
                <a:lnTo>
                  <a:pt x="2492333" y="146159"/>
                </a:lnTo>
                <a:lnTo>
                  <a:pt x="2493549" y="144364"/>
                </a:lnTo>
                <a:lnTo>
                  <a:pt x="2490209" y="142013"/>
                </a:lnTo>
                <a:lnTo>
                  <a:pt x="2489142" y="143367"/>
                </a:lnTo>
                <a:lnTo>
                  <a:pt x="2488105" y="144675"/>
                </a:lnTo>
                <a:lnTo>
                  <a:pt x="2487098" y="145940"/>
                </a:lnTo>
                <a:lnTo>
                  <a:pt x="2486123" y="147160"/>
                </a:lnTo>
                <a:lnTo>
                  <a:pt x="2485177" y="148335"/>
                </a:lnTo>
                <a:close/>
                <a:moveTo>
                  <a:pt x="1638349" y="148976"/>
                </a:moveTo>
                <a:lnTo>
                  <a:pt x="1637540" y="149865"/>
                </a:lnTo>
                <a:lnTo>
                  <a:pt x="1636754" y="150723"/>
                </a:lnTo>
                <a:lnTo>
                  <a:pt x="1635993" y="151549"/>
                </a:lnTo>
                <a:lnTo>
                  <a:pt x="1635256" y="152343"/>
                </a:lnTo>
                <a:lnTo>
                  <a:pt x="1634543" y="153105"/>
                </a:lnTo>
                <a:lnTo>
                  <a:pt x="1633854" y="153836"/>
                </a:lnTo>
                <a:lnTo>
                  <a:pt x="1633189" y="154534"/>
                </a:lnTo>
                <a:lnTo>
                  <a:pt x="1632548" y="155201"/>
                </a:lnTo>
                <a:lnTo>
                  <a:pt x="1631931" y="155836"/>
                </a:lnTo>
                <a:lnTo>
                  <a:pt x="1631338" y="156438"/>
                </a:lnTo>
                <a:lnTo>
                  <a:pt x="1630769" y="157009"/>
                </a:lnTo>
                <a:lnTo>
                  <a:pt x="1630224" y="157549"/>
                </a:lnTo>
                <a:lnTo>
                  <a:pt x="1629704" y="158056"/>
                </a:lnTo>
                <a:lnTo>
                  <a:pt x="1629207" y="158531"/>
                </a:lnTo>
                <a:lnTo>
                  <a:pt x="1628734" y="158975"/>
                </a:lnTo>
                <a:lnTo>
                  <a:pt x="1628286" y="159387"/>
                </a:lnTo>
                <a:lnTo>
                  <a:pt x="1627861" y="159767"/>
                </a:lnTo>
                <a:lnTo>
                  <a:pt x="1627461" y="160115"/>
                </a:lnTo>
                <a:lnTo>
                  <a:pt x="1627085" y="160431"/>
                </a:lnTo>
                <a:lnTo>
                  <a:pt x="1626733" y="160715"/>
                </a:lnTo>
                <a:lnTo>
                  <a:pt x="1626495" y="160907"/>
                </a:lnTo>
                <a:lnTo>
                  <a:pt x="1626257" y="161091"/>
                </a:lnTo>
                <a:lnTo>
                  <a:pt x="1626019" y="161267"/>
                </a:lnTo>
                <a:lnTo>
                  <a:pt x="1625781" y="161435"/>
                </a:lnTo>
                <a:lnTo>
                  <a:pt x="1625541" y="161594"/>
                </a:lnTo>
                <a:lnTo>
                  <a:pt x="1625302" y="161745"/>
                </a:lnTo>
                <a:lnTo>
                  <a:pt x="1625062" y="161889"/>
                </a:lnTo>
                <a:lnTo>
                  <a:pt x="1624822" y="162023"/>
                </a:lnTo>
                <a:lnTo>
                  <a:pt x="1624581" y="162150"/>
                </a:lnTo>
                <a:lnTo>
                  <a:pt x="1624340" y="162269"/>
                </a:lnTo>
                <a:lnTo>
                  <a:pt x="1624098" y="162379"/>
                </a:lnTo>
                <a:lnTo>
                  <a:pt x="1623856" y="162481"/>
                </a:lnTo>
                <a:lnTo>
                  <a:pt x="1623613" y="162575"/>
                </a:lnTo>
                <a:lnTo>
                  <a:pt x="1623370" y="162661"/>
                </a:lnTo>
                <a:lnTo>
                  <a:pt x="1623127" y="162739"/>
                </a:lnTo>
                <a:lnTo>
                  <a:pt x="1622883" y="162808"/>
                </a:lnTo>
                <a:lnTo>
                  <a:pt x="1622639" y="162870"/>
                </a:lnTo>
                <a:lnTo>
                  <a:pt x="1622394" y="162923"/>
                </a:lnTo>
                <a:lnTo>
                  <a:pt x="1622149" y="162968"/>
                </a:lnTo>
                <a:lnTo>
                  <a:pt x="1621904" y="163005"/>
                </a:lnTo>
                <a:lnTo>
                  <a:pt x="1621658" y="163033"/>
                </a:lnTo>
                <a:lnTo>
                  <a:pt x="1621411" y="163054"/>
                </a:lnTo>
                <a:lnTo>
                  <a:pt x="1621165" y="163066"/>
                </a:lnTo>
                <a:lnTo>
                  <a:pt x="1620917" y="163070"/>
                </a:lnTo>
                <a:lnTo>
                  <a:pt x="1620784" y="163068"/>
                </a:lnTo>
                <a:lnTo>
                  <a:pt x="1620652" y="163062"/>
                </a:lnTo>
                <a:lnTo>
                  <a:pt x="1620521" y="163053"/>
                </a:lnTo>
                <a:lnTo>
                  <a:pt x="1620392" y="163039"/>
                </a:lnTo>
                <a:lnTo>
                  <a:pt x="1620263" y="163022"/>
                </a:lnTo>
                <a:lnTo>
                  <a:pt x="1620136" y="163000"/>
                </a:lnTo>
                <a:lnTo>
                  <a:pt x="1620011" y="162975"/>
                </a:lnTo>
                <a:lnTo>
                  <a:pt x="1619886" y="162946"/>
                </a:lnTo>
                <a:lnTo>
                  <a:pt x="1619763" y="162913"/>
                </a:lnTo>
                <a:lnTo>
                  <a:pt x="1619641" y="162877"/>
                </a:lnTo>
                <a:lnTo>
                  <a:pt x="1619521" y="162836"/>
                </a:lnTo>
                <a:lnTo>
                  <a:pt x="1619402" y="162792"/>
                </a:lnTo>
                <a:lnTo>
                  <a:pt x="1619284" y="162743"/>
                </a:lnTo>
                <a:lnTo>
                  <a:pt x="1619167" y="162691"/>
                </a:lnTo>
                <a:lnTo>
                  <a:pt x="1619052" y="162635"/>
                </a:lnTo>
                <a:lnTo>
                  <a:pt x="1618938" y="162575"/>
                </a:lnTo>
                <a:lnTo>
                  <a:pt x="1618825" y="162511"/>
                </a:lnTo>
                <a:lnTo>
                  <a:pt x="1618714" y="162444"/>
                </a:lnTo>
                <a:lnTo>
                  <a:pt x="1618603" y="162372"/>
                </a:lnTo>
                <a:lnTo>
                  <a:pt x="1618494" y="162297"/>
                </a:lnTo>
                <a:lnTo>
                  <a:pt x="1618387" y="162217"/>
                </a:lnTo>
                <a:lnTo>
                  <a:pt x="1618281" y="162134"/>
                </a:lnTo>
                <a:lnTo>
                  <a:pt x="1618175" y="162047"/>
                </a:lnTo>
                <a:lnTo>
                  <a:pt x="1618072" y="161956"/>
                </a:lnTo>
                <a:lnTo>
                  <a:pt x="1617940" y="161831"/>
                </a:lnTo>
                <a:lnTo>
                  <a:pt x="1617815" y="161702"/>
                </a:lnTo>
                <a:lnTo>
                  <a:pt x="1617695" y="161571"/>
                </a:lnTo>
                <a:lnTo>
                  <a:pt x="1617580" y="161436"/>
                </a:lnTo>
                <a:lnTo>
                  <a:pt x="1617471" y="161299"/>
                </a:lnTo>
                <a:lnTo>
                  <a:pt x="1617368" y="161158"/>
                </a:lnTo>
                <a:lnTo>
                  <a:pt x="1617270" y="161015"/>
                </a:lnTo>
                <a:lnTo>
                  <a:pt x="1617178" y="160868"/>
                </a:lnTo>
                <a:lnTo>
                  <a:pt x="1617092" y="160719"/>
                </a:lnTo>
                <a:lnTo>
                  <a:pt x="1617011" y="160566"/>
                </a:lnTo>
                <a:lnTo>
                  <a:pt x="1616935" y="160411"/>
                </a:lnTo>
                <a:lnTo>
                  <a:pt x="1616865" y="160252"/>
                </a:lnTo>
                <a:lnTo>
                  <a:pt x="1616801" y="160091"/>
                </a:lnTo>
                <a:lnTo>
                  <a:pt x="1616743" y="159926"/>
                </a:lnTo>
                <a:lnTo>
                  <a:pt x="1616689" y="159759"/>
                </a:lnTo>
                <a:lnTo>
                  <a:pt x="1616642" y="159588"/>
                </a:lnTo>
                <a:lnTo>
                  <a:pt x="1616600" y="159415"/>
                </a:lnTo>
                <a:lnTo>
                  <a:pt x="1616564" y="159239"/>
                </a:lnTo>
                <a:lnTo>
                  <a:pt x="1616533" y="159059"/>
                </a:lnTo>
                <a:lnTo>
                  <a:pt x="1616508" y="158877"/>
                </a:lnTo>
                <a:lnTo>
                  <a:pt x="1616488" y="158691"/>
                </a:lnTo>
                <a:lnTo>
                  <a:pt x="1616474" y="158503"/>
                </a:lnTo>
                <a:lnTo>
                  <a:pt x="1616466" y="158311"/>
                </a:lnTo>
                <a:lnTo>
                  <a:pt x="1616463" y="158117"/>
                </a:lnTo>
                <a:lnTo>
                  <a:pt x="1616464" y="158045"/>
                </a:lnTo>
                <a:lnTo>
                  <a:pt x="1616465" y="157972"/>
                </a:lnTo>
                <a:lnTo>
                  <a:pt x="1616467" y="157899"/>
                </a:lnTo>
                <a:lnTo>
                  <a:pt x="1616470" y="157825"/>
                </a:lnTo>
                <a:lnTo>
                  <a:pt x="1616474" y="157751"/>
                </a:lnTo>
                <a:lnTo>
                  <a:pt x="1616479" y="157676"/>
                </a:lnTo>
                <a:lnTo>
                  <a:pt x="1616484" y="157601"/>
                </a:lnTo>
                <a:lnTo>
                  <a:pt x="1616491" y="157526"/>
                </a:lnTo>
                <a:lnTo>
                  <a:pt x="1616498" y="157450"/>
                </a:lnTo>
                <a:lnTo>
                  <a:pt x="1616506" y="157374"/>
                </a:lnTo>
                <a:lnTo>
                  <a:pt x="1616515" y="157297"/>
                </a:lnTo>
                <a:lnTo>
                  <a:pt x="1616525" y="157220"/>
                </a:lnTo>
                <a:lnTo>
                  <a:pt x="1616536" y="157142"/>
                </a:lnTo>
                <a:lnTo>
                  <a:pt x="1616548" y="157065"/>
                </a:lnTo>
                <a:lnTo>
                  <a:pt x="1616560" y="156986"/>
                </a:lnTo>
                <a:lnTo>
                  <a:pt x="1616573" y="156907"/>
                </a:lnTo>
                <a:lnTo>
                  <a:pt x="1616587" y="156828"/>
                </a:lnTo>
                <a:lnTo>
                  <a:pt x="1616602" y="156748"/>
                </a:lnTo>
                <a:lnTo>
                  <a:pt x="1616618" y="156668"/>
                </a:lnTo>
                <a:lnTo>
                  <a:pt x="1616635" y="156588"/>
                </a:lnTo>
                <a:lnTo>
                  <a:pt x="1616653" y="156507"/>
                </a:lnTo>
                <a:lnTo>
                  <a:pt x="1616671" y="156425"/>
                </a:lnTo>
                <a:lnTo>
                  <a:pt x="1616691" y="156343"/>
                </a:lnTo>
                <a:lnTo>
                  <a:pt x="1616711" y="156261"/>
                </a:lnTo>
                <a:lnTo>
                  <a:pt x="1617144" y="154297"/>
                </a:lnTo>
                <a:lnTo>
                  <a:pt x="1617597" y="152283"/>
                </a:lnTo>
                <a:lnTo>
                  <a:pt x="1618072" y="150221"/>
                </a:lnTo>
                <a:lnTo>
                  <a:pt x="1618567" y="148109"/>
                </a:lnTo>
                <a:lnTo>
                  <a:pt x="1619082" y="145949"/>
                </a:lnTo>
                <a:lnTo>
                  <a:pt x="1619618" y="143739"/>
                </a:lnTo>
                <a:lnTo>
                  <a:pt x="1620175" y="141481"/>
                </a:lnTo>
                <a:lnTo>
                  <a:pt x="1620752" y="139173"/>
                </a:lnTo>
                <a:lnTo>
                  <a:pt x="1621350" y="136817"/>
                </a:lnTo>
                <a:lnTo>
                  <a:pt x="1621969" y="134411"/>
                </a:lnTo>
                <a:lnTo>
                  <a:pt x="1622608" y="131957"/>
                </a:lnTo>
                <a:lnTo>
                  <a:pt x="1623268" y="129453"/>
                </a:lnTo>
                <a:lnTo>
                  <a:pt x="1623949" y="126901"/>
                </a:lnTo>
                <a:lnTo>
                  <a:pt x="1624650" y="124299"/>
                </a:lnTo>
                <a:lnTo>
                  <a:pt x="1625372" y="121649"/>
                </a:lnTo>
                <a:lnTo>
                  <a:pt x="1626114" y="118949"/>
                </a:lnTo>
                <a:lnTo>
                  <a:pt x="1626877" y="116201"/>
                </a:lnTo>
                <a:lnTo>
                  <a:pt x="1627660" y="113403"/>
                </a:lnTo>
                <a:lnTo>
                  <a:pt x="1628465" y="110557"/>
                </a:lnTo>
                <a:lnTo>
                  <a:pt x="1629289" y="107661"/>
                </a:lnTo>
                <a:lnTo>
                  <a:pt x="1630135" y="104717"/>
                </a:lnTo>
                <a:lnTo>
                  <a:pt x="1631001" y="101723"/>
                </a:lnTo>
                <a:lnTo>
                  <a:pt x="1631888" y="98681"/>
                </a:lnTo>
                <a:lnTo>
                  <a:pt x="1632795" y="95589"/>
                </a:lnTo>
                <a:lnTo>
                  <a:pt x="1633521" y="93131"/>
                </a:lnTo>
                <a:lnTo>
                  <a:pt x="1634275" y="90545"/>
                </a:lnTo>
                <a:lnTo>
                  <a:pt x="1635057" y="87831"/>
                </a:lnTo>
                <a:lnTo>
                  <a:pt x="1635868" y="84989"/>
                </a:lnTo>
                <a:lnTo>
                  <a:pt x="1636707" y="82018"/>
                </a:lnTo>
                <a:lnTo>
                  <a:pt x="1637574" y="78920"/>
                </a:lnTo>
                <a:lnTo>
                  <a:pt x="1638470" y="75693"/>
                </a:lnTo>
                <a:lnTo>
                  <a:pt x="1639394" y="72338"/>
                </a:lnTo>
                <a:lnTo>
                  <a:pt x="1640346" y="68855"/>
                </a:lnTo>
                <a:lnTo>
                  <a:pt x="1641327" y="65244"/>
                </a:lnTo>
                <a:lnTo>
                  <a:pt x="1642336" y="61505"/>
                </a:lnTo>
                <a:lnTo>
                  <a:pt x="1643374" y="57638"/>
                </a:lnTo>
                <a:lnTo>
                  <a:pt x="1644439" y="53642"/>
                </a:lnTo>
                <a:lnTo>
                  <a:pt x="1645534" y="49519"/>
                </a:lnTo>
                <a:lnTo>
                  <a:pt x="1646656" y="45267"/>
                </a:lnTo>
                <a:lnTo>
                  <a:pt x="1647807" y="40887"/>
                </a:lnTo>
                <a:lnTo>
                  <a:pt x="1648986" y="36379"/>
                </a:lnTo>
                <a:lnTo>
                  <a:pt x="1650194" y="31744"/>
                </a:lnTo>
                <a:lnTo>
                  <a:pt x="1651430" y="26979"/>
                </a:lnTo>
                <a:lnTo>
                  <a:pt x="1652694" y="22087"/>
                </a:lnTo>
                <a:lnTo>
                  <a:pt x="1653987" y="17067"/>
                </a:lnTo>
                <a:lnTo>
                  <a:pt x="1655308" y="11918"/>
                </a:lnTo>
                <a:lnTo>
                  <a:pt x="1656657" y="6642"/>
                </a:lnTo>
                <a:lnTo>
                  <a:pt x="1658035" y="1237"/>
                </a:lnTo>
                <a:lnTo>
                  <a:pt x="1656674" y="0"/>
                </a:lnTo>
                <a:lnTo>
                  <a:pt x="1655204" y="307"/>
                </a:lnTo>
                <a:lnTo>
                  <a:pt x="1653721" y="607"/>
                </a:lnTo>
                <a:lnTo>
                  <a:pt x="1652226" y="903"/>
                </a:lnTo>
                <a:lnTo>
                  <a:pt x="1650718" y="1193"/>
                </a:lnTo>
                <a:lnTo>
                  <a:pt x="1649198" y="1477"/>
                </a:lnTo>
                <a:lnTo>
                  <a:pt x="1647665" y="1755"/>
                </a:lnTo>
                <a:lnTo>
                  <a:pt x="1646120" y="2028"/>
                </a:lnTo>
                <a:lnTo>
                  <a:pt x="1644563" y="2296"/>
                </a:lnTo>
                <a:lnTo>
                  <a:pt x="1642993" y="2558"/>
                </a:lnTo>
                <a:lnTo>
                  <a:pt x="1641410" y="2814"/>
                </a:lnTo>
                <a:lnTo>
                  <a:pt x="1639815" y="3065"/>
                </a:lnTo>
                <a:lnTo>
                  <a:pt x="1638208" y="3310"/>
                </a:lnTo>
                <a:lnTo>
                  <a:pt x="1636588" y="3549"/>
                </a:lnTo>
                <a:lnTo>
                  <a:pt x="1634956" y="3783"/>
                </a:lnTo>
                <a:lnTo>
                  <a:pt x="1633311" y="4011"/>
                </a:lnTo>
                <a:lnTo>
                  <a:pt x="1631654" y="4234"/>
                </a:lnTo>
                <a:lnTo>
                  <a:pt x="1629984" y="4451"/>
                </a:lnTo>
                <a:lnTo>
                  <a:pt x="1628302" y="4663"/>
                </a:lnTo>
                <a:lnTo>
                  <a:pt x="1626608" y="4869"/>
                </a:lnTo>
                <a:lnTo>
                  <a:pt x="1624901" y="5069"/>
                </a:lnTo>
                <a:lnTo>
                  <a:pt x="1623181" y="5264"/>
                </a:lnTo>
                <a:lnTo>
                  <a:pt x="1621449" y="5453"/>
                </a:lnTo>
                <a:lnTo>
                  <a:pt x="1619705" y="5637"/>
                </a:lnTo>
                <a:lnTo>
                  <a:pt x="1617948" y="5815"/>
                </a:lnTo>
                <a:lnTo>
                  <a:pt x="1617948" y="10145"/>
                </a:lnTo>
                <a:lnTo>
                  <a:pt x="1618841" y="10178"/>
                </a:lnTo>
                <a:lnTo>
                  <a:pt x="1619705" y="10215"/>
                </a:lnTo>
                <a:lnTo>
                  <a:pt x="1620540" y="10256"/>
                </a:lnTo>
                <a:lnTo>
                  <a:pt x="1621347" y="10300"/>
                </a:lnTo>
                <a:lnTo>
                  <a:pt x="1622125" y="10348"/>
                </a:lnTo>
                <a:lnTo>
                  <a:pt x="1622874" y="10401"/>
                </a:lnTo>
                <a:lnTo>
                  <a:pt x="1623594" y="10457"/>
                </a:lnTo>
                <a:lnTo>
                  <a:pt x="1624285" y="10517"/>
                </a:lnTo>
                <a:lnTo>
                  <a:pt x="1624948" y="10580"/>
                </a:lnTo>
                <a:lnTo>
                  <a:pt x="1625582" y="10648"/>
                </a:lnTo>
                <a:lnTo>
                  <a:pt x="1626187" y="10720"/>
                </a:lnTo>
                <a:lnTo>
                  <a:pt x="1626763" y="10795"/>
                </a:lnTo>
                <a:lnTo>
                  <a:pt x="1627311" y="10874"/>
                </a:lnTo>
                <a:lnTo>
                  <a:pt x="1627830" y="10957"/>
                </a:lnTo>
                <a:lnTo>
                  <a:pt x="1628320" y="11044"/>
                </a:lnTo>
                <a:lnTo>
                  <a:pt x="1628781" y="11135"/>
                </a:lnTo>
                <a:lnTo>
                  <a:pt x="1629213" y="11230"/>
                </a:lnTo>
                <a:lnTo>
                  <a:pt x="1629617" y="11329"/>
                </a:lnTo>
                <a:lnTo>
                  <a:pt x="1629992" y="11431"/>
                </a:lnTo>
                <a:lnTo>
                  <a:pt x="1630338" y="11537"/>
                </a:lnTo>
                <a:lnTo>
                  <a:pt x="1630655" y="11648"/>
                </a:lnTo>
                <a:lnTo>
                  <a:pt x="1630943" y="11762"/>
                </a:lnTo>
                <a:lnTo>
                  <a:pt x="1631203" y="11880"/>
                </a:lnTo>
                <a:lnTo>
                  <a:pt x="1631434" y="12001"/>
                </a:lnTo>
                <a:lnTo>
                  <a:pt x="1631616" y="12099"/>
                </a:lnTo>
                <a:lnTo>
                  <a:pt x="1631790" y="12205"/>
                </a:lnTo>
                <a:lnTo>
                  <a:pt x="1631956" y="12320"/>
                </a:lnTo>
                <a:lnTo>
                  <a:pt x="1632115" y="12445"/>
                </a:lnTo>
                <a:lnTo>
                  <a:pt x="1632265" y="12578"/>
                </a:lnTo>
                <a:lnTo>
                  <a:pt x="1632408" y="12721"/>
                </a:lnTo>
                <a:lnTo>
                  <a:pt x="1632544" y="12872"/>
                </a:lnTo>
                <a:lnTo>
                  <a:pt x="1632671" y="13032"/>
                </a:lnTo>
                <a:lnTo>
                  <a:pt x="1632791" y="13202"/>
                </a:lnTo>
                <a:lnTo>
                  <a:pt x="1632903" y="13380"/>
                </a:lnTo>
                <a:lnTo>
                  <a:pt x="1633008" y="13568"/>
                </a:lnTo>
                <a:lnTo>
                  <a:pt x="1633104" y="13764"/>
                </a:lnTo>
                <a:lnTo>
                  <a:pt x="1633193" y="13970"/>
                </a:lnTo>
                <a:lnTo>
                  <a:pt x="1633274" y="14185"/>
                </a:lnTo>
                <a:lnTo>
                  <a:pt x="1633348" y="14408"/>
                </a:lnTo>
                <a:lnTo>
                  <a:pt x="1633414" y="14641"/>
                </a:lnTo>
                <a:lnTo>
                  <a:pt x="1633472" y="14882"/>
                </a:lnTo>
                <a:lnTo>
                  <a:pt x="1633522" y="15133"/>
                </a:lnTo>
                <a:lnTo>
                  <a:pt x="1633564" y="15393"/>
                </a:lnTo>
                <a:lnTo>
                  <a:pt x="1633599" y="15662"/>
                </a:lnTo>
                <a:lnTo>
                  <a:pt x="1633626" y="15939"/>
                </a:lnTo>
                <a:lnTo>
                  <a:pt x="1633646" y="16226"/>
                </a:lnTo>
                <a:lnTo>
                  <a:pt x="1633657" y="16522"/>
                </a:lnTo>
                <a:lnTo>
                  <a:pt x="1633661" y="16827"/>
                </a:lnTo>
                <a:lnTo>
                  <a:pt x="1633654" y="17144"/>
                </a:lnTo>
                <a:lnTo>
                  <a:pt x="1633634" y="17497"/>
                </a:lnTo>
                <a:lnTo>
                  <a:pt x="1633601" y="17887"/>
                </a:lnTo>
                <a:lnTo>
                  <a:pt x="1633555" y="18313"/>
                </a:lnTo>
                <a:lnTo>
                  <a:pt x="1633495" y="18774"/>
                </a:lnTo>
                <a:lnTo>
                  <a:pt x="1633421" y="19272"/>
                </a:lnTo>
                <a:lnTo>
                  <a:pt x="1633335" y="19806"/>
                </a:lnTo>
                <a:lnTo>
                  <a:pt x="1633235" y="20376"/>
                </a:lnTo>
                <a:lnTo>
                  <a:pt x="1633122" y="20982"/>
                </a:lnTo>
                <a:lnTo>
                  <a:pt x="1632995" y="21624"/>
                </a:lnTo>
                <a:lnTo>
                  <a:pt x="1632855" y="22302"/>
                </a:lnTo>
                <a:lnTo>
                  <a:pt x="1632702" y="23016"/>
                </a:lnTo>
                <a:lnTo>
                  <a:pt x="1632536" y="23766"/>
                </a:lnTo>
                <a:lnTo>
                  <a:pt x="1632356" y="24552"/>
                </a:lnTo>
                <a:lnTo>
                  <a:pt x="1632163" y="25375"/>
                </a:lnTo>
                <a:lnTo>
                  <a:pt x="1631956" y="26233"/>
                </a:lnTo>
                <a:lnTo>
                  <a:pt x="1631737" y="27128"/>
                </a:lnTo>
                <a:lnTo>
                  <a:pt x="1631504" y="28058"/>
                </a:lnTo>
                <a:lnTo>
                  <a:pt x="1631257" y="29025"/>
                </a:lnTo>
                <a:lnTo>
                  <a:pt x="1630998" y="30028"/>
                </a:lnTo>
                <a:lnTo>
                  <a:pt x="1630725" y="31067"/>
                </a:lnTo>
                <a:lnTo>
                  <a:pt x="1630438" y="32141"/>
                </a:lnTo>
                <a:lnTo>
                  <a:pt x="1630139" y="33252"/>
                </a:lnTo>
                <a:lnTo>
                  <a:pt x="1629826" y="34399"/>
                </a:lnTo>
                <a:lnTo>
                  <a:pt x="1618567" y="75983"/>
                </a:lnTo>
                <a:lnTo>
                  <a:pt x="1618461" y="75427"/>
                </a:lnTo>
                <a:lnTo>
                  <a:pt x="1618352" y="74883"/>
                </a:lnTo>
                <a:lnTo>
                  <a:pt x="1618238" y="74354"/>
                </a:lnTo>
                <a:lnTo>
                  <a:pt x="1618120" y="73837"/>
                </a:lnTo>
                <a:lnTo>
                  <a:pt x="1617997" y="73334"/>
                </a:lnTo>
                <a:lnTo>
                  <a:pt x="1617871" y="72843"/>
                </a:lnTo>
                <a:lnTo>
                  <a:pt x="1617740" y="72367"/>
                </a:lnTo>
                <a:lnTo>
                  <a:pt x="1617604" y="71903"/>
                </a:lnTo>
                <a:lnTo>
                  <a:pt x="1617465" y="71452"/>
                </a:lnTo>
                <a:lnTo>
                  <a:pt x="1617321" y="71015"/>
                </a:lnTo>
                <a:lnTo>
                  <a:pt x="1617173" y="70591"/>
                </a:lnTo>
                <a:lnTo>
                  <a:pt x="1617020" y="70180"/>
                </a:lnTo>
                <a:lnTo>
                  <a:pt x="1616863" y="69783"/>
                </a:lnTo>
                <a:lnTo>
                  <a:pt x="1616702" y="69398"/>
                </a:lnTo>
                <a:lnTo>
                  <a:pt x="1616537" y="69027"/>
                </a:lnTo>
                <a:lnTo>
                  <a:pt x="1616367" y="68669"/>
                </a:lnTo>
                <a:lnTo>
                  <a:pt x="1616193" y="68325"/>
                </a:lnTo>
                <a:lnTo>
                  <a:pt x="1616015" y="67993"/>
                </a:lnTo>
                <a:lnTo>
                  <a:pt x="1615832" y="67675"/>
                </a:lnTo>
                <a:lnTo>
                  <a:pt x="1615645" y="67370"/>
                </a:lnTo>
                <a:lnTo>
                  <a:pt x="1615454" y="67078"/>
                </a:lnTo>
                <a:lnTo>
                  <a:pt x="1615259" y="66799"/>
                </a:lnTo>
                <a:lnTo>
                  <a:pt x="1615059" y="66534"/>
                </a:lnTo>
                <a:lnTo>
                  <a:pt x="1614855" y="66282"/>
                </a:lnTo>
                <a:lnTo>
                  <a:pt x="1614517" y="65881"/>
                </a:lnTo>
                <a:lnTo>
                  <a:pt x="1614162" y="65497"/>
                </a:lnTo>
                <a:lnTo>
                  <a:pt x="1613792" y="65130"/>
                </a:lnTo>
                <a:lnTo>
                  <a:pt x="1613405" y="64780"/>
                </a:lnTo>
                <a:lnTo>
                  <a:pt x="1613001" y="64448"/>
                </a:lnTo>
                <a:lnTo>
                  <a:pt x="1612581" y="64132"/>
                </a:lnTo>
                <a:lnTo>
                  <a:pt x="1612145" y="63833"/>
                </a:lnTo>
                <a:lnTo>
                  <a:pt x="1611693" y="63552"/>
                </a:lnTo>
                <a:lnTo>
                  <a:pt x="1611224" y="63287"/>
                </a:lnTo>
                <a:lnTo>
                  <a:pt x="1610739" y="63040"/>
                </a:lnTo>
                <a:lnTo>
                  <a:pt x="1610238" y="62810"/>
                </a:lnTo>
                <a:lnTo>
                  <a:pt x="1609720" y="62596"/>
                </a:lnTo>
                <a:lnTo>
                  <a:pt x="1609186" y="62400"/>
                </a:lnTo>
                <a:lnTo>
                  <a:pt x="1608636" y="62221"/>
                </a:lnTo>
                <a:lnTo>
                  <a:pt x="1608069" y="62059"/>
                </a:lnTo>
                <a:lnTo>
                  <a:pt x="1607486" y="61914"/>
                </a:lnTo>
                <a:lnTo>
                  <a:pt x="1606887" y="61786"/>
                </a:lnTo>
                <a:lnTo>
                  <a:pt x="1606271" y="61675"/>
                </a:lnTo>
                <a:lnTo>
                  <a:pt x="1605639" y="61581"/>
                </a:lnTo>
                <a:lnTo>
                  <a:pt x="1604991" y="61504"/>
                </a:lnTo>
                <a:lnTo>
                  <a:pt x="1604327" y="61445"/>
                </a:lnTo>
                <a:lnTo>
                  <a:pt x="1603646" y="61402"/>
                </a:lnTo>
                <a:lnTo>
                  <a:pt x="1602948" y="61376"/>
                </a:lnTo>
                <a:lnTo>
                  <a:pt x="1602235" y="61368"/>
                </a:lnTo>
                <a:lnTo>
                  <a:pt x="1601284" y="61381"/>
                </a:lnTo>
                <a:lnTo>
                  <a:pt x="1600330" y="61419"/>
                </a:lnTo>
                <a:lnTo>
                  <a:pt x="1599372" y="61484"/>
                </a:lnTo>
                <a:lnTo>
                  <a:pt x="1598410" y="61574"/>
                </a:lnTo>
                <a:lnTo>
                  <a:pt x="1597444" y="61690"/>
                </a:lnTo>
                <a:lnTo>
                  <a:pt x="1596474" y="61832"/>
                </a:lnTo>
                <a:lnTo>
                  <a:pt x="1595500" y="62000"/>
                </a:lnTo>
                <a:lnTo>
                  <a:pt x="1594523" y="62193"/>
                </a:lnTo>
                <a:lnTo>
                  <a:pt x="1593541" y="62413"/>
                </a:lnTo>
                <a:lnTo>
                  <a:pt x="1592556" y="62658"/>
                </a:lnTo>
                <a:lnTo>
                  <a:pt x="1591567" y="62929"/>
                </a:lnTo>
                <a:lnTo>
                  <a:pt x="1590574" y="63226"/>
                </a:lnTo>
                <a:lnTo>
                  <a:pt x="1589577" y="63548"/>
                </a:lnTo>
                <a:lnTo>
                  <a:pt x="1588576" y="63896"/>
                </a:lnTo>
                <a:lnTo>
                  <a:pt x="1587572" y="64271"/>
                </a:lnTo>
                <a:lnTo>
                  <a:pt x="1586563" y="64671"/>
                </a:lnTo>
                <a:lnTo>
                  <a:pt x="1585551" y="65096"/>
                </a:lnTo>
                <a:lnTo>
                  <a:pt x="1584534" y="65548"/>
                </a:lnTo>
                <a:lnTo>
                  <a:pt x="1583514" y="66025"/>
                </a:lnTo>
                <a:lnTo>
                  <a:pt x="1582490" y="66528"/>
                </a:lnTo>
                <a:lnTo>
                  <a:pt x="1581463" y="67057"/>
                </a:lnTo>
                <a:lnTo>
                  <a:pt x="1580431" y="67612"/>
                </a:lnTo>
                <a:lnTo>
                  <a:pt x="1579395" y="68193"/>
                </a:lnTo>
                <a:lnTo>
                  <a:pt x="1578356" y="68799"/>
                </a:lnTo>
                <a:lnTo>
                  <a:pt x="1576402" y="69976"/>
                </a:lnTo>
                <a:lnTo>
                  <a:pt x="1574478" y="71194"/>
                </a:lnTo>
                <a:lnTo>
                  <a:pt x="1572585" y="72453"/>
                </a:lnTo>
                <a:lnTo>
                  <a:pt x="1570723" y="73753"/>
                </a:lnTo>
                <a:lnTo>
                  <a:pt x="1568891" y="75095"/>
                </a:lnTo>
                <a:lnTo>
                  <a:pt x="1567089" y="76478"/>
                </a:lnTo>
                <a:lnTo>
                  <a:pt x="1565318" y="77903"/>
                </a:lnTo>
                <a:lnTo>
                  <a:pt x="1563578" y="79368"/>
                </a:lnTo>
                <a:lnTo>
                  <a:pt x="1561868" y="80875"/>
                </a:lnTo>
                <a:lnTo>
                  <a:pt x="1560188" y="82424"/>
                </a:lnTo>
                <a:lnTo>
                  <a:pt x="1558539" y="84013"/>
                </a:lnTo>
                <a:lnTo>
                  <a:pt x="1556921" y="85644"/>
                </a:lnTo>
                <a:lnTo>
                  <a:pt x="1555332" y="87316"/>
                </a:lnTo>
                <a:lnTo>
                  <a:pt x="1553775" y="89029"/>
                </a:lnTo>
                <a:lnTo>
                  <a:pt x="1552248" y="90784"/>
                </a:lnTo>
                <a:lnTo>
                  <a:pt x="1550751" y="92580"/>
                </a:lnTo>
                <a:lnTo>
                  <a:pt x="1549285" y="94417"/>
                </a:lnTo>
                <a:lnTo>
                  <a:pt x="1547850" y="96296"/>
                </a:lnTo>
                <a:lnTo>
                  <a:pt x="1546445" y="98215"/>
                </a:lnTo>
                <a:lnTo>
                  <a:pt x="1545070" y="100177"/>
                </a:lnTo>
                <a:lnTo>
                  <a:pt x="1543726" y="102179"/>
                </a:lnTo>
                <a:lnTo>
                  <a:pt x="1542413" y="104223"/>
                </a:lnTo>
                <a:lnTo>
                  <a:pt x="1541130" y="106307"/>
                </a:lnTo>
                <a:lnTo>
                  <a:pt x="1539877" y="108434"/>
                </a:lnTo>
                <a:lnTo>
                  <a:pt x="1538928" y="110104"/>
                </a:lnTo>
                <a:lnTo>
                  <a:pt x="1538020" y="111769"/>
                </a:lnTo>
                <a:lnTo>
                  <a:pt x="1537152" y="113431"/>
                </a:lnTo>
                <a:lnTo>
                  <a:pt x="1536324" y="115088"/>
                </a:lnTo>
                <a:lnTo>
                  <a:pt x="1535536" y="116741"/>
                </a:lnTo>
                <a:lnTo>
                  <a:pt x="1534789" y="118389"/>
                </a:lnTo>
                <a:lnTo>
                  <a:pt x="1534082" y="120034"/>
                </a:lnTo>
                <a:lnTo>
                  <a:pt x="1533416" y="121673"/>
                </a:lnTo>
                <a:lnTo>
                  <a:pt x="1532790" y="123309"/>
                </a:lnTo>
                <a:lnTo>
                  <a:pt x="1532205" y="124940"/>
                </a:lnTo>
                <a:lnTo>
                  <a:pt x="1531660" y="126567"/>
                </a:lnTo>
                <a:lnTo>
                  <a:pt x="1531155" y="128190"/>
                </a:lnTo>
                <a:lnTo>
                  <a:pt x="1530690" y="129808"/>
                </a:lnTo>
                <a:lnTo>
                  <a:pt x="1530266" y="131422"/>
                </a:lnTo>
                <a:lnTo>
                  <a:pt x="1529883" y="133032"/>
                </a:lnTo>
                <a:lnTo>
                  <a:pt x="1529539" y="134638"/>
                </a:lnTo>
                <a:lnTo>
                  <a:pt x="1529237" y="136239"/>
                </a:lnTo>
                <a:lnTo>
                  <a:pt x="1528974" y="137836"/>
                </a:lnTo>
                <a:lnTo>
                  <a:pt x="1528752" y="139428"/>
                </a:lnTo>
                <a:lnTo>
                  <a:pt x="1528570" y="141016"/>
                </a:lnTo>
                <a:lnTo>
                  <a:pt x="1528429" y="142600"/>
                </a:lnTo>
                <a:lnTo>
                  <a:pt x="1528328" y="144180"/>
                </a:lnTo>
                <a:lnTo>
                  <a:pt x="1528267" y="145755"/>
                </a:lnTo>
                <a:lnTo>
                  <a:pt x="1528247" y="147326"/>
                </a:lnTo>
                <a:lnTo>
                  <a:pt x="1528261" y="148482"/>
                </a:lnTo>
                <a:lnTo>
                  <a:pt x="1528303" y="149618"/>
                </a:lnTo>
                <a:lnTo>
                  <a:pt x="1528373" y="150734"/>
                </a:lnTo>
                <a:lnTo>
                  <a:pt x="1528471" y="151830"/>
                </a:lnTo>
                <a:lnTo>
                  <a:pt x="1528596" y="152905"/>
                </a:lnTo>
                <a:lnTo>
                  <a:pt x="1528750" y="153960"/>
                </a:lnTo>
                <a:lnTo>
                  <a:pt x="1528931" y="154995"/>
                </a:lnTo>
                <a:lnTo>
                  <a:pt x="1529141" y="156010"/>
                </a:lnTo>
                <a:lnTo>
                  <a:pt x="1529378" y="157004"/>
                </a:lnTo>
                <a:lnTo>
                  <a:pt x="1529643" y="157979"/>
                </a:lnTo>
                <a:lnTo>
                  <a:pt x="1529937" y="158933"/>
                </a:lnTo>
                <a:lnTo>
                  <a:pt x="1530258" y="159867"/>
                </a:lnTo>
                <a:lnTo>
                  <a:pt x="1530607" y="160780"/>
                </a:lnTo>
                <a:lnTo>
                  <a:pt x="1530984" y="161674"/>
                </a:lnTo>
                <a:lnTo>
                  <a:pt x="1531389" y="162547"/>
                </a:lnTo>
                <a:lnTo>
                  <a:pt x="1531821" y="163400"/>
                </a:lnTo>
                <a:lnTo>
                  <a:pt x="1532282" y="164233"/>
                </a:lnTo>
                <a:lnTo>
                  <a:pt x="1532771" y="165045"/>
                </a:lnTo>
                <a:lnTo>
                  <a:pt x="1533287" y="165838"/>
                </a:lnTo>
                <a:lnTo>
                  <a:pt x="1533832" y="166610"/>
                </a:lnTo>
                <a:lnTo>
                  <a:pt x="1534404" y="167362"/>
                </a:lnTo>
                <a:lnTo>
                  <a:pt x="1535005" y="168093"/>
                </a:lnTo>
                <a:lnTo>
                  <a:pt x="1535633" y="168805"/>
                </a:lnTo>
                <a:lnTo>
                  <a:pt x="1536289" y="169496"/>
                </a:lnTo>
                <a:lnTo>
                  <a:pt x="1536855" y="170042"/>
                </a:lnTo>
                <a:lnTo>
                  <a:pt x="1537440" y="170564"/>
                </a:lnTo>
                <a:lnTo>
                  <a:pt x="1538043" y="171064"/>
                </a:lnTo>
                <a:lnTo>
                  <a:pt x="1538664" y="171540"/>
                </a:lnTo>
                <a:lnTo>
                  <a:pt x="1539304" y="171993"/>
                </a:lnTo>
                <a:lnTo>
                  <a:pt x="1539962" y="172422"/>
                </a:lnTo>
                <a:lnTo>
                  <a:pt x="1540639" y="172829"/>
                </a:lnTo>
                <a:lnTo>
                  <a:pt x="1541335" y="173212"/>
                </a:lnTo>
                <a:lnTo>
                  <a:pt x="1542048" y="173572"/>
                </a:lnTo>
                <a:lnTo>
                  <a:pt x="1542781" y="173909"/>
                </a:lnTo>
                <a:lnTo>
                  <a:pt x="1543531" y="174222"/>
                </a:lnTo>
                <a:lnTo>
                  <a:pt x="1544301" y="174513"/>
                </a:lnTo>
                <a:lnTo>
                  <a:pt x="1545088" y="174780"/>
                </a:lnTo>
                <a:lnTo>
                  <a:pt x="1545894" y="175024"/>
                </a:lnTo>
                <a:lnTo>
                  <a:pt x="1546719" y="175244"/>
                </a:lnTo>
                <a:lnTo>
                  <a:pt x="1547562" y="175442"/>
                </a:lnTo>
                <a:lnTo>
                  <a:pt x="1548424" y="175616"/>
                </a:lnTo>
                <a:lnTo>
                  <a:pt x="1549304" y="175767"/>
                </a:lnTo>
                <a:lnTo>
                  <a:pt x="1550202" y="175894"/>
                </a:lnTo>
                <a:lnTo>
                  <a:pt x="1551119" y="175999"/>
                </a:lnTo>
                <a:lnTo>
                  <a:pt x="1552055" y="176080"/>
                </a:lnTo>
                <a:lnTo>
                  <a:pt x="1553009" y="176138"/>
                </a:lnTo>
                <a:lnTo>
                  <a:pt x="1553981" y="176173"/>
                </a:lnTo>
                <a:lnTo>
                  <a:pt x="1554972" y="176185"/>
                </a:lnTo>
                <a:lnTo>
                  <a:pt x="1556081" y="176170"/>
                </a:lnTo>
                <a:lnTo>
                  <a:pt x="1557183" y="176124"/>
                </a:lnTo>
                <a:lnTo>
                  <a:pt x="1558276" y="176049"/>
                </a:lnTo>
                <a:lnTo>
                  <a:pt x="1559361" y="175943"/>
                </a:lnTo>
                <a:lnTo>
                  <a:pt x="1560437" y="175807"/>
                </a:lnTo>
                <a:lnTo>
                  <a:pt x="1561506" y="175641"/>
                </a:lnTo>
                <a:lnTo>
                  <a:pt x="1562567" y="175444"/>
                </a:lnTo>
                <a:lnTo>
                  <a:pt x="1563619" y="175218"/>
                </a:lnTo>
                <a:lnTo>
                  <a:pt x="1564663" y="174961"/>
                </a:lnTo>
                <a:lnTo>
                  <a:pt x="1565699" y="174674"/>
                </a:lnTo>
                <a:lnTo>
                  <a:pt x="1566727" y="174356"/>
                </a:lnTo>
                <a:lnTo>
                  <a:pt x="1567746" y="174009"/>
                </a:lnTo>
                <a:lnTo>
                  <a:pt x="1568758" y="173631"/>
                </a:lnTo>
                <a:lnTo>
                  <a:pt x="1569761" y="173223"/>
                </a:lnTo>
                <a:lnTo>
                  <a:pt x="1570756" y="172785"/>
                </a:lnTo>
                <a:lnTo>
                  <a:pt x="1571743" y="172317"/>
                </a:lnTo>
                <a:lnTo>
                  <a:pt x="1572722" y="171818"/>
                </a:lnTo>
                <a:lnTo>
                  <a:pt x="1573693" y="171289"/>
                </a:lnTo>
                <a:lnTo>
                  <a:pt x="1574656" y="170730"/>
                </a:lnTo>
                <a:lnTo>
                  <a:pt x="1575610" y="170141"/>
                </a:lnTo>
                <a:lnTo>
                  <a:pt x="1576556" y="169521"/>
                </a:lnTo>
                <a:lnTo>
                  <a:pt x="1577494" y="168872"/>
                </a:lnTo>
                <a:lnTo>
                  <a:pt x="1578424" y="168192"/>
                </a:lnTo>
                <a:lnTo>
                  <a:pt x="1579346" y="167481"/>
                </a:lnTo>
                <a:lnTo>
                  <a:pt x="1580104" y="166873"/>
                </a:lnTo>
                <a:lnTo>
                  <a:pt x="1580873" y="166227"/>
                </a:lnTo>
                <a:lnTo>
                  <a:pt x="1581654" y="165544"/>
                </a:lnTo>
                <a:lnTo>
                  <a:pt x="1582446" y="164823"/>
                </a:lnTo>
                <a:lnTo>
                  <a:pt x="1583249" y="164066"/>
                </a:lnTo>
                <a:lnTo>
                  <a:pt x="1584063" y="163271"/>
                </a:lnTo>
                <a:lnTo>
                  <a:pt x="1584888" y="162440"/>
                </a:lnTo>
                <a:lnTo>
                  <a:pt x="1585724" y="161571"/>
                </a:lnTo>
                <a:lnTo>
                  <a:pt x="1586572" y="160665"/>
                </a:lnTo>
                <a:lnTo>
                  <a:pt x="1587431" y="159722"/>
                </a:lnTo>
                <a:lnTo>
                  <a:pt x="1588301" y="158742"/>
                </a:lnTo>
                <a:lnTo>
                  <a:pt x="1589182" y="157725"/>
                </a:lnTo>
                <a:lnTo>
                  <a:pt x="1590074" y="156670"/>
                </a:lnTo>
                <a:lnTo>
                  <a:pt x="1590978" y="155579"/>
                </a:lnTo>
                <a:lnTo>
                  <a:pt x="1591892" y="154450"/>
                </a:lnTo>
                <a:lnTo>
                  <a:pt x="1592818" y="153284"/>
                </a:lnTo>
                <a:lnTo>
                  <a:pt x="1593755" y="152081"/>
                </a:lnTo>
                <a:lnTo>
                  <a:pt x="1594703" y="150841"/>
                </a:lnTo>
                <a:lnTo>
                  <a:pt x="1595662" y="149564"/>
                </a:lnTo>
                <a:lnTo>
                  <a:pt x="1596633" y="148249"/>
                </a:lnTo>
                <a:lnTo>
                  <a:pt x="1597615" y="146898"/>
                </a:lnTo>
                <a:lnTo>
                  <a:pt x="1598607" y="145509"/>
                </a:lnTo>
                <a:lnTo>
                  <a:pt x="1599611" y="144083"/>
                </a:lnTo>
                <a:lnTo>
                  <a:pt x="1600626" y="142620"/>
                </a:lnTo>
                <a:lnTo>
                  <a:pt x="1600344" y="143891"/>
                </a:lnTo>
                <a:lnTo>
                  <a:pt x="1600073" y="145132"/>
                </a:lnTo>
                <a:lnTo>
                  <a:pt x="1599815" y="146344"/>
                </a:lnTo>
                <a:lnTo>
                  <a:pt x="1599568" y="147527"/>
                </a:lnTo>
                <a:lnTo>
                  <a:pt x="1599333" y="148682"/>
                </a:lnTo>
                <a:lnTo>
                  <a:pt x="1599111" y="149807"/>
                </a:lnTo>
                <a:lnTo>
                  <a:pt x="1598900" y="150904"/>
                </a:lnTo>
                <a:lnTo>
                  <a:pt x="1598702" y="151972"/>
                </a:lnTo>
                <a:lnTo>
                  <a:pt x="1598515" y="153010"/>
                </a:lnTo>
                <a:lnTo>
                  <a:pt x="1598341" y="154020"/>
                </a:lnTo>
                <a:lnTo>
                  <a:pt x="1598179" y="155001"/>
                </a:lnTo>
                <a:lnTo>
                  <a:pt x="1598028" y="155953"/>
                </a:lnTo>
                <a:lnTo>
                  <a:pt x="1597890" y="156876"/>
                </a:lnTo>
                <a:lnTo>
                  <a:pt x="1597764" y="157770"/>
                </a:lnTo>
                <a:lnTo>
                  <a:pt x="1597649" y="158635"/>
                </a:lnTo>
                <a:lnTo>
                  <a:pt x="1597547" y="159471"/>
                </a:lnTo>
                <a:lnTo>
                  <a:pt x="1597457" y="160278"/>
                </a:lnTo>
                <a:lnTo>
                  <a:pt x="1597379" y="161057"/>
                </a:lnTo>
                <a:lnTo>
                  <a:pt x="1597313" y="161806"/>
                </a:lnTo>
                <a:lnTo>
                  <a:pt x="1597258" y="162527"/>
                </a:lnTo>
                <a:lnTo>
                  <a:pt x="1597216" y="163218"/>
                </a:lnTo>
                <a:lnTo>
                  <a:pt x="1597186" y="163881"/>
                </a:lnTo>
                <a:lnTo>
                  <a:pt x="1597168" y="164514"/>
                </a:lnTo>
                <a:lnTo>
                  <a:pt x="1597162" y="165119"/>
                </a:lnTo>
                <a:lnTo>
                  <a:pt x="1597167" y="165560"/>
                </a:lnTo>
                <a:lnTo>
                  <a:pt x="1597181" y="165993"/>
                </a:lnTo>
                <a:lnTo>
                  <a:pt x="1597205" y="166417"/>
                </a:lnTo>
                <a:lnTo>
                  <a:pt x="1597238" y="166832"/>
                </a:lnTo>
                <a:lnTo>
                  <a:pt x="1597280" y="167239"/>
                </a:lnTo>
                <a:lnTo>
                  <a:pt x="1597332" y="167637"/>
                </a:lnTo>
                <a:lnTo>
                  <a:pt x="1597394" y="168027"/>
                </a:lnTo>
                <a:lnTo>
                  <a:pt x="1597465" y="168407"/>
                </a:lnTo>
                <a:lnTo>
                  <a:pt x="1597545" y="168779"/>
                </a:lnTo>
                <a:lnTo>
                  <a:pt x="1597635" y="169143"/>
                </a:lnTo>
                <a:lnTo>
                  <a:pt x="1597734" y="169498"/>
                </a:lnTo>
                <a:lnTo>
                  <a:pt x="1597843" y="169844"/>
                </a:lnTo>
                <a:lnTo>
                  <a:pt x="1597961" y="170181"/>
                </a:lnTo>
                <a:lnTo>
                  <a:pt x="1598088" y="170510"/>
                </a:lnTo>
                <a:lnTo>
                  <a:pt x="1598225" y="170831"/>
                </a:lnTo>
                <a:lnTo>
                  <a:pt x="1598372" y="171142"/>
                </a:lnTo>
                <a:lnTo>
                  <a:pt x="1598528" y="171445"/>
                </a:lnTo>
                <a:lnTo>
                  <a:pt x="1598693" y="171739"/>
                </a:lnTo>
                <a:lnTo>
                  <a:pt x="1598868" y="172025"/>
                </a:lnTo>
                <a:lnTo>
                  <a:pt x="1599052" y="172302"/>
                </a:lnTo>
                <a:lnTo>
                  <a:pt x="1599246" y="172570"/>
                </a:lnTo>
                <a:lnTo>
                  <a:pt x="1599449" y="172830"/>
                </a:lnTo>
                <a:lnTo>
                  <a:pt x="1599662" y="173081"/>
                </a:lnTo>
                <a:lnTo>
                  <a:pt x="1599884" y="173324"/>
                </a:lnTo>
                <a:lnTo>
                  <a:pt x="1600145" y="173597"/>
                </a:lnTo>
                <a:lnTo>
                  <a:pt x="1600412" y="173860"/>
                </a:lnTo>
                <a:lnTo>
                  <a:pt x="1600684" y="174110"/>
                </a:lnTo>
                <a:lnTo>
                  <a:pt x="1600963" y="174349"/>
                </a:lnTo>
                <a:lnTo>
                  <a:pt x="1601248" y="174576"/>
                </a:lnTo>
                <a:lnTo>
                  <a:pt x="1601539" y="174792"/>
                </a:lnTo>
                <a:lnTo>
                  <a:pt x="1601836" y="174996"/>
                </a:lnTo>
                <a:lnTo>
                  <a:pt x="1602139" y="175188"/>
                </a:lnTo>
                <a:lnTo>
                  <a:pt x="1602448" y="175369"/>
                </a:lnTo>
                <a:lnTo>
                  <a:pt x="1602762" y="175538"/>
                </a:lnTo>
                <a:lnTo>
                  <a:pt x="1603083" y="175695"/>
                </a:lnTo>
                <a:lnTo>
                  <a:pt x="1603410" y="175841"/>
                </a:lnTo>
                <a:lnTo>
                  <a:pt x="1603743" y="175975"/>
                </a:lnTo>
                <a:lnTo>
                  <a:pt x="1604082" y="176097"/>
                </a:lnTo>
                <a:lnTo>
                  <a:pt x="1604427" y="176208"/>
                </a:lnTo>
                <a:lnTo>
                  <a:pt x="1604778" y="176307"/>
                </a:lnTo>
                <a:lnTo>
                  <a:pt x="1605135" y="176394"/>
                </a:lnTo>
                <a:lnTo>
                  <a:pt x="1605498" y="176470"/>
                </a:lnTo>
                <a:lnTo>
                  <a:pt x="1605867" y="176534"/>
                </a:lnTo>
                <a:lnTo>
                  <a:pt x="1606242" y="176586"/>
                </a:lnTo>
                <a:lnTo>
                  <a:pt x="1606623" y="176627"/>
                </a:lnTo>
                <a:lnTo>
                  <a:pt x="1607010" y="176656"/>
                </a:lnTo>
                <a:lnTo>
                  <a:pt x="1607403" y="176674"/>
                </a:lnTo>
                <a:lnTo>
                  <a:pt x="1607803" y="176680"/>
                </a:lnTo>
                <a:lnTo>
                  <a:pt x="1608457" y="176665"/>
                </a:lnTo>
                <a:lnTo>
                  <a:pt x="1609120" y="176623"/>
                </a:lnTo>
                <a:lnTo>
                  <a:pt x="1609792" y="176551"/>
                </a:lnTo>
                <a:lnTo>
                  <a:pt x="1610473" y="176452"/>
                </a:lnTo>
                <a:lnTo>
                  <a:pt x="1611163" y="176323"/>
                </a:lnTo>
                <a:lnTo>
                  <a:pt x="1611862" y="176167"/>
                </a:lnTo>
                <a:lnTo>
                  <a:pt x="1612570" y="175981"/>
                </a:lnTo>
                <a:lnTo>
                  <a:pt x="1613288" y="175768"/>
                </a:lnTo>
                <a:lnTo>
                  <a:pt x="1614014" y="175525"/>
                </a:lnTo>
                <a:lnTo>
                  <a:pt x="1614749" y="175255"/>
                </a:lnTo>
                <a:lnTo>
                  <a:pt x="1615493" y="174955"/>
                </a:lnTo>
                <a:lnTo>
                  <a:pt x="1616247" y="174628"/>
                </a:lnTo>
                <a:lnTo>
                  <a:pt x="1617009" y="174271"/>
                </a:lnTo>
                <a:lnTo>
                  <a:pt x="1617780" y="173887"/>
                </a:lnTo>
                <a:lnTo>
                  <a:pt x="1618561" y="173473"/>
                </a:lnTo>
                <a:lnTo>
                  <a:pt x="1619350" y="173032"/>
                </a:lnTo>
                <a:lnTo>
                  <a:pt x="1620149" y="172561"/>
                </a:lnTo>
                <a:lnTo>
                  <a:pt x="1620956" y="172062"/>
                </a:lnTo>
                <a:lnTo>
                  <a:pt x="1621773" y="171535"/>
                </a:lnTo>
                <a:lnTo>
                  <a:pt x="1622598" y="170979"/>
                </a:lnTo>
                <a:lnTo>
                  <a:pt x="1623433" y="170395"/>
                </a:lnTo>
                <a:lnTo>
                  <a:pt x="1624276" y="169782"/>
                </a:lnTo>
                <a:lnTo>
                  <a:pt x="1625129" y="169141"/>
                </a:lnTo>
                <a:lnTo>
                  <a:pt x="1625990" y="168471"/>
                </a:lnTo>
                <a:lnTo>
                  <a:pt x="1626754" y="167869"/>
                </a:lnTo>
                <a:lnTo>
                  <a:pt x="1627520" y="167243"/>
                </a:lnTo>
                <a:lnTo>
                  <a:pt x="1628287" y="166594"/>
                </a:lnTo>
                <a:lnTo>
                  <a:pt x="1629056" y="165921"/>
                </a:lnTo>
                <a:lnTo>
                  <a:pt x="1629826" y="165225"/>
                </a:lnTo>
                <a:lnTo>
                  <a:pt x="1630599" y="164506"/>
                </a:lnTo>
                <a:lnTo>
                  <a:pt x="1631373" y="163764"/>
                </a:lnTo>
                <a:lnTo>
                  <a:pt x="1632149" y="162998"/>
                </a:lnTo>
                <a:lnTo>
                  <a:pt x="1632926" y="162209"/>
                </a:lnTo>
                <a:lnTo>
                  <a:pt x="1633706" y="161397"/>
                </a:lnTo>
                <a:lnTo>
                  <a:pt x="1634487" y="160561"/>
                </a:lnTo>
                <a:lnTo>
                  <a:pt x="1635270" y="159702"/>
                </a:lnTo>
                <a:lnTo>
                  <a:pt x="1636054" y="158820"/>
                </a:lnTo>
                <a:lnTo>
                  <a:pt x="1636840" y="157914"/>
                </a:lnTo>
                <a:lnTo>
                  <a:pt x="1637628" y="156986"/>
                </a:lnTo>
                <a:lnTo>
                  <a:pt x="1638418" y="156033"/>
                </a:lnTo>
                <a:lnTo>
                  <a:pt x="1639209" y="155058"/>
                </a:lnTo>
                <a:lnTo>
                  <a:pt x="1640002" y="154059"/>
                </a:lnTo>
                <a:lnTo>
                  <a:pt x="1640797" y="153037"/>
                </a:lnTo>
                <a:lnTo>
                  <a:pt x="1641593" y="151992"/>
                </a:lnTo>
                <a:lnTo>
                  <a:pt x="1642391" y="150923"/>
                </a:lnTo>
                <a:lnTo>
                  <a:pt x="1643191" y="149831"/>
                </a:lnTo>
                <a:lnTo>
                  <a:pt x="1643993" y="148716"/>
                </a:lnTo>
                <a:lnTo>
                  <a:pt x="1644796" y="147577"/>
                </a:lnTo>
                <a:lnTo>
                  <a:pt x="1641827" y="145099"/>
                </a:lnTo>
                <a:lnTo>
                  <a:pt x="1640921" y="146116"/>
                </a:lnTo>
                <a:lnTo>
                  <a:pt x="1640040" y="147101"/>
                </a:lnTo>
                <a:lnTo>
                  <a:pt x="1639182" y="148054"/>
                </a:lnTo>
                <a:lnTo>
                  <a:pt x="1638349" y="148976"/>
                </a:lnTo>
                <a:close/>
                <a:moveTo>
                  <a:pt x="1606826" y="67917"/>
                </a:moveTo>
                <a:lnTo>
                  <a:pt x="1607597" y="68183"/>
                </a:lnTo>
                <a:lnTo>
                  <a:pt x="1608328" y="68495"/>
                </a:lnTo>
                <a:lnTo>
                  <a:pt x="1609020" y="68852"/>
                </a:lnTo>
                <a:lnTo>
                  <a:pt x="1609672" y="69254"/>
                </a:lnTo>
                <a:lnTo>
                  <a:pt x="1610285" y="69702"/>
                </a:lnTo>
                <a:lnTo>
                  <a:pt x="1610858" y="70195"/>
                </a:lnTo>
                <a:lnTo>
                  <a:pt x="1611391" y="70734"/>
                </a:lnTo>
                <a:lnTo>
                  <a:pt x="1611885" y="71318"/>
                </a:lnTo>
                <a:lnTo>
                  <a:pt x="1612340" y="71947"/>
                </a:lnTo>
                <a:lnTo>
                  <a:pt x="1612755" y="72622"/>
                </a:lnTo>
                <a:lnTo>
                  <a:pt x="1613130" y="73342"/>
                </a:lnTo>
                <a:lnTo>
                  <a:pt x="1613466" y="74108"/>
                </a:lnTo>
                <a:lnTo>
                  <a:pt x="1613763" y="74919"/>
                </a:lnTo>
                <a:lnTo>
                  <a:pt x="1614020" y="75775"/>
                </a:lnTo>
                <a:lnTo>
                  <a:pt x="1614237" y="76677"/>
                </a:lnTo>
                <a:lnTo>
                  <a:pt x="1614415" y="77625"/>
                </a:lnTo>
                <a:lnTo>
                  <a:pt x="1614553" y="78617"/>
                </a:lnTo>
                <a:lnTo>
                  <a:pt x="1614652" y="79655"/>
                </a:lnTo>
                <a:lnTo>
                  <a:pt x="1614711" y="80739"/>
                </a:lnTo>
                <a:lnTo>
                  <a:pt x="1614731" y="81867"/>
                </a:lnTo>
                <a:lnTo>
                  <a:pt x="1614705" y="84089"/>
                </a:lnTo>
                <a:lnTo>
                  <a:pt x="1614626" y="86311"/>
                </a:lnTo>
                <a:lnTo>
                  <a:pt x="1614495" y="88532"/>
                </a:lnTo>
                <a:lnTo>
                  <a:pt x="1614312" y="90754"/>
                </a:lnTo>
                <a:lnTo>
                  <a:pt x="1614076" y="92975"/>
                </a:lnTo>
                <a:lnTo>
                  <a:pt x="1613788" y="95197"/>
                </a:lnTo>
                <a:lnTo>
                  <a:pt x="1613447" y="97418"/>
                </a:lnTo>
                <a:lnTo>
                  <a:pt x="1613054" y="99640"/>
                </a:lnTo>
                <a:lnTo>
                  <a:pt x="1612608" y="101861"/>
                </a:lnTo>
                <a:lnTo>
                  <a:pt x="1612111" y="104083"/>
                </a:lnTo>
                <a:lnTo>
                  <a:pt x="1611560" y="106304"/>
                </a:lnTo>
                <a:lnTo>
                  <a:pt x="1610958" y="108525"/>
                </a:lnTo>
                <a:lnTo>
                  <a:pt x="1610302" y="110747"/>
                </a:lnTo>
                <a:lnTo>
                  <a:pt x="1609595" y="112968"/>
                </a:lnTo>
                <a:lnTo>
                  <a:pt x="1608835" y="115190"/>
                </a:lnTo>
                <a:lnTo>
                  <a:pt x="1608022" y="117411"/>
                </a:lnTo>
                <a:lnTo>
                  <a:pt x="1607158" y="119632"/>
                </a:lnTo>
                <a:lnTo>
                  <a:pt x="1606241" y="121854"/>
                </a:lnTo>
                <a:lnTo>
                  <a:pt x="1605271" y="124075"/>
                </a:lnTo>
                <a:lnTo>
                  <a:pt x="1604249" y="126296"/>
                </a:lnTo>
                <a:lnTo>
                  <a:pt x="1603174" y="128518"/>
                </a:lnTo>
                <a:lnTo>
                  <a:pt x="1602048" y="130739"/>
                </a:lnTo>
                <a:lnTo>
                  <a:pt x="1600868" y="132960"/>
                </a:lnTo>
                <a:lnTo>
                  <a:pt x="1599637" y="135181"/>
                </a:lnTo>
                <a:lnTo>
                  <a:pt x="1599149" y="136021"/>
                </a:lnTo>
                <a:lnTo>
                  <a:pt x="1598655" y="136853"/>
                </a:lnTo>
                <a:lnTo>
                  <a:pt x="1598156" y="137678"/>
                </a:lnTo>
                <a:lnTo>
                  <a:pt x="1597650" y="138496"/>
                </a:lnTo>
                <a:lnTo>
                  <a:pt x="1597139" y="139307"/>
                </a:lnTo>
                <a:lnTo>
                  <a:pt x="1596621" y="140110"/>
                </a:lnTo>
                <a:lnTo>
                  <a:pt x="1596097" y="140906"/>
                </a:lnTo>
                <a:lnTo>
                  <a:pt x="1595567" y="141694"/>
                </a:lnTo>
                <a:lnTo>
                  <a:pt x="1595032" y="142476"/>
                </a:lnTo>
                <a:lnTo>
                  <a:pt x="1594490" y="143250"/>
                </a:lnTo>
                <a:lnTo>
                  <a:pt x="1593942" y="144016"/>
                </a:lnTo>
                <a:lnTo>
                  <a:pt x="1593389" y="144776"/>
                </a:lnTo>
                <a:lnTo>
                  <a:pt x="1592829" y="145528"/>
                </a:lnTo>
                <a:lnTo>
                  <a:pt x="1592263" y="146273"/>
                </a:lnTo>
                <a:lnTo>
                  <a:pt x="1591691" y="147011"/>
                </a:lnTo>
                <a:lnTo>
                  <a:pt x="1591113" y="147741"/>
                </a:lnTo>
                <a:lnTo>
                  <a:pt x="1590530" y="148464"/>
                </a:lnTo>
                <a:lnTo>
                  <a:pt x="1589940" y="149180"/>
                </a:lnTo>
                <a:lnTo>
                  <a:pt x="1589344" y="149889"/>
                </a:lnTo>
                <a:lnTo>
                  <a:pt x="1588742" y="150590"/>
                </a:lnTo>
                <a:lnTo>
                  <a:pt x="1588134" y="151284"/>
                </a:lnTo>
                <a:lnTo>
                  <a:pt x="1587520" y="151971"/>
                </a:lnTo>
                <a:lnTo>
                  <a:pt x="1586900" y="152650"/>
                </a:lnTo>
                <a:lnTo>
                  <a:pt x="1586274" y="153323"/>
                </a:lnTo>
                <a:lnTo>
                  <a:pt x="1585437" y="154179"/>
                </a:lnTo>
                <a:lnTo>
                  <a:pt x="1584596" y="154998"/>
                </a:lnTo>
                <a:lnTo>
                  <a:pt x="1583752" y="155781"/>
                </a:lnTo>
                <a:lnTo>
                  <a:pt x="1582903" y="156528"/>
                </a:lnTo>
                <a:lnTo>
                  <a:pt x="1582050" y="157238"/>
                </a:lnTo>
                <a:lnTo>
                  <a:pt x="1581194" y="157912"/>
                </a:lnTo>
                <a:lnTo>
                  <a:pt x="1580334" y="158549"/>
                </a:lnTo>
                <a:lnTo>
                  <a:pt x="1579469" y="159150"/>
                </a:lnTo>
                <a:lnTo>
                  <a:pt x="1578601" y="159715"/>
                </a:lnTo>
                <a:lnTo>
                  <a:pt x="1577730" y="160243"/>
                </a:lnTo>
                <a:lnTo>
                  <a:pt x="1576854" y="160735"/>
                </a:lnTo>
                <a:lnTo>
                  <a:pt x="1575974" y="161190"/>
                </a:lnTo>
                <a:lnTo>
                  <a:pt x="1575091" y="161609"/>
                </a:lnTo>
                <a:lnTo>
                  <a:pt x="1574203" y="161991"/>
                </a:lnTo>
                <a:lnTo>
                  <a:pt x="1573312" y="162337"/>
                </a:lnTo>
                <a:lnTo>
                  <a:pt x="1572417" y="162647"/>
                </a:lnTo>
                <a:lnTo>
                  <a:pt x="1571518" y="162920"/>
                </a:lnTo>
                <a:lnTo>
                  <a:pt x="1570615" y="163157"/>
                </a:lnTo>
                <a:lnTo>
                  <a:pt x="1569709" y="163357"/>
                </a:lnTo>
                <a:lnTo>
                  <a:pt x="1568798" y="163521"/>
                </a:lnTo>
                <a:lnTo>
                  <a:pt x="1567884" y="163648"/>
                </a:lnTo>
                <a:lnTo>
                  <a:pt x="1566965" y="163739"/>
                </a:lnTo>
                <a:lnTo>
                  <a:pt x="1566043" y="163794"/>
                </a:lnTo>
                <a:lnTo>
                  <a:pt x="1565117" y="163812"/>
                </a:lnTo>
                <a:lnTo>
                  <a:pt x="1564414" y="163801"/>
                </a:lnTo>
                <a:lnTo>
                  <a:pt x="1563728" y="163767"/>
                </a:lnTo>
                <a:lnTo>
                  <a:pt x="1563058" y="163710"/>
                </a:lnTo>
                <a:lnTo>
                  <a:pt x="1562406" y="163631"/>
                </a:lnTo>
                <a:lnTo>
                  <a:pt x="1561770" y="163528"/>
                </a:lnTo>
                <a:lnTo>
                  <a:pt x="1561150" y="163403"/>
                </a:lnTo>
                <a:lnTo>
                  <a:pt x="1560548" y="163256"/>
                </a:lnTo>
                <a:lnTo>
                  <a:pt x="1559962" y="163085"/>
                </a:lnTo>
                <a:lnTo>
                  <a:pt x="1559393" y="162892"/>
                </a:lnTo>
                <a:lnTo>
                  <a:pt x="1558841" y="162677"/>
                </a:lnTo>
                <a:lnTo>
                  <a:pt x="1558305" y="162438"/>
                </a:lnTo>
                <a:lnTo>
                  <a:pt x="1557787" y="162177"/>
                </a:lnTo>
                <a:lnTo>
                  <a:pt x="1557285" y="161893"/>
                </a:lnTo>
                <a:lnTo>
                  <a:pt x="1556799" y="161586"/>
                </a:lnTo>
                <a:lnTo>
                  <a:pt x="1556331" y="161257"/>
                </a:lnTo>
                <a:lnTo>
                  <a:pt x="1555879" y="160905"/>
                </a:lnTo>
                <a:lnTo>
                  <a:pt x="1555444" y="160530"/>
                </a:lnTo>
                <a:lnTo>
                  <a:pt x="1555026" y="160132"/>
                </a:lnTo>
                <a:lnTo>
                  <a:pt x="1554625" y="159712"/>
                </a:lnTo>
                <a:lnTo>
                  <a:pt x="1554240" y="159269"/>
                </a:lnTo>
                <a:lnTo>
                  <a:pt x="1553872" y="158804"/>
                </a:lnTo>
                <a:lnTo>
                  <a:pt x="1553521" y="158315"/>
                </a:lnTo>
                <a:lnTo>
                  <a:pt x="1553186" y="157804"/>
                </a:lnTo>
                <a:lnTo>
                  <a:pt x="1552869" y="157270"/>
                </a:lnTo>
                <a:lnTo>
                  <a:pt x="1552657" y="156888"/>
                </a:lnTo>
                <a:lnTo>
                  <a:pt x="1552454" y="156502"/>
                </a:lnTo>
                <a:lnTo>
                  <a:pt x="1552260" y="156111"/>
                </a:lnTo>
                <a:lnTo>
                  <a:pt x="1552075" y="155717"/>
                </a:lnTo>
                <a:lnTo>
                  <a:pt x="1551899" y="155320"/>
                </a:lnTo>
                <a:lnTo>
                  <a:pt x="1551732" y="154918"/>
                </a:lnTo>
                <a:lnTo>
                  <a:pt x="1551574" y="154512"/>
                </a:lnTo>
                <a:lnTo>
                  <a:pt x="1551425" y="154103"/>
                </a:lnTo>
                <a:lnTo>
                  <a:pt x="1551285" y="153690"/>
                </a:lnTo>
                <a:lnTo>
                  <a:pt x="1551154" y="153272"/>
                </a:lnTo>
                <a:lnTo>
                  <a:pt x="1551033" y="152851"/>
                </a:lnTo>
                <a:lnTo>
                  <a:pt x="1550920" y="152427"/>
                </a:lnTo>
                <a:lnTo>
                  <a:pt x="1550816" y="151998"/>
                </a:lnTo>
                <a:lnTo>
                  <a:pt x="1550721" y="151565"/>
                </a:lnTo>
                <a:lnTo>
                  <a:pt x="1550636" y="151129"/>
                </a:lnTo>
                <a:lnTo>
                  <a:pt x="1550559" y="150689"/>
                </a:lnTo>
                <a:lnTo>
                  <a:pt x="1550491" y="150245"/>
                </a:lnTo>
                <a:lnTo>
                  <a:pt x="1550433" y="149797"/>
                </a:lnTo>
                <a:lnTo>
                  <a:pt x="1550383" y="149345"/>
                </a:lnTo>
                <a:lnTo>
                  <a:pt x="1550342" y="148889"/>
                </a:lnTo>
                <a:lnTo>
                  <a:pt x="1550311" y="148430"/>
                </a:lnTo>
                <a:lnTo>
                  <a:pt x="1550288" y="147966"/>
                </a:lnTo>
                <a:lnTo>
                  <a:pt x="1550275" y="147499"/>
                </a:lnTo>
                <a:lnTo>
                  <a:pt x="1550270" y="147028"/>
                </a:lnTo>
                <a:lnTo>
                  <a:pt x="1550279" y="146067"/>
                </a:lnTo>
                <a:lnTo>
                  <a:pt x="1550303" y="145098"/>
                </a:lnTo>
                <a:lnTo>
                  <a:pt x="1550345" y="144119"/>
                </a:lnTo>
                <a:lnTo>
                  <a:pt x="1550403" y="143131"/>
                </a:lnTo>
                <a:lnTo>
                  <a:pt x="1550477" y="142134"/>
                </a:lnTo>
                <a:lnTo>
                  <a:pt x="1550568" y="141128"/>
                </a:lnTo>
                <a:lnTo>
                  <a:pt x="1550676" y="140113"/>
                </a:lnTo>
                <a:lnTo>
                  <a:pt x="1550800" y="139090"/>
                </a:lnTo>
                <a:lnTo>
                  <a:pt x="1550940" y="138057"/>
                </a:lnTo>
                <a:lnTo>
                  <a:pt x="1551097" y="137015"/>
                </a:lnTo>
                <a:lnTo>
                  <a:pt x="1551271" y="135964"/>
                </a:lnTo>
                <a:lnTo>
                  <a:pt x="1551461" y="134904"/>
                </a:lnTo>
                <a:lnTo>
                  <a:pt x="1551668" y="133835"/>
                </a:lnTo>
                <a:lnTo>
                  <a:pt x="1551891" y="132757"/>
                </a:lnTo>
                <a:lnTo>
                  <a:pt x="1552131" y="131670"/>
                </a:lnTo>
                <a:lnTo>
                  <a:pt x="1552387" y="130574"/>
                </a:lnTo>
                <a:lnTo>
                  <a:pt x="1552660" y="129469"/>
                </a:lnTo>
                <a:lnTo>
                  <a:pt x="1552950" y="128356"/>
                </a:lnTo>
                <a:lnTo>
                  <a:pt x="1553256" y="127233"/>
                </a:lnTo>
                <a:lnTo>
                  <a:pt x="1553578" y="126101"/>
                </a:lnTo>
                <a:lnTo>
                  <a:pt x="1553917" y="124960"/>
                </a:lnTo>
                <a:lnTo>
                  <a:pt x="1554273" y="123810"/>
                </a:lnTo>
                <a:lnTo>
                  <a:pt x="1554645" y="122651"/>
                </a:lnTo>
                <a:lnTo>
                  <a:pt x="1555034" y="121483"/>
                </a:lnTo>
                <a:lnTo>
                  <a:pt x="1555437" y="120312"/>
                </a:lnTo>
                <a:lnTo>
                  <a:pt x="1555851" y="119145"/>
                </a:lnTo>
                <a:lnTo>
                  <a:pt x="1556278" y="117981"/>
                </a:lnTo>
                <a:lnTo>
                  <a:pt x="1556716" y="116820"/>
                </a:lnTo>
                <a:lnTo>
                  <a:pt x="1557166" y="115663"/>
                </a:lnTo>
                <a:lnTo>
                  <a:pt x="1557628" y="114510"/>
                </a:lnTo>
                <a:lnTo>
                  <a:pt x="1558102" y="113360"/>
                </a:lnTo>
                <a:lnTo>
                  <a:pt x="1558587" y="112213"/>
                </a:lnTo>
                <a:lnTo>
                  <a:pt x="1559085" y="111070"/>
                </a:lnTo>
                <a:lnTo>
                  <a:pt x="1559594" y="109930"/>
                </a:lnTo>
                <a:lnTo>
                  <a:pt x="1560115" y="108793"/>
                </a:lnTo>
                <a:lnTo>
                  <a:pt x="1560648" y="107660"/>
                </a:lnTo>
                <a:lnTo>
                  <a:pt x="1561192" y="106531"/>
                </a:lnTo>
                <a:lnTo>
                  <a:pt x="1561749" y="105405"/>
                </a:lnTo>
                <a:lnTo>
                  <a:pt x="1562317" y="104282"/>
                </a:lnTo>
                <a:lnTo>
                  <a:pt x="1562897" y="103163"/>
                </a:lnTo>
                <a:lnTo>
                  <a:pt x="1563489" y="102047"/>
                </a:lnTo>
                <a:lnTo>
                  <a:pt x="1564093" y="100935"/>
                </a:lnTo>
                <a:lnTo>
                  <a:pt x="1564708" y="99826"/>
                </a:lnTo>
                <a:lnTo>
                  <a:pt x="1565336" y="98720"/>
                </a:lnTo>
                <a:lnTo>
                  <a:pt x="1565975" y="97618"/>
                </a:lnTo>
                <a:lnTo>
                  <a:pt x="1566626" y="96520"/>
                </a:lnTo>
                <a:lnTo>
                  <a:pt x="1567288" y="95425"/>
                </a:lnTo>
                <a:lnTo>
                  <a:pt x="1567963" y="94333"/>
                </a:lnTo>
                <a:lnTo>
                  <a:pt x="1568694" y="93194"/>
                </a:lnTo>
                <a:lnTo>
                  <a:pt x="1569425" y="92081"/>
                </a:lnTo>
                <a:lnTo>
                  <a:pt x="1570153" y="90993"/>
                </a:lnTo>
                <a:lnTo>
                  <a:pt x="1570881" y="89931"/>
                </a:lnTo>
                <a:lnTo>
                  <a:pt x="1571607" y="88895"/>
                </a:lnTo>
                <a:lnTo>
                  <a:pt x="1572332" y="87885"/>
                </a:lnTo>
                <a:lnTo>
                  <a:pt x="1573056" y="86900"/>
                </a:lnTo>
                <a:lnTo>
                  <a:pt x="1573778" y="85941"/>
                </a:lnTo>
                <a:lnTo>
                  <a:pt x="1574499" y="85008"/>
                </a:lnTo>
                <a:lnTo>
                  <a:pt x="1575219" y="84100"/>
                </a:lnTo>
                <a:lnTo>
                  <a:pt x="1575937" y="83218"/>
                </a:lnTo>
                <a:lnTo>
                  <a:pt x="1576655" y="82362"/>
                </a:lnTo>
                <a:lnTo>
                  <a:pt x="1577371" y="81532"/>
                </a:lnTo>
                <a:lnTo>
                  <a:pt x="1578085" y="80727"/>
                </a:lnTo>
                <a:lnTo>
                  <a:pt x="1578799" y="79949"/>
                </a:lnTo>
                <a:lnTo>
                  <a:pt x="1579511" y="79195"/>
                </a:lnTo>
                <a:lnTo>
                  <a:pt x="1580221" y="78468"/>
                </a:lnTo>
                <a:lnTo>
                  <a:pt x="1580931" y="77766"/>
                </a:lnTo>
                <a:lnTo>
                  <a:pt x="1581639" y="77090"/>
                </a:lnTo>
                <a:lnTo>
                  <a:pt x="1582346" y="76440"/>
                </a:lnTo>
                <a:lnTo>
                  <a:pt x="1583052" y="75815"/>
                </a:lnTo>
                <a:lnTo>
                  <a:pt x="1583756" y="75216"/>
                </a:lnTo>
                <a:lnTo>
                  <a:pt x="1584459" y="74643"/>
                </a:lnTo>
                <a:lnTo>
                  <a:pt x="1585161" y="74096"/>
                </a:lnTo>
                <a:lnTo>
                  <a:pt x="1585983" y="73502"/>
                </a:lnTo>
                <a:lnTo>
                  <a:pt x="1586799" y="72936"/>
                </a:lnTo>
                <a:lnTo>
                  <a:pt x="1587610" y="72396"/>
                </a:lnTo>
                <a:lnTo>
                  <a:pt x="1588415" y="71884"/>
                </a:lnTo>
                <a:lnTo>
                  <a:pt x="1589215" y="71398"/>
                </a:lnTo>
                <a:lnTo>
                  <a:pt x="1590009" y="70940"/>
                </a:lnTo>
                <a:lnTo>
                  <a:pt x="1590798" y="70509"/>
                </a:lnTo>
                <a:lnTo>
                  <a:pt x="1591581" y="70104"/>
                </a:lnTo>
                <a:lnTo>
                  <a:pt x="1592358" y="69727"/>
                </a:lnTo>
                <a:lnTo>
                  <a:pt x="1593130" y="69376"/>
                </a:lnTo>
                <a:lnTo>
                  <a:pt x="1593896" y="69053"/>
                </a:lnTo>
                <a:lnTo>
                  <a:pt x="1594657" y="68756"/>
                </a:lnTo>
                <a:lnTo>
                  <a:pt x="1595412" y="68487"/>
                </a:lnTo>
                <a:lnTo>
                  <a:pt x="1596161" y="68245"/>
                </a:lnTo>
                <a:lnTo>
                  <a:pt x="1596905" y="68029"/>
                </a:lnTo>
                <a:lnTo>
                  <a:pt x="1597643" y="67841"/>
                </a:lnTo>
                <a:lnTo>
                  <a:pt x="1598376" y="67680"/>
                </a:lnTo>
                <a:lnTo>
                  <a:pt x="1599103" y="67545"/>
                </a:lnTo>
                <a:lnTo>
                  <a:pt x="1599825" y="67438"/>
                </a:lnTo>
                <a:lnTo>
                  <a:pt x="1600541" y="67358"/>
                </a:lnTo>
                <a:lnTo>
                  <a:pt x="1601251" y="67304"/>
                </a:lnTo>
                <a:lnTo>
                  <a:pt x="1601956" y="67278"/>
                </a:lnTo>
                <a:lnTo>
                  <a:pt x="1602655" y="67279"/>
                </a:lnTo>
                <a:lnTo>
                  <a:pt x="1603348" y="67307"/>
                </a:lnTo>
                <a:lnTo>
                  <a:pt x="1604277" y="67391"/>
                </a:lnTo>
                <a:lnTo>
                  <a:pt x="1605167" y="67521"/>
                </a:lnTo>
                <a:lnTo>
                  <a:pt x="1606016" y="67696"/>
                </a:lnTo>
                <a:lnTo>
                  <a:pt x="1606826" y="67917"/>
                </a:lnTo>
                <a:close/>
                <a:moveTo>
                  <a:pt x="1973511" y="38295"/>
                </a:moveTo>
                <a:lnTo>
                  <a:pt x="1973529" y="38235"/>
                </a:lnTo>
                <a:lnTo>
                  <a:pt x="1973545" y="38175"/>
                </a:lnTo>
                <a:lnTo>
                  <a:pt x="1973561" y="38115"/>
                </a:lnTo>
                <a:lnTo>
                  <a:pt x="1973576" y="38056"/>
                </a:lnTo>
                <a:lnTo>
                  <a:pt x="1973590" y="37997"/>
                </a:lnTo>
                <a:lnTo>
                  <a:pt x="1973604" y="37939"/>
                </a:lnTo>
                <a:lnTo>
                  <a:pt x="1973616" y="37881"/>
                </a:lnTo>
                <a:lnTo>
                  <a:pt x="1973628" y="37824"/>
                </a:lnTo>
                <a:lnTo>
                  <a:pt x="1973639" y="37767"/>
                </a:lnTo>
                <a:lnTo>
                  <a:pt x="1973648" y="37711"/>
                </a:lnTo>
                <a:lnTo>
                  <a:pt x="1973658" y="37655"/>
                </a:lnTo>
                <a:lnTo>
                  <a:pt x="1973666" y="37599"/>
                </a:lnTo>
                <a:lnTo>
                  <a:pt x="1973673" y="37544"/>
                </a:lnTo>
                <a:lnTo>
                  <a:pt x="1973679" y="37489"/>
                </a:lnTo>
                <a:lnTo>
                  <a:pt x="1973685" y="37435"/>
                </a:lnTo>
                <a:lnTo>
                  <a:pt x="1973690" y="37381"/>
                </a:lnTo>
                <a:lnTo>
                  <a:pt x="1973694" y="37327"/>
                </a:lnTo>
                <a:lnTo>
                  <a:pt x="1973697" y="37274"/>
                </a:lnTo>
                <a:lnTo>
                  <a:pt x="1973699" y="37222"/>
                </a:lnTo>
                <a:lnTo>
                  <a:pt x="1973700" y="37169"/>
                </a:lnTo>
                <a:lnTo>
                  <a:pt x="1973700" y="37118"/>
                </a:lnTo>
                <a:lnTo>
                  <a:pt x="1973708" y="36916"/>
                </a:lnTo>
                <a:lnTo>
                  <a:pt x="1973709" y="36722"/>
                </a:lnTo>
                <a:lnTo>
                  <a:pt x="1973704" y="36538"/>
                </a:lnTo>
                <a:lnTo>
                  <a:pt x="1973694" y="36361"/>
                </a:lnTo>
                <a:lnTo>
                  <a:pt x="1973677" y="36194"/>
                </a:lnTo>
                <a:lnTo>
                  <a:pt x="1973654" y="36035"/>
                </a:lnTo>
                <a:lnTo>
                  <a:pt x="1973625" y="35885"/>
                </a:lnTo>
                <a:lnTo>
                  <a:pt x="1973590" y="35743"/>
                </a:lnTo>
                <a:lnTo>
                  <a:pt x="1973550" y="35610"/>
                </a:lnTo>
                <a:lnTo>
                  <a:pt x="1973503" y="35485"/>
                </a:lnTo>
                <a:lnTo>
                  <a:pt x="1973450" y="35369"/>
                </a:lnTo>
                <a:lnTo>
                  <a:pt x="1973391" y="35262"/>
                </a:lnTo>
                <a:lnTo>
                  <a:pt x="1973326" y="35163"/>
                </a:lnTo>
                <a:lnTo>
                  <a:pt x="1973255" y="35073"/>
                </a:lnTo>
                <a:lnTo>
                  <a:pt x="1973178" y="34991"/>
                </a:lnTo>
                <a:lnTo>
                  <a:pt x="1973096" y="34918"/>
                </a:lnTo>
                <a:lnTo>
                  <a:pt x="1973007" y="34854"/>
                </a:lnTo>
                <a:lnTo>
                  <a:pt x="1972912" y="34798"/>
                </a:lnTo>
                <a:lnTo>
                  <a:pt x="1972811" y="34750"/>
                </a:lnTo>
                <a:lnTo>
                  <a:pt x="1972704" y="34712"/>
                </a:lnTo>
                <a:lnTo>
                  <a:pt x="1972591" y="34682"/>
                </a:lnTo>
                <a:lnTo>
                  <a:pt x="1972472" y="34660"/>
                </a:lnTo>
                <a:lnTo>
                  <a:pt x="1972347" y="34647"/>
                </a:lnTo>
                <a:lnTo>
                  <a:pt x="1972216" y="34643"/>
                </a:lnTo>
                <a:lnTo>
                  <a:pt x="1972195" y="34643"/>
                </a:lnTo>
                <a:lnTo>
                  <a:pt x="1972175" y="34643"/>
                </a:lnTo>
                <a:lnTo>
                  <a:pt x="1972154" y="34643"/>
                </a:lnTo>
                <a:lnTo>
                  <a:pt x="1972133" y="34643"/>
                </a:lnTo>
                <a:lnTo>
                  <a:pt x="1972113" y="34643"/>
                </a:lnTo>
                <a:lnTo>
                  <a:pt x="1972092" y="34643"/>
                </a:lnTo>
                <a:lnTo>
                  <a:pt x="1972071" y="34643"/>
                </a:lnTo>
                <a:lnTo>
                  <a:pt x="1972051" y="34643"/>
                </a:lnTo>
                <a:lnTo>
                  <a:pt x="1972030" y="34643"/>
                </a:lnTo>
                <a:lnTo>
                  <a:pt x="1972010" y="34643"/>
                </a:lnTo>
                <a:lnTo>
                  <a:pt x="1971989" y="34643"/>
                </a:lnTo>
                <a:lnTo>
                  <a:pt x="1971968" y="34643"/>
                </a:lnTo>
                <a:lnTo>
                  <a:pt x="1971948" y="34643"/>
                </a:lnTo>
                <a:lnTo>
                  <a:pt x="1971927" y="34643"/>
                </a:lnTo>
                <a:lnTo>
                  <a:pt x="1971906" y="34643"/>
                </a:lnTo>
                <a:lnTo>
                  <a:pt x="1971886" y="34643"/>
                </a:lnTo>
                <a:lnTo>
                  <a:pt x="1971865" y="34643"/>
                </a:lnTo>
                <a:lnTo>
                  <a:pt x="1971845" y="34643"/>
                </a:lnTo>
                <a:lnTo>
                  <a:pt x="1971824" y="34643"/>
                </a:lnTo>
                <a:lnTo>
                  <a:pt x="1971803" y="34643"/>
                </a:lnTo>
                <a:lnTo>
                  <a:pt x="1971783" y="34643"/>
                </a:lnTo>
                <a:lnTo>
                  <a:pt x="1971762" y="34643"/>
                </a:lnTo>
                <a:lnTo>
                  <a:pt x="1971741" y="34643"/>
                </a:lnTo>
                <a:lnTo>
                  <a:pt x="1971721" y="34643"/>
                </a:lnTo>
                <a:lnTo>
                  <a:pt x="1971690" y="34643"/>
                </a:lnTo>
                <a:lnTo>
                  <a:pt x="1971659" y="34643"/>
                </a:lnTo>
                <a:lnTo>
                  <a:pt x="1971628" y="34643"/>
                </a:lnTo>
                <a:lnTo>
                  <a:pt x="1971597" y="34643"/>
                </a:lnTo>
                <a:lnTo>
                  <a:pt x="1971566" y="34643"/>
                </a:lnTo>
                <a:lnTo>
                  <a:pt x="1971535" y="34643"/>
                </a:lnTo>
                <a:lnTo>
                  <a:pt x="1971504" y="34643"/>
                </a:lnTo>
                <a:lnTo>
                  <a:pt x="1971473" y="34643"/>
                </a:lnTo>
                <a:lnTo>
                  <a:pt x="1971442" y="34643"/>
                </a:lnTo>
                <a:lnTo>
                  <a:pt x="1971412" y="34643"/>
                </a:lnTo>
                <a:lnTo>
                  <a:pt x="1971381" y="34643"/>
                </a:lnTo>
                <a:lnTo>
                  <a:pt x="1971350" y="34643"/>
                </a:lnTo>
                <a:lnTo>
                  <a:pt x="1971319" y="34643"/>
                </a:lnTo>
                <a:lnTo>
                  <a:pt x="1971288" y="34643"/>
                </a:lnTo>
                <a:lnTo>
                  <a:pt x="1971257" y="34643"/>
                </a:lnTo>
                <a:lnTo>
                  <a:pt x="1971226" y="34643"/>
                </a:lnTo>
                <a:lnTo>
                  <a:pt x="1971195" y="34643"/>
                </a:lnTo>
                <a:lnTo>
                  <a:pt x="1971164" y="34643"/>
                </a:lnTo>
                <a:lnTo>
                  <a:pt x="1971133" y="34643"/>
                </a:lnTo>
                <a:lnTo>
                  <a:pt x="1971102" y="34643"/>
                </a:lnTo>
                <a:lnTo>
                  <a:pt x="1971071" y="34643"/>
                </a:lnTo>
                <a:lnTo>
                  <a:pt x="1971040" y="34643"/>
                </a:lnTo>
                <a:lnTo>
                  <a:pt x="1971009" y="34643"/>
                </a:lnTo>
                <a:lnTo>
                  <a:pt x="1970979" y="34643"/>
                </a:lnTo>
                <a:lnTo>
                  <a:pt x="1970864" y="34647"/>
                </a:lnTo>
                <a:lnTo>
                  <a:pt x="1970749" y="34659"/>
                </a:lnTo>
                <a:lnTo>
                  <a:pt x="1970632" y="34680"/>
                </a:lnTo>
                <a:lnTo>
                  <a:pt x="1970515" y="34708"/>
                </a:lnTo>
                <a:lnTo>
                  <a:pt x="1970395" y="34745"/>
                </a:lnTo>
                <a:lnTo>
                  <a:pt x="1970275" y="34790"/>
                </a:lnTo>
                <a:lnTo>
                  <a:pt x="1970153" y="34843"/>
                </a:lnTo>
                <a:lnTo>
                  <a:pt x="1970030" y="34904"/>
                </a:lnTo>
                <a:lnTo>
                  <a:pt x="1969906" y="34974"/>
                </a:lnTo>
                <a:lnTo>
                  <a:pt x="1969780" y="35051"/>
                </a:lnTo>
                <a:lnTo>
                  <a:pt x="1969653" y="35137"/>
                </a:lnTo>
                <a:lnTo>
                  <a:pt x="1969525" y="35231"/>
                </a:lnTo>
                <a:lnTo>
                  <a:pt x="1969395" y="35333"/>
                </a:lnTo>
                <a:lnTo>
                  <a:pt x="1969264" y="35443"/>
                </a:lnTo>
                <a:lnTo>
                  <a:pt x="1969132" y="35561"/>
                </a:lnTo>
                <a:lnTo>
                  <a:pt x="1968999" y="35688"/>
                </a:lnTo>
                <a:lnTo>
                  <a:pt x="1968864" y="35823"/>
                </a:lnTo>
                <a:lnTo>
                  <a:pt x="1968728" y="35965"/>
                </a:lnTo>
                <a:lnTo>
                  <a:pt x="1968591" y="36116"/>
                </a:lnTo>
                <a:lnTo>
                  <a:pt x="1968452" y="36276"/>
                </a:lnTo>
                <a:lnTo>
                  <a:pt x="1968313" y="36443"/>
                </a:lnTo>
                <a:lnTo>
                  <a:pt x="1968171" y="36618"/>
                </a:lnTo>
                <a:lnTo>
                  <a:pt x="1968029" y="36802"/>
                </a:lnTo>
                <a:lnTo>
                  <a:pt x="1967885" y="36994"/>
                </a:lnTo>
                <a:lnTo>
                  <a:pt x="1967556" y="37463"/>
                </a:lnTo>
                <a:lnTo>
                  <a:pt x="1967207" y="37942"/>
                </a:lnTo>
                <a:lnTo>
                  <a:pt x="1966840" y="38432"/>
                </a:lnTo>
                <a:lnTo>
                  <a:pt x="1966452" y="38932"/>
                </a:lnTo>
                <a:lnTo>
                  <a:pt x="1966046" y="39443"/>
                </a:lnTo>
                <a:lnTo>
                  <a:pt x="1965620" y="39963"/>
                </a:lnTo>
                <a:lnTo>
                  <a:pt x="1965174" y="40494"/>
                </a:lnTo>
                <a:lnTo>
                  <a:pt x="1964710" y="41036"/>
                </a:lnTo>
                <a:lnTo>
                  <a:pt x="1964226" y="41587"/>
                </a:lnTo>
                <a:lnTo>
                  <a:pt x="1963723" y="42149"/>
                </a:lnTo>
                <a:lnTo>
                  <a:pt x="1963200" y="42721"/>
                </a:lnTo>
                <a:lnTo>
                  <a:pt x="1962658" y="43304"/>
                </a:lnTo>
                <a:lnTo>
                  <a:pt x="1962097" y="43897"/>
                </a:lnTo>
                <a:lnTo>
                  <a:pt x="1961516" y="44500"/>
                </a:lnTo>
                <a:lnTo>
                  <a:pt x="1960916" y="45113"/>
                </a:lnTo>
                <a:lnTo>
                  <a:pt x="1960297" y="45737"/>
                </a:lnTo>
                <a:lnTo>
                  <a:pt x="1959658" y="46371"/>
                </a:lnTo>
                <a:lnTo>
                  <a:pt x="1959000" y="47016"/>
                </a:lnTo>
                <a:lnTo>
                  <a:pt x="1958323" y="47670"/>
                </a:lnTo>
                <a:lnTo>
                  <a:pt x="1957626" y="48335"/>
                </a:lnTo>
                <a:lnTo>
                  <a:pt x="1956911" y="49011"/>
                </a:lnTo>
                <a:lnTo>
                  <a:pt x="1956175" y="49696"/>
                </a:lnTo>
                <a:lnTo>
                  <a:pt x="1955421" y="50392"/>
                </a:lnTo>
                <a:lnTo>
                  <a:pt x="1954647" y="51099"/>
                </a:lnTo>
                <a:lnTo>
                  <a:pt x="1953712" y="51942"/>
                </a:lnTo>
                <a:lnTo>
                  <a:pt x="1952785" y="52762"/>
                </a:lnTo>
                <a:lnTo>
                  <a:pt x="1951865" y="53558"/>
                </a:lnTo>
                <a:lnTo>
                  <a:pt x="1950952" y="54329"/>
                </a:lnTo>
                <a:lnTo>
                  <a:pt x="1950047" y="55077"/>
                </a:lnTo>
                <a:lnTo>
                  <a:pt x="1949149" y="55800"/>
                </a:lnTo>
                <a:lnTo>
                  <a:pt x="1948258" y="56499"/>
                </a:lnTo>
                <a:lnTo>
                  <a:pt x="1947374" y="57175"/>
                </a:lnTo>
                <a:lnTo>
                  <a:pt x="1946498" y="57826"/>
                </a:lnTo>
                <a:lnTo>
                  <a:pt x="1945629" y="58453"/>
                </a:lnTo>
                <a:lnTo>
                  <a:pt x="1944768" y="59056"/>
                </a:lnTo>
                <a:lnTo>
                  <a:pt x="1943914" y="59636"/>
                </a:lnTo>
                <a:lnTo>
                  <a:pt x="1943067" y="60191"/>
                </a:lnTo>
                <a:lnTo>
                  <a:pt x="1942227" y="60722"/>
                </a:lnTo>
                <a:lnTo>
                  <a:pt x="1941395" y="61229"/>
                </a:lnTo>
                <a:lnTo>
                  <a:pt x="1940570" y="61711"/>
                </a:lnTo>
                <a:lnTo>
                  <a:pt x="1939752" y="62170"/>
                </a:lnTo>
                <a:lnTo>
                  <a:pt x="1938941" y="62605"/>
                </a:lnTo>
                <a:lnTo>
                  <a:pt x="1938138" y="63016"/>
                </a:lnTo>
                <a:lnTo>
                  <a:pt x="1937342" y="63402"/>
                </a:lnTo>
                <a:lnTo>
                  <a:pt x="1936554" y="63765"/>
                </a:lnTo>
                <a:lnTo>
                  <a:pt x="1935773" y="64103"/>
                </a:lnTo>
                <a:lnTo>
                  <a:pt x="1934999" y="64418"/>
                </a:lnTo>
                <a:lnTo>
                  <a:pt x="1934232" y="64708"/>
                </a:lnTo>
                <a:lnTo>
                  <a:pt x="1933735" y="64883"/>
                </a:lnTo>
                <a:lnTo>
                  <a:pt x="1933255" y="65056"/>
                </a:lnTo>
                <a:lnTo>
                  <a:pt x="1932792" y="65228"/>
                </a:lnTo>
                <a:lnTo>
                  <a:pt x="1932345" y="65399"/>
                </a:lnTo>
                <a:lnTo>
                  <a:pt x="1931915" y="65569"/>
                </a:lnTo>
                <a:lnTo>
                  <a:pt x="1931502" y="65737"/>
                </a:lnTo>
                <a:lnTo>
                  <a:pt x="1931106" y="65904"/>
                </a:lnTo>
                <a:lnTo>
                  <a:pt x="1930727" y="66069"/>
                </a:lnTo>
                <a:lnTo>
                  <a:pt x="1930364" y="66234"/>
                </a:lnTo>
                <a:lnTo>
                  <a:pt x="1930018" y="66397"/>
                </a:lnTo>
                <a:lnTo>
                  <a:pt x="1929688" y="66558"/>
                </a:lnTo>
                <a:lnTo>
                  <a:pt x="1929376" y="66719"/>
                </a:lnTo>
                <a:lnTo>
                  <a:pt x="1929080" y="66878"/>
                </a:lnTo>
                <a:lnTo>
                  <a:pt x="1928801" y="67036"/>
                </a:lnTo>
                <a:lnTo>
                  <a:pt x="1928539" y="67192"/>
                </a:lnTo>
                <a:lnTo>
                  <a:pt x="1928293" y="67348"/>
                </a:lnTo>
                <a:lnTo>
                  <a:pt x="1928065" y="67502"/>
                </a:lnTo>
                <a:lnTo>
                  <a:pt x="1927853" y="67655"/>
                </a:lnTo>
                <a:lnTo>
                  <a:pt x="1927657" y="67806"/>
                </a:lnTo>
                <a:lnTo>
                  <a:pt x="1927479" y="67956"/>
                </a:lnTo>
                <a:lnTo>
                  <a:pt x="1927317" y="68105"/>
                </a:lnTo>
                <a:lnTo>
                  <a:pt x="1927172" y="68253"/>
                </a:lnTo>
                <a:lnTo>
                  <a:pt x="1927044" y="68399"/>
                </a:lnTo>
                <a:lnTo>
                  <a:pt x="1926932" y="68544"/>
                </a:lnTo>
                <a:lnTo>
                  <a:pt x="1926872" y="68637"/>
                </a:lnTo>
                <a:lnTo>
                  <a:pt x="1926814" y="68732"/>
                </a:lnTo>
                <a:lnTo>
                  <a:pt x="1926758" y="68828"/>
                </a:lnTo>
                <a:lnTo>
                  <a:pt x="1926705" y="68925"/>
                </a:lnTo>
                <a:lnTo>
                  <a:pt x="1926655" y="69024"/>
                </a:lnTo>
                <a:lnTo>
                  <a:pt x="1926608" y="69124"/>
                </a:lnTo>
                <a:lnTo>
                  <a:pt x="1926562" y="69225"/>
                </a:lnTo>
                <a:lnTo>
                  <a:pt x="1926520" y="69327"/>
                </a:lnTo>
                <a:lnTo>
                  <a:pt x="1926480" y="69431"/>
                </a:lnTo>
                <a:lnTo>
                  <a:pt x="1926443" y="69536"/>
                </a:lnTo>
                <a:lnTo>
                  <a:pt x="1926408" y="69643"/>
                </a:lnTo>
                <a:lnTo>
                  <a:pt x="1926376" y="69750"/>
                </a:lnTo>
                <a:lnTo>
                  <a:pt x="1926346" y="69859"/>
                </a:lnTo>
                <a:lnTo>
                  <a:pt x="1926319" y="69969"/>
                </a:lnTo>
                <a:lnTo>
                  <a:pt x="1926294" y="70081"/>
                </a:lnTo>
                <a:lnTo>
                  <a:pt x="1926272" y="70193"/>
                </a:lnTo>
                <a:lnTo>
                  <a:pt x="1926253" y="70308"/>
                </a:lnTo>
                <a:lnTo>
                  <a:pt x="1926236" y="70423"/>
                </a:lnTo>
                <a:lnTo>
                  <a:pt x="1926222" y="70540"/>
                </a:lnTo>
                <a:lnTo>
                  <a:pt x="1926211" y="70657"/>
                </a:lnTo>
                <a:lnTo>
                  <a:pt x="1926202" y="70777"/>
                </a:lnTo>
                <a:lnTo>
                  <a:pt x="1926195" y="70897"/>
                </a:lnTo>
                <a:lnTo>
                  <a:pt x="1926191" y="71019"/>
                </a:lnTo>
                <a:lnTo>
                  <a:pt x="1926190" y="71142"/>
                </a:lnTo>
                <a:lnTo>
                  <a:pt x="1926190" y="71184"/>
                </a:lnTo>
                <a:lnTo>
                  <a:pt x="1926191" y="71229"/>
                </a:lnTo>
                <a:lnTo>
                  <a:pt x="1926192" y="71275"/>
                </a:lnTo>
                <a:lnTo>
                  <a:pt x="1926193" y="71324"/>
                </a:lnTo>
                <a:lnTo>
                  <a:pt x="1926195" y="71375"/>
                </a:lnTo>
                <a:lnTo>
                  <a:pt x="1926198" y="71428"/>
                </a:lnTo>
                <a:lnTo>
                  <a:pt x="1926200" y="71483"/>
                </a:lnTo>
                <a:lnTo>
                  <a:pt x="1926204" y="71541"/>
                </a:lnTo>
                <a:lnTo>
                  <a:pt x="1926207" y="71600"/>
                </a:lnTo>
                <a:lnTo>
                  <a:pt x="1926211" y="71662"/>
                </a:lnTo>
                <a:lnTo>
                  <a:pt x="1926216" y="71726"/>
                </a:lnTo>
                <a:lnTo>
                  <a:pt x="1926221" y="71792"/>
                </a:lnTo>
                <a:lnTo>
                  <a:pt x="1926226" y="71860"/>
                </a:lnTo>
                <a:lnTo>
                  <a:pt x="1926232" y="71930"/>
                </a:lnTo>
                <a:lnTo>
                  <a:pt x="1926238" y="72002"/>
                </a:lnTo>
                <a:lnTo>
                  <a:pt x="1926245" y="72077"/>
                </a:lnTo>
                <a:lnTo>
                  <a:pt x="1926252" y="72154"/>
                </a:lnTo>
                <a:lnTo>
                  <a:pt x="1926260" y="72232"/>
                </a:lnTo>
                <a:lnTo>
                  <a:pt x="1926268" y="72313"/>
                </a:lnTo>
                <a:lnTo>
                  <a:pt x="1926276" y="72396"/>
                </a:lnTo>
                <a:lnTo>
                  <a:pt x="1926285" y="72482"/>
                </a:lnTo>
                <a:lnTo>
                  <a:pt x="1926294" y="72569"/>
                </a:lnTo>
                <a:lnTo>
                  <a:pt x="1926304" y="72659"/>
                </a:lnTo>
                <a:lnTo>
                  <a:pt x="1926314" y="72750"/>
                </a:lnTo>
                <a:lnTo>
                  <a:pt x="1945120" y="72750"/>
                </a:lnTo>
                <a:lnTo>
                  <a:pt x="1926809" y="142574"/>
                </a:lnTo>
                <a:lnTo>
                  <a:pt x="1926757" y="142801"/>
                </a:lnTo>
                <a:lnTo>
                  <a:pt x="1926704" y="143028"/>
                </a:lnTo>
                <a:lnTo>
                  <a:pt x="1926650" y="143255"/>
                </a:lnTo>
                <a:lnTo>
                  <a:pt x="1926596" y="143481"/>
                </a:lnTo>
                <a:lnTo>
                  <a:pt x="1926540" y="143706"/>
                </a:lnTo>
                <a:lnTo>
                  <a:pt x="1926484" y="143931"/>
                </a:lnTo>
                <a:lnTo>
                  <a:pt x="1926427" y="144156"/>
                </a:lnTo>
                <a:lnTo>
                  <a:pt x="1926369" y="144380"/>
                </a:lnTo>
                <a:lnTo>
                  <a:pt x="1926310" y="144604"/>
                </a:lnTo>
                <a:lnTo>
                  <a:pt x="1926250" y="144827"/>
                </a:lnTo>
                <a:lnTo>
                  <a:pt x="1926190" y="145050"/>
                </a:lnTo>
                <a:lnTo>
                  <a:pt x="1926128" y="145273"/>
                </a:lnTo>
                <a:lnTo>
                  <a:pt x="1926066" y="145495"/>
                </a:lnTo>
                <a:lnTo>
                  <a:pt x="1926003" y="145717"/>
                </a:lnTo>
                <a:lnTo>
                  <a:pt x="1925939" y="145938"/>
                </a:lnTo>
                <a:lnTo>
                  <a:pt x="1925874" y="146159"/>
                </a:lnTo>
                <a:lnTo>
                  <a:pt x="1925808" y="146379"/>
                </a:lnTo>
                <a:lnTo>
                  <a:pt x="1925741" y="146599"/>
                </a:lnTo>
                <a:lnTo>
                  <a:pt x="1925674" y="146819"/>
                </a:lnTo>
                <a:lnTo>
                  <a:pt x="1925606" y="147038"/>
                </a:lnTo>
                <a:lnTo>
                  <a:pt x="1925537" y="147256"/>
                </a:lnTo>
                <a:lnTo>
                  <a:pt x="1925467" y="147475"/>
                </a:lnTo>
                <a:lnTo>
                  <a:pt x="1925396" y="147692"/>
                </a:lnTo>
                <a:lnTo>
                  <a:pt x="1925324" y="147910"/>
                </a:lnTo>
                <a:lnTo>
                  <a:pt x="1924971" y="149111"/>
                </a:lnTo>
                <a:lnTo>
                  <a:pt x="1924632" y="150276"/>
                </a:lnTo>
                <a:lnTo>
                  <a:pt x="1924309" y="151404"/>
                </a:lnTo>
                <a:lnTo>
                  <a:pt x="1924001" y="152495"/>
                </a:lnTo>
                <a:lnTo>
                  <a:pt x="1923708" y="153550"/>
                </a:lnTo>
                <a:lnTo>
                  <a:pt x="1923429" y="154568"/>
                </a:lnTo>
                <a:lnTo>
                  <a:pt x="1923166" y="155549"/>
                </a:lnTo>
                <a:lnTo>
                  <a:pt x="1922918" y="156494"/>
                </a:lnTo>
                <a:lnTo>
                  <a:pt x="1922685" y="157403"/>
                </a:lnTo>
                <a:lnTo>
                  <a:pt x="1922467" y="158275"/>
                </a:lnTo>
                <a:lnTo>
                  <a:pt x="1922264" y="159110"/>
                </a:lnTo>
                <a:lnTo>
                  <a:pt x="1922076" y="159908"/>
                </a:lnTo>
                <a:lnTo>
                  <a:pt x="1921903" y="160670"/>
                </a:lnTo>
                <a:lnTo>
                  <a:pt x="1921745" y="161395"/>
                </a:lnTo>
                <a:lnTo>
                  <a:pt x="1921602" y="162084"/>
                </a:lnTo>
                <a:lnTo>
                  <a:pt x="1921475" y="162736"/>
                </a:lnTo>
                <a:lnTo>
                  <a:pt x="1921362" y="163352"/>
                </a:lnTo>
                <a:lnTo>
                  <a:pt x="1921264" y="163930"/>
                </a:lnTo>
                <a:lnTo>
                  <a:pt x="1921181" y="164473"/>
                </a:lnTo>
                <a:lnTo>
                  <a:pt x="1921114" y="164978"/>
                </a:lnTo>
                <a:lnTo>
                  <a:pt x="1921061" y="165447"/>
                </a:lnTo>
                <a:lnTo>
                  <a:pt x="1921024" y="165880"/>
                </a:lnTo>
                <a:lnTo>
                  <a:pt x="1921001" y="166276"/>
                </a:lnTo>
                <a:lnTo>
                  <a:pt x="1920994" y="166635"/>
                </a:lnTo>
                <a:lnTo>
                  <a:pt x="1920998" y="166893"/>
                </a:lnTo>
                <a:lnTo>
                  <a:pt x="1921011" y="167149"/>
                </a:lnTo>
                <a:lnTo>
                  <a:pt x="1921032" y="167404"/>
                </a:lnTo>
                <a:lnTo>
                  <a:pt x="1921062" y="167658"/>
                </a:lnTo>
                <a:lnTo>
                  <a:pt x="1921101" y="167911"/>
                </a:lnTo>
                <a:lnTo>
                  <a:pt x="1921148" y="168162"/>
                </a:lnTo>
                <a:lnTo>
                  <a:pt x="1921204" y="168412"/>
                </a:lnTo>
                <a:lnTo>
                  <a:pt x="1921268" y="168661"/>
                </a:lnTo>
                <a:lnTo>
                  <a:pt x="1921341" y="168908"/>
                </a:lnTo>
                <a:lnTo>
                  <a:pt x="1921423" y="169154"/>
                </a:lnTo>
                <a:lnTo>
                  <a:pt x="1921513" y="169399"/>
                </a:lnTo>
                <a:lnTo>
                  <a:pt x="1921612" y="169643"/>
                </a:lnTo>
                <a:lnTo>
                  <a:pt x="1921720" y="169885"/>
                </a:lnTo>
                <a:lnTo>
                  <a:pt x="1921836" y="170126"/>
                </a:lnTo>
                <a:lnTo>
                  <a:pt x="1921960" y="170366"/>
                </a:lnTo>
                <a:lnTo>
                  <a:pt x="1922093" y="170604"/>
                </a:lnTo>
                <a:lnTo>
                  <a:pt x="1922235" y="170841"/>
                </a:lnTo>
                <a:lnTo>
                  <a:pt x="1922385" y="171077"/>
                </a:lnTo>
                <a:lnTo>
                  <a:pt x="1922544" y="171312"/>
                </a:lnTo>
                <a:lnTo>
                  <a:pt x="1922712" y="171545"/>
                </a:lnTo>
                <a:lnTo>
                  <a:pt x="1922888" y="171777"/>
                </a:lnTo>
                <a:lnTo>
                  <a:pt x="1923073" y="172008"/>
                </a:lnTo>
                <a:lnTo>
                  <a:pt x="1923266" y="172237"/>
                </a:lnTo>
                <a:lnTo>
                  <a:pt x="1923468" y="172465"/>
                </a:lnTo>
                <a:lnTo>
                  <a:pt x="1923761" y="172769"/>
                </a:lnTo>
                <a:lnTo>
                  <a:pt x="1924064" y="173059"/>
                </a:lnTo>
                <a:lnTo>
                  <a:pt x="1924377" y="173337"/>
                </a:lnTo>
                <a:lnTo>
                  <a:pt x="1924698" y="173602"/>
                </a:lnTo>
                <a:lnTo>
                  <a:pt x="1925030" y="173854"/>
                </a:lnTo>
                <a:lnTo>
                  <a:pt x="1925370" y="174093"/>
                </a:lnTo>
                <a:lnTo>
                  <a:pt x="1925720" y="174319"/>
                </a:lnTo>
                <a:lnTo>
                  <a:pt x="1926080" y="174532"/>
                </a:lnTo>
                <a:lnTo>
                  <a:pt x="1926449" y="174732"/>
                </a:lnTo>
                <a:lnTo>
                  <a:pt x="1926827" y="174919"/>
                </a:lnTo>
                <a:lnTo>
                  <a:pt x="1927215" y="175093"/>
                </a:lnTo>
                <a:lnTo>
                  <a:pt x="1927613" y="175255"/>
                </a:lnTo>
                <a:lnTo>
                  <a:pt x="1928020" y="175403"/>
                </a:lnTo>
                <a:lnTo>
                  <a:pt x="1928436" y="175539"/>
                </a:lnTo>
                <a:lnTo>
                  <a:pt x="1928862" y="175662"/>
                </a:lnTo>
                <a:lnTo>
                  <a:pt x="1929297" y="175772"/>
                </a:lnTo>
                <a:lnTo>
                  <a:pt x="1929741" y="175868"/>
                </a:lnTo>
                <a:lnTo>
                  <a:pt x="1930196" y="175952"/>
                </a:lnTo>
                <a:lnTo>
                  <a:pt x="1930659" y="176023"/>
                </a:lnTo>
                <a:lnTo>
                  <a:pt x="1931132" y="176081"/>
                </a:lnTo>
                <a:lnTo>
                  <a:pt x="1931615" y="176127"/>
                </a:lnTo>
                <a:lnTo>
                  <a:pt x="1932106" y="176159"/>
                </a:lnTo>
                <a:lnTo>
                  <a:pt x="1932608" y="176178"/>
                </a:lnTo>
                <a:lnTo>
                  <a:pt x="1933119" y="176185"/>
                </a:lnTo>
                <a:lnTo>
                  <a:pt x="1933827" y="176175"/>
                </a:lnTo>
                <a:lnTo>
                  <a:pt x="1934530" y="176144"/>
                </a:lnTo>
                <a:lnTo>
                  <a:pt x="1935228" y="176093"/>
                </a:lnTo>
                <a:lnTo>
                  <a:pt x="1935920" y="176022"/>
                </a:lnTo>
                <a:lnTo>
                  <a:pt x="1936606" y="175931"/>
                </a:lnTo>
                <a:lnTo>
                  <a:pt x="1937287" y="175819"/>
                </a:lnTo>
                <a:lnTo>
                  <a:pt x="1937962" y="175687"/>
                </a:lnTo>
                <a:lnTo>
                  <a:pt x="1938631" y="175535"/>
                </a:lnTo>
                <a:lnTo>
                  <a:pt x="1939295" y="175363"/>
                </a:lnTo>
                <a:lnTo>
                  <a:pt x="1939954" y="175170"/>
                </a:lnTo>
                <a:lnTo>
                  <a:pt x="1940606" y="174957"/>
                </a:lnTo>
                <a:lnTo>
                  <a:pt x="1941254" y="174723"/>
                </a:lnTo>
                <a:lnTo>
                  <a:pt x="1941895" y="174470"/>
                </a:lnTo>
                <a:lnTo>
                  <a:pt x="1942531" y="174196"/>
                </a:lnTo>
                <a:lnTo>
                  <a:pt x="1943162" y="173901"/>
                </a:lnTo>
                <a:lnTo>
                  <a:pt x="1943786" y="173587"/>
                </a:lnTo>
                <a:lnTo>
                  <a:pt x="1944406" y="173252"/>
                </a:lnTo>
                <a:lnTo>
                  <a:pt x="1945019" y="172896"/>
                </a:lnTo>
                <a:lnTo>
                  <a:pt x="1945628" y="172521"/>
                </a:lnTo>
                <a:lnTo>
                  <a:pt x="1946230" y="172125"/>
                </a:lnTo>
                <a:lnTo>
                  <a:pt x="1946827" y="171709"/>
                </a:lnTo>
                <a:lnTo>
                  <a:pt x="1947418" y="171273"/>
                </a:lnTo>
                <a:lnTo>
                  <a:pt x="1948004" y="170816"/>
                </a:lnTo>
                <a:lnTo>
                  <a:pt x="1948584" y="170339"/>
                </a:lnTo>
                <a:lnTo>
                  <a:pt x="1949282" y="169749"/>
                </a:lnTo>
                <a:lnTo>
                  <a:pt x="1949993" y="169120"/>
                </a:lnTo>
                <a:lnTo>
                  <a:pt x="1950718" y="168452"/>
                </a:lnTo>
                <a:lnTo>
                  <a:pt x="1951457" y="167745"/>
                </a:lnTo>
                <a:lnTo>
                  <a:pt x="1952210" y="166998"/>
                </a:lnTo>
                <a:lnTo>
                  <a:pt x="1952976" y="166212"/>
                </a:lnTo>
                <a:lnTo>
                  <a:pt x="1953757" y="165386"/>
                </a:lnTo>
                <a:lnTo>
                  <a:pt x="1954551" y="164522"/>
                </a:lnTo>
                <a:lnTo>
                  <a:pt x="1955358" y="163618"/>
                </a:lnTo>
                <a:lnTo>
                  <a:pt x="1956180" y="162674"/>
                </a:lnTo>
                <a:lnTo>
                  <a:pt x="1957015" y="161692"/>
                </a:lnTo>
                <a:lnTo>
                  <a:pt x="1957864" y="160670"/>
                </a:lnTo>
                <a:lnTo>
                  <a:pt x="1958726" y="159609"/>
                </a:lnTo>
                <a:lnTo>
                  <a:pt x="1959603" y="158508"/>
                </a:lnTo>
                <a:lnTo>
                  <a:pt x="1960493" y="157368"/>
                </a:lnTo>
                <a:lnTo>
                  <a:pt x="1961397" y="156189"/>
                </a:lnTo>
                <a:lnTo>
                  <a:pt x="1962314" y="154971"/>
                </a:lnTo>
                <a:lnTo>
                  <a:pt x="1963246" y="153713"/>
                </a:lnTo>
                <a:lnTo>
                  <a:pt x="1964191" y="152416"/>
                </a:lnTo>
                <a:lnTo>
                  <a:pt x="1965150" y="151080"/>
                </a:lnTo>
                <a:lnTo>
                  <a:pt x="1966122" y="149705"/>
                </a:lnTo>
                <a:lnTo>
                  <a:pt x="1967109" y="148290"/>
                </a:lnTo>
                <a:lnTo>
                  <a:pt x="1968109" y="146836"/>
                </a:lnTo>
                <a:lnTo>
                  <a:pt x="1969123" y="145342"/>
                </a:lnTo>
                <a:lnTo>
                  <a:pt x="1965782" y="143487"/>
                </a:lnTo>
                <a:lnTo>
                  <a:pt x="1964926" y="144603"/>
                </a:lnTo>
                <a:lnTo>
                  <a:pt x="1964089" y="145687"/>
                </a:lnTo>
                <a:lnTo>
                  <a:pt x="1963271" y="146738"/>
                </a:lnTo>
                <a:lnTo>
                  <a:pt x="1962472" y="147757"/>
                </a:lnTo>
                <a:lnTo>
                  <a:pt x="1961693" y="148743"/>
                </a:lnTo>
                <a:lnTo>
                  <a:pt x="1960934" y="149697"/>
                </a:lnTo>
                <a:lnTo>
                  <a:pt x="1960193" y="150619"/>
                </a:lnTo>
                <a:lnTo>
                  <a:pt x="1959472" y="151508"/>
                </a:lnTo>
                <a:lnTo>
                  <a:pt x="1958770" y="152365"/>
                </a:lnTo>
                <a:lnTo>
                  <a:pt x="1958088" y="153189"/>
                </a:lnTo>
                <a:lnTo>
                  <a:pt x="1957425" y="153980"/>
                </a:lnTo>
                <a:lnTo>
                  <a:pt x="1956781" y="154740"/>
                </a:lnTo>
                <a:lnTo>
                  <a:pt x="1956157" y="155466"/>
                </a:lnTo>
                <a:lnTo>
                  <a:pt x="1955552" y="156161"/>
                </a:lnTo>
                <a:lnTo>
                  <a:pt x="1954966" y="156823"/>
                </a:lnTo>
                <a:lnTo>
                  <a:pt x="1954399" y="157452"/>
                </a:lnTo>
                <a:lnTo>
                  <a:pt x="1953852" y="158049"/>
                </a:lnTo>
                <a:lnTo>
                  <a:pt x="1953324" y="158613"/>
                </a:lnTo>
                <a:lnTo>
                  <a:pt x="1952816" y="159145"/>
                </a:lnTo>
                <a:lnTo>
                  <a:pt x="1952327" y="159645"/>
                </a:lnTo>
                <a:lnTo>
                  <a:pt x="1951857" y="160112"/>
                </a:lnTo>
                <a:lnTo>
                  <a:pt x="1951407" y="160547"/>
                </a:lnTo>
                <a:lnTo>
                  <a:pt x="1950976" y="160949"/>
                </a:lnTo>
                <a:lnTo>
                  <a:pt x="1950564" y="161318"/>
                </a:lnTo>
                <a:lnTo>
                  <a:pt x="1950337" y="161522"/>
                </a:lnTo>
                <a:lnTo>
                  <a:pt x="1950112" y="161717"/>
                </a:lnTo>
                <a:lnTo>
                  <a:pt x="1949887" y="161903"/>
                </a:lnTo>
                <a:lnTo>
                  <a:pt x="1949663" y="162080"/>
                </a:lnTo>
                <a:lnTo>
                  <a:pt x="1949440" y="162249"/>
                </a:lnTo>
                <a:lnTo>
                  <a:pt x="1949218" y="162409"/>
                </a:lnTo>
                <a:lnTo>
                  <a:pt x="1948997" y="162561"/>
                </a:lnTo>
                <a:lnTo>
                  <a:pt x="1948777" y="162704"/>
                </a:lnTo>
                <a:lnTo>
                  <a:pt x="1948557" y="162838"/>
                </a:lnTo>
                <a:lnTo>
                  <a:pt x="1948339" y="162964"/>
                </a:lnTo>
                <a:lnTo>
                  <a:pt x="1948121" y="163081"/>
                </a:lnTo>
                <a:lnTo>
                  <a:pt x="1947904" y="163189"/>
                </a:lnTo>
                <a:lnTo>
                  <a:pt x="1947688" y="163288"/>
                </a:lnTo>
                <a:lnTo>
                  <a:pt x="1947472" y="163379"/>
                </a:lnTo>
                <a:lnTo>
                  <a:pt x="1947258" y="163462"/>
                </a:lnTo>
                <a:lnTo>
                  <a:pt x="1947045" y="163535"/>
                </a:lnTo>
                <a:lnTo>
                  <a:pt x="1946832" y="163600"/>
                </a:lnTo>
                <a:lnTo>
                  <a:pt x="1946620" y="163656"/>
                </a:lnTo>
                <a:lnTo>
                  <a:pt x="1946409" y="163704"/>
                </a:lnTo>
                <a:lnTo>
                  <a:pt x="1946199" y="163743"/>
                </a:lnTo>
                <a:lnTo>
                  <a:pt x="1945990" y="163773"/>
                </a:lnTo>
                <a:lnTo>
                  <a:pt x="1945782" y="163795"/>
                </a:lnTo>
                <a:lnTo>
                  <a:pt x="1945574" y="163808"/>
                </a:lnTo>
                <a:lnTo>
                  <a:pt x="1945367" y="163812"/>
                </a:lnTo>
                <a:lnTo>
                  <a:pt x="1945054" y="163803"/>
                </a:lnTo>
                <a:lnTo>
                  <a:pt x="1944755" y="163777"/>
                </a:lnTo>
                <a:lnTo>
                  <a:pt x="1944468" y="163733"/>
                </a:lnTo>
                <a:lnTo>
                  <a:pt x="1944195" y="163671"/>
                </a:lnTo>
                <a:lnTo>
                  <a:pt x="1943936" y="163591"/>
                </a:lnTo>
                <a:lnTo>
                  <a:pt x="1943689" y="163494"/>
                </a:lnTo>
                <a:lnTo>
                  <a:pt x="1943456" y="163379"/>
                </a:lnTo>
                <a:lnTo>
                  <a:pt x="1943237" y="163247"/>
                </a:lnTo>
                <a:lnTo>
                  <a:pt x="1943030" y="163097"/>
                </a:lnTo>
                <a:lnTo>
                  <a:pt x="1942837" y="162929"/>
                </a:lnTo>
                <a:lnTo>
                  <a:pt x="1942657" y="162743"/>
                </a:lnTo>
                <a:lnTo>
                  <a:pt x="1942491" y="162540"/>
                </a:lnTo>
                <a:lnTo>
                  <a:pt x="1942338" y="162319"/>
                </a:lnTo>
                <a:lnTo>
                  <a:pt x="1942198" y="162081"/>
                </a:lnTo>
                <a:lnTo>
                  <a:pt x="1942071" y="161825"/>
                </a:lnTo>
                <a:lnTo>
                  <a:pt x="1941958" y="161551"/>
                </a:lnTo>
                <a:lnTo>
                  <a:pt x="1941858" y="161259"/>
                </a:lnTo>
                <a:lnTo>
                  <a:pt x="1941772" y="160950"/>
                </a:lnTo>
                <a:lnTo>
                  <a:pt x="1941698" y="160623"/>
                </a:lnTo>
                <a:lnTo>
                  <a:pt x="1941638" y="160279"/>
                </a:lnTo>
                <a:lnTo>
                  <a:pt x="1941592" y="159917"/>
                </a:lnTo>
                <a:lnTo>
                  <a:pt x="1941559" y="159537"/>
                </a:lnTo>
                <a:lnTo>
                  <a:pt x="1941539" y="159139"/>
                </a:lnTo>
                <a:lnTo>
                  <a:pt x="1941532" y="158724"/>
                </a:lnTo>
                <a:lnTo>
                  <a:pt x="1941532" y="158692"/>
                </a:lnTo>
                <a:lnTo>
                  <a:pt x="1941534" y="158658"/>
                </a:lnTo>
                <a:lnTo>
                  <a:pt x="1941536" y="158622"/>
                </a:lnTo>
                <a:lnTo>
                  <a:pt x="1941539" y="158583"/>
                </a:lnTo>
                <a:lnTo>
                  <a:pt x="1941543" y="158542"/>
                </a:lnTo>
                <a:lnTo>
                  <a:pt x="1941547" y="158500"/>
                </a:lnTo>
                <a:lnTo>
                  <a:pt x="1941553" y="158455"/>
                </a:lnTo>
                <a:lnTo>
                  <a:pt x="1941559" y="158407"/>
                </a:lnTo>
                <a:lnTo>
                  <a:pt x="1941567" y="158358"/>
                </a:lnTo>
                <a:lnTo>
                  <a:pt x="1941575" y="158307"/>
                </a:lnTo>
                <a:lnTo>
                  <a:pt x="1941584" y="158253"/>
                </a:lnTo>
                <a:lnTo>
                  <a:pt x="1941594" y="158197"/>
                </a:lnTo>
                <a:lnTo>
                  <a:pt x="1941604" y="158139"/>
                </a:lnTo>
                <a:lnTo>
                  <a:pt x="1941616" y="158079"/>
                </a:lnTo>
                <a:lnTo>
                  <a:pt x="1941629" y="158017"/>
                </a:lnTo>
                <a:lnTo>
                  <a:pt x="1941642" y="157952"/>
                </a:lnTo>
                <a:lnTo>
                  <a:pt x="1941656" y="157886"/>
                </a:lnTo>
                <a:lnTo>
                  <a:pt x="1941671" y="157817"/>
                </a:lnTo>
                <a:lnTo>
                  <a:pt x="1941687" y="157746"/>
                </a:lnTo>
                <a:lnTo>
                  <a:pt x="1941704" y="157673"/>
                </a:lnTo>
                <a:lnTo>
                  <a:pt x="1941721" y="157598"/>
                </a:lnTo>
                <a:lnTo>
                  <a:pt x="1941740" y="157521"/>
                </a:lnTo>
                <a:lnTo>
                  <a:pt x="1941759" y="157441"/>
                </a:lnTo>
                <a:lnTo>
                  <a:pt x="1941779" y="157359"/>
                </a:lnTo>
                <a:lnTo>
                  <a:pt x="1964050" y="72750"/>
                </a:lnTo>
                <a:lnTo>
                  <a:pt x="1985331" y="72750"/>
                </a:lnTo>
                <a:lnTo>
                  <a:pt x="1986568" y="64585"/>
                </a:lnTo>
                <a:lnTo>
                  <a:pt x="1966401" y="64585"/>
                </a:lnTo>
                <a:lnTo>
                  <a:pt x="1973453" y="38479"/>
                </a:lnTo>
                <a:lnTo>
                  <a:pt x="1973473" y="38417"/>
                </a:lnTo>
                <a:lnTo>
                  <a:pt x="1973493" y="38356"/>
                </a:lnTo>
                <a:lnTo>
                  <a:pt x="1973511" y="38295"/>
                </a:lnTo>
                <a:close/>
                <a:moveTo>
                  <a:pt x="1897997" y="147858"/>
                </a:moveTo>
                <a:lnTo>
                  <a:pt x="1897192" y="148862"/>
                </a:lnTo>
                <a:lnTo>
                  <a:pt x="1896410" y="149830"/>
                </a:lnTo>
                <a:lnTo>
                  <a:pt x="1895651" y="150763"/>
                </a:lnTo>
                <a:lnTo>
                  <a:pt x="1894914" y="151661"/>
                </a:lnTo>
                <a:lnTo>
                  <a:pt x="1894201" y="152523"/>
                </a:lnTo>
                <a:lnTo>
                  <a:pt x="1893510" y="153350"/>
                </a:lnTo>
                <a:lnTo>
                  <a:pt x="1892841" y="154141"/>
                </a:lnTo>
                <a:lnTo>
                  <a:pt x="1892196" y="154896"/>
                </a:lnTo>
                <a:lnTo>
                  <a:pt x="1891573" y="155616"/>
                </a:lnTo>
                <a:lnTo>
                  <a:pt x="1890973" y="156301"/>
                </a:lnTo>
                <a:lnTo>
                  <a:pt x="1890396" y="156950"/>
                </a:lnTo>
                <a:lnTo>
                  <a:pt x="1889842" y="157564"/>
                </a:lnTo>
                <a:lnTo>
                  <a:pt x="1889310" y="158142"/>
                </a:lnTo>
                <a:lnTo>
                  <a:pt x="1888801" y="158684"/>
                </a:lnTo>
                <a:lnTo>
                  <a:pt x="1888315" y="159192"/>
                </a:lnTo>
                <a:lnTo>
                  <a:pt x="1887852" y="159663"/>
                </a:lnTo>
                <a:lnTo>
                  <a:pt x="1887411" y="160099"/>
                </a:lnTo>
                <a:lnTo>
                  <a:pt x="1886993" y="160500"/>
                </a:lnTo>
                <a:lnTo>
                  <a:pt x="1886598" y="160865"/>
                </a:lnTo>
                <a:lnTo>
                  <a:pt x="1886226" y="161195"/>
                </a:lnTo>
                <a:lnTo>
                  <a:pt x="1885989" y="161408"/>
                </a:lnTo>
                <a:lnTo>
                  <a:pt x="1885753" y="161613"/>
                </a:lnTo>
                <a:lnTo>
                  <a:pt x="1885517" y="161808"/>
                </a:lnTo>
                <a:lnTo>
                  <a:pt x="1885281" y="161995"/>
                </a:lnTo>
                <a:lnTo>
                  <a:pt x="1885046" y="162172"/>
                </a:lnTo>
                <a:lnTo>
                  <a:pt x="1884811" y="162340"/>
                </a:lnTo>
                <a:lnTo>
                  <a:pt x="1884577" y="162499"/>
                </a:lnTo>
                <a:lnTo>
                  <a:pt x="1884343" y="162649"/>
                </a:lnTo>
                <a:lnTo>
                  <a:pt x="1884109" y="162790"/>
                </a:lnTo>
                <a:lnTo>
                  <a:pt x="1883876" y="162922"/>
                </a:lnTo>
                <a:lnTo>
                  <a:pt x="1883644" y="163044"/>
                </a:lnTo>
                <a:lnTo>
                  <a:pt x="1883411" y="163158"/>
                </a:lnTo>
                <a:lnTo>
                  <a:pt x="1883180" y="163262"/>
                </a:lnTo>
                <a:lnTo>
                  <a:pt x="1882948" y="163358"/>
                </a:lnTo>
                <a:lnTo>
                  <a:pt x="1882717" y="163444"/>
                </a:lnTo>
                <a:lnTo>
                  <a:pt x="1882487" y="163521"/>
                </a:lnTo>
                <a:lnTo>
                  <a:pt x="1882257" y="163590"/>
                </a:lnTo>
                <a:lnTo>
                  <a:pt x="1882027" y="163649"/>
                </a:lnTo>
                <a:lnTo>
                  <a:pt x="1881798" y="163699"/>
                </a:lnTo>
                <a:lnTo>
                  <a:pt x="1881569" y="163740"/>
                </a:lnTo>
                <a:lnTo>
                  <a:pt x="1881341" y="163771"/>
                </a:lnTo>
                <a:lnTo>
                  <a:pt x="1881113" y="163794"/>
                </a:lnTo>
                <a:lnTo>
                  <a:pt x="1880886" y="163808"/>
                </a:lnTo>
                <a:lnTo>
                  <a:pt x="1880658" y="163812"/>
                </a:lnTo>
                <a:lnTo>
                  <a:pt x="1880545" y="163810"/>
                </a:lnTo>
                <a:lnTo>
                  <a:pt x="1880432" y="163804"/>
                </a:lnTo>
                <a:lnTo>
                  <a:pt x="1880318" y="163795"/>
                </a:lnTo>
                <a:lnTo>
                  <a:pt x="1880205" y="163781"/>
                </a:lnTo>
                <a:lnTo>
                  <a:pt x="1880091" y="163764"/>
                </a:lnTo>
                <a:lnTo>
                  <a:pt x="1879978" y="163742"/>
                </a:lnTo>
                <a:lnTo>
                  <a:pt x="1879865" y="163717"/>
                </a:lnTo>
                <a:lnTo>
                  <a:pt x="1879751" y="163688"/>
                </a:lnTo>
                <a:lnTo>
                  <a:pt x="1879638" y="163655"/>
                </a:lnTo>
                <a:lnTo>
                  <a:pt x="1879524" y="163618"/>
                </a:lnTo>
                <a:lnTo>
                  <a:pt x="1879411" y="163577"/>
                </a:lnTo>
                <a:lnTo>
                  <a:pt x="1879298" y="163532"/>
                </a:lnTo>
                <a:lnTo>
                  <a:pt x="1879184" y="163483"/>
                </a:lnTo>
                <a:lnTo>
                  <a:pt x="1879071" y="163431"/>
                </a:lnTo>
                <a:lnTo>
                  <a:pt x="1878957" y="163374"/>
                </a:lnTo>
                <a:lnTo>
                  <a:pt x="1878844" y="163314"/>
                </a:lnTo>
                <a:lnTo>
                  <a:pt x="1878730" y="163250"/>
                </a:lnTo>
                <a:lnTo>
                  <a:pt x="1878617" y="163182"/>
                </a:lnTo>
                <a:lnTo>
                  <a:pt x="1878504" y="163110"/>
                </a:lnTo>
                <a:lnTo>
                  <a:pt x="1878390" y="163034"/>
                </a:lnTo>
                <a:lnTo>
                  <a:pt x="1878277" y="162954"/>
                </a:lnTo>
                <a:lnTo>
                  <a:pt x="1878163" y="162870"/>
                </a:lnTo>
                <a:lnTo>
                  <a:pt x="1878050" y="162782"/>
                </a:lnTo>
                <a:lnTo>
                  <a:pt x="1877937" y="162691"/>
                </a:lnTo>
                <a:lnTo>
                  <a:pt x="1877836" y="162586"/>
                </a:lnTo>
                <a:lnTo>
                  <a:pt x="1877739" y="162479"/>
                </a:lnTo>
                <a:lnTo>
                  <a:pt x="1877647" y="162371"/>
                </a:lnTo>
                <a:lnTo>
                  <a:pt x="1877558" y="162261"/>
                </a:lnTo>
                <a:lnTo>
                  <a:pt x="1877475" y="162149"/>
                </a:lnTo>
                <a:lnTo>
                  <a:pt x="1877395" y="162036"/>
                </a:lnTo>
                <a:lnTo>
                  <a:pt x="1877320" y="161920"/>
                </a:lnTo>
                <a:lnTo>
                  <a:pt x="1877249" y="161803"/>
                </a:lnTo>
                <a:lnTo>
                  <a:pt x="1877183" y="161685"/>
                </a:lnTo>
                <a:lnTo>
                  <a:pt x="1877120" y="161564"/>
                </a:lnTo>
                <a:lnTo>
                  <a:pt x="1877062" y="161442"/>
                </a:lnTo>
                <a:lnTo>
                  <a:pt x="1877009" y="161318"/>
                </a:lnTo>
                <a:lnTo>
                  <a:pt x="1876959" y="161193"/>
                </a:lnTo>
                <a:lnTo>
                  <a:pt x="1876914" y="161066"/>
                </a:lnTo>
                <a:lnTo>
                  <a:pt x="1876873" y="160937"/>
                </a:lnTo>
                <a:lnTo>
                  <a:pt x="1876837" y="160806"/>
                </a:lnTo>
                <a:lnTo>
                  <a:pt x="1876805" y="160673"/>
                </a:lnTo>
                <a:lnTo>
                  <a:pt x="1876777" y="160539"/>
                </a:lnTo>
                <a:lnTo>
                  <a:pt x="1876753" y="160403"/>
                </a:lnTo>
                <a:lnTo>
                  <a:pt x="1876734" y="160266"/>
                </a:lnTo>
                <a:lnTo>
                  <a:pt x="1876719" y="160127"/>
                </a:lnTo>
                <a:lnTo>
                  <a:pt x="1876708" y="159986"/>
                </a:lnTo>
                <a:lnTo>
                  <a:pt x="1876701" y="159843"/>
                </a:lnTo>
                <a:lnTo>
                  <a:pt x="1876699" y="159698"/>
                </a:lnTo>
                <a:lnTo>
                  <a:pt x="1876706" y="159521"/>
                </a:lnTo>
                <a:lnTo>
                  <a:pt x="1876724" y="159301"/>
                </a:lnTo>
                <a:lnTo>
                  <a:pt x="1876755" y="159038"/>
                </a:lnTo>
                <a:lnTo>
                  <a:pt x="1876799" y="158732"/>
                </a:lnTo>
                <a:lnTo>
                  <a:pt x="1876855" y="158383"/>
                </a:lnTo>
                <a:lnTo>
                  <a:pt x="1876924" y="157991"/>
                </a:lnTo>
                <a:lnTo>
                  <a:pt x="1877005" y="157557"/>
                </a:lnTo>
                <a:lnTo>
                  <a:pt x="1877098" y="157079"/>
                </a:lnTo>
                <a:lnTo>
                  <a:pt x="1877204" y="156559"/>
                </a:lnTo>
                <a:lnTo>
                  <a:pt x="1877322" y="155996"/>
                </a:lnTo>
                <a:lnTo>
                  <a:pt x="1877453" y="155390"/>
                </a:lnTo>
                <a:lnTo>
                  <a:pt x="1877596" y="154741"/>
                </a:lnTo>
                <a:lnTo>
                  <a:pt x="1877752" y="154049"/>
                </a:lnTo>
                <a:lnTo>
                  <a:pt x="1877920" y="153314"/>
                </a:lnTo>
                <a:lnTo>
                  <a:pt x="1878101" y="152537"/>
                </a:lnTo>
                <a:lnTo>
                  <a:pt x="1878294" y="151716"/>
                </a:lnTo>
                <a:lnTo>
                  <a:pt x="1878500" y="150853"/>
                </a:lnTo>
                <a:lnTo>
                  <a:pt x="1878718" y="149947"/>
                </a:lnTo>
                <a:lnTo>
                  <a:pt x="1878948" y="148998"/>
                </a:lnTo>
                <a:lnTo>
                  <a:pt x="1879191" y="148006"/>
                </a:lnTo>
                <a:lnTo>
                  <a:pt x="1879446" y="146972"/>
                </a:lnTo>
                <a:lnTo>
                  <a:pt x="1879714" y="145894"/>
                </a:lnTo>
                <a:lnTo>
                  <a:pt x="1879995" y="144774"/>
                </a:lnTo>
                <a:lnTo>
                  <a:pt x="1880287" y="143610"/>
                </a:lnTo>
                <a:lnTo>
                  <a:pt x="1894516" y="91421"/>
                </a:lnTo>
                <a:lnTo>
                  <a:pt x="1894718" y="90695"/>
                </a:lnTo>
                <a:lnTo>
                  <a:pt x="1894911" y="89979"/>
                </a:lnTo>
                <a:lnTo>
                  <a:pt x="1895096" y="89273"/>
                </a:lnTo>
                <a:lnTo>
                  <a:pt x="1895272" y="88577"/>
                </a:lnTo>
                <a:lnTo>
                  <a:pt x="1895439" y="87891"/>
                </a:lnTo>
                <a:lnTo>
                  <a:pt x="1895598" y="87216"/>
                </a:lnTo>
                <a:lnTo>
                  <a:pt x="1895749" y="86552"/>
                </a:lnTo>
                <a:lnTo>
                  <a:pt x="1895890" y="85897"/>
                </a:lnTo>
                <a:lnTo>
                  <a:pt x="1896024" y="85253"/>
                </a:lnTo>
                <a:lnTo>
                  <a:pt x="1896148" y="84619"/>
                </a:lnTo>
                <a:lnTo>
                  <a:pt x="1896264" y="83995"/>
                </a:lnTo>
                <a:lnTo>
                  <a:pt x="1896372" y="83382"/>
                </a:lnTo>
                <a:lnTo>
                  <a:pt x="1896470" y="82779"/>
                </a:lnTo>
                <a:lnTo>
                  <a:pt x="1896561" y="82186"/>
                </a:lnTo>
                <a:lnTo>
                  <a:pt x="1896642" y="81604"/>
                </a:lnTo>
                <a:lnTo>
                  <a:pt x="1896715" y="81032"/>
                </a:lnTo>
                <a:lnTo>
                  <a:pt x="1896780" y="80470"/>
                </a:lnTo>
                <a:lnTo>
                  <a:pt x="1896836" y="79919"/>
                </a:lnTo>
                <a:lnTo>
                  <a:pt x="1896883" y="79377"/>
                </a:lnTo>
                <a:lnTo>
                  <a:pt x="1896921" y="78846"/>
                </a:lnTo>
                <a:lnTo>
                  <a:pt x="1896952" y="78326"/>
                </a:lnTo>
                <a:lnTo>
                  <a:pt x="1896973" y="77815"/>
                </a:lnTo>
                <a:lnTo>
                  <a:pt x="1896986" y="77315"/>
                </a:lnTo>
                <a:lnTo>
                  <a:pt x="1896990" y="76826"/>
                </a:lnTo>
                <a:lnTo>
                  <a:pt x="1896983" y="76314"/>
                </a:lnTo>
                <a:lnTo>
                  <a:pt x="1896963" y="75808"/>
                </a:lnTo>
                <a:lnTo>
                  <a:pt x="1896928" y="75309"/>
                </a:lnTo>
                <a:lnTo>
                  <a:pt x="1896880" y="74816"/>
                </a:lnTo>
                <a:lnTo>
                  <a:pt x="1896818" y="74330"/>
                </a:lnTo>
                <a:lnTo>
                  <a:pt x="1896743" y="73850"/>
                </a:lnTo>
                <a:lnTo>
                  <a:pt x="1896653" y="73377"/>
                </a:lnTo>
                <a:lnTo>
                  <a:pt x="1896550" y="72910"/>
                </a:lnTo>
                <a:lnTo>
                  <a:pt x="1896433" y="72449"/>
                </a:lnTo>
                <a:lnTo>
                  <a:pt x="1896303" y="71995"/>
                </a:lnTo>
                <a:lnTo>
                  <a:pt x="1896159" y="71548"/>
                </a:lnTo>
                <a:lnTo>
                  <a:pt x="1896000" y="71106"/>
                </a:lnTo>
                <a:lnTo>
                  <a:pt x="1895829" y="70671"/>
                </a:lnTo>
                <a:lnTo>
                  <a:pt x="1895643" y="70243"/>
                </a:lnTo>
                <a:lnTo>
                  <a:pt x="1895444" y="69821"/>
                </a:lnTo>
                <a:lnTo>
                  <a:pt x="1895231" y="69406"/>
                </a:lnTo>
                <a:lnTo>
                  <a:pt x="1895004" y="68996"/>
                </a:lnTo>
                <a:lnTo>
                  <a:pt x="1894763" y="68594"/>
                </a:lnTo>
                <a:lnTo>
                  <a:pt x="1894509" y="68198"/>
                </a:lnTo>
                <a:lnTo>
                  <a:pt x="1894241" y="67808"/>
                </a:lnTo>
                <a:lnTo>
                  <a:pt x="1893959" y="67424"/>
                </a:lnTo>
                <a:lnTo>
                  <a:pt x="1893663" y="67047"/>
                </a:lnTo>
                <a:lnTo>
                  <a:pt x="1893354" y="66677"/>
                </a:lnTo>
                <a:lnTo>
                  <a:pt x="1893031" y="66313"/>
                </a:lnTo>
                <a:lnTo>
                  <a:pt x="1892653" y="65909"/>
                </a:lnTo>
                <a:lnTo>
                  <a:pt x="1892261" y="65523"/>
                </a:lnTo>
                <a:lnTo>
                  <a:pt x="1891856" y="65154"/>
                </a:lnTo>
                <a:lnTo>
                  <a:pt x="1891436" y="64802"/>
                </a:lnTo>
                <a:lnTo>
                  <a:pt x="1891003" y="64467"/>
                </a:lnTo>
                <a:lnTo>
                  <a:pt x="1890556" y="64149"/>
                </a:lnTo>
                <a:lnTo>
                  <a:pt x="1890096" y="63849"/>
                </a:lnTo>
                <a:lnTo>
                  <a:pt x="1889622" y="63566"/>
                </a:lnTo>
                <a:lnTo>
                  <a:pt x="1889134" y="63299"/>
                </a:lnTo>
                <a:lnTo>
                  <a:pt x="1888632" y="63050"/>
                </a:lnTo>
                <a:lnTo>
                  <a:pt x="1888116" y="62819"/>
                </a:lnTo>
                <a:lnTo>
                  <a:pt x="1887587" y="62604"/>
                </a:lnTo>
                <a:lnTo>
                  <a:pt x="1887044" y="62407"/>
                </a:lnTo>
                <a:lnTo>
                  <a:pt x="1886487" y="62226"/>
                </a:lnTo>
                <a:lnTo>
                  <a:pt x="1885917" y="62063"/>
                </a:lnTo>
                <a:lnTo>
                  <a:pt x="1885333" y="61917"/>
                </a:lnTo>
                <a:lnTo>
                  <a:pt x="1884735" y="61788"/>
                </a:lnTo>
                <a:lnTo>
                  <a:pt x="1884123" y="61677"/>
                </a:lnTo>
                <a:lnTo>
                  <a:pt x="1883497" y="61582"/>
                </a:lnTo>
                <a:lnTo>
                  <a:pt x="1882858" y="61505"/>
                </a:lnTo>
                <a:lnTo>
                  <a:pt x="1882205" y="61445"/>
                </a:lnTo>
                <a:lnTo>
                  <a:pt x="1881538" y="61402"/>
                </a:lnTo>
                <a:lnTo>
                  <a:pt x="1880858" y="61376"/>
                </a:lnTo>
                <a:lnTo>
                  <a:pt x="1880164" y="61368"/>
                </a:lnTo>
                <a:lnTo>
                  <a:pt x="1879368" y="61382"/>
                </a:lnTo>
                <a:lnTo>
                  <a:pt x="1878568" y="61426"/>
                </a:lnTo>
                <a:lnTo>
                  <a:pt x="1877764" y="61499"/>
                </a:lnTo>
                <a:lnTo>
                  <a:pt x="1876957" y="61601"/>
                </a:lnTo>
                <a:lnTo>
                  <a:pt x="1876146" y="61733"/>
                </a:lnTo>
                <a:lnTo>
                  <a:pt x="1875331" y="61893"/>
                </a:lnTo>
                <a:lnTo>
                  <a:pt x="1874512" y="62083"/>
                </a:lnTo>
                <a:lnTo>
                  <a:pt x="1873689" y="62302"/>
                </a:lnTo>
                <a:lnTo>
                  <a:pt x="1872862" y="62550"/>
                </a:lnTo>
                <a:lnTo>
                  <a:pt x="1872031" y="62827"/>
                </a:lnTo>
                <a:lnTo>
                  <a:pt x="1871197" y="63133"/>
                </a:lnTo>
                <a:lnTo>
                  <a:pt x="1870358" y="63469"/>
                </a:lnTo>
                <a:lnTo>
                  <a:pt x="1869516" y="63834"/>
                </a:lnTo>
                <a:lnTo>
                  <a:pt x="1868670" y="64228"/>
                </a:lnTo>
                <a:lnTo>
                  <a:pt x="1867820" y="64651"/>
                </a:lnTo>
                <a:lnTo>
                  <a:pt x="1866966" y="65104"/>
                </a:lnTo>
                <a:lnTo>
                  <a:pt x="1866109" y="65585"/>
                </a:lnTo>
                <a:lnTo>
                  <a:pt x="1865247" y="66096"/>
                </a:lnTo>
                <a:lnTo>
                  <a:pt x="1864382" y="66636"/>
                </a:lnTo>
                <a:lnTo>
                  <a:pt x="1863512" y="67205"/>
                </a:lnTo>
                <a:lnTo>
                  <a:pt x="1862639" y="67803"/>
                </a:lnTo>
                <a:lnTo>
                  <a:pt x="1861762" y="68431"/>
                </a:lnTo>
                <a:lnTo>
                  <a:pt x="1860881" y="69087"/>
                </a:lnTo>
                <a:lnTo>
                  <a:pt x="1859996" y="69773"/>
                </a:lnTo>
                <a:lnTo>
                  <a:pt x="1858735" y="70783"/>
                </a:lnTo>
                <a:lnTo>
                  <a:pt x="1857445" y="71877"/>
                </a:lnTo>
                <a:lnTo>
                  <a:pt x="1856126" y="73056"/>
                </a:lnTo>
                <a:lnTo>
                  <a:pt x="1854779" y="74318"/>
                </a:lnTo>
                <a:lnTo>
                  <a:pt x="1853404" y="75664"/>
                </a:lnTo>
                <a:lnTo>
                  <a:pt x="1852001" y="77095"/>
                </a:lnTo>
                <a:lnTo>
                  <a:pt x="1850569" y="78610"/>
                </a:lnTo>
                <a:lnTo>
                  <a:pt x="1849109" y="80208"/>
                </a:lnTo>
                <a:lnTo>
                  <a:pt x="1847620" y="81891"/>
                </a:lnTo>
                <a:lnTo>
                  <a:pt x="1846103" y="83658"/>
                </a:lnTo>
                <a:lnTo>
                  <a:pt x="1844558" y="85509"/>
                </a:lnTo>
                <a:lnTo>
                  <a:pt x="1842984" y="87445"/>
                </a:lnTo>
                <a:lnTo>
                  <a:pt x="1841382" y="89464"/>
                </a:lnTo>
                <a:lnTo>
                  <a:pt x="1839752" y="91568"/>
                </a:lnTo>
                <a:lnTo>
                  <a:pt x="1838093" y="93755"/>
                </a:lnTo>
                <a:lnTo>
                  <a:pt x="1836406" y="96027"/>
                </a:lnTo>
                <a:lnTo>
                  <a:pt x="1834691" y="98383"/>
                </a:lnTo>
                <a:lnTo>
                  <a:pt x="1832947" y="100823"/>
                </a:lnTo>
                <a:lnTo>
                  <a:pt x="1831175" y="103347"/>
                </a:lnTo>
                <a:lnTo>
                  <a:pt x="1829374" y="105955"/>
                </a:lnTo>
                <a:lnTo>
                  <a:pt x="1827546" y="108648"/>
                </a:lnTo>
                <a:lnTo>
                  <a:pt x="1825688" y="111424"/>
                </a:lnTo>
                <a:lnTo>
                  <a:pt x="1823803" y="114285"/>
                </a:lnTo>
                <a:lnTo>
                  <a:pt x="1821889" y="117230"/>
                </a:lnTo>
                <a:lnTo>
                  <a:pt x="1838963" y="61863"/>
                </a:lnTo>
                <a:lnTo>
                  <a:pt x="1838097" y="61368"/>
                </a:lnTo>
                <a:lnTo>
                  <a:pt x="1836781" y="61629"/>
                </a:lnTo>
                <a:lnTo>
                  <a:pt x="1835431" y="61895"/>
                </a:lnTo>
                <a:lnTo>
                  <a:pt x="1834047" y="62167"/>
                </a:lnTo>
                <a:lnTo>
                  <a:pt x="1832629" y="62445"/>
                </a:lnTo>
                <a:lnTo>
                  <a:pt x="1831177" y="62728"/>
                </a:lnTo>
                <a:lnTo>
                  <a:pt x="1829691" y="63017"/>
                </a:lnTo>
                <a:lnTo>
                  <a:pt x="1828172" y="63311"/>
                </a:lnTo>
                <a:lnTo>
                  <a:pt x="1826618" y="63611"/>
                </a:lnTo>
                <a:lnTo>
                  <a:pt x="1825030" y="63917"/>
                </a:lnTo>
                <a:lnTo>
                  <a:pt x="1823409" y="64228"/>
                </a:lnTo>
                <a:lnTo>
                  <a:pt x="1821753" y="64545"/>
                </a:lnTo>
                <a:lnTo>
                  <a:pt x="1820064" y="64867"/>
                </a:lnTo>
                <a:lnTo>
                  <a:pt x="1818341" y="65195"/>
                </a:lnTo>
                <a:lnTo>
                  <a:pt x="1816583" y="65528"/>
                </a:lnTo>
                <a:lnTo>
                  <a:pt x="1814792" y="65867"/>
                </a:lnTo>
                <a:lnTo>
                  <a:pt x="1812967" y="66212"/>
                </a:lnTo>
                <a:lnTo>
                  <a:pt x="1811108" y="66562"/>
                </a:lnTo>
                <a:lnTo>
                  <a:pt x="1809215" y="66918"/>
                </a:lnTo>
                <a:lnTo>
                  <a:pt x="1807288" y="67279"/>
                </a:lnTo>
                <a:lnTo>
                  <a:pt x="1805327" y="67646"/>
                </a:lnTo>
                <a:lnTo>
                  <a:pt x="1803332" y="68019"/>
                </a:lnTo>
                <a:lnTo>
                  <a:pt x="1801303" y="68397"/>
                </a:lnTo>
                <a:lnTo>
                  <a:pt x="1799241" y="68781"/>
                </a:lnTo>
                <a:lnTo>
                  <a:pt x="1797144" y="69170"/>
                </a:lnTo>
                <a:lnTo>
                  <a:pt x="1797144" y="73257"/>
                </a:lnTo>
                <a:lnTo>
                  <a:pt x="1797988" y="73281"/>
                </a:lnTo>
                <a:lnTo>
                  <a:pt x="1798809" y="73310"/>
                </a:lnTo>
                <a:lnTo>
                  <a:pt x="1799607" y="73346"/>
                </a:lnTo>
                <a:lnTo>
                  <a:pt x="1800381" y="73388"/>
                </a:lnTo>
                <a:lnTo>
                  <a:pt x="1801133" y="73435"/>
                </a:lnTo>
                <a:lnTo>
                  <a:pt x="1801861" y="73489"/>
                </a:lnTo>
                <a:lnTo>
                  <a:pt x="1802566" y="73549"/>
                </a:lnTo>
                <a:lnTo>
                  <a:pt x="1803248" y="73615"/>
                </a:lnTo>
                <a:lnTo>
                  <a:pt x="1803906" y="73687"/>
                </a:lnTo>
                <a:lnTo>
                  <a:pt x="1804542" y="73765"/>
                </a:lnTo>
                <a:lnTo>
                  <a:pt x="1805154" y="73848"/>
                </a:lnTo>
                <a:lnTo>
                  <a:pt x="1805743" y="73938"/>
                </a:lnTo>
                <a:lnTo>
                  <a:pt x="1806309" y="74034"/>
                </a:lnTo>
                <a:lnTo>
                  <a:pt x="1806851" y="74136"/>
                </a:lnTo>
                <a:lnTo>
                  <a:pt x="1807371" y="74244"/>
                </a:lnTo>
                <a:lnTo>
                  <a:pt x="1807867" y="74358"/>
                </a:lnTo>
                <a:lnTo>
                  <a:pt x="1808340" y="74479"/>
                </a:lnTo>
                <a:lnTo>
                  <a:pt x="1808790" y="74605"/>
                </a:lnTo>
                <a:lnTo>
                  <a:pt x="1809216" y="74737"/>
                </a:lnTo>
                <a:lnTo>
                  <a:pt x="1809620" y="74875"/>
                </a:lnTo>
                <a:lnTo>
                  <a:pt x="1810000" y="75019"/>
                </a:lnTo>
                <a:lnTo>
                  <a:pt x="1810357" y="75169"/>
                </a:lnTo>
                <a:lnTo>
                  <a:pt x="1810691" y="75326"/>
                </a:lnTo>
                <a:lnTo>
                  <a:pt x="1811001" y="75488"/>
                </a:lnTo>
                <a:lnTo>
                  <a:pt x="1811193" y="75595"/>
                </a:lnTo>
                <a:lnTo>
                  <a:pt x="1811377" y="75710"/>
                </a:lnTo>
                <a:lnTo>
                  <a:pt x="1811552" y="75832"/>
                </a:lnTo>
                <a:lnTo>
                  <a:pt x="1811719" y="75962"/>
                </a:lnTo>
                <a:lnTo>
                  <a:pt x="1811879" y="76100"/>
                </a:lnTo>
                <a:lnTo>
                  <a:pt x="1812030" y="76246"/>
                </a:lnTo>
                <a:lnTo>
                  <a:pt x="1812172" y="76399"/>
                </a:lnTo>
                <a:lnTo>
                  <a:pt x="1812307" y="76561"/>
                </a:lnTo>
                <a:lnTo>
                  <a:pt x="1812434" y="76730"/>
                </a:lnTo>
                <a:lnTo>
                  <a:pt x="1812552" y="76906"/>
                </a:lnTo>
                <a:lnTo>
                  <a:pt x="1812662" y="77091"/>
                </a:lnTo>
                <a:lnTo>
                  <a:pt x="1812764" y="77283"/>
                </a:lnTo>
                <a:lnTo>
                  <a:pt x="1812858" y="77483"/>
                </a:lnTo>
                <a:lnTo>
                  <a:pt x="1812944" y="77690"/>
                </a:lnTo>
                <a:lnTo>
                  <a:pt x="1813021" y="77906"/>
                </a:lnTo>
                <a:lnTo>
                  <a:pt x="1813091" y="78129"/>
                </a:lnTo>
                <a:lnTo>
                  <a:pt x="1813152" y="78360"/>
                </a:lnTo>
                <a:lnTo>
                  <a:pt x="1813205" y="78599"/>
                </a:lnTo>
                <a:lnTo>
                  <a:pt x="1813250" y="78845"/>
                </a:lnTo>
                <a:lnTo>
                  <a:pt x="1813287" y="79099"/>
                </a:lnTo>
                <a:lnTo>
                  <a:pt x="1813315" y="79361"/>
                </a:lnTo>
                <a:lnTo>
                  <a:pt x="1813336" y="79631"/>
                </a:lnTo>
                <a:lnTo>
                  <a:pt x="1813348" y="79908"/>
                </a:lnTo>
                <a:lnTo>
                  <a:pt x="1813352" y="80193"/>
                </a:lnTo>
                <a:lnTo>
                  <a:pt x="1813351" y="80379"/>
                </a:lnTo>
                <a:lnTo>
                  <a:pt x="1813348" y="80563"/>
                </a:lnTo>
                <a:lnTo>
                  <a:pt x="1813342" y="80747"/>
                </a:lnTo>
                <a:lnTo>
                  <a:pt x="1813335" y="80930"/>
                </a:lnTo>
                <a:lnTo>
                  <a:pt x="1813325" y="81112"/>
                </a:lnTo>
                <a:lnTo>
                  <a:pt x="1813313" y="81293"/>
                </a:lnTo>
                <a:lnTo>
                  <a:pt x="1813299" y="81473"/>
                </a:lnTo>
                <a:lnTo>
                  <a:pt x="1813283" y="81653"/>
                </a:lnTo>
                <a:lnTo>
                  <a:pt x="1813265" y="81831"/>
                </a:lnTo>
                <a:lnTo>
                  <a:pt x="1813245" y="82009"/>
                </a:lnTo>
                <a:lnTo>
                  <a:pt x="1813222" y="82186"/>
                </a:lnTo>
                <a:lnTo>
                  <a:pt x="1813197" y="82361"/>
                </a:lnTo>
                <a:lnTo>
                  <a:pt x="1813170" y="82536"/>
                </a:lnTo>
                <a:lnTo>
                  <a:pt x="1813141" y="82711"/>
                </a:lnTo>
                <a:lnTo>
                  <a:pt x="1813110" y="82884"/>
                </a:lnTo>
                <a:lnTo>
                  <a:pt x="1813077" y="83056"/>
                </a:lnTo>
                <a:lnTo>
                  <a:pt x="1813042" y="83228"/>
                </a:lnTo>
                <a:lnTo>
                  <a:pt x="1813004" y="83398"/>
                </a:lnTo>
                <a:lnTo>
                  <a:pt x="1812964" y="83568"/>
                </a:lnTo>
                <a:lnTo>
                  <a:pt x="1812922" y="83737"/>
                </a:lnTo>
                <a:lnTo>
                  <a:pt x="1812878" y="83905"/>
                </a:lnTo>
                <a:lnTo>
                  <a:pt x="1812832" y="84072"/>
                </a:lnTo>
                <a:lnTo>
                  <a:pt x="1812784" y="84238"/>
                </a:lnTo>
                <a:lnTo>
                  <a:pt x="1812733" y="84404"/>
                </a:lnTo>
                <a:lnTo>
                  <a:pt x="1788483" y="173215"/>
                </a:lnTo>
                <a:lnTo>
                  <a:pt x="1807537" y="173215"/>
                </a:lnTo>
                <a:lnTo>
                  <a:pt x="1808117" y="171275"/>
                </a:lnTo>
                <a:lnTo>
                  <a:pt x="1808683" y="169388"/>
                </a:lnTo>
                <a:lnTo>
                  <a:pt x="1809234" y="167555"/>
                </a:lnTo>
                <a:lnTo>
                  <a:pt x="1809771" y="165774"/>
                </a:lnTo>
                <a:lnTo>
                  <a:pt x="1810293" y="164047"/>
                </a:lnTo>
                <a:lnTo>
                  <a:pt x="1810800" y="162373"/>
                </a:lnTo>
                <a:lnTo>
                  <a:pt x="1811293" y="160752"/>
                </a:lnTo>
                <a:lnTo>
                  <a:pt x="1811771" y="159184"/>
                </a:lnTo>
                <a:lnTo>
                  <a:pt x="1812235" y="157669"/>
                </a:lnTo>
                <a:lnTo>
                  <a:pt x="1812683" y="156208"/>
                </a:lnTo>
                <a:lnTo>
                  <a:pt x="1813118" y="154800"/>
                </a:lnTo>
                <a:lnTo>
                  <a:pt x="1813538" y="153444"/>
                </a:lnTo>
                <a:lnTo>
                  <a:pt x="1813943" y="152143"/>
                </a:lnTo>
                <a:lnTo>
                  <a:pt x="1814333" y="150894"/>
                </a:lnTo>
                <a:lnTo>
                  <a:pt x="1814709" y="149699"/>
                </a:lnTo>
                <a:lnTo>
                  <a:pt x="1815070" y="148556"/>
                </a:lnTo>
                <a:lnTo>
                  <a:pt x="1815417" y="147467"/>
                </a:lnTo>
                <a:lnTo>
                  <a:pt x="1815749" y="146431"/>
                </a:lnTo>
                <a:lnTo>
                  <a:pt x="1816067" y="145449"/>
                </a:lnTo>
                <a:lnTo>
                  <a:pt x="1816369" y="144519"/>
                </a:lnTo>
                <a:lnTo>
                  <a:pt x="1816658" y="143643"/>
                </a:lnTo>
                <a:lnTo>
                  <a:pt x="1816931" y="142820"/>
                </a:lnTo>
                <a:lnTo>
                  <a:pt x="1817190" y="142050"/>
                </a:lnTo>
                <a:lnTo>
                  <a:pt x="1817435" y="141333"/>
                </a:lnTo>
                <a:lnTo>
                  <a:pt x="1817906" y="140026"/>
                </a:lnTo>
                <a:lnTo>
                  <a:pt x="1818392" y="138721"/>
                </a:lnTo>
                <a:lnTo>
                  <a:pt x="1818893" y="137417"/>
                </a:lnTo>
                <a:lnTo>
                  <a:pt x="1819408" y="136115"/>
                </a:lnTo>
                <a:lnTo>
                  <a:pt x="1819937" y="134815"/>
                </a:lnTo>
                <a:lnTo>
                  <a:pt x="1820482" y="133517"/>
                </a:lnTo>
                <a:lnTo>
                  <a:pt x="1821041" y="132220"/>
                </a:lnTo>
                <a:lnTo>
                  <a:pt x="1821614" y="130925"/>
                </a:lnTo>
                <a:lnTo>
                  <a:pt x="1822202" y="129632"/>
                </a:lnTo>
                <a:lnTo>
                  <a:pt x="1822805" y="128341"/>
                </a:lnTo>
                <a:lnTo>
                  <a:pt x="1823422" y="127051"/>
                </a:lnTo>
                <a:lnTo>
                  <a:pt x="1824054" y="125763"/>
                </a:lnTo>
                <a:lnTo>
                  <a:pt x="1824701" y="124477"/>
                </a:lnTo>
                <a:lnTo>
                  <a:pt x="1825362" y="123192"/>
                </a:lnTo>
                <a:lnTo>
                  <a:pt x="1826038" y="121909"/>
                </a:lnTo>
                <a:lnTo>
                  <a:pt x="1826728" y="120628"/>
                </a:lnTo>
                <a:lnTo>
                  <a:pt x="1827433" y="119348"/>
                </a:lnTo>
                <a:lnTo>
                  <a:pt x="1828153" y="118071"/>
                </a:lnTo>
                <a:lnTo>
                  <a:pt x="1828887" y="116795"/>
                </a:lnTo>
                <a:lnTo>
                  <a:pt x="1829636" y="115520"/>
                </a:lnTo>
                <a:lnTo>
                  <a:pt x="1830399" y="114248"/>
                </a:lnTo>
                <a:lnTo>
                  <a:pt x="1831177" y="112977"/>
                </a:lnTo>
                <a:lnTo>
                  <a:pt x="1831970" y="111708"/>
                </a:lnTo>
                <a:lnTo>
                  <a:pt x="1832777" y="110440"/>
                </a:lnTo>
                <a:lnTo>
                  <a:pt x="1834699" y="107506"/>
                </a:lnTo>
                <a:lnTo>
                  <a:pt x="1836591" y="104697"/>
                </a:lnTo>
                <a:lnTo>
                  <a:pt x="1838451" y="102013"/>
                </a:lnTo>
                <a:lnTo>
                  <a:pt x="1840279" y="99453"/>
                </a:lnTo>
                <a:lnTo>
                  <a:pt x="1842077" y="97019"/>
                </a:lnTo>
                <a:lnTo>
                  <a:pt x="1843842" y="94709"/>
                </a:lnTo>
                <a:lnTo>
                  <a:pt x="1845577" y="92524"/>
                </a:lnTo>
                <a:lnTo>
                  <a:pt x="1847280" y="90464"/>
                </a:lnTo>
                <a:lnTo>
                  <a:pt x="1848952" y="88529"/>
                </a:lnTo>
                <a:lnTo>
                  <a:pt x="1850592" y="86718"/>
                </a:lnTo>
                <a:lnTo>
                  <a:pt x="1852201" y="85033"/>
                </a:lnTo>
                <a:lnTo>
                  <a:pt x="1853779" y="83472"/>
                </a:lnTo>
                <a:lnTo>
                  <a:pt x="1855326" y="82036"/>
                </a:lnTo>
                <a:lnTo>
                  <a:pt x="1856841" y="80725"/>
                </a:lnTo>
                <a:lnTo>
                  <a:pt x="1858324" y="79539"/>
                </a:lnTo>
                <a:lnTo>
                  <a:pt x="1859776" y="78478"/>
                </a:lnTo>
                <a:lnTo>
                  <a:pt x="1861197" y="77542"/>
                </a:lnTo>
                <a:lnTo>
                  <a:pt x="1862587" y="76730"/>
                </a:lnTo>
                <a:lnTo>
                  <a:pt x="1863945" y="76043"/>
                </a:lnTo>
                <a:lnTo>
                  <a:pt x="1865272" y="75481"/>
                </a:lnTo>
                <a:lnTo>
                  <a:pt x="1866567" y="75044"/>
                </a:lnTo>
                <a:lnTo>
                  <a:pt x="1867831" y="74732"/>
                </a:lnTo>
                <a:lnTo>
                  <a:pt x="1869064" y="74545"/>
                </a:lnTo>
                <a:lnTo>
                  <a:pt x="1870266" y="74483"/>
                </a:lnTo>
                <a:lnTo>
                  <a:pt x="1870770" y="74495"/>
                </a:lnTo>
                <a:lnTo>
                  <a:pt x="1871254" y="74533"/>
                </a:lnTo>
                <a:lnTo>
                  <a:pt x="1871715" y="74597"/>
                </a:lnTo>
                <a:lnTo>
                  <a:pt x="1872156" y="74685"/>
                </a:lnTo>
                <a:lnTo>
                  <a:pt x="1872575" y="74799"/>
                </a:lnTo>
                <a:lnTo>
                  <a:pt x="1872972" y="74939"/>
                </a:lnTo>
                <a:lnTo>
                  <a:pt x="1873348" y="75104"/>
                </a:lnTo>
                <a:lnTo>
                  <a:pt x="1873702" y="75294"/>
                </a:lnTo>
                <a:lnTo>
                  <a:pt x="1874035" y="75509"/>
                </a:lnTo>
                <a:lnTo>
                  <a:pt x="1874347" y="75750"/>
                </a:lnTo>
                <a:lnTo>
                  <a:pt x="1874637" y="76016"/>
                </a:lnTo>
                <a:lnTo>
                  <a:pt x="1874905" y="76308"/>
                </a:lnTo>
                <a:lnTo>
                  <a:pt x="1875152" y="76624"/>
                </a:lnTo>
                <a:lnTo>
                  <a:pt x="1875378" y="76967"/>
                </a:lnTo>
                <a:lnTo>
                  <a:pt x="1875582" y="77334"/>
                </a:lnTo>
                <a:lnTo>
                  <a:pt x="1875764" y="77727"/>
                </a:lnTo>
                <a:lnTo>
                  <a:pt x="1875926" y="78145"/>
                </a:lnTo>
                <a:lnTo>
                  <a:pt x="1876065" y="78589"/>
                </a:lnTo>
                <a:lnTo>
                  <a:pt x="1876183" y="79058"/>
                </a:lnTo>
                <a:lnTo>
                  <a:pt x="1876280" y="79552"/>
                </a:lnTo>
                <a:lnTo>
                  <a:pt x="1876355" y="80072"/>
                </a:lnTo>
                <a:lnTo>
                  <a:pt x="1876409" y="80616"/>
                </a:lnTo>
                <a:lnTo>
                  <a:pt x="1876441" y="81187"/>
                </a:lnTo>
                <a:lnTo>
                  <a:pt x="1876452" y="81782"/>
                </a:lnTo>
                <a:lnTo>
                  <a:pt x="1876445" y="82251"/>
                </a:lnTo>
                <a:lnTo>
                  <a:pt x="1876426" y="82748"/>
                </a:lnTo>
                <a:lnTo>
                  <a:pt x="1876394" y="83275"/>
                </a:lnTo>
                <a:lnTo>
                  <a:pt x="1876349" y="83831"/>
                </a:lnTo>
                <a:lnTo>
                  <a:pt x="1876291" y="84416"/>
                </a:lnTo>
                <a:lnTo>
                  <a:pt x="1876220" y="85030"/>
                </a:lnTo>
                <a:lnTo>
                  <a:pt x="1876136" y="85674"/>
                </a:lnTo>
                <a:lnTo>
                  <a:pt x="1876039" y="86346"/>
                </a:lnTo>
                <a:lnTo>
                  <a:pt x="1875930" y="87048"/>
                </a:lnTo>
                <a:lnTo>
                  <a:pt x="1875807" y="87780"/>
                </a:lnTo>
                <a:lnTo>
                  <a:pt x="1875672" y="88540"/>
                </a:lnTo>
                <a:lnTo>
                  <a:pt x="1875524" y="89330"/>
                </a:lnTo>
                <a:lnTo>
                  <a:pt x="1875363" y="90148"/>
                </a:lnTo>
                <a:lnTo>
                  <a:pt x="1875189" y="90997"/>
                </a:lnTo>
                <a:lnTo>
                  <a:pt x="1875002" y="91874"/>
                </a:lnTo>
                <a:lnTo>
                  <a:pt x="1874802" y="92780"/>
                </a:lnTo>
                <a:lnTo>
                  <a:pt x="1874589" y="93716"/>
                </a:lnTo>
                <a:lnTo>
                  <a:pt x="1874364" y="94681"/>
                </a:lnTo>
                <a:lnTo>
                  <a:pt x="1874126" y="95675"/>
                </a:lnTo>
                <a:lnTo>
                  <a:pt x="1873874" y="96698"/>
                </a:lnTo>
                <a:lnTo>
                  <a:pt x="1873610" y="97751"/>
                </a:lnTo>
                <a:lnTo>
                  <a:pt x="1873333" y="98832"/>
                </a:lnTo>
                <a:lnTo>
                  <a:pt x="1873043" y="99943"/>
                </a:lnTo>
                <a:lnTo>
                  <a:pt x="1872740" y="101084"/>
                </a:lnTo>
                <a:lnTo>
                  <a:pt x="1861852" y="143026"/>
                </a:lnTo>
                <a:lnTo>
                  <a:pt x="1861509" y="144334"/>
                </a:lnTo>
                <a:lnTo>
                  <a:pt x="1861180" y="145596"/>
                </a:lnTo>
                <a:lnTo>
                  <a:pt x="1860866" y="146814"/>
                </a:lnTo>
                <a:lnTo>
                  <a:pt x="1860567" y="147986"/>
                </a:lnTo>
                <a:lnTo>
                  <a:pt x="1860282" y="149113"/>
                </a:lnTo>
                <a:lnTo>
                  <a:pt x="1860012" y="150195"/>
                </a:lnTo>
                <a:lnTo>
                  <a:pt x="1859756" y="151232"/>
                </a:lnTo>
                <a:lnTo>
                  <a:pt x="1859515" y="152223"/>
                </a:lnTo>
                <a:lnTo>
                  <a:pt x="1859289" y="153170"/>
                </a:lnTo>
                <a:lnTo>
                  <a:pt x="1859077" y="154071"/>
                </a:lnTo>
                <a:lnTo>
                  <a:pt x="1858880" y="154928"/>
                </a:lnTo>
                <a:lnTo>
                  <a:pt x="1858697" y="155739"/>
                </a:lnTo>
                <a:lnTo>
                  <a:pt x="1858529" y="156505"/>
                </a:lnTo>
                <a:lnTo>
                  <a:pt x="1858376" y="157226"/>
                </a:lnTo>
                <a:lnTo>
                  <a:pt x="1858237" y="157902"/>
                </a:lnTo>
                <a:lnTo>
                  <a:pt x="1858113" y="158533"/>
                </a:lnTo>
                <a:lnTo>
                  <a:pt x="1858003" y="159119"/>
                </a:lnTo>
                <a:lnTo>
                  <a:pt x="1857908" y="159660"/>
                </a:lnTo>
                <a:lnTo>
                  <a:pt x="1857828" y="160155"/>
                </a:lnTo>
                <a:lnTo>
                  <a:pt x="1857762" y="160606"/>
                </a:lnTo>
                <a:lnTo>
                  <a:pt x="1857711" y="161011"/>
                </a:lnTo>
                <a:lnTo>
                  <a:pt x="1857675" y="161371"/>
                </a:lnTo>
                <a:lnTo>
                  <a:pt x="1857653" y="161686"/>
                </a:lnTo>
                <a:lnTo>
                  <a:pt x="1857646" y="161956"/>
                </a:lnTo>
                <a:lnTo>
                  <a:pt x="1857650" y="162567"/>
                </a:lnTo>
                <a:lnTo>
                  <a:pt x="1857664" y="163164"/>
                </a:lnTo>
                <a:lnTo>
                  <a:pt x="1857688" y="163745"/>
                </a:lnTo>
                <a:lnTo>
                  <a:pt x="1857721" y="164311"/>
                </a:lnTo>
                <a:lnTo>
                  <a:pt x="1857764" y="164862"/>
                </a:lnTo>
                <a:lnTo>
                  <a:pt x="1857816" y="165397"/>
                </a:lnTo>
                <a:lnTo>
                  <a:pt x="1857877" y="165918"/>
                </a:lnTo>
                <a:lnTo>
                  <a:pt x="1857948" y="166424"/>
                </a:lnTo>
                <a:lnTo>
                  <a:pt x="1858028" y="166915"/>
                </a:lnTo>
                <a:lnTo>
                  <a:pt x="1858118" y="167391"/>
                </a:lnTo>
                <a:lnTo>
                  <a:pt x="1858217" y="167852"/>
                </a:lnTo>
                <a:lnTo>
                  <a:pt x="1858326" y="168297"/>
                </a:lnTo>
                <a:lnTo>
                  <a:pt x="1858444" y="168728"/>
                </a:lnTo>
                <a:lnTo>
                  <a:pt x="1858572" y="169144"/>
                </a:lnTo>
                <a:lnTo>
                  <a:pt x="1858709" y="169544"/>
                </a:lnTo>
                <a:lnTo>
                  <a:pt x="1858855" y="169930"/>
                </a:lnTo>
                <a:lnTo>
                  <a:pt x="1859011" y="170300"/>
                </a:lnTo>
                <a:lnTo>
                  <a:pt x="1859177" y="170656"/>
                </a:lnTo>
                <a:lnTo>
                  <a:pt x="1859352" y="170996"/>
                </a:lnTo>
                <a:lnTo>
                  <a:pt x="1859536" y="171322"/>
                </a:lnTo>
                <a:lnTo>
                  <a:pt x="1859730" y="171632"/>
                </a:lnTo>
                <a:lnTo>
                  <a:pt x="1859933" y="171927"/>
                </a:lnTo>
                <a:lnTo>
                  <a:pt x="1860145" y="172208"/>
                </a:lnTo>
                <a:lnTo>
                  <a:pt x="1860368" y="172473"/>
                </a:lnTo>
                <a:lnTo>
                  <a:pt x="1860610" y="172736"/>
                </a:lnTo>
                <a:lnTo>
                  <a:pt x="1860865" y="172987"/>
                </a:lnTo>
                <a:lnTo>
                  <a:pt x="1861131" y="173227"/>
                </a:lnTo>
                <a:lnTo>
                  <a:pt x="1861409" y="173456"/>
                </a:lnTo>
                <a:lnTo>
                  <a:pt x="1861698" y="173674"/>
                </a:lnTo>
                <a:lnTo>
                  <a:pt x="1861999" y="173880"/>
                </a:lnTo>
                <a:lnTo>
                  <a:pt x="1862312" y="174076"/>
                </a:lnTo>
                <a:lnTo>
                  <a:pt x="1862636" y="174260"/>
                </a:lnTo>
                <a:lnTo>
                  <a:pt x="1862972" y="174433"/>
                </a:lnTo>
                <a:lnTo>
                  <a:pt x="1863319" y="174595"/>
                </a:lnTo>
                <a:lnTo>
                  <a:pt x="1863678" y="174746"/>
                </a:lnTo>
                <a:lnTo>
                  <a:pt x="1864048" y="174886"/>
                </a:lnTo>
                <a:lnTo>
                  <a:pt x="1864430" y="175014"/>
                </a:lnTo>
                <a:lnTo>
                  <a:pt x="1864824" y="175131"/>
                </a:lnTo>
                <a:lnTo>
                  <a:pt x="1865230" y="175238"/>
                </a:lnTo>
                <a:lnTo>
                  <a:pt x="1865646" y="175332"/>
                </a:lnTo>
                <a:lnTo>
                  <a:pt x="1866075" y="175416"/>
                </a:lnTo>
                <a:lnTo>
                  <a:pt x="1866515" y="175489"/>
                </a:lnTo>
                <a:lnTo>
                  <a:pt x="1866967" y="175550"/>
                </a:lnTo>
                <a:lnTo>
                  <a:pt x="1867430" y="175601"/>
                </a:lnTo>
                <a:lnTo>
                  <a:pt x="1867905" y="175640"/>
                </a:lnTo>
                <a:lnTo>
                  <a:pt x="1868392" y="175668"/>
                </a:lnTo>
                <a:lnTo>
                  <a:pt x="1868890" y="175684"/>
                </a:lnTo>
                <a:lnTo>
                  <a:pt x="1869399" y="175690"/>
                </a:lnTo>
                <a:lnTo>
                  <a:pt x="1870179" y="175679"/>
                </a:lnTo>
                <a:lnTo>
                  <a:pt x="1870951" y="175645"/>
                </a:lnTo>
                <a:lnTo>
                  <a:pt x="1871715" y="175589"/>
                </a:lnTo>
                <a:lnTo>
                  <a:pt x="1872472" y="175510"/>
                </a:lnTo>
                <a:lnTo>
                  <a:pt x="1873221" y="175409"/>
                </a:lnTo>
                <a:lnTo>
                  <a:pt x="1873962" y="175286"/>
                </a:lnTo>
                <a:lnTo>
                  <a:pt x="1874695" y="175140"/>
                </a:lnTo>
                <a:lnTo>
                  <a:pt x="1875421" y="174971"/>
                </a:lnTo>
                <a:lnTo>
                  <a:pt x="1876139" y="174780"/>
                </a:lnTo>
                <a:lnTo>
                  <a:pt x="1876849" y="174567"/>
                </a:lnTo>
                <a:lnTo>
                  <a:pt x="1877551" y="174331"/>
                </a:lnTo>
                <a:lnTo>
                  <a:pt x="1878246" y="174073"/>
                </a:lnTo>
                <a:lnTo>
                  <a:pt x="1878933" y="173792"/>
                </a:lnTo>
                <a:lnTo>
                  <a:pt x="1879612" y="173489"/>
                </a:lnTo>
                <a:lnTo>
                  <a:pt x="1880283" y="173163"/>
                </a:lnTo>
                <a:lnTo>
                  <a:pt x="1880947" y="172815"/>
                </a:lnTo>
                <a:lnTo>
                  <a:pt x="1881603" y="172444"/>
                </a:lnTo>
                <a:lnTo>
                  <a:pt x="1882251" y="172051"/>
                </a:lnTo>
                <a:lnTo>
                  <a:pt x="1882892" y="171636"/>
                </a:lnTo>
                <a:lnTo>
                  <a:pt x="1883525" y="171198"/>
                </a:lnTo>
                <a:lnTo>
                  <a:pt x="1884150" y="170737"/>
                </a:lnTo>
                <a:lnTo>
                  <a:pt x="1884767" y="170255"/>
                </a:lnTo>
                <a:lnTo>
                  <a:pt x="1885377" y="169749"/>
                </a:lnTo>
                <a:lnTo>
                  <a:pt x="1885979" y="169221"/>
                </a:lnTo>
                <a:lnTo>
                  <a:pt x="1886575" y="168686"/>
                </a:lnTo>
                <a:lnTo>
                  <a:pt x="1887188" y="168115"/>
                </a:lnTo>
                <a:lnTo>
                  <a:pt x="1887819" y="167511"/>
                </a:lnTo>
                <a:lnTo>
                  <a:pt x="1888467" y="166871"/>
                </a:lnTo>
                <a:lnTo>
                  <a:pt x="1889132" y="166197"/>
                </a:lnTo>
                <a:lnTo>
                  <a:pt x="1889814" y="165489"/>
                </a:lnTo>
                <a:lnTo>
                  <a:pt x="1890514" y="164746"/>
                </a:lnTo>
                <a:lnTo>
                  <a:pt x="1891230" y="163969"/>
                </a:lnTo>
                <a:lnTo>
                  <a:pt x="1891964" y="163157"/>
                </a:lnTo>
                <a:lnTo>
                  <a:pt x="1892715" y="162310"/>
                </a:lnTo>
                <a:lnTo>
                  <a:pt x="1893483" y="161429"/>
                </a:lnTo>
                <a:lnTo>
                  <a:pt x="1894268" y="160513"/>
                </a:lnTo>
                <a:lnTo>
                  <a:pt x="1895071" y="159563"/>
                </a:lnTo>
                <a:lnTo>
                  <a:pt x="1895890" y="158578"/>
                </a:lnTo>
                <a:lnTo>
                  <a:pt x="1896727" y="157559"/>
                </a:lnTo>
                <a:lnTo>
                  <a:pt x="1897581" y="156505"/>
                </a:lnTo>
                <a:lnTo>
                  <a:pt x="1898453" y="155417"/>
                </a:lnTo>
                <a:lnTo>
                  <a:pt x="1899341" y="154294"/>
                </a:lnTo>
                <a:lnTo>
                  <a:pt x="1900247" y="153136"/>
                </a:lnTo>
                <a:lnTo>
                  <a:pt x="1901169" y="151944"/>
                </a:lnTo>
                <a:lnTo>
                  <a:pt x="1902109" y="150718"/>
                </a:lnTo>
                <a:lnTo>
                  <a:pt x="1903066" y="149457"/>
                </a:lnTo>
                <a:lnTo>
                  <a:pt x="1904041" y="148161"/>
                </a:lnTo>
                <a:lnTo>
                  <a:pt x="1905032" y="146831"/>
                </a:lnTo>
                <a:lnTo>
                  <a:pt x="1901444" y="143487"/>
                </a:lnTo>
                <a:lnTo>
                  <a:pt x="1900548" y="144633"/>
                </a:lnTo>
                <a:lnTo>
                  <a:pt x="1899675" y="145743"/>
                </a:lnTo>
                <a:lnTo>
                  <a:pt x="1898825" y="146818"/>
                </a:lnTo>
                <a:lnTo>
                  <a:pt x="1897997" y="147858"/>
                </a:lnTo>
                <a:close/>
                <a:moveTo>
                  <a:pt x="1497714" y="149544"/>
                </a:moveTo>
                <a:lnTo>
                  <a:pt x="1496790" y="150271"/>
                </a:lnTo>
                <a:lnTo>
                  <a:pt x="1495884" y="150978"/>
                </a:lnTo>
                <a:lnTo>
                  <a:pt x="1494995" y="151664"/>
                </a:lnTo>
                <a:lnTo>
                  <a:pt x="1494124" y="152329"/>
                </a:lnTo>
                <a:lnTo>
                  <a:pt x="1493270" y="152974"/>
                </a:lnTo>
                <a:lnTo>
                  <a:pt x="1492435" y="153597"/>
                </a:lnTo>
                <a:lnTo>
                  <a:pt x="1491617" y="154200"/>
                </a:lnTo>
                <a:lnTo>
                  <a:pt x="1490816" y="154782"/>
                </a:lnTo>
                <a:lnTo>
                  <a:pt x="1490033" y="155344"/>
                </a:lnTo>
                <a:lnTo>
                  <a:pt x="1489268" y="155884"/>
                </a:lnTo>
                <a:lnTo>
                  <a:pt x="1488520" y="156404"/>
                </a:lnTo>
                <a:lnTo>
                  <a:pt x="1487790" y="156903"/>
                </a:lnTo>
                <a:lnTo>
                  <a:pt x="1487077" y="157381"/>
                </a:lnTo>
                <a:lnTo>
                  <a:pt x="1486382" y="157839"/>
                </a:lnTo>
                <a:lnTo>
                  <a:pt x="1485705" y="158276"/>
                </a:lnTo>
                <a:lnTo>
                  <a:pt x="1485046" y="158691"/>
                </a:lnTo>
                <a:lnTo>
                  <a:pt x="1484403" y="159087"/>
                </a:lnTo>
                <a:lnTo>
                  <a:pt x="1483779" y="159461"/>
                </a:lnTo>
                <a:lnTo>
                  <a:pt x="1483172" y="159814"/>
                </a:lnTo>
                <a:lnTo>
                  <a:pt x="1482450" y="160221"/>
                </a:lnTo>
                <a:lnTo>
                  <a:pt x="1481726" y="160611"/>
                </a:lnTo>
                <a:lnTo>
                  <a:pt x="1481001" y="160983"/>
                </a:lnTo>
                <a:lnTo>
                  <a:pt x="1480275" y="161338"/>
                </a:lnTo>
                <a:lnTo>
                  <a:pt x="1479547" y="161676"/>
                </a:lnTo>
                <a:lnTo>
                  <a:pt x="1478819" y="161996"/>
                </a:lnTo>
                <a:lnTo>
                  <a:pt x="1478089" y="162300"/>
                </a:lnTo>
                <a:lnTo>
                  <a:pt x="1477357" y="162585"/>
                </a:lnTo>
                <a:lnTo>
                  <a:pt x="1476624" y="162854"/>
                </a:lnTo>
                <a:lnTo>
                  <a:pt x="1475891" y="163105"/>
                </a:lnTo>
                <a:lnTo>
                  <a:pt x="1475155" y="163339"/>
                </a:lnTo>
                <a:lnTo>
                  <a:pt x="1474419" y="163555"/>
                </a:lnTo>
                <a:lnTo>
                  <a:pt x="1473681" y="163754"/>
                </a:lnTo>
                <a:lnTo>
                  <a:pt x="1472942" y="163936"/>
                </a:lnTo>
                <a:lnTo>
                  <a:pt x="1472201" y="164101"/>
                </a:lnTo>
                <a:lnTo>
                  <a:pt x="1471460" y="164248"/>
                </a:lnTo>
                <a:lnTo>
                  <a:pt x="1470717" y="164378"/>
                </a:lnTo>
                <a:lnTo>
                  <a:pt x="1469972" y="164490"/>
                </a:lnTo>
                <a:lnTo>
                  <a:pt x="1469227" y="164586"/>
                </a:lnTo>
                <a:lnTo>
                  <a:pt x="1468480" y="164664"/>
                </a:lnTo>
                <a:lnTo>
                  <a:pt x="1467732" y="164724"/>
                </a:lnTo>
                <a:lnTo>
                  <a:pt x="1466982" y="164767"/>
                </a:lnTo>
                <a:lnTo>
                  <a:pt x="1466232" y="164793"/>
                </a:lnTo>
                <a:lnTo>
                  <a:pt x="1465480" y="164802"/>
                </a:lnTo>
                <a:lnTo>
                  <a:pt x="1464640" y="164792"/>
                </a:lnTo>
                <a:lnTo>
                  <a:pt x="1463813" y="164761"/>
                </a:lnTo>
                <a:lnTo>
                  <a:pt x="1462997" y="164709"/>
                </a:lnTo>
                <a:lnTo>
                  <a:pt x="1462194" y="164636"/>
                </a:lnTo>
                <a:lnTo>
                  <a:pt x="1461403" y="164543"/>
                </a:lnTo>
                <a:lnTo>
                  <a:pt x="1460623" y="164429"/>
                </a:lnTo>
                <a:lnTo>
                  <a:pt x="1459856" y="164295"/>
                </a:lnTo>
                <a:lnTo>
                  <a:pt x="1459101" y="164139"/>
                </a:lnTo>
                <a:lnTo>
                  <a:pt x="1458358" y="163963"/>
                </a:lnTo>
                <a:lnTo>
                  <a:pt x="1457626" y="163766"/>
                </a:lnTo>
                <a:lnTo>
                  <a:pt x="1456907" y="163549"/>
                </a:lnTo>
                <a:lnTo>
                  <a:pt x="1456200" y="163311"/>
                </a:lnTo>
                <a:lnTo>
                  <a:pt x="1455505" y="163052"/>
                </a:lnTo>
                <a:lnTo>
                  <a:pt x="1454822" y="162772"/>
                </a:lnTo>
                <a:lnTo>
                  <a:pt x="1454151" y="162472"/>
                </a:lnTo>
                <a:lnTo>
                  <a:pt x="1453492" y="162151"/>
                </a:lnTo>
                <a:lnTo>
                  <a:pt x="1452845" y="161809"/>
                </a:lnTo>
                <a:lnTo>
                  <a:pt x="1452210" y="161446"/>
                </a:lnTo>
                <a:lnTo>
                  <a:pt x="1451587" y="161063"/>
                </a:lnTo>
                <a:lnTo>
                  <a:pt x="1450976" y="160659"/>
                </a:lnTo>
                <a:lnTo>
                  <a:pt x="1450377" y="160234"/>
                </a:lnTo>
                <a:lnTo>
                  <a:pt x="1449790" y="159789"/>
                </a:lnTo>
                <a:lnTo>
                  <a:pt x="1449216" y="159323"/>
                </a:lnTo>
                <a:lnTo>
                  <a:pt x="1448653" y="158836"/>
                </a:lnTo>
                <a:lnTo>
                  <a:pt x="1448088" y="158320"/>
                </a:lnTo>
                <a:lnTo>
                  <a:pt x="1447546" y="157788"/>
                </a:lnTo>
                <a:lnTo>
                  <a:pt x="1447029" y="157238"/>
                </a:lnTo>
                <a:lnTo>
                  <a:pt x="1446536" y="156672"/>
                </a:lnTo>
                <a:lnTo>
                  <a:pt x="1446067" y="156088"/>
                </a:lnTo>
                <a:lnTo>
                  <a:pt x="1445622" y="155488"/>
                </a:lnTo>
                <a:lnTo>
                  <a:pt x="1445201" y="154871"/>
                </a:lnTo>
                <a:lnTo>
                  <a:pt x="1444804" y="154238"/>
                </a:lnTo>
                <a:lnTo>
                  <a:pt x="1444431" y="153587"/>
                </a:lnTo>
                <a:lnTo>
                  <a:pt x="1444082" y="152920"/>
                </a:lnTo>
                <a:lnTo>
                  <a:pt x="1443757" y="152236"/>
                </a:lnTo>
                <a:lnTo>
                  <a:pt x="1443456" y="151534"/>
                </a:lnTo>
                <a:lnTo>
                  <a:pt x="1443180" y="150817"/>
                </a:lnTo>
                <a:lnTo>
                  <a:pt x="1442927" y="150082"/>
                </a:lnTo>
                <a:lnTo>
                  <a:pt x="1442699" y="149330"/>
                </a:lnTo>
                <a:lnTo>
                  <a:pt x="1442494" y="148562"/>
                </a:lnTo>
                <a:lnTo>
                  <a:pt x="1442314" y="147777"/>
                </a:lnTo>
                <a:lnTo>
                  <a:pt x="1442157" y="146975"/>
                </a:lnTo>
                <a:lnTo>
                  <a:pt x="1442025" y="146156"/>
                </a:lnTo>
                <a:lnTo>
                  <a:pt x="1441917" y="145320"/>
                </a:lnTo>
                <a:lnTo>
                  <a:pt x="1441833" y="144467"/>
                </a:lnTo>
                <a:lnTo>
                  <a:pt x="1441772" y="143598"/>
                </a:lnTo>
                <a:lnTo>
                  <a:pt x="1441736" y="142712"/>
                </a:lnTo>
                <a:lnTo>
                  <a:pt x="1441724" y="141808"/>
                </a:lnTo>
                <a:lnTo>
                  <a:pt x="1441729" y="141364"/>
                </a:lnTo>
                <a:lnTo>
                  <a:pt x="1441742" y="140901"/>
                </a:lnTo>
                <a:lnTo>
                  <a:pt x="1441765" y="140420"/>
                </a:lnTo>
                <a:lnTo>
                  <a:pt x="1441796" y="139920"/>
                </a:lnTo>
                <a:lnTo>
                  <a:pt x="1441837" y="139402"/>
                </a:lnTo>
                <a:lnTo>
                  <a:pt x="1441887" y="138864"/>
                </a:lnTo>
                <a:lnTo>
                  <a:pt x="1441945" y="138309"/>
                </a:lnTo>
                <a:lnTo>
                  <a:pt x="1442013" y="137735"/>
                </a:lnTo>
                <a:lnTo>
                  <a:pt x="1442090" y="137142"/>
                </a:lnTo>
                <a:lnTo>
                  <a:pt x="1442175" y="136530"/>
                </a:lnTo>
                <a:lnTo>
                  <a:pt x="1442270" y="135901"/>
                </a:lnTo>
                <a:lnTo>
                  <a:pt x="1442374" y="135252"/>
                </a:lnTo>
                <a:lnTo>
                  <a:pt x="1442487" y="134585"/>
                </a:lnTo>
                <a:lnTo>
                  <a:pt x="1442608" y="133899"/>
                </a:lnTo>
                <a:lnTo>
                  <a:pt x="1442739" y="133195"/>
                </a:lnTo>
                <a:lnTo>
                  <a:pt x="1442879" y="132472"/>
                </a:lnTo>
                <a:lnTo>
                  <a:pt x="1443028" y="131731"/>
                </a:lnTo>
                <a:lnTo>
                  <a:pt x="1443186" y="130971"/>
                </a:lnTo>
                <a:lnTo>
                  <a:pt x="1443353" y="130193"/>
                </a:lnTo>
                <a:lnTo>
                  <a:pt x="1443529" y="129396"/>
                </a:lnTo>
                <a:lnTo>
                  <a:pt x="1443714" y="128580"/>
                </a:lnTo>
                <a:lnTo>
                  <a:pt x="1443908" y="127746"/>
                </a:lnTo>
                <a:lnTo>
                  <a:pt x="1444111" y="126893"/>
                </a:lnTo>
                <a:lnTo>
                  <a:pt x="1444323" y="126022"/>
                </a:lnTo>
                <a:lnTo>
                  <a:pt x="1451375" y="125032"/>
                </a:lnTo>
                <a:lnTo>
                  <a:pt x="1453183" y="124764"/>
                </a:lnTo>
                <a:lnTo>
                  <a:pt x="1454978" y="124473"/>
                </a:lnTo>
                <a:lnTo>
                  <a:pt x="1456759" y="124159"/>
                </a:lnTo>
                <a:lnTo>
                  <a:pt x="1458527" y="123824"/>
                </a:lnTo>
                <a:lnTo>
                  <a:pt x="1460282" y="123466"/>
                </a:lnTo>
                <a:lnTo>
                  <a:pt x="1462023" y="123086"/>
                </a:lnTo>
                <a:lnTo>
                  <a:pt x="1463751" y="122683"/>
                </a:lnTo>
                <a:lnTo>
                  <a:pt x="1465466" y="122258"/>
                </a:lnTo>
                <a:lnTo>
                  <a:pt x="1467167" y="121811"/>
                </a:lnTo>
                <a:lnTo>
                  <a:pt x="1468855" y="121341"/>
                </a:lnTo>
                <a:lnTo>
                  <a:pt x="1470530" y="120850"/>
                </a:lnTo>
                <a:lnTo>
                  <a:pt x="1472192" y="120335"/>
                </a:lnTo>
                <a:lnTo>
                  <a:pt x="1473840" y="119799"/>
                </a:lnTo>
                <a:lnTo>
                  <a:pt x="1475475" y="119240"/>
                </a:lnTo>
                <a:lnTo>
                  <a:pt x="1477096" y="118659"/>
                </a:lnTo>
                <a:lnTo>
                  <a:pt x="1478704" y="118055"/>
                </a:lnTo>
                <a:lnTo>
                  <a:pt x="1480299" y="117430"/>
                </a:lnTo>
                <a:lnTo>
                  <a:pt x="1481881" y="116781"/>
                </a:lnTo>
                <a:lnTo>
                  <a:pt x="1483449" y="116111"/>
                </a:lnTo>
                <a:lnTo>
                  <a:pt x="1485004" y="115418"/>
                </a:lnTo>
                <a:lnTo>
                  <a:pt x="1486546" y="114703"/>
                </a:lnTo>
                <a:lnTo>
                  <a:pt x="1488074" y="113966"/>
                </a:lnTo>
                <a:lnTo>
                  <a:pt x="1489589" y="113206"/>
                </a:lnTo>
                <a:lnTo>
                  <a:pt x="1491091" y="112424"/>
                </a:lnTo>
                <a:lnTo>
                  <a:pt x="1491870" y="112006"/>
                </a:lnTo>
                <a:lnTo>
                  <a:pt x="1492642" y="111577"/>
                </a:lnTo>
                <a:lnTo>
                  <a:pt x="1493407" y="111137"/>
                </a:lnTo>
                <a:lnTo>
                  <a:pt x="1494163" y="110686"/>
                </a:lnTo>
                <a:lnTo>
                  <a:pt x="1494912" y="110224"/>
                </a:lnTo>
                <a:lnTo>
                  <a:pt x="1495653" y="109750"/>
                </a:lnTo>
                <a:lnTo>
                  <a:pt x="1496386" y="109266"/>
                </a:lnTo>
                <a:lnTo>
                  <a:pt x="1497112" y="108770"/>
                </a:lnTo>
                <a:lnTo>
                  <a:pt x="1497830" y="108263"/>
                </a:lnTo>
                <a:lnTo>
                  <a:pt x="1498540" y="107745"/>
                </a:lnTo>
                <a:lnTo>
                  <a:pt x="1499242" y="107216"/>
                </a:lnTo>
                <a:lnTo>
                  <a:pt x="1499937" y="106675"/>
                </a:lnTo>
                <a:lnTo>
                  <a:pt x="1500624" y="106124"/>
                </a:lnTo>
                <a:lnTo>
                  <a:pt x="1501303" y="105561"/>
                </a:lnTo>
                <a:lnTo>
                  <a:pt x="1501975" y="104987"/>
                </a:lnTo>
                <a:lnTo>
                  <a:pt x="1502638" y="104402"/>
                </a:lnTo>
                <a:lnTo>
                  <a:pt x="1503294" y="103806"/>
                </a:lnTo>
                <a:lnTo>
                  <a:pt x="1503943" y="103199"/>
                </a:lnTo>
                <a:lnTo>
                  <a:pt x="1504583" y="102580"/>
                </a:lnTo>
                <a:lnTo>
                  <a:pt x="1505216" y="101951"/>
                </a:lnTo>
                <a:lnTo>
                  <a:pt x="1505841" y="101310"/>
                </a:lnTo>
                <a:lnTo>
                  <a:pt x="1506458" y="100658"/>
                </a:lnTo>
                <a:lnTo>
                  <a:pt x="1507068" y="99995"/>
                </a:lnTo>
                <a:lnTo>
                  <a:pt x="1507670" y="99320"/>
                </a:lnTo>
                <a:lnTo>
                  <a:pt x="1508366" y="98495"/>
                </a:lnTo>
                <a:lnTo>
                  <a:pt x="1509033" y="97666"/>
                </a:lnTo>
                <a:lnTo>
                  <a:pt x="1509671" y="96834"/>
                </a:lnTo>
                <a:lnTo>
                  <a:pt x="1510278" y="96000"/>
                </a:lnTo>
                <a:lnTo>
                  <a:pt x="1510856" y="95162"/>
                </a:lnTo>
                <a:lnTo>
                  <a:pt x="1511405" y="94321"/>
                </a:lnTo>
                <a:lnTo>
                  <a:pt x="1511924" y="93477"/>
                </a:lnTo>
                <a:lnTo>
                  <a:pt x="1512413" y="92631"/>
                </a:lnTo>
                <a:lnTo>
                  <a:pt x="1512872" y="91781"/>
                </a:lnTo>
                <a:lnTo>
                  <a:pt x="1513302" y="90928"/>
                </a:lnTo>
                <a:lnTo>
                  <a:pt x="1513702" y="90072"/>
                </a:lnTo>
                <a:lnTo>
                  <a:pt x="1514073" y="89214"/>
                </a:lnTo>
                <a:lnTo>
                  <a:pt x="1514414" y="88352"/>
                </a:lnTo>
                <a:lnTo>
                  <a:pt x="1514725" y="87487"/>
                </a:lnTo>
                <a:lnTo>
                  <a:pt x="1515006" y="86619"/>
                </a:lnTo>
                <a:lnTo>
                  <a:pt x="1515258" y="85748"/>
                </a:lnTo>
                <a:lnTo>
                  <a:pt x="1515481" y="84875"/>
                </a:lnTo>
                <a:lnTo>
                  <a:pt x="1515673" y="83998"/>
                </a:lnTo>
                <a:lnTo>
                  <a:pt x="1515836" y="83118"/>
                </a:lnTo>
                <a:lnTo>
                  <a:pt x="1515970" y="82235"/>
                </a:lnTo>
                <a:lnTo>
                  <a:pt x="1516074" y="81349"/>
                </a:lnTo>
                <a:lnTo>
                  <a:pt x="1516148" y="80461"/>
                </a:lnTo>
                <a:lnTo>
                  <a:pt x="1516192" y="79569"/>
                </a:lnTo>
                <a:lnTo>
                  <a:pt x="1516207" y="78674"/>
                </a:lnTo>
                <a:lnTo>
                  <a:pt x="1516199" y="78061"/>
                </a:lnTo>
                <a:lnTo>
                  <a:pt x="1516176" y="77458"/>
                </a:lnTo>
                <a:lnTo>
                  <a:pt x="1516137" y="76866"/>
                </a:lnTo>
                <a:lnTo>
                  <a:pt x="1516083" y="76284"/>
                </a:lnTo>
                <a:lnTo>
                  <a:pt x="1516014" y="75713"/>
                </a:lnTo>
                <a:lnTo>
                  <a:pt x="1515929" y="75151"/>
                </a:lnTo>
                <a:lnTo>
                  <a:pt x="1515828" y="74600"/>
                </a:lnTo>
                <a:lnTo>
                  <a:pt x="1515712" y="74059"/>
                </a:lnTo>
                <a:lnTo>
                  <a:pt x="1515581" y="73529"/>
                </a:lnTo>
                <a:lnTo>
                  <a:pt x="1515434" y="73009"/>
                </a:lnTo>
                <a:lnTo>
                  <a:pt x="1515271" y="72499"/>
                </a:lnTo>
                <a:lnTo>
                  <a:pt x="1515093" y="71999"/>
                </a:lnTo>
                <a:lnTo>
                  <a:pt x="1514900" y="71510"/>
                </a:lnTo>
                <a:lnTo>
                  <a:pt x="1514691" y="71031"/>
                </a:lnTo>
                <a:lnTo>
                  <a:pt x="1514467" y="70562"/>
                </a:lnTo>
                <a:lnTo>
                  <a:pt x="1514227" y="70104"/>
                </a:lnTo>
                <a:lnTo>
                  <a:pt x="1513972" y="69656"/>
                </a:lnTo>
                <a:lnTo>
                  <a:pt x="1513701" y="69218"/>
                </a:lnTo>
                <a:lnTo>
                  <a:pt x="1513415" y="68791"/>
                </a:lnTo>
                <a:lnTo>
                  <a:pt x="1513114" y="68374"/>
                </a:lnTo>
                <a:lnTo>
                  <a:pt x="1512797" y="67967"/>
                </a:lnTo>
                <a:lnTo>
                  <a:pt x="1512464" y="67570"/>
                </a:lnTo>
                <a:lnTo>
                  <a:pt x="1512116" y="67184"/>
                </a:lnTo>
                <a:lnTo>
                  <a:pt x="1511753" y="66808"/>
                </a:lnTo>
                <a:lnTo>
                  <a:pt x="1511281" y="66364"/>
                </a:lnTo>
                <a:lnTo>
                  <a:pt x="1510793" y="65939"/>
                </a:lnTo>
                <a:lnTo>
                  <a:pt x="1510289" y="65533"/>
                </a:lnTo>
                <a:lnTo>
                  <a:pt x="1509770" y="65146"/>
                </a:lnTo>
                <a:lnTo>
                  <a:pt x="1509234" y="64777"/>
                </a:lnTo>
                <a:lnTo>
                  <a:pt x="1508683" y="64428"/>
                </a:lnTo>
                <a:lnTo>
                  <a:pt x="1508116" y="64097"/>
                </a:lnTo>
                <a:lnTo>
                  <a:pt x="1507532" y="63786"/>
                </a:lnTo>
                <a:lnTo>
                  <a:pt x="1506933" y="63493"/>
                </a:lnTo>
                <a:lnTo>
                  <a:pt x="1506318" y="63219"/>
                </a:lnTo>
                <a:lnTo>
                  <a:pt x="1505687" y="62964"/>
                </a:lnTo>
                <a:lnTo>
                  <a:pt x="1505041" y="62728"/>
                </a:lnTo>
                <a:lnTo>
                  <a:pt x="1504378" y="62511"/>
                </a:lnTo>
                <a:lnTo>
                  <a:pt x="1503699" y="62312"/>
                </a:lnTo>
                <a:lnTo>
                  <a:pt x="1503005" y="62133"/>
                </a:lnTo>
                <a:lnTo>
                  <a:pt x="1502295" y="61972"/>
                </a:lnTo>
                <a:lnTo>
                  <a:pt x="1501568" y="61831"/>
                </a:lnTo>
                <a:lnTo>
                  <a:pt x="1500826" y="61708"/>
                </a:lnTo>
                <a:lnTo>
                  <a:pt x="1500068" y="61604"/>
                </a:lnTo>
                <a:lnTo>
                  <a:pt x="1499294" y="61519"/>
                </a:lnTo>
                <a:lnTo>
                  <a:pt x="1498505" y="61453"/>
                </a:lnTo>
                <a:lnTo>
                  <a:pt x="1497699" y="61406"/>
                </a:lnTo>
                <a:lnTo>
                  <a:pt x="1496877" y="61377"/>
                </a:lnTo>
                <a:lnTo>
                  <a:pt x="1496040" y="61368"/>
                </a:lnTo>
                <a:lnTo>
                  <a:pt x="1494916" y="61380"/>
                </a:lnTo>
                <a:lnTo>
                  <a:pt x="1493791" y="61417"/>
                </a:lnTo>
                <a:lnTo>
                  <a:pt x="1492666" y="61478"/>
                </a:lnTo>
                <a:lnTo>
                  <a:pt x="1491541" y="61564"/>
                </a:lnTo>
                <a:lnTo>
                  <a:pt x="1490415" y="61674"/>
                </a:lnTo>
                <a:lnTo>
                  <a:pt x="1489289" y="61809"/>
                </a:lnTo>
                <a:lnTo>
                  <a:pt x="1488162" y="61968"/>
                </a:lnTo>
                <a:lnTo>
                  <a:pt x="1487035" y="62152"/>
                </a:lnTo>
                <a:lnTo>
                  <a:pt x="1485908" y="62361"/>
                </a:lnTo>
                <a:lnTo>
                  <a:pt x="1484780" y="62593"/>
                </a:lnTo>
                <a:lnTo>
                  <a:pt x="1483651" y="62851"/>
                </a:lnTo>
                <a:lnTo>
                  <a:pt x="1482523" y="63133"/>
                </a:lnTo>
                <a:lnTo>
                  <a:pt x="1481393" y="63439"/>
                </a:lnTo>
                <a:lnTo>
                  <a:pt x="1480264" y="63770"/>
                </a:lnTo>
                <a:lnTo>
                  <a:pt x="1479134" y="64126"/>
                </a:lnTo>
                <a:lnTo>
                  <a:pt x="1478003" y="64506"/>
                </a:lnTo>
                <a:lnTo>
                  <a:pt x="1476872" y="64910"/>
                </a:lnTo>
                <a:lnTo>
                  <a:pt x="1475741" y="65339"/>
                </a:lnTo>
                <a:lnTo>
                  <a:pt x="1474609" y="65793"/>
                </a:lnTo>
                <a:lnTo>
                  <a:pt x="1473477" y="66271"/>
                </a:lnTo>
                <a:lnTo>
                  <a:pt x="1472344" y="66773"/>
                </a:lnTo>
                <a:lnTo>
                  <a:pt x="1471211" y="67300"/>
                </a:lnTo>
                <a:lnTo>
                  <a:pt x="1470078" y="67852"/>
                </a:lnTo>
                <a:lnTo>
                  <a:pt x="1468944" y="68428"/>
                </a:lnTo>
                <a:lnTo>
                  <a:pt x="1466738" y="69618"/>
                </a:lnTo>
                <a:lnTo>
                  <a:pt x="1464576" y="70856"/>
                </a:lnTo>
                <a:lnTo>
                  <a:pt x="1462456" y="72142"/>
                </a:lnTo>
                <a:lnTo>
                  <a:pt x="1460379" y="73475"/>
                </a:lnTo>
                <a:lnTo>
                  <a:pt x="1458346" y="74856"/>
                </a:lnTo>
                <a:lnTo>
                  <a:pt x="1456355" y="76285"/>
                </a:lnTo>
                <a:lnTo>
                  <a:pt x="1454407" y="77762"/>
                </a:lnTo>
                <a:lnTo>
                  <a:pt x="1452502" y="79286"/>
                </a:lnTo>
                <a:lnTo>
                  <a:pt x="1450640" y="80859"/>
                </a:lnTo>
                <a:lnTo>
                  <a:pt x="1448821" y="82478"/>
                </a:lnTo>
                <a:lnTo>
                  <a:pt x="1447045" y="84146"/>
                </a:lnTo>
                <a:lnTo>
                  <a:pt x="1445312" y="85861"/>
                </a:lnTo>
                <a:lnTo>
                  <a:pt x="1443622" y="87625"/>
                </a:lnTo>
                <a:lnTo>
                  <a:pt x="1441975" y="89435"/>
                </a:lnTo>
                <a:lnTo>
                  <a:pt x="1440371" y="91294"/>
                </a:lnTo>
                <a:lnTo>
                  <a:pt x="1438810" y="93200"/>
                </a:lnTo>
                <a:lnTo>
                  <a:pt x="1437292" y="95154"/>
                </a:lnTo>
                <a:lnTo>
                  <a:pt x="1435816" y="97156"/>
                </a:lnTo>
                <a:lnTo>
                  <a:pt x="1434384" y="99206"/>
                </a:lnTo>
                <a:lnTo>
                  <a:pt x="1432995" y="101303"/>
                </a:lnTo>
                <a:lnTo>
                  <a:pt x="1431648" y="103448"/>
                </a:lnTo>
                <a:lnTo>
                  <a:pt x="1430345" y="105641"/>
                </a:lnTo>
                <a:lnTo>
                  <a:pt x="1429085" y="107881"/>
                </a:lnTo>
                <a:lnTo>
                  <a:pt x="1427867" y="110170"/>
                </a:lnTo>
                <a:lnTo>
                  <a:pt x="1427201" y="111470"/>
                </a:lnTo>
                <a:lnTo>
                  <a:pt x="1426563" y="112770"/>
                </a:lnTo>
                <a:lnTo>
                  <a:pt x="1425953" y="114071"/>
                </a:lnTo>
                <a:lnTo>
                  <a:pt x="1425372" y="115371"/>
                </a:lnTo>
                <a:lnTo>
                  <a:pt x="1424819" y="116672"/>
                </a:lnTo>
                <a:lnTo>
                  <a:pt x="1424294" y="117972"/>
                </a:lnTo>
                <a:lnTo>
                  <a:pt x="1423798" y="119272"/>
                </a:lnTo>
                <a:lnTo>
                  <a:pt x="1423330" y="120573"/>
                </a:lnTo>
                <a:lnTo>
                  <a:pt x="1422891" y="121873"/>
                </a:lnTo>
                <a:lnTo>
                  <a:pt x="1422480" y="123174"/>
                </a:lnTo>
                <a:lnTo>
                  <a:pt x="1422097" y="124474"/>
                </a:lnTo>
                <a:lnTo>
                  <a:pt x="1421743" y="125774"/>
                </a:lnTo>
                <a:lnTo>
                  <a:pt x="1421417" y="127075"/>
                </a:lnTo>
                <a:lnTo>
                  <a:pt x="1421119" y="128375"/>
                </a:lnTo>
                <a:lnTo>
                  <a:pt x="1420850" y="129676"/>
                </a:lnTo>
                <a:lnTo>
                  <a:pt x="1420609" y="130976"/>
                </a:lnTo>
                <a:lnTo>
                  <a:pt x="1420396" y="132276"/>
                </a:lnTo>
                <a:lnTo>
                  <a:pt x="1420212" y="133577"/>
                </a:lnTo>
                <a:lnTo>
                  <a:pt x="1420056" y="134877"/>
                </a:lnTo>
                <a:lnTo>
                  <a:pt x="1419928" y="136178"/>
                </a:lnTo>
                <a:lnTo>
                  <a:pt x="1419829" y="137478"/>
                </a:lnTo>
                <a:lnTo>
                  <a:pt x="1419758" y="138779"/>
                </a:lnTo>
                <a:lnTo>
                  <a:pt x="1419715" y="140079"/>
                </a:lnTo>
                <a:lnTo>
                  <a:pt x="1419701" y="141379"/>
                </a:lnTo>
                <a:lnTo>
                  <a:pt x="1419716" y="142599"/>
                </a:lnTo>
                <a:lnTo>
                  <a:pt x="1419761" y="143801"/>
                </a:lnTo>
                <a:lnTo>
                  <a:pt x="1419837" y="144985"/>
                </a:lnTo>
                <a:lnTo>
                  <a:pt x="1419942" y="146151"/>
                </a:lnTo>
                <a:lnTo>
                  <a:pt x="1420077" y="147300"/>
                </a:lnTo>
                <a:lnTo>
                  <a:pt x="1420242" y="148431"/>
                </a:lnTo>
                <a:lnTo>
                  <a:pt x="1420438" y="149545"/>
                </a:lnTo>
                <a:lnTo>
                  <a:pt x="1420663" y="150641"/>
                </a:lnTo>
                <a:lnTo>
                  <a:pt x="1420919" y="151720"/>
                </a:lnTo>
                <a:lnTo>
                  <a:pt x="1421205" y="152780"/>
                </a:lnTo>
                <a:lnTo>
                  <a:pt x="1421521" y="153823"/>
                </a:lnTo>
                <a:lnTo>
                  <a:pt x="1421866" y="154849"/>
                </a:lnTo>
                <a:lnTo>
                  <a:pt x="1422242" y="155857"/>
                </a:lnTo>
                <a:lnTo>
                  <a:pt x="1422648" y="156847"/>
                </a:lnTo>
                <a:lnTo>
                  <a:pt x="1423084" y="157820"/>
                </a:lnTo>
                <a:lnTo>
                  <a:pt x="1423550" y="158775"/>
                </a:lnTo>
                <a:lnTo>
                  <a:pt x="1424047" y="159712"/>
                </a:lnTo>
                <a:lnTo>
                  <a:pt x="1424573" y="160632"/>
                </a:lnTo>
                <a:lnTo>
                  <a:pt x="1425129" y="161534"/>
                </a:lnTo>
                <a:lnTo>
                  <a:pt x="1425716" y="162419"/>
                </a:lnTo>
                <a:lnTo>
                  <a:pt x="1426332" y="163285"/>
                </a:lnTo>
                <a:lnTo>
                  <a:pt x="1426979" y="164135"/>
                </a:lnTo>
                <a:lnTo>
                  <a:pt x="1427655" y="164966"/>
                </a:lnTo>
                <a:lnTo>
                  <a:pt x="1428362" y="165780"/>
                </a:lnTo>
                <a:lnTo>
                  <a:pt x="1429146" y="166629"/>
                </a:lnTo>
                <a:lnTo>
                  <a:pt x="1429951" y="167442"/>
                </a:lnTo>
                <a:lnTo>
                  <a:pt x="1430778" y="168219"/>
                </a:lnTo>
                <a:lnTo>
                  <a:pt x="1431627" y="168959"/>
                </a:lnTo>
                <a:lnTo>
                  <a:pt x="1432497" y="169664"/>
                </a:lnTo>
                <a:lnTo>
                  <a:pt x="1433388" y="170332"/>
                </a:lnTo>
                <a:lnTo>
                  <a:pt x="1434301" y="170964"/>
                </a:lnTo>
                <a:lnTo>
                  <a:pt x="1435236" y="171561"/>
                </a:lnTo>
                <a:lnTo>
                  <a:pt x="1436191" y="172121"/>
                </a:lnTo>
                <a:lnTo>
                  <a:pt x="1437169" y="172644"/>
                </a:lnTo>
                <a:lnTo>
                  <a:pt x="1438168" y="173132"/>
                </a:lnTo>
                <a:lnTo>
                  <a:pt x="1439188" y="173584"/>
                </a:lnTo>
                <a:lnTo>
                  <a:pt x="1440230" y="173999"/>
                </a:lnTo>
                <a:lnTo>
                  <a:pt x="1441293" y="174378"/>
                </a:lnTo>
                <a:lnTo>
                  <a:pt x="1442378" y="174722"/>
                </a:lnTo>
                <a:lnTo>
                  <a:pt x="1443484" y="175029"/>
                </a:lnTo>
                <a:lnTo>
                  <a:pt x="1444612" y="175300"/>
                </a:lnTo>
                <a:lnTo>
                  <a:pt x="1445761" y="175535"/>
                </a:lnTo>
                <a:lnTo>
                  <a:pt x="1446931" y="175733"/>
                </a:lnTo>
                <a:lnTo>
                  <a:pt x="1448124" y="175896"/>
                </a:lnTo>
                <a:lnTo>
                  <a:pt x="1449337" y="176022"/>
                </a:lnTo>
                <a:lnTo>
                  <a:pt x="1450572" y="176113"/>
                </a:lnTo>
                <a:lnTo>
                  <a:pt x="1451829" y="176167"/>
                </a:lnTo>
                <a:lnTo>
                  <a:pt x="1453107" y="176185"/>
                </a:lnTo>
                <a:lnTo>
                  <a:pt x="1454665" y="176160"/>
                </a:lnTo>
                <a:lnTo>
                  <a:pt x="1456226" y="176085"/>
                </a:lnTo>
                <a:lnTo>
                  <a:pt x="1457789" y="175961"/>
                </a:lnTo>
                <a:lnTo>
                  <a:pt x="1459355" y="175787"/>
                </a:lnTo>
                <a:lnTo>
                  <a:pt x="1460924" y="175564"/>
                </a:lnTo>
                <a:lnTo>
                  <a:pt x="1462495" y="175291"/>
                </a:lnTo>
                <a:lnTo>
                  <a:pt x="1464068" y="174968"/>
                </a:lnTo>
                <a:lnTo>
                  <a:pt x="1465645" y="174595"/>
                </a:lnTo>
                <a:lnTo>
                  <a:pt x="1467223" y="174173"/>
                </a:lnTo>
                <a:lnTo>
                  <a:pt x="1468805" y="173701"/>
                </a:lnTo>
                <a:lnTo>
                  <a:pt x="1470389" y="173180"/>
                </a:lnTo>
                <a:lnTo>
                  <a:pt x="1471975" y="172608"/>
                </a:lnTo>
                <a:lnTo>
                  <a:pt x="1473564" y="171987"/>
                </a:lnTo>
                <a:lnTo>
                  <a:pt x="1475156" y="171317"/>
                </a:lnTo>
                <a:lnTo>
                  <a:pt x="1476750" y="170597"/>
                </a:lnTo>
                <a:lnTo>
                  <a:pt x="1478347" y="169827"/>
                </a:lnTo>
                <a:lnTo>
                  <a:pt x="1479946" y="169007"/>
                </a:lnTo>
                <a:lnTo>
                  <a:pt x="1481548" y="168138"/>
                </a:lnTo>
                <a:lnTo>
                  <a:pt x="1483153" y="167219"/>
                </a:lnTo>
                <a:lnTo>
                  <a:pt x="1484760" y="166250"/>
                </a:lnTo>
                <a:lnTo>
                  <a:pt x="1486370" y="165232"/>
                </a:lnTo>
                <a:lnTo>
                  <a:pt x="1487982" y="164164"/>
                </a:lnTo>
                <a:lnTo>
                  <a:pt x="1489597" y="163046"/>
                </a:lnTo>
                <a:lnTo>
                  <a:pt x="1491214" y="161879"/>
                </a:lnTo>
                <a:lnTo>
                  <a:pt x="1491852" y="161409"/>
                </a:lnTo>
                <a:lnTo>
                  <a:pt x="1492486" y="160931"/>
                </a:lnTo>
                <a:lnTo>
                  <a:pt x="1493117" y="160446"/>
                </a:lnTo>
                <a:lnTo>
                  <a:pt x="1493744" y="159954"/>
                </a:lnTo>
                <a:lnTo>
                  <a:pt x="1494368" y="159455"/>
                </a:lnTo>
                <a:lnTo>
                  <a:pt x="1494988" y="158948"/>
                </a:lnTo>
                <a:lnTo>
                  <a:pt x="1495605" y="158433"/>
                </a:lnTo>
                <a:lnTo>
                  <a:pt x="1496218" y="157912"/>
                </a:lnTo>
                <a:lnTo>
                  <a:pt x="1496828" y="157383"/>
                </a:lnTo>
                <a:lnTo>
                  <a:pt x="1497435" y="156846"/>
                </a:lnTo>
                <a:lnTo>
                  <a:pt x="1498038" y="156303"/>
                </a:lnTo>
                <a:lnTo>
                  <a:pt x="1498638" y="155752"/>
                </a:lnTo>
                <a:lnTo>
                  <a:pt x="1499234" y="155193"/>
                </a:lnTo>
                <a:lnTo>
                  <a:pt x="1499827" y="154628"/>
                </a:lnTo>
                <a:lnTo>
                  <a:pt x="1500416" y="154055"/>
                </a:lnTo>
                <a:lnTo>
                  <a:pt x="1501002" y="153474"/>
                </a:lnTo>
                <a:lnTo>
                  <a:pt x="1501585" y="152887"/>
                </a:lnTo>
                <a:lnTo>
                  <a:pt x="1502164" y="152292"/>
                </a:lnTo>
                <a:lnTo>
                  <a:pt x="1502740" y="151689"/>
                </a:lnTo>
                <a:lnTo>
                  <a:pt x="1503312" y="151079"/>
                </a:lnTo>
                <a:lnTo>
                  <a:pt x="1503881" y="150462"/>
                </a:lnTo>
                <a:lnTo>
                  <a:pt x="1504446" y="149838"/>
                </a:lnTo>
                <a:lnTo>
                  <a:pt x="1505008" y="149206"/>
                </a:lnTo>
                <a:lnTo>
                  <a:pt x="1505567" y="148567"/>
                </a:lnTo>
                <a:lnTo>
                  <a:pt x="1502597" y="145594"/>
                </a:lnTo>
                <a:lnTo>
                  <a:pt x="1501585" y="146425"/>
                </a:lnTo>
                <a:lnTo>
                  <a:pt x="1500591" y="147236"/>
                </a:lnTo>
                <a:lnTo>
                  <a:pt x="1499614" y="148026"/>
                </a:lnTo>
                <a:lnTo>
                  <a:pt x="1498655" y="148795"/>
                </a:lnTo>
                <a:lnTo>
                  <a:pt x="1497714" y="149544"/>
                </a:lnTo>
                <a:close/>
                <a:moveTo>
                  <a:pt x="1452767" y="103761"/>
                </a:moveTo>
                <a:lnTo>
                  <a:pt x="1453423" y="102387"/>
                </a:lnTo>
                <a:lnTo>
                  <a:pt x="1454105" y="101023"/>
                </a:lnTo>
                <a:lnTo>
                  <a:pt x="1454810" y="99669"/>
                </a:lnTo>
                <a:lnTo>
                  <a:pt x="1455540" y="98325"/>
                </a:lnTo>
                <a:lnTo>
                  <a:pt x="1456295" y="96990"/>
                </a:lnTo>
                <a:lnTo>
                  <a:pt x="1457074" y="95666"/>
                </a:lnTo>
                <a:lnTo>
                  <a:pt x="1457878" y="94351"/>
                </a:lnTo>
                <a:lnTo>
                  <a:pt x="1458706" y="93046"/>
                </a:lnTo>
                <a:lnTo>
                  <a:pt x="1459558" y="91751"/>
                </a:lnTo>
                <a:lnTo>
                  <a:pt x="1460435" y="90466"/>
                </a:lnTo>
                <a:lnTo>
                  <a:pt x="1461337" y="89191"/>
                </a:lnTo>
                <a:lnTo>
                  <a:pt x="1462263" y="87925"/>
                </a:lnTo>
                <a:lnTo>
                  <a:pt x="1463213" y="86670"/>
                </a:lnTo>
                <a:lnTo>
                  <a:pt x="1464188" y="85424"/>
                </a:lnTo>
                <a:lnTo>
                  <a:pt x="1465188" y="84188"/>
                </a:lnTo>
                <a:lnTo>
                  <a:pt x="1466212" y="82962"/>
                </a:lnTo>
                <a:lnTo>
                  <a:pt x="1467260" y="81745"/>
                </a:lnTo>
                <a:lnTo>
                  <a:pt x="1468333" y="80539"/>
                </a:lnTo>
                <a:lnTo>
                  <a:pt x="1469430" y="79342"/>
                </a:lnTo>
                <a:lnTo>
                  <a:pt x="1470552" y="78156"/>
                </a:lnTo>
                <a:lnTo>
                  <a:pt x="1471427" y="77270"/>
                </a:lnTo>
                <a:lnTo>
                  <a:pt x="1472299" y="76423"/>
                </a:lnTo>
                <a:lnTo>
                  <a:pt x="1473168" y="75613"/>
                </a:lnTo>
                <a:lnTo>
                  <a:pt x="1474034" y="74841"/>
                </a:lnTo>
                <a:lnTo>
                  <a:pt x="1474897" y="74106"/>
                </a:lnTo>
                <a:lnTo>
                  <a:pt x="1475756" y="73409"/>
                </a:lnTo>
                <a:lnTo>
                  <a:pt x="1476613" y="72750"/>
                </a:lnTo>
                <a:lnTo>
                  <a:pt x="1477467" y="72128"/>
                </a:lnTo>
                <a:lnTo>
                  <a:pt x="1478318" y="71545"/>
                </a:lnTo>
                <a:lnTo>
                  <a:pt x="1479166" y="70998"/>
                </a:lnTo>
                <a:lnTo>
                  <a:pt x="1480011" y="70490"/>
                </a:lnTo>
                <a:lnTo>
                  <a:pt x="1480852" y="70019"/>
                </a:lnTo>
                <a:lnTo>
                  <a:pt x="1481691" y="69586"/>
                </a:lnTo>
                <a:lnTo>
                  <a:pt x="1482527" y="69190"/>
                </a:lnTo>
                <a:lnTo>
                  <a:pt x="1483360" y="68832"/>
                </a:lnTo>
                <a:lnTo>
                  <a:pt x="1484190" y="68512"/>
                </a:lnTo>
                <a:lnTo>
                  <a:pt x="1485016" y="68229"/>
                </a:lnTo>
                <a:lnTo>
                  <a:pt x="1485840" y="67985"/>
                </a:lnTo>
                <a:lnTo>
                  <a:pt x="1486661" y="67777"/>
                </a:lnTo>
                <a:lnTo>
                  <a:pt x="1487479" y="67608"/>
                </a:lnTo>
                <a:lnTo>
                  <a:pt x="1488293" y="67476"/>
                </a:lnTo>
                <a:lnTo>
                  <a:pt x="1489105" y="67382"/>
                </a:lnTo>
                <a:lnTo>
                  <a:pt x="1489914" y="67325"/>
                </a:lnTo>
                <a:lnTo>
                  <a:pt x="1490720" y="67307"/>
                </a:lnTo>
                <a:lnTo>
                  <a:pt x="1491006" y="67310"/>
                </a:lnTo>
                <a:lnTo>
                  <a:pt x="1491289" y="67321"/>
                </a:lnTo>
                <a:lnTo>
                  <a:pt x="1491568" y="67339"/>
                </a:lnTo>
                <a:lnTo>
                  <a:pt x="1491843" y="67365"/>
                </a:lnTo>
                <a:lnTo>
                  <a:pt x="1492115" y="67398"/>
                </a:lnTo>
                <a:lnTo>
                  <a:pt x="1492382" y="67438"/>
                </a:lnTo>
                <a:lnTo>
                  <a:pt x="1492646" y="67485"/>
                </a:lnTo>
                <a:lnTo>
                  <a:pt x="1492905" y="67539"/>
                </a:lnTo>
                <a:lnTo>
                  <a:pt x="1493161" y="67601"/>
                </a:lnTo>
                <a:lnTo>
                  <a:pt x="1493413" y="67670"/>
                </a:lnTo>
                <a:lnTo>
                  <a:pt x="1493661" y="67747"/>
                </a:lnTo>
                <a:lnTo>
                  <a:pt x="1493905" y="67830"/>
                </a:lnTo>
                <a:lnTo>
                  <a:pt x="1494146" y="67921"/>
                </a:lnTo>
                <a:lnTo>
                  <a:pt x="1494382" y="68020"/>
                </a:lnTo>
                <a:lnTo>
                  <a:pt x="1494615" y="68125"/>
                </a:lnTo>
                <a:lnTo>
                  <a:pt x="1494844" y="68238"/>
                </a:lnTo>
                <a:lnTo>
                  <a:pt x="1495069" y="68358"/>
                </a:lnTo>
                <a:lnTo>
                  <a:pt x="1495290" y="68485"/>
                </a:lnTo>
                <a:lnTo>
                  <a:pt x="1495507" y="68620"/>
                </a:lnTo>
                <a:lnTo>
                  <a:pt x="1495720" y="68762"/>
                </a:lnTo>
                <a:lnTo>
                  <a:pt x="1495929" y="68911"/>
                </a:lnTo>
                <a:lnTo>
                  <a:pt x="1496135" y="69067"/>
                </a:lnTo>
                <a:lnTo>
                  <a:pt x="1496337" y="69231"/>
                </a:lnTo>
                <a:lnTo>
                  <a:pt x="1496535" y="69402"/>
                </a:lnTo>
                <a:lnTo>
                  <a:pt x="1496777" y="69632"/>
                </a:lnTo>
                <a:lnTo>
                  <a:pt x="1497009" y="69870"/>
                </a:lnTo>
                <a:lnTo>
                  <a:pt x="1497231" y="70115"/>
                </a:lnTo>
                <a:lnTo>
                  <a:pt x="1497442" y="70368"/>
                </a:lnTo>
                <a:lnTo>
                  <a:pt x="1497643" y="70629"/>
                </a:lnTo>
                <a:lnTo>
                  <a:pt x="1497834" y="70898"/>
                </a:lnTo>
                <a:lnTo>
                  <a:pt x="1498014" y="71174"/>
                </a:lnTo>
                <a:lnTo>
                  <a:pt x="1498184" y="71458"/>
                </a:lnTo>
                <a:lnTo>
                  <a:pt x="1498344" y="71749"/>
                </a:lnTo>
                <a:lnTo>
                  <a:pt x="1498494" y="72049"/>
                </a:lnTo>
                <a:lnTo>
                  <a:pt x="1498633" y="72356"/>
                </a:lnTo>
                <a:lnTo>
                  <a:pt x="1498762" y="72670"/>
                </a:lnTo>
                <a:lnTo>
                  <a:pt x="1498880" y="72993"/>
                </a:lnTo>
                <a:lnTo>
                  <a:pt x="1498988" y="73323"/>
                </a:lnTo>
                <a:lnTo>
                  <a:pt x="1499086" y="73660"/>
                </a:lnTo>
                <a:lnTo>
                  <a:pt x="1499174" y="74006"/>
                </a:lnTo>
                <a:lnTo>
                  <a:pt x="1499251" y="74359"/>
                </a:lnTo>
                <a:lnTo>
                  <a:pt x="1499318" y="74720"/>
                </a:lnTo>
                <a:lnTo>
                  <a:pt x="1499375" y="75088"/>
                </a:lnTo>
                <a:lnTo>
                  <a:pt x="1499422" y="75464"/>
                </a:lnTo>
                <a:lnTo>
                  <a:pt x="1499458" y="75848"/>
                </a:lnTo>
                <a:lnTo>
                  <a:pt x="1499483" y="76240"/>
                </a:lnTo>
                <a:lnTo>
                  <a:pt x="1499499" y="76639"/>
                </a:lnTo>
                <a:lnTo>
                  <a:pt x="1499504" y="77046"/>
                </a:lnTo>
                <a:lnTo>
                  <a:pt x="1499497" y="77572"/>
                </a:lnTo>
                <a:lnTo>
                  <a:pt x="1499477" y="78100"/>
                </a:lnTo>
                <a:lnTo>
                  <a:pt x="1499444" y="78630"/>
                </a:lnTo>
                <a:lnTo>
                  <a:pt x="1499397" y="79163"/>
                </a:lnTo>
                <a:lnTo>
                  <a:pt x="1499338" y="79699"/>
                </a:lnTo>
                <a:lnTo>
                  <a:pt x="1499264" y="80238"/>
                </a:lnTo>
                <a:lnTo>
                  <a:pt x="1499178" y="80778"/>
                </a:lnTo>
                <a:lnTo>
                  <a:pt x="1499078" y="81322"/>
                </a:lnTo>
                <a:lnTo>
                  <a:pt x="1498965" y="81868"/>
                </a:lnTo>
                <a:lnTo>
                  <a:pt x="1498838" y="82416"/>
                </a:lnTo>
                <a:lnTo>
                  <a:pt x="1498698" y="82968"/>
                </a:lnTo>
                <a:lnTo>
                  <a:pt x="1498545" y="83521"/>
                </a:lnTo>
                <a:lnTo>
                  <a:pt x="1498379" y="84078"/>
                </a:lnTo>
                <a:lnTo>
                  <a:pt x="1498199" y="84636"/>
                </a:lnTo>
                <a:lnTo>
                  <a:pt x="1498006" y="85198"/>
                </a:lnTo>
                <a:lnTo>
                  <a:pt x="1497799" y="85762"/>
                </a:lnTo>
                <a:lnTo>
                  <a:pt x="1497580" y="86328"/>
                </a:lnTo>
                <a:lnTo>
                  <a:pt x="1497347" y="86897"/>
                </a:lnTo>
                <a:lnTo>
                  <a:pt x="1497100" y="87469"/>
                </a:lnTo>
                <a:lnTo>
                  <a:pt x="1496840" y="88043"/>
                </a:lnTo>
                <a:lnTo>
                  <a:pt x="1496567" y="88620"/>
                </a:lnTo>
                <a:lnTo>
                  <a:pt x="1496281" y="89199"/>
                </a:lnTo>
                <a:lnTo>
                  <a:pt x="1495981" y="89781"/>
                </a:lnTo>
                <a:lnTo>
                  <a:pt x="1495669" y="90366"/>
                </a:lnTo>
                <a:lnTo>
                  <a:pt x="1495121" y="91335"/>
                </a:lnTo>
                <a:lnTo>
                  <a:pt x="1494550" y="92290"/>
                </a:lnTo>
                <a:lnTo>
                  <a:pt x="1493956" y="93232"/>
                </a:lnTo>
                <a:lnTo>
                  <a:pt x="1493338" y="94160"/>
                </a:lnTo>
                <a:lnTo>
                  <a:pt x="1492698" y="95074"/>
                </a:lnTo>
                <a:lnTo>
                  <a:pt x="1492034" y="95975"/>
                </a:lnTo>
                <a:lnTo>
                  <a:pt x="1491347" y="96862"/>
                </a:lnTo>
                <a:lnTo>
                  <a:pt x="1490637" y="97735"/>
                </a:lnTo>
                <a:lnTo>
                  <a:pt x="1489904" y="98595"/>
                </a:lnTo>
                <a:lnTo>
                  <a:pt x="1489147" y="99441"/>
                </a:lnTo>
                <a:lnTo>
                  <a:pt x="1488367" y="100273"/>
                </a:lnTo>
                <a:lnTo>
                  <a:pt x="1487565" y="101091"/>
                </a:lnTo>
                <a:lnTo>
                  <a:pt x="1486738" y="101896"/>
                </a:lnTo>
                <a:lnTo>
                  <a:pt x="1485889" y="102687"/>
                </a:lnTo>
                <a:lnTo>
                  <a:pt x="1485017" y="103465"/>
                </a:lnTo>
                <a:lnTo>
                  <a:pt x="1484121" y="104228"/>
                </a:lnTo>
                <a:lnTo>
                  <a:pt x="1483202" y="104978"/>
                </a:lnTo>
                <a:lnTo>
                  <a:pt x="1482260" y="105715"/>
                </a:lnTo>
                <a:lnTo>
                  <a:pt x="1481294" y="106437"/>
                </a:lnTo>
                <a:lnTo>
                  <a:pt x="1480306" y="107146"/>
                </a:lnTo>
                <a:lnTo>
                  <a:pt x="1479294" y="107841"/>
                </a:lnTo>
                <a:lnTo>
                  <a:pt x="1478259" y="108523"/>
                </a:lnTo>
                <a:lnTo>
                  <a:pt x="1477201" y="109191"/>
                </a:lnTo>
                <a:lnTo>
                  <a:pt x="1476120" y="109845"/>
                </a:lnTo>
                <a:lnTo>
                  <a:pt x="1475346" y="110297"/>
                </a:lnTo>
                <a:lnTo>
                  <a:pt x="1474531" y="110748"/>
                </a:lnTo>
                <a:lnTo>
                  <a:pt x="1473674" y="111198"/>
                </a:lnTo>
                <a:lnTo>
                  <a:pt x="1472776" y="111647"/>
                </a:lnTo>
                <a:lnTo>
                  <a:pt x="1471836" y="112096"/>
                </a:lnTo>
                <a:lnTo>
                  <a:pt x="1470854" y="112543"/>
                </a:lnTo>
                <a:lnTo>
                  <a:pt x="1469830" y="112990"/>
                </a:lnTo>
                <a:lnTo>
                  <a:pt x="1468765" y="113436"/>
                </a:lnTo>
                <a:lnTo>
                  <a:pt x="1467658" y="113881"/>
                </a:lnTo>
                <a:lnTo>
                  <a:pt x="1466510" y="114325"/>
                </a:lnTo>
                <a:lnTo>
                  <a:pt x="1465320" y="114768"/>
                </a:lnTo>
                <a:lnTo>
                  <a:pt x="1464088" y="115210"/>
                </a:lnTo>
                <a:lnTo>
                  <a:pt x="1462814" y="115652"/>
                </a:lnTo>
                <a:lnTo>
                  <a:pt x="1461499" y="116093"/>
                </a:lnTo>
                <a:lnTo>
                  <a:pt x="1460142" y="116532"/>
                </a:lnTo>
                <a:lnTo>
                  <a:pt x="1458743" y="116971"/>
                </a:lnTo>
                <a:lnTo>
                  <a:pt x="1457303" y="117409"/>
                </a:lnTo>
                <a:lnTo>
                  <a:pt x="1455821" y="117846"/>
                </a:lnTo>
                <a:lnTo>
                  <a:pt x="1454298" y="118282"/>
                </a:lnTo>
                <a:lnTo>
                  <a:pt x="1452732" y="118718"/>
                </a:lnTo>
                <a:lnTo>
                  <a:pt x="1451125" y="119152"/>
                </a:lnTo>
                <a:lnTo>
                  <a:pt x="1449477" y="119586"/>
                </a:lnTo>
                <a:lnTo>
                  <a:pt x="1447787" y="120019"/>
                </a:lnTo>
                <a:lnTo>
                  <a:pt x="1446055" y="120450"/>
                </a:lnTo>
                <a:lnTo>
                  <a:pt x="1450385" y="109354"/>
                </a:lnTo>
                <a:lnTo>
                  <a:pt x="1450944" y="107941"/>
                </a:lnTo>
                <a:lnTo>
                  <a:pt x="1451527" y="106537"/>
                </a:lnTo>
                <a:lnTo>
                  <a:pt x="1452135" y="105144"/>
                </a:lnTo>
                <a:lnTo>
                  <a:pt x="1452767" y="103761"/>
                </a:lnTo>
                <a:close/>
                <a:moveTo>
                  <a:pt x="1767771" y="148086"/>
                </a:moveTo>
                <a:lnTo>
                  <a:pt x="1767245" y="148784"/>
                </a:lnTo>
                <a:lnTo>
                  <a:pt x="1766735" y="149458"/>
                </a:lnTo>
                <a:lnTo>
                  <a:pt x="1766239" y="150107"/>
                </a:lnTo>
                <a:lnTo>
                  <a:pt x="1765759" y="150732"/>
                </a:lnTo>
                <a:lnTo>
                  <a:pt x="1765293" y="151333"/>
                </a:lnTo>
                <a:lnTo>
                  <a:pt x="1764843" y="151910"/>
                </a:lnTo>
                <a:lnTo>
                  <a:pt x="1764408" y="152462"/>
                </a:lnTo>
                <a:lnTo>
                  <a:pt x="1763987" y="152991"/>
                </a:lnTo>
                <a:lnTo>
                  <a:pt x="1763582" y="153495"/>
                </a:lnTo>
                <a:lnTo>
                  <a:pt x="1763192" y="153974"/>
                </a:lnTo>
                <a:lnTo>
                  <a:pt x="1762816" y="154430"/>
                </a:lnTo>
                <a:lnTo>
                  <a:pt x="1762456" y="154861"/>
                </a:lnTo>
                <a:lnTo>
                  <a:pt x="1762111" y="155268"/>
                </a:lnTo>
                <a:lnTo>
                  <a:pt x="1761781" y="155651"/>
                </a:lnTo>
                <a:lnTo>
                  <a:pt x="1761466" y="156009"/>
                </a:lnTo>
                <a:lnTo>
                  <a:pt x="1761166" y="156343"/>
                </a:lnTo>
                <a:lnTo>
                  <a:pt x="1760881" y="156653"/>
                </a:lnTo>
                <a:lnTo>
                  <a:pt x="1760611" y="156939"/>
                </a:lnTo>
                <a:lnTo>
                  <a:pt x="1760356" y="157201"/>
                </a:lnTo>
                <a:lnTo>
                  <a:pt x="1759784" y="157781"/>
                </a:lnTo>
                <a:lnTo>
                  <a:pt x="1759224" y="158336"/>
                </a:lnTo>
                <a:lnTo>
                  <a:pt x="1758676" y="158866"/>
                </a:lnTo>
                <a:lnTo>
                  <a:pt x="1758139" y="159372"/>
                </a:lnTo>
                <a:lnTo>
                  <a:pt x="1757614" y="159853"/>
                </a:lnTo>
                <a:lnTo>
                  <a:pt x="1757100" y="160310"/>
                </a:lnTo>
                <a:lnTo>
                  <a:pt x="1756598" y="160742"/>
                </a:lnTo>
                <a:lnTo>
                  <a:pt x="1756108" y="161149"/>
                </a:lnTo>
                <a:lnTo>
                  <a:pt x="1755629" y="161531"/>
                </a:lnTo>
                <a:lnTo>
                  <a:pt x="1755162" y="161889"/>
                </a:lnTo>
                <a:lnTo>
                  <a:pt x="1754706" y="162222"/>
                </a:lnTo>
                <a:lnTo>
                  <a:pt x="1754262" y="162531"/>
                </a:lnTo>
                <a:lnTo>
                  <a:pt x="1753830" y="162814"/>
                </a:lnTo>
                <a:lnTo>
                  <a:pt x="1753409" y="163073"/>
                </a:lnTo>
                <a:lnTo>
                  <a:pt x="1753000" y="163308"/>
                </a:lnTo>
                <a:lnTo>
                  <a:pt x="1752602" y="163518"/>
                </a:lnTo>
                <a:lnTo>
                  <a:pt x="1752216" y="163703"/>
                </a:lnTo>
                <a:lnTo>
                  <a:pt x="1751842" y="163863"/>
                </a:lnTo>
                <a:lnTo>
                  <a:pt x="1751479" y="163999"/>
                </a:lnTo>
                <a:lnTo>
                  <a:pt x="1751128" y="164110"/>
                </a:lnTo>
                <a:lnTo>
                  <a:pt x="1750788" y="164196"/>
                </a:lnTo>
                <a:lnTo>
                  <a:pt x="1750460" y="164258"/>
                </a:lnTo>
                <a:lnTo>
                  <a:pt x="1750144" y="164295"/>
                </a:lnTo>
                <a:lnTo>
                  <a:pt x="1749839" y="164307"/>
                </a:lnTo>
                <a:lnTo>
                  <a:pt x="1749726" y="164305"/>
                </a:lnTo>
                <a:lnTo>
                  <a:pt x="1749613" y="164299"/>
                </a:lnTo>
                <a:lnTo>
                  <a:pt x="1749501" y="164290"/>
                </a:lnTo>
                <a:lnTo>
                  <a:pt x="1749389" y="164276"/>
                </a:lnTo>
                <a:lnTo>
                  <a:pt x="1749277" y="164259"/>
                </a:lnTo>
                <a:lnTo>
                  <a:pt x="1749166" y="164237"/>
                </a:lnTo>
                <a:lnTo>
                  <a:pt x="1749056" y="164212"/>
                </a:lnTo>
                <a:lnTo>
                  <a:pt x="1748945" y="164183"/>
                </a:lnTo>
                <a:lnTo>
                  <a:pt x="1748836" y="164150"/>
                </a:lnTo>
                <a:lnTo>
                  <a:pt x="1748726" y="164113"/>
                </a:lnTo>
                <a:lnTo>
                  <a:pt x="1748617" y="164072"/>
                </a:lnTo>
                <a:lnTo>
                  <a:pt x="1748509" y="164028"/>
                </a:lnTo>
                <a:lnTo>
                  <a:pt x="1748401" y="163979"/>
                </a:lnTo>
                <a:lnTo>
                  <a:pt x="1748293" y="163927"/>
                </a:lnTo>
                <a:lnTo>
                  <a:pt x="1748186" y="163871"/>
                </a:lnTo>
                <a:lnTo>
                  <a:pt x="1748079" y="163811"/>
                </a:lnTo>
                <a:lnTo>
                  <a:pt x="1747973" y="163747"/>
                </a:lnTo>
                <a:lnTo>
                  <a:pt x="1747867" y="163679"/>
                </a:lnTo>
                <a:lnTo>
                  <a:pt x="1747762" y="163607"/>
                </a:lnTo>
                <a:lnTo>
                  <a:pt x="1747657" y="163531"/>
                </a:lnTo>
                <a:lnTo>
                  <a:pt x="1747552" y="163452"/>
                </a:lnTo>
                <a:lnTo>
                  <a:pt x="1747448" y="163368"/>
                </a:lnTo>
                <a:lnTo>
                  <a:pt x="1747344" y="163281"/>
                </a:lnTo>
                <a:lnTo>
                  <a:pt x="1747241" y="163190"/>
                </a:lnTo>
                <a:lnTo>
                  <a:pt x="1747130" y="163086"/>
                </a:lnTo>
                <a:lnTo>
                  <a:pt x="1747023" y="162982"/>
                </a:lnTo>
                <a:lnTo>
                  <a:pt x="1746922" y="162877"/>
                </a:lnTo>
                <a:lnTo>
                  <a:pt x="1746825" y="162770"/>
                </a:lnTo>
                <a:lnTo>
                  <a:pt x="1746733" y="162663"/>
                </a:lnTo>
                <a:lnTo>
                  <a:pt x="1746645" y="162555"/>
                </a:lnTo>
                <a:lnTo>
                  <a:pt x="1746563" y="162447"/>
                </a:lnTo>
                <a:lnTo>
                  <a:pt x="1746485" y="162337"/>
                </a:lnTo>
                <a:lnTo>
                  <a:pt x="1746411" y="162226"/>
                </a:lnTo>
                <a:lnTo>
                  <a:pt x="1746343" y="162115"/>
                </a:lnTo>
                <a:lnTo>
                  <a:pt x="1746279" y="162003"/>
                </a:lnTo>
                <a:lnTo>
                  <a:pt x="1746220" y="161890"/>
                </a:lnTo>
                <a:lnTo>
                  <a:pt x="1746166" y="161776"/>
                </a:lnTo>
                <a:lnTo>
                  <a:pt x="1746116" y="161661"/>
                </a:lnTo>
                <a:lnTo>
                  <a:pt x="1746071" y="161545"/>
                </a:lnTo>
                <a:lnTo>
                  <a:pt x="1746031" y="161428"/>
                </a:lnTo>
                <a:lnTo>
                  <a:pt x="1745995" y="161311"/>
                </a:lnTo>
                <a:lnTo>
                  <a:pt x="1745965" y="161193"/>
                </a:lnTo>
                <a:lnTo>
                  <a:pt x="1745939" y="161073"/>
                </a:lnTo>
                <a:lnTo>
                  <a:pt x="1745917" y="160953"/>
                </a:lnTo>
                <a:lnTo>
                  <a:pt x="1745901" y="160832"/>
                </a:lnTo>
                <a:lnTo>
                  <a:pt x="1745889" y="160710"/>
                </a:lnTo>
                <a:lnTo>
                  <a:pt x="1745882" y="160588"/>
                </a:lnTo>
                <a:lnTo>
                  <a:pt x="1745880" y="160464"/>
                </a:lnTo>
                <a:lnTo>
                  <a:pt x="1745884" y="160117"/>
                </a:lnTo>
                <a:lnTo>
                  <a:pt x="1745897" y="159760"/>
                </a:lnTo>
                <a:lnTo>
                  <a:pt x="1745918" y="159392"/>
                </a:lnTo>
                <a:lnTo>
                  <a:pt x="1745948" y="159013"/>
                </a:lnTo>
                <a:lnTo>
                  <a:pt x="1745987" y="158623"/>
                </a:lnTo>
                <a:lnTo>
                  <a:pt x="1746034" y="158223"/>
                </a:lnTo>
                <a:lnTo>
                  <a:pt x="1746090" y="157812"/>
                </a:lnTo>
                <a:lnTo>
                  <a:pt x="1746155" y="157390"/>
                </a:lnTo>
                <a:lnTo>
                  <a:pt x="1746228" y="156958"/>
                </a:lnTo>
                <a:lnTo>
                  <a:pt x="1746309" y="156514"/>
                </a:lnTo>
                <a:lnTo>
                  <a:pt x="1746399" y="156060"/>
                </a:lnTo>
                <a:lnTo>
                  <a:pt x="1746498" y="155595"/>
                </a:lnTo>
                <a:lnTo>
                  <a:pt x="1746606" y="155120"/>
                </a:lnTo>
                <a:lnTo>
                  <a:pt x="1746722" y="154633"/>
                </a:lnTo>
                <a:lnTo>
                  <a:pt x="1746846" y="154136"/>
                </a:lnTo>
                <a:lnTo>
                  <a:pt x="1746979" y="153628"/>
                </a:lnTo>
                <a:lnTo>
                  <a:pt x="1747121" y="153109"/>
                </a:lnTo>
                <a:lnTo>
                  <a:pt x="1747272" y="152580"/>
                </a:lnTo>
                <a:lnTo>
                  <a:pt x="1747431" y="152040"/>
                </a:lnTo>
                <a:lnTo>
                  <a:pt x="1747598" y="151489"/>
                </a:lnTo>
                <a:lnTo>
                  <a:pt x="1747774" y="150927"/>
                </a:lnTo>
                <a:lnTo>
                  <a:pt x="1747959" y="150355"/>
                </a:lnTo>
                <a:lnTo>
                  <a:pt x="1748152" y="149772"/>
                </a:lnTo>
                <a:lnTo>
                  <a:pt x="1748354" y="149178"/>
                </a:lnTo>
                <a:lnTo>
                  <a:pt x="1748376" y="149091"/>
                </a:lnTo>
                <a:lnTo>
                  <a:pt x="1748401" y="148994"/>
                </a:lnTo>
                <a:lnTo>
                  <a:pt x="1748428" y="148889"/>
                </a:lnTo>
                <a:lnTo>
                  <a:pt x="1748457" y="148774"/>
                </a:lnTo>
                <a:lnTo>
                  <a:pt x="1748490" y="148651"/>
                </a:lnTo>
                <a:lnTo>
                  <a:pt x="1748524" y="148518"/>
                </a:lnTo>
                <a:lnTo>
                  <a:pt x="1748562" y="148377"/>
                </a:lnTo>
                <a:lnTo>
                  <a:pt x="1748602" y="148226"/>
                </a:lnTo>
                <a:lnTo>
                  <a:pt x="1748644" y="148067"/>
                </a:lnTo>
                <a:lnTo>
                  <a:pt x="1748689" y="147898"/>
                </a:lnTo>
                <a:lnTo>
                  <a:pt x="1748737" y="147720"/>
                </a:lnTo>
                <a:lnTo>
                  <a:pt x="1748787" y="147534"/>
                </a:lnTo>
                <a:lnTo>
                  <a:pt x="1748840" y="147338"/>
                </a:lnTo>
                <a:lnTo>
                  <a:pt x="1748895" y="147133"/>
                </a:lnTo>
                <a:lnTo>
                  <a:pt x="1748953" y="146919"/>
                </a:lnTo>
                <a:lnTo>
                  <a:pt x="1749014" y="146697"/>
                </a:lnTo>
                <a:lnTo>
                  <a:pt x="1749077" y="146465"/>
                </a:lnTo>
                <a:lnTo>
                  <a:pt x="1749143" y="146224"/>
                </a:lnTo>
                <a:lnTo>
                  <a:pt x="1749211" y="145974"/>
                </a:lnTo>
                <a:lnTo>
                  <a:pt x="1749282" y="145715"/>
                </a:lnTo>
                <a:lnTo>
                  <a:pt x="1749356" y="145447"/>
                </a:lnTo>
                <a:lnTo>
                  <a:pt x="1749432" y="145170"/>
                </a:lnTo>
                <a:lnTo>
                  <a:pt x="1749510" y="144884"/>
                </a:lnTo>
                <a:lnTo>
                  <a:pt x="1749591" y="144588"/>
                </a:lnTo>
                <a:lnTo>
                  <a:pt x="1749839" y="144090"/>
                </a:lnTo>
                <a:lnTo>
                  <a:pt x="1749963" y="143595"/>
                </a:lnTo>
                <a:lnTo>
                  <a:pt x="1772233" y="61863"/>
                </a:lnTo>
                <a:lnTo>
                  <a:pt x="1771491" y="61368"/>
                </a:lnTo>
                <a:lnTo>
                  <a:pt x="1769079" y="61814"/>
                </a:lnTo>
                <a:lnTo>
                  <a:pt x="1766729" y="62244"/>
                </a:lnTo>
                <a:lnTo>
                  <a:pt x="1764442" y="62658"/>
                </a:lnTo>
                <a:lnTo>
                  <a:pt x="1762218" y="63056"/>
                </a:lnTo>
                <a:lnTo>
                  <a:pt x="1760057" y="63439"/>
                </a:lnTo>
                <a:lnTo>
                  <a:pt x="1757958" y="63805"/>
                </a:lnTo>
                <a:lnTo>
                  <a:pt x="1755922" y="64156"/>
                </a:lnTo>
                <a:lnTo>
                  <a:pt x="1753949" y="64491"/>
                </a:lnTo>
                <a:lnTo>
                  <a:pt x="1752039" y="64809"/>
                </a:lnTo>
                <a:lnTo>
                  <a:pt x="1750191" y="65112"/>
                </a:lnTo>
                <a:lnTo>
                  <a:pt x="1748406" y="65399"/>
                </a:lnTo>
                <a:lnTo>
                  <a:pt x="1746684" y="65670"/>
                </a:lnTo>
                <a:lnTo>
                  <a:pt x="1745024" y="65925"/>
                </a:lnTo>
                <a:lnTo>
                  <a:pt x="1743428" y="66164"/>
                </a:lnTo>
                <a:lnTo>
                  <a:pt x="1741893" y="66388"/>
                </a:lnTo>
                <a:lnTo>
                  <a:pt x="1740422" y="66595"/>
                </a:lnTo>
                <a:lnTo>
                  <a:pt x="1739013" y="66787"/>
                </a:lnTo>
                <a:lnTo>
                  <a:pt x="1737667" y="66962"/>
                </a:lnTo>
                <a:lnTo>
                  <a:pt x="1736384" y="67122"/>
                </a:lnTo>
                <a:lnTo>
                  <a:pt x="1735164" y="67266"/>
                </a:lnTo>
                <a:lnTo>
                  <a:pt x="1734006" y="67393"/>
                </a:lnTo>
                <a:lnTo>
                  <a:pt x="1732911" y="67505"/>
                </a:lnTo>
                <a:lnTo>
                  <a:pt x="1731879" y="67601"/>
                </a:lnTo>
                <a:lnTo>
                  <a:pt x="1730909" y="67682"/>
                </a:lnTo>
                <a:lnTo>
                  <a:pt x="1730909" y="71768"/>
                </a:lnTo>
                <a:lnTo>
                  <a:pt x="1731922" y="71782"/>
                </a:lnTo>
                <a:lnTo>
                  <a:pt x="1732900" y="71802"/>
                </a:lnTo>
                <a:lnTo>
                  <a:pt x="1733842" y="71828"/>
                </a:lnTo>
                <a:lnTo>
                  <a:pt x="1734748" y="71861"/>
                </a:lnTo>
                <a:lnTo>
                  <a:pt x="1735618" y="71901"/>
                </a:lnTo>
                <a:lnTo>
                  <a:pt x="1736453" y="71946"/>
                </a:lnTo>
                <a:lnTo>
                  <a:pt x="1737253" y="71999"/>
                </a:lnTo>
                <a:lnTo>
                  <a:pt x="1738016" y="72058"/>
                </a:lnTo>
                <a:lnTo>
                  <a:pt x="1738744" y="72123"/>
                </a:lnTo>
                <a:lnTo>
                  <a:pt x="1739437" y="72194"/>
                </a:lnTo>
                <a:lnTo>
                  <a:pt x="1740093" y="72272"/>
                </a:lnTo>
                <a:lnTo>
                  <a:pt x="1740714" y="72357"/>
                </a:lnTo>
                <a:lnTo>
                  <a:pt x="1741299" y="72448"/>
                </a:lnTo>
                <a:lnTo>
                  <a:pt x="1741849" y="72546"/>
                </a:lnTo>
                <a:lnTo>
                  <a:pt x="1742363" y="72650"/>
                </a:lnTo>
                <a:lnTo>
                  <a:pt x="1742842" y="72760"/>
                </a:lnTo>
                <a:lnTo>
                  <a:pt x="1743284" y="72877"/>
                </a:lnTo>
                <a:lnTo>
                  <a:pt x="1743691" y="73000"/>
                </a:lnTo>
                <a:lnTo>
                  <a:pt x="1744063" y="73130"/>
                </a:lnTo>
                <a:lnTo>
                  <a:pt x="1744398" y="73266"/>
                </a:lnTo>
                <a:lnTo>
                  <a:pt x="1744698" y="73409"/>
                </a:lnTo>
                <a:lnTo>
                  <a:pt x="1744963" y="73558"/>
                </a:lnTo>
                <a:lnTo>
                  <a:pt x="1745192" y="73714"/>
                </a:lnTo>
                <a:lnTo>
                  <a:pt x="1745385" y="73876"/>
                </a:lnTo>
                <a:lnTo>
                  <a:pt x="1745506" y="73982"/>
                </a:lnTo>
                <a:lnTo>
                  <a:pt x="1745622" y="74093"/>
                </a:lnTo>
                <a:lnTo>
                  <a:pt x="1745733" y="74209"/>
                </a:lnTo>
                <a:lnTo>
                  <a:pt x="1745838" y="74331"/>
                </a:lnTo>
                <a:lnTo>
                  <a:pt x="1745939" y="74457"/>
                </a:lnTo>
                <a:lnTo>
                  <a:pt x="1746034" y="74589"/>
                </a:lnTo>
                <a:lnTo>
                  <a:pt x="1746125" y="74726"/>
                </a:lnTo>
                <a:lnTo>
                  <a:pt x="1746210" y="74868"/>
                </a:lnTo>
                <a:lnTo>
                  <a:pt x="1746290" y="75016"/>
                </a:lnTo>
                <a:lnTo>
                  <a:pt x="1746364" y="75168"/>
                </a:lnTo>
                <a:lnTo>
                  <a:pt x="1746434" y="75326"/>
                </a:lnTo>
                <a:lnTo>
                  <a:pt x="1746498" y="75489"/>
                </a:lnTo>
                <a:lnTo>
                  <a:pt x="1746558" y="75657"/>
                </a:lnTo>
                <a:lnTo>
                  <a:pt x="1746612" y="75830"/>
                </a:lnTo>
                <a:lnTo>
                  <a:pt x="1746661" y="76008"/>
                </a:lnTo>
                <a:lnTo>
                  <a:pt x="1746705" y="76192"/>
                </a:lnTo>
                <a:lnTo>
                  <a:pt x="1746743" y="76381"/>
                </a:lnTo>
                <a:lnTo>
                  <a:pt x="1746777" y="76575"/>
                </a:lnTo>
                <a:lnTo>
                  <a:pt x="1746805" y="76774"/>
                </a:lnTo>
                <a:lnTo>
                  <a:pt x="1746828" y="76978"/>
                </a:lnTo>
                <a:lnTo>
                  <a:pt x="1746846" y="77187"/>
                </a:lnTo>
                <a:lnTo>
                  <a:pt x="1746859" y="77402"/>
                </a:lnTo>
                <a:lnTo>
                  <a:pt x="1746867" y="77622"/>
                </a:lnTo>
                <a:lnTo>
                  <a:pt x="1746869" y="77846"/>
                </a:lnTo>
                <a:lnTo>
                  <a:pt x="1746866" y="78123"/>
                </a:lnTo>
                <a:lnTo>
                  <a:pt x="1746854" y="78417"/>
                </a:lnTo>
                <a:lnTo>
                  <a:pt x="1746835" y="78726"/>
                </a:lnTo>
                <a:lnTo>
                  <a:pt x="1746808" y="79052"/>
                </a:lnTo>
                <a:lnTo>
                  <a:pt x="1746773" y="79394"/>
                </a:lnTo>
                <a:lnTo>
                  <a:pt x="1746730" y="79753"/>
                </a:lnTo>
                <a:lnTo>
                  <a:pt x="1746680" y="80128"/>
                </a:lnTo>
                <a:lnTo>
                  <a:pt x="1746622" y="80519"/>
                </a:lnTo>
                <a:lnTo>
                  <a:pt x="1746556" y="80927"/>
                </a:lnTo>
                <a:lnTo>
                  <a:pt x="1746483" y="81351"/>
                </a:lnTo>
                <a:lnTo>
                  <a:pt x="1746402" y="81792"/>
                </a:lnTo>
                <a:lnTo>
                  <a:pt x="1746313" y="82248"/>
                </a:lnTo>
                <a:lnTo>
                  <a:pt x="1746216" y="82721"/>
                </a:lnTo>
                <a:lnTo>
                  <a:pt x="1746112" y="83211"/>
                </a:lnTo>
                <a:lnTo>
                  <a:pt x="1746000" y="83717"/>
                </a:lnTo>
                <a:lnTo>
                  <a:pt x="1745880" y="84239"/>
                </a:lnTo>
                <a:lnTo>
                  <a:pt x="1745752" y="84777"/>
                </a:lnTo>
                <a:lnTo>
                  <a:pt x="1745617" y="85332"/>
                </a:lnTo>
                <a:lnTo>
                  <a:pt x="1745474" y="85903"/>
                </a:lnTo>
                <a:lnTo>
                  <a:pt x="1745323" y="86491"/>
                </a:lnTo>
                <a:lnTo>
                  <a:pt x="1745164" y="87095"/>
                </a:lnTo>
                <a:lnTo>
                  <a:pt x="1744998" y="87715"/>
                </a:lnTo>
                <a:lnTo>
                  <a:pt x="1744824" y="88352"/>
                </a:lnTo>
                <a:lnTo>
                  <a:pt x="1744642" y="89005"/>
                </a:lnTo>
                <a:lnTo>
                  <a:pt x="1732517" y="133898"/>
                </a:lnTo>
                <a:lnTo>
                  <a:pt x="1732053" y="135610"/>
                </a:lnTo>
                <a:lnTo>
                  <a:pt x="1731608" y="137273"/>
                </a:lnTo>
                <a:lnTo>
                  <a:pt x="1731183" y="138889"/>
                </a:lnTo>
                <a:lnTo>
                  <a:pt x="1730778" y="140456"/>
                </a:lnTo>
                <a:lnTo>
                  <a:pt x="1730393" y="141975"/>
                </a:lnTo>
                <a:lnTo>
                  <a:pt x="1730027" y="143446"/>
                </a:lnTo>
                <a:lnTo>
                  <a:pt x="1729682" y="144868"/>
                </a:lnTo>
                <a:lnTo>
                  <a:pt x="1729355" y="146243"/>
                </a:lnTo>
                <a:lnTo>
                  <a:pt x="1729049" y="147569"/>
                </a:lnTo>
                <a:lnTo>
                  <a:pt x="1728763" y="148847"/>
                </a:lnTo>
                <a:lnTo>
                  <a:pt x="1728496" y="150077"/>
                </a:lnTo>
                <a:lnTo>
                  <a:pt x="1728249" y="151258"/>
                </a:lnTo>
                <a:lnTo>
                  <a:pt x="1728022" y="152391"/>
                </a:lnTo>
                <a:lnTo>
                  <a:pt x="1727814" y="153476"/>
                </a:lnTo>
                <a:lnTo>
                  <a:pt x="1727626" y="154513"/>
                </a:lnTo>
                <a:lnTo>
                  <a:pt x="1727458" y="155502"/>
                </a:lnTo>
                <a:lnTo>
                  <a:pt x="1727310" y="156442"/>
                </a:lnTo>
                <a:lnTo>
                  <a:pt x="1727182" y="157334"/>
                </a:lnTo>
                <a:lnTo>
                  <a:pt x="1727073" y="158178"/>
                </a:lnTo>
                <a:lnTo>
                  <a:pt x="1726984" y="158974"/>
                </a:lnTo>
                <a:lnTo>
                  <a:pt x="1726915" y="159721"/>
                </a:lnTo>
                <a:lnTo>
                  <a:pt x="1726866" y="160420"/>
                </a:lnTo>
                <a:lnTo>
                  <a:pt x="1726836" y="161071"/>
                </a:lnTo>
                <a:lnTo>
                  <a:pt x="1726826" y="161674"/>
                </a:lnTo>
                <a:lnTo>
                  <a:pt x="1726846" y="162858"/>
                </a:lnTo>
                <a:lnTo>
                  <a:pt x="1726907" y="163992"/>
                </a:lnTo>
                <a:lnTo>
                  <a:pt x="1727008" y="165075"/>
                </a:lnTo>
                <a:lnTo>
                  <a:pt x="1727149" y="166108"/>
                </a:lnTo>
                <a:lnTo>
                  <a:pt x="1727331" y="167090"/>
                </a:lnTo>
                <a:lnTo>
                  <a:pt x="1727553" y="168023"/>
                </a:lnTo>
                <a:lnTo>
                  <a:pt x="1727815" y="168904"/>
                </a:lnTo>
                <a:lnTo>
                  <a:pt x="1728118" y="169736"/>
                </a:lnTo>
                <a:lnTo>
                  <a:pt x="1728461" y="170517"/>
                </a:lnTo>
                <a:lnTo>
                  <a:pt x="1728845" y="171247"/>
                </a:lnTo>
                <a:lnTo>
                  <a:pt x="1729269" y="171927"/>
                </a:lnTo>
                <a:lnTo>
                  <a:pt x="1729734" y="172557"/>
                </a:lnTo>
                <a:lnTo>
                  <a:pt x="1730238" y="173137"/>
                </a:lnTo>
                <a:lnTo>
                  <a:pt x="1730783" y="173666"/>
                </a:lnTo>
                <a:lnTo>
                  <a:pt x="1731369" y="174144"/>
                </a:lnTo>
                <a:lnTo>
                  <a:pt x="1731995" y="174572"/>
                </a:lnTo>
                <a:lnTo>
                  <a:pt x="1732661" y="174950"/>
                </a:lnTo>
                <a:lnTo>
                  <a:pt x="1733368" y="175278"/>
                </a:lnTo>
                <a:lnTo>
                  <a:pt x="1734115" y="175555"/>
                </a:lnTo>
                <a:lnTo>
                  <a:pt x="1734902" y="175782"/>
                </a:lnTo>
                <a:lnTo>
                  <a:pt x="1735730" y="175958"/>
                </a:lnTo>
                <a:lnTo>
                  <a:pt x="1736599" y="176084"/>
                </a:lnTo>
                <a:lnTo>
                  <a:pt x="1737507" y="176160"/>
                </a:lnTo>
                <a:lnTo>
                  <a:pt x="1738456" y="176185"/>
                </a:lnTo>
                <a:lnTo>
                  <a:pt x="1739176" y="176174"/>
                </a:lnTo>
                <a:lnTo>
                  <a:pt x="1739892" y="176142"/>
                </a:lnTo>
                <a:lnTo>
                  <a:pt x="1740604" y="176090"/>
                </a:lnTo>
                <a:lnTo>
                  <a:pt x="1741312" y="176016"/>
                </a:lnTo>
                <a:lnTo>
                  <a:pt x="1742016" y="175920"/>
                </a:lnTo>
                <a:lnTo>
                  <a:pt x="1742717" y="175804"/>
                </a:lnTo>
                <a:lnTo>
                  <a:pt x="1743414" y="175666"/>
                </a:lnTo>
                <a:lnTo>
                  <a:pt x="1744106" y="175508"/>
                </a:lnTo>
                <a:lnTo>
                  <a:pt x="1744795" y="175328"/>
                </a:lnTo>
                <a:lnTo>
                  <a:pt x="1745480" y="175127"/>
                </a:lnTo>
                <a:lnTo>
                  <a:pt x="1746161" y="174905"/>
                </a:lnTo>
                <a:lnTo>
                  <a:pt x="1746839" y="174661"/>
                </a:lnTo>
                <a:lnTo>
                  <a:pt x="1747512" y="174397"/>
                </a:lnTo>
                <a:lnTo>
                  <a:pt x="1748181" y="174111"/>
                </a:lnTo>
                <a:lnTo>
                  <a:pt x="1748847" y="173805"/>
                </a:lnTo>
                <a:lnTo>
                  <a:pt x="1749509" y="173477"/>
                </a:lnTo>
                <a:lnTo>
                  <a:pt x="1750167" y="173127"/>
                </a:lnTo>
                <a:lnTo>
                  <a:pt x="1750821" y="172757"/>
                </a:lnTo>
                <a:lnTo>
                  <a:pt x="1751471" y="172366"/>
                </a:lnTo>
                <a:lnTo>
                  <a:pt x="1752117" y="171953"/>
                </a:lnTo>
                <a:lnTo>
                  <a:pt x="1752760" y="171519"/>
                </a:lnTo>
                <a:lnTo>
                  <a:pt x="1753399" y="171065"/>
                </a:lnTo>
                <a:lnTo>
                  <a:pt x="1754033" y="170589"/>
                </a:lnTo>
                <a:lnTo>
                  <a:pt x="1754664" y="170091"/>
                </a:lnTo>
                <a:lnTo>
                  <a:pt x="1755379" y="169495"/>
                </a:lnTo>
                <a:lnTo>
                  <a:pt x="1756102" y="168867"/>
                </a:lnTo>
                <a:lnTo>
                  <a:pt x="1756833" y="168208"/>
                </a:lnTo>
                <a:lnTo>
                  <a:pt x="1757572" y="167517"/>
                </a:lnTo>
                <a:lnTo>
                  <a:pt x="1758318" y="166794"/>
                </a:lnTo>
                <a:lnTo>
                  <a:pt x="1759072" y="166040"/>
                </a:lnTo>
                <a:lnTo>
                  <a:pt x="1759834" y="165255"/>
                </a:lnTo>
                <a:lnTo>
                  <a:pt x="1760603" y="164438"/>
                </a:lnTo>
                <a:lnTo>
                  <a:pt x="1761380" y="163589"/>
                </a:lnTo>
                <a:lnTo>
                  <a:pt x="1762165" y="162709"/>
                </a:lnTo>
                <a:lnTo>
                  <a:pt x="1762958" y="161798"/>
                </a:lnTo>
                <a:lnTo>
                  <a:pt x="1763758" y="160854"/>
                </a:lnTo>
                <a:lnTo>
                  <a:pt x="1764566" y="159880"/>
                </a:lnTo>
                <a:lnTo>
                  <a:pt x="1765382" y="158874"/>
                </a:lnTo>
                <a:lnTo>
                  <a:pt x="1766205" y="157836"/>
                </a:lnTo>
                <a:lnTo>
                  <a:pt x="1767037" y="156767"/>
                </a:lnTo>
                <a:lnTo>
                  <a:pt x="1767876" y="155666"/>
                </a:lnTo>
                <a:lnTo>
                  <a:pt x="1768722" y="154534"/>
                </a:lnTo>
                <a:lnTo>
                  <a:pt x="1769577" y="153370"/>
                </a:lnTo>
                <a:lnTo>
                  <a:pt x="1770439" y="152175"/>
                </a:lnTo>
                <a:lnTo>
                  <a:pt x="1771309" y="150948"/>
                </a:lnTo>
                <a:lnTo>
                  <a:pt x="1772187" y="149690"/>
                </a:lnTo>
                <a:lnTo>
                  <a:pt x="1773072" y="148400"/>
                </a:lnTo>
                <a:lnTo>
                  <a:pt x="1773965" y="147078"/>
                </a:lnTo>
                <a:lnTo>
                  <a:pt x="1770625" y="144233"/>
                </a:lnTo>
                <a:lnTo>
                  <a:pt x="1770024" y="145052"/>
                </a:lnTo>
                <a:lnTo>
                  <a:pt x="1769438" y="145847"/>
                </a:lnTo>
                <a:lnTo>
                  <a:pt x="1768867" y="146617"/>
                </a:lnTo>
                <a:lnTo>
                  <a:pt x="1768312" y="147364"/>
                </a:lnTo>
                <a:lnTo>
                  <a:pt x="1767771" y="148086"/>
                </a:lnTo>
                <a:close/>
                <a:moveTo>
                  <a:pt x="2068782" y="148795"/>
                </a:moveTo>
                <a:lnTo>
                  <a:pt x="2067840" y="149544"/>
                </a:lnTo>
                <a:lnTo>
                  <a:pt x="2066916" y="150271"/>
                </a:lnTo>
                <a:lnTo>
                  <a:pt x="2066010" y="150978"/>
                </a:lnTo>
                <a:lnTo>
                  <a:pt x="2065121" y="151664"/>
                </a:lnTo>
                <a:lnTo>
                  <a:pt x="2064250" y="152329"/>
                </a:lnTo>
                <a:lnTo>
                  <a:pt x="2063397" y="152974"/>
                </a:lnTo>
                <a:lnTo>
                  <a:pt x="2062561" y="153597"/>
                </a:lnTo>
                <a:lnTo>
                  <a:pt x="2061743" y="154200"/>
                </a:lnTo>
                <a:lnTo>
                  <a:pt x="2060942" y="154782"/>
                </a:lnTo>
                <a:lnTo>
                  <a:pt x="2060159" y="155344"/>
                </a:lnTo>
                <a:lnTo>
                  <a:pt x="2059394" y="155884"/>
                </a:lnTo>
                <a:lnTo>
                  <a:pt x="2058646" y="156404"/>
                </a:lnTo>
                <a:lnTo>
                  <a:pt x="2057916" y="156903"/>
                </a:lnTo>
                <a:lnTo>
                  <a:pt x="2057204" y="157381"/>
                </a:lnTo>
                <a:lnTo>
                  <a:pt x="2056509" y="157839"/>
                </a:lnTo>
                <a:lnTo>
                  <a:pt x="2055832" y="158276"/>
                </a:lnTo>
                <a:lnTo>
                  <a:pt x="2055172" y="158691"/>
                </a:lnTo>
                <a:lnTo>
                  <a:pt x="2054530" y="159087"/>
                </a:lnTo>
                <a:lnTo>
                  <a:pt x="2053905" y="159461"/>
                </a:lnTo>
                <a:lnTo>
                  <a:pt x="2053299" y="159814"/>
                </a:lnTo>
                <a:lnTo>
                  <a:pt x="2052576" y="160221"/>
                </a:lnTo>
                <a:lnTo>
                  <a:pt x="2051853" y="160611"/>
                </a:lnTo>
                <a:lnTo>
                  <a:pt x="2051128" y="160983"/>
                </a:lnTo>
                <a:lnTo>
                  <a:pt x="2050401" y="161338"/>
                </a:lnTo>
                <a:lnTo>
                  <a:pt x="2049674" y="161676"/>
                </a:lnTo>
                <a:lnTo>
                  <a:pt x="2048945" y="161996"/>
                </a:lnTo>
                <a:lnTo>
                  <a:pt x="2048215" y="162300"/>
                </a:lnTo>
                <a:lnTo>
                  <a:pt x="2047484" y="162585"/>
                </a:lnTo>
                <a:lnTo>
                  <a:pt x="2046751" y="162854"/>
                </a:lnTo>
                <a:lnTo>
                  <a:pt x="2046017" y="163105"/>
                </a:lnTo>
                <a:lnTo>
                  <a:pt x="2045282" y="163339"/>
                </a:lnTo>
                <a:lnTo>
                  <a:pt x="2044545" y="163555"/>
                </a:lnTo>
                <a:lnTo>
                  <a:pt x="2043807" y="163754"/>
                </a:lnTo>
                <a:lnTo>
                  <a:pt x="2043068" y="163936"/>
                </a:lnTo>
                <a:lnTo>
                  <a:pt x="2042328" y="164101"/>
                </a:lnTo>
                <a:lnTo>
                  <a:pt x="2041586" y="164248"/>
                </a:lnTo>
                <a:lnTo>
                  <a:pt x="2040843" y="164378"/>
                </a:lnTo>
                <a:lnTo>
                  <a:pt x="2040099" y="164490"/>
                </a:lnTo>
                <a:lnTo>
                  <a:pt x="2039353" y="164586"/>
                </a:lnTo>
                <a:lnTo>
                  <a:pt x="2038606" y="164664"/>
                </a:lnTo>
                <a:lnTo>
                  <a:pt x="2037858" y="164724"/>
                </a:lnTo>
                <a:lnTo>
                  <a:pt x="2037109" y="164767"/>
                </a:lnTo>
                <a:lnTo>
                  <a:pt x="2036358" y="164793"/>
                </a:lnTo>
                <a:lnTo>
                  <a:pt x="2035606" y="164802"/>
                </a:lnTo>
                <a:lnTo>
                  <a:pt x="2034766" y="164792"/>
                </a:lnTo>
                <a:lnTo>
                  <a:pt x="2033939" y="164761"/>
                </a:lnTo>
                <a:lnTo>
                  <a:pt x="2033124" y="164709"/>
                </a:lnTo>
                <a:lnTo>
                  <a:pt x="2032320" y="164636"/>
                </a:lnTo>
                <a:lnTo>
                  <a:pt x="2031529" y="164543"/>
                </a:lnTo>
                <a:lnTo>
                  <a:pt x="2030750" y="164429"/>
                </a:lnTo>
                <a:lnTo>
                  <a:pt x="2029982" y="164295"/>
                </a:lnTo>
                <a:lnTo>
                  <a:pt x="2029227" y="164139"/>
                </a:lnTo>
                <a:lnTo>
                  <a:pt x="2028484" y="163963"/>
                </a:lnTo>
                <a:lnTo>
                  <a:pt x="2027753" y="163766"/>
                </a:lnTo>
                <a:lnTo>
                  <a:pt x="2027034" y="163549"/>
                </a:lnTo>
                <a:lnTo>
                  <a:pt x="2026327" y="163311"/>
                </a:lnTo>
                <a:lnTo>
                  <a:pt x="2025631" y="163052"/>
                </a:lnTo>
                <a:lnTo>
                  <a:pt x="2024948" y="162772"/>
                </a:lnTo>
                <a:lnTo>
                  <a:pt x="2024277" y="162472"/>
                </a:lnTo>
                <a:lnTo>
                  <a:pt x="2023618" y="162151"/>
                </a:lnTo>
                <a:lnTo>
                  <a:pt x="2022971" y="161809"/>
                </a:lnTo>
                <a:lnTo>
                  <a:pt x="2022336" y="161446"/>
                </a:lnTo>
                <a:lnTo>
                  <a:pt x="2021713" y="161063"/>
                </a:lnTo>
                <a:lnTo>
                  <a:pt x="2021103" y="160659"/>
                </a:lnTo>
                <a:lnTo>
                  <a:pt x="2020504" y="160234"/>
                </a:lnTo>
                <a:lnTo>
                  <a:pt x="2019917" y="159789"/>
                </a:lnTo>
                <a:lnTo>
                  <a:pt x="2019342" y="159323"/>
                </a:lnTo>
                <a:lnTo>
                  <a:pt x="2018779" y="158836"/>
                </a:lnTo>
                <a:lnTo>
                  <a:pt x="2018214" y="158320"/>
                </a:lnTo>
                <a:lnTo>
                  <a:pt x="2017673" y="157788"/>
                </a:lnTo>
                <a:lnTo>
                  <a:pt x="2017155" y="157238"/>
                </a:lnTo>
                <a:lnTo>
                  <a:pt x="2016662" y="156672"/>
                </a:lnTo>
                <a:lnTo>
                  <a:pt x="2016193" y="156088"/>
                </a:lnTo>
                <a:lnTo>
                  <a:pt x="2015748" y="155488"/>
                </a:lnTo>
                <a:lnTo>
                  <a:pt x="2015327" y="154871"/>
                </a:lnTo>
                <a:lnTo>
                  <a:pt x="2014930" y="154238"/>
                </a:lnTo>
                <a:lnTo>
                  <a:pt x="2014557" y="153587"/>
                </a:lnTo>
                <a:lnTo>
                  <a:pt x="2014208" y="152920"/>
                </a:lnTo>
                <a:lnTo>
                  <a:pt x="2013884" y="152236"/>
                </a:lnTo>
                <a:lnTo>
                  <a:pt x="2013583" y="151534"/>
                </a:lnTo>
                <a:lnTo>
                  <a:pt x="2013306" y="150817"/>
                </a:lnTo>
                <a:lnTo>
                  <a:pt x="2013054" y="150082"/>
                </a:lnTo>
                <a:lnTo>
                  <a:pt x="2012825" y="149330"/>
                </a:lnTo>
                <a:lnTo>
                  <a:pt x="2012621" y="148562"/>
                </a:lnTo>
                <a:lnTo>
                  <a:pt x="2012440" y="147777"/>
                </a:lnTo>
                <a:lnTo>
                  <a:pt x="2012284" y="146975"/>
                </a:lnTo>
                <a:lnTo>
                  <a:pt x="2012151" y="146156"/>
                </a:lnTo>
                <a:lnTo>
                  <a:pt x="2012043" y="145320"/>
                </a:lnTo>
                <a:lnTo>
                  <a:pt x="2011959" y="144467"/>
                </a:lnTo>
                <a:lnTo>
                  <a:pt x="2011899" y="143598"/>
                </a:lnTo>
                <a:lnTo>
                  <a:pt x="2011863" y="142712"/>
                </a:lnTo>
                <a:lnTo>
                  <a:pt x="2011851" y="141808"/>
                </a:lnTo>
                <a:lnTo>
                  <a:pt x="2011855" y="141364"/>
                </a:lnTo>
                <a:lnTo>
                  <a:pt x="2011869" y="140901"/>
                </a:lnTo>
                <a:lnTo>
                  <a:pt x="2011891" y="140420"/>
                </a:lnTo>
                <a:lnTo>
                  <a:pt x="2011923" y="139920"/>
                </a:lnTo>
                <a:lnTo>
                  <a:pt x="2011963" y="139402"/>
                </a:lnTo>
                <a:lnTo>
                  <a:pt x="2012013" y="138864"/>
                </a:lnTo>
                <a:lnTo>
                  <a:pt x="2012072" y="138309"/>
                </a:lnTo>
                <a:lnTo>
                  <a:pt x="2012139" y="137735"/>
                </a:lnTo>
                <a:lnTo>
                  <a:pt x="2012216" y="137142"/>
                </a:lnTo>
                <a:lnTo>
                  <a:pt x="2012302" y="136530"/>
                </a:lnTo>
                <a:lnTo>
                  <a:pt x="2012396" y="135901"/>
                </a:lnTo>
                <a:lnTo>
                  <a:pt x="2012500" y="135252"/>
                </a:lnTo>
                <a:lnTo>
                  <a:pt x="2012613" y="134585"/>
                </a:lnTo>
                <a:lnTo>
                  <a:pt x="2012735" y="133899"/>
                </a:lnTo>
                <a:lnTo>
                  <a:pt x="2012866" y="133195"/>
                </a:lnTo>
                <a:lnTo>
                  <a:pt x="2013005" y="132472"/>
                </a:lnTo>
                <a:lnTo>
                  <a:pt x="2013154" y="131731"/>
                </a:lnTo>
                <a:lnTo>
                  <a:pt x="2013312" y="130971"/>
                </a:lnTo>
                <a:lnTo>
                  <a:pt x="2013479" y="130193"/>
                </a:lnTo>
                <a:lnTo>
                  <a:pt x="2013655" y="129396"/>
                </a:lnTo>
                <a:lnTo>
                  <a:pt x="2013840" y="128580"/>
                </a:lnTo>
                <a:lnTo>
                  <a:pt x="2014034" y="127746"/>
                </a:lnTo>
                <a:lnTo>
                  <a:pt x="2014237" y="126893"/>
                </a:lnTo>
                <a:lnTo>
                  <a:pt x="2014449" y="126022"/>
                </a:lnTo>
                <a:lnTo>
                  <a:pt x="2021501" y="125032"/>
                </a:lnTo>
                <a:lnTo>
                  <a:pt x="2023309" y="124764"/>
                </a:lnTo>
                <a:lnTo>
                  <a:pt x="2025104" y="124473"/>
                </a:lnTo>
                <a:lnTo>
                  <a:pt x="2026885" y="124159"/>
                </a:lnTo>
                <a:lnTo>
                  <a:pt x="2028653" y="123824"/>
                </a:lnTo>
                <a:lnTo>
                  <a:pt x="2030408" y="123466"/>
                </a:lnTo>
                <a:lnTo>
                  <a:pt x="2032149" y="123086"/>
                </a:lnTo>
                <a:lnTo>
                  <a:pt x="2033877" y="122683"/>
                </a:lnTo>
                <a:lnTo>
                  <a:pt x="2035592" y="122258"/>
                </a:lnTo>
                <a:lnTo>
                  <a:pt x="2037294" y="121811"/>
                </a:lnTo>
                <a:lnTo>
                  <a:pt x="2038982" y="121341"/>
                </a:lnTo>
                <a:lnTo>
                  <a:pt x="2040657" y="120850"/>
                </a:lnTo>
                <a:lnTo>
                  <a:pt x="2042318" y="120335"/>
                </a:lnTo>
                <a:lnTo>
                  <a:pt x="2043966" y="119799"/>
                </a:lnTo>
                <a:lnTo>
                  <a:pt x="2045601" y="119240"/>
                </a:lnTo>
                <a:lnTo>
                  <a:pt x="2047223" y="118659"/>
                </a:lnTo>
                <a:lnTo>
                  <a:pt x="2048831" y="118055"/>
                </a:lnTo>
                <a:lnTo>
                  <a:pt x="2050426" y="117430"/>
                </a:lnTo>
                <a:lnTo>
                  <a:pt x="2052007" y="116781"/>
                </a:lnTo>
                <a:lnTo>
                  <a:pt x="2053576" y="116111"/>
                </a:lnTo>
                <a:lnTo>
                  <a:pt x="2055130" y="115418"/>
                </a:lnTo>
                <a:lnTo>
                  <a:pt x="2056672" y="114703"/>
                </a:lnTo>
                <a:lnTo>
                  <a:pt x="2058200" y="113966"/>
                </a:lnTo>
                <a:lnTo>
                  <a:pt x="2059715" y="113206"/>
                </a:lnTo>
                <a:lnTo>
                  <a:pt x="2061217" y="112424"/>
                </a:lnTo>
                <a:lnTo>
                  <a:pt x="2061997" y="112006"/>
                </a:lnTo>
                <a:lnTo>
                  <a:pt x="2062769" y="111577"/>
                </a:lnTo>
                <a:lnTo>
                  <a:pt x="2063533" y="111137"/>
                </a:lnTo>
                <a:lnTo>
                  <a:pt x="2064290" y="110686"/>
                </a:lnTo>
                <a:lnTo>
                  <a:pt x="2065038" y="110224"/>
                </a:lnTo>
                <a:lnTo>
                  <a:pt x="2065779" y="109750"/>
                </a:lnTo>
                <a:lnTo>
                  <a:pt x="2066513" y="109266"/>
                </a:lnTo>
                <a:lnTo>
                  <a:pt x="2067238" y="108770"/>
                </a:lnTo>
                <a:lnTo>
                  <a:pt x="2067956" y="108263"/>
                </a:lnTo>
                <a:lnTo>
                  <a:pt x="2068666" y="107745"/>
                </a:lnTo>
                <a:lnTo>
                  <a:pt x="2069369" y="107216"/>
                </a:lnTo>
                <a:lnTo>
                  <a:pt x="2070063" y="106675"/>
                </a:lnTo>
                <a:lnTo>
                  <a:pt x="2070750" y="106124"/>
                </a:lnTo>
                <a:lnTo>
                  <a:pt x="2071430" y="105561"/>
                </a:lnTo>
                <a:lnTo>
                  <a:pt x="2072101" y="104987"/>
                </a:lnTo>
                <a:lnTo>
                  <a:pt x="2072765" y="104402"/>
                </a:lnTo>
                <a:lnTo>
                  <a:pt x="2073421" y="103806"/>
                </a:lnTo>
                <a:lnTo>
                  <a:pt x="2074069" y="103199"/>
                </a:lnTo>
                <a:lnTo>
                  <a:pt x="2074710" y="102580"/>
                </a:lnTo>
                <a:lnTo>
                  <a:pt x="2075342" y="101951"/>
                </a:lnTo>
                <a:lnTo>
                  <a:pt x="2075967" y="101310"/>
                </a:lnTo>
                <a:lnTo>
                  <a:pt x="2076585" y="100658"/>
                </a:lnTo>
                <a:lnTo>
                  <a:pt x="2077194" y="99995"/>
                </a:lnTo>
                <a:lnTo>
                  <a:pt x="2077796" y="99320"/>
                </a:lnTo>
                <a:lnTo>
                  <a:pt x="2078493" y="98495"/>
                </a:lnTo>
                <a:lnTo>
                  <a:pt x="2079160" y="97666"/>
                </a:lnTo>
                <a:lnTo>
                  <a:pt x="2079797" y="96834"/>
                </a:lnTo>
                <a:lnTo>
                  <a:pt x="2080405" y="96000"/>
                </a:lnTo>
                <a:lnTo>
                  <a:pt x="2080983" y="95162"/>
                </a:lnTo>
                <a:lnTo>
                  <a:pt x="2081531" y="94321"/>
                </a:lnTo>
                <a:lnTo>
                  <a:pt x="2082050" y="93477"/>
                </a:lnTo>
                <a:lnTo>
                  <a:pt x="2082539" y="92631"/>
                </a:lnTo>
                <a:lnTo>
                  <a:pt x="2082999" y="91781"/>
                </a:lnTo>
                <a:lnTo>
                  <a:pt x="2083428" y="90928"/>
                </a:lnTo>
                <a:lnTo>
                  <a:pt x="2083829" y="90072"/>
                </a:lnTo>
                <a:lnTo>
                  <a:pt x="2084199" y="89214"/>
                </a:lnTo>
                <a:lnTo>
                  <a:pt x="2084540" y="88352"/>
                </a:lnTo>
                <a:lnTo>
                  <a:pt x="2084851" y="87487"/>
                </a:lnTo>
                <a:lnTo>
                  <a:pt x="2085133" y="86619"/>
                </a:lnTo>
                <a:lnTo>
                  <a:pt x="2085385" y="85748"/>
                </a:lnTo>
                <a:lnTo>
                  <a:pt x="2085607" y="84875"/>
                </a:lnTo>
                <a:lnTo>
                  <a:pt x="2085800" y="83998"/>
                </a:lnTo>
                <a:lnTo>
                  <a:pt x="2085963" y="83118"/>
                </a:lnTo>
                <a:lnTo>
                  <a:pt x="2086096" y="82235"/>
                </a:lnTo>
                <a:lnTo>
                  <a:pt x="2086200" y="81349"/>
                </a:lnTo>
                <a:lnTo>
                  <a:pt x="2086274" y="80461"/>
                </a:lnTo>
                <a:lnTo>
                  <a:pt x="2086318" y="79569"/>
                </a:lnTo>
                <a:lnTo>
                  <a:pt x="2086333" y="78674"/>
                </a:lnTo>
                <a:lnTo>
                  <a:pt x="2086326" y="78061"/>
                </a:lnTo>
                <a:lnTo>
                  <a:pt x="2086302" y="77458"/>
                </a:lnTo>
                <a:lnTo>
                  <a:pt x="2086264" y="76866"/>
                </a:lnTo>
                <a:lnTo>
                  <a:pt x="2086210" y="76284"/>
                </a:lnTo>
                <a:lnTo>
                  <a:pt x="2086140" y="75713"/>
                </a:lnTo>
                <a:lnTo>
                  <a:pt x="2086055" y="75151"/>
                </a:lnTo>
                <a:lnTo>
                  <a:pt x="2085954" y="74600"/>
                </a:lnTo>
                <a:lnTo>
                  <a:pt x="2085838" y="74059"/>
                </a:lnTo>
                <a:lnTo>
                  <a:pt x="2085707" y="73529"/>
                </a:lnTo>
                <a:lnTo>
                  <a:pt x="2085560" y="73009"/>
                </a:lnTo>
                <a:lnTo>
                  <a:pt x="2085398" y="72499"/>
                </a:lnTo>
                <a:lnTo>
                  <a:pt x="2085220" y="71999"/>
                </a:lnTo>
                <a:lnTo>
                  <a:pt x="2085026" y="71510"/>
                </a:lnTo>
                <a:lnTo>
                  <a:pt x="2084818" y="71031"/>
                </a:lnTo>
                <a:lnTo>
                  <a:pt x="2084593" y="70562"/>
                </a:lnTo>
                <a:lnTo>
                  <a:pt x="2084354" y="70104"/>
                </a:lnTo>
                <a:lnTo>
                  <a:pt x="2084099" y="69656"/>
                </a:lnTo>
                <a:lnTo>
                  <a:pt x="2083828" y="69218"/>
                </a:lnTo>
                <a:lnTo>
                  <a:pt x="2083542" y="68791"/>
                </a:lnTo>
                <a:lnTo>
                  <a:pt x="2083240" y="68374"/>
                </a:lnTo>
                <a:lnTo>
                  <a:pt x="2082923" y="67967"/>
                </a:lnTo>
                <a:lnTo>
                  <a:pt x="2082591" y="67570"/>
                </a:lnTo>
                <a:lnTo>
                  <a:pt x="2082243" y="67184"/>
                </a:lnTo>
                <a:lnTo>
                  <a:pt x="2081879" y="66808"/>
                </a:lnTo>
                <a:lnTo>
                  <a:pt x="2081407" y="66364"/>
                </a:lnTo>
                <a:lnTo>
                  <a:pt x="2080919" y="65939"/>
                </a:lnTo>
                <a:lnTo>
                  <a:pt x="2080416" y="65533"/>
                </a:lnTo>
                <a:lnTo>
                  <a:pt x="2079896" y="65146"/>
                </a:lnTo>
                <a:lnTo>
                  <a:pt x="2079361" y="64777"/>
                </a:lnTo>
                <a:lnTo>
                  <a:pt x="2078809" y="64428"/>
                </a:lnTo>
                <a:lnTo>
                  <a:pt x="2078242" y="64097"/>
                </a:lnTo>
                <a:lnTo>
                  <a:pt x="2077659" y="63786"/>
                </a:lnTo>
                <a:lnTo>
                  <a:pt x="2077060" y="63493"/>
                </a:lnTo>
                <a:lnTo>
                  <a:pt x="2076445" y="63219"/>
                </a:lnTo>
                <a:lnTo>
                  <a:pt x="2075814" y="62964"/>
                </a:lnTo>
                <a:lnTo>
                  <a:pt x="2075167" y="62728"/>
                </a:lnTo>
                <a:lnTo>
                  <a:pt x="2074504" y="62511"/>
                </a:lnTo>
                <a:lnTo>
                  <a:pt x="2073826" y="62312"/>
                </a:lnTo>
                <a:lnTo>
                  <a:pt x="2073131" y="62133"/>
                </a:lnTo>
                <a:lnTo>
                  <a:pt x="2072421" y="61972"/>
                </a:lnTo>
                <a:lnTo>
                  <a:pt x="2071695" y="61831"/>
                </a:lnTo>
                <a:lnTo>
                  <a:pt x="2070953" y="61708"/>
                </a:lnTo>
                <a:lnTo>
                  <a:pt x="2070195" y="61604"/>
                </a:lnTo>
                <a:lnTo>
                  <a:pt x="2069421" y="61519"/>
                </a:lnTo>
                <a:lnTo>
                  <a:pt x="2068631" y="61453"/>
                </a:lnTo>
                <a:lnTo>
                  <a:pt x="2067825" y="61406"/>
                </a:lnTo>
                <a:lnTo>
                  <a:pt x="2067004" y="61377"/>
                </a:lnTo>
                <a:lnTo>
                  <a:pt x="2066166" y="61368"/>
                </a:lnTo>
                <a:lnTo>
                  <a:pt x="2065042" y="61380"/>
                </a:lnTo>
                <a:lnTo>
                  <a:pt x="2063918" y="61417"/>
                </a:lnTo>
                <a:lnTo>
                  <a:pt x="2062793" y="61478"/>
                </a:lnTo>
                <a:lnTo>
                  <a:pt x="2061667" y="61564"/>
                </a:lnTo>
                <a:lnTo>
                  <a:pt x="2060542" y="61674"/>
                </a:lnTo>
                <a:lnTo>
                  <a:pt x="2059415" y="61809"/>
                </a:lnTo>
                <a:lnTo>
                  <a:pt x="2058289" y="61968"/>
                </a:lnTo>
                <a:lnTo>
                  <a:pt x="2057162" y="62152"/>
                </a:lnTo>
                <a:lnTo>
                  <a:pt x="2056034" y="62361"/>
                </a:lnTo>
                <a:lnTo>
                  <a:pt x="2054906" y="62593"/>
                </a:lnTo>
                <a:lnTo>
                  <a:pt x="2053778" y="62851"/>
                </a:lnTo>
                <a:lnTo>
                  <a:pt x="2052649" y="63133"/>
                </a:lnTo>
                <a:lnTo>
                  <a:pt x="2051520" y="63439"/>
                </a:lnTo>
                <a:lnTo>
                  <a:pt x="2050390" y="63770"/>
                </a:lnTo>
                <a:lnTo>
                  <a:pt x="2049260" y="64126"/>
                </a:lnTo>
                <a:lnTo>
                  <a:pt x="2048130" y="64506"/>
                </a:lnTo>
                <a:lnTo>
                  <a:pt x="2046999" y="64910"/>
                </a:lnTo>
                <a:lnTo>
                  <a:pt x="2045867" y="65339"/>
                </a:lnTo>
                <a:lnTo>
                  <a:pt x="2044736" y="65793"/>
                </a:lnTo>
                <a:lnTo>
                  <a:pt x="2043603" y="66271"/>
                </a:lnTo>
                <a:lnTo>
                  <a:pt x="2042471" y="66773"/>
                </a:lnTo>
                <a:lnTo>
                  <a:pt x="2041338" y="67300"/>
                </a:lnTo>
                <a:lnTo>
                  <a:pt x="2040204" y="67852"/>
                </a:lnTo>
                <a:lnTo>
                  <a:pt x="2039070" y="68428"/>
                </a:lnTo>
                <a:lnTo>
                  <a:pt x="2036865" y="69618"/>
                </a:lnTo>
                <a:lnTo>
                  <a:pt x="2034702" y="70856"/>
                </a:lnTo>
                <a:lnTo>
                  <a:pt x="2032582" y="72142"/>
                </a:lnTo>
                <a:lnTo>
                  <a:pt x="2030506" y="73475"/>
                </a:lnTo>
                <a:lnTo>
                  <a:pt x="2028472" y="74856"/>
                </a:lnTo>
                <a:lnTo>
                  <a:pt x="2026481" y="76285"/>
                </a:lnTo>
                <a:lnTo>
                  <a:pt x="2024533" y="77762"/>
                </a:lnTo>
                <a:lnTo>
                  <a:pt x="2022629" y="79286"/>
                </a:lnTo>
                <a:lnTo>
                  <a:pt x="2020767" y="80859"/>
                </a:lnTo>
                <a:lnTo>
                  <a:pt x="2018948" y="82478"/>
                </a:lnTo>
                <a:lnTo>
                  <a:pt x="2017172" y="84146"/>
                </a:lnTo>
                <a:lnTo>
                  <a:pt x="2015439" y="85861"/>
                </a:lnTo>
                <a:lnTo>
                  <a:pt x="2013749" y="87625"/>
                </a:lnTo>
                <a:lnTo>
                  <a:pt x="2012102" y="89435"/>
                </a:lnTo>
                <a:lnTo>
                  <a:pt x="2010497" y="91294"/>
                </a:lnTo>
                <a:lnTo>
                  <a:pt x="2008936" y="93200"/>
                </a:lnTo>
                <a:lnTo>
                  <a:pt x="2007418" y="95154"/>
                </a:lnTo>
                <a:lnTo>
                  <a:pt x="2005943" y="97156"/>
                </a:lnTo>
                <a:lnTo>
                  <a:pt x="2004511" y="99206"/>
                </a:lnTo>
                <a:lnTo>
                  <a:pt x="2003121" y="101303"/>
                </a:lnTo>
                <a:lnTo>
                  <a:pt x="2001775" y="103448"/>
                </a:lnTo>
                <a:lnTo>
                  <a:pt x="2000471" y="105641"/>
                </a:lnTo>
                <a:lnTo>
                  <a:pt x="1999211" y="107881"/>
                </a:lnTo>
                <a:lnTo>
                  <a:pt x="1997993" y="110170"/>
                </a:lnTo>
                <a:lnTo>
                  <a:pt x="1997327" y="111470"/>
                </a:lnTo>
                <a:lnTo>
                  <a:pt x="1996689" y="112770"/>
                </a:lnTo>
                <a:lnTo>
                  <a:pt x="1996080" y="114071"/>
                </a:lnTo>
                <a:lnTo>
                  <a:pt x="1995498" y="115371"/>
                </a:lnTo>
                <a:lnTo>
                  <a:pt x="1994945" y="116672"/>
                </a:lnTo>
                <a:lnTo>
                  <a:pt x="1994421" y="117972"/>
                </a:lnTo>
                <a:lnTo>
                  <a:pt x="1993925" y="119272"/>
                </a:lnTo>
                <a:lnTo>
                  <a:pt x="1993457" y="120573"/>
                </a:lnTo>
                <a:lnTo>
                  <a:pt x="1993017" y="121873"/>
                </a:lnTo>
                <a:lnTo>
                  <a:pt x="1992606" y="123174"/>
                </a:lnTo>
                <a:lnTo>
                  <a:pt x="1992223" y="124474"/>
                </a:lnTo>
                <a:lnTo>
                  <a:pt x="1991869" y="125774"/>
                </a:lnTo>
                <a:lnTo>
                  <a:pt x="1991543" y="127075"/>
                </a:lnTo>
                <a:lnTo>
                  <a:pt x="1991245" y="128375"/>
                </a:lnTo>
                <a:lnTo>
                  <a:pt x="1990976" y="129676"/>
                </a:lnTo>
                <a:lnTo>
                  <a:pt x="1990735" y="130976"/>
                </a:lnTo>
                <a:lnTo>
                  <a:pt x="1990522" y="132276"/>
                </a:lnTo>
                <a:lnTo>
                  <a:pt x="1990338" y="133577"/>
                </a:lnTo>
                <a:lnTo>
                  <a:pt x="1990182" y="134877"/>
                </a:lnTo>
                <a:lnTo>
                  <a:pt x="1990054" y="136178"/>
                </a:lnTo>
                <a:lnTo>
                  <a:pt x="1989955" y="137478"/>
                </a:lnTo>
                <a:lnTo>
                  <a:pt x="1989884" y="138779"/>
                </a:lnTo>
                <a:lnTo>
                  <a:pt x="1989842" y="140079"/>
                </a:lnTo>
                <a:lnTo>
                  <a:pt x="1989828" y="141379"/>
                </a:lnTo>
                <a:lnTo>
                  <a:pt x="1989843" y="142599"/>
                </a:lnTo>
                <a:lnTo>
                  <a:pt x="1989888" y="143801"/>
                </a:lnTo>
                <a:lnTo>
                  <a:pt x="1989963" y="144985"/>
                </a:lnTo>
                <a:lnTo>
                  <a:pt x="1990068" y="146151"/>
                </a:lnTo>
                <a:lnTo>
                  <a:pt x="1990203" y="147300"/>
                </a:lnTo>
                <a:lnTo>
                  <a:pt x="1990369" y="148431"/>
                </a:lnTo>
                <a:lnTo>
                  <a:pt x="1990564" y="149545"/>
                </a:lnTo>
                <a:lnTo>
                  <a:pt x="1990790" y="150641"/>
                </a:lnTo>
                <a:lnTo>
                  <a:pt x="1991046" y="151720"/>
                </a:lnTo>
                <a:lnTo>
                  <a:pt x="1991331" y="152780"/>
                </a:lnTo>
                <a:lnTo>
                  <a:pt x="1991647" y="153823"/>
                </a:lnTo>
                <a:lnTo>
                  <a:pt x="1991993" y="154849"/>
                </a:lnTo>
                <a:lnTo>
                  <a:pt x="1992369" y="155857"/>
                </a:lnTo>
                <a:lnTo>
                  <a:pt x="1992775" y="156847"/>
                </a:lnTo>
                <a:lnTo>
                  <a:pt x="1993211" y="157820"/>
                </a:lnTo>
                <a:lnTo>
                  <a:pt x="1993677" y="158775"/>
                </a:lnTo>
                <a:lnTo>
                  <a:pt x="1994173" y="159712"/>
                </a:lnTo>
                <a:lnTo>
                  <a:pt x="1994699" y="160632"/>
                </a:lnTo>
                <a:lnTo>
                  <a:pt x="1995256" y="161534"/>
                </a:lnTo>
                <a:lnTo>
                  <a:pt x="1995842" y="162419"/>
                </a:lnTo>
                <a:lnTo>
                  <a:pt x="1996458" y="163285"/>
                </a:lnTo>
                <a:lnTo>
                  <a:pt x="1997105" y="164135"/>
                </a:lnTo>
                <a:lnTo>
                  <a:pt x="1997782" y="164966"/>
                </a:lnTo>
                <a:lnTo>
                  <a:pt x="1998488" y="165780"/>
                </a:lnTo>
                <a:lnTo>
                  <a:pt x="1999272" y="166629"/>
                </a:lnTo>
                <a:lnTo>
                  <a:pt x="2000078" y="167442"/>
                </a:lnTo>
                <a:lnTo>
                  <a:pt x="2000905" y="168219"/>
                </a:lnTo>
                <a:lnTo>
                  <a:pt x="2001753" y="168959"/>
                </a:lnTo>
                <a:lnTo>
                  <a:pt x="2002623" y="169664"/>
                </a:lnTo>
                <a:lnTo>
                  <a:pt x="2003515" y="170332"/>
                </a:lnTo>
                <a:lnTo>
                  <a:pt x="2004428" y="170964"/>
                </a:lnTo>
                <a:lnTo>
                  <a:pt x="2005362" y="171561"/>
                </a:lnTo>
                <a:lnTo>
                  <a:pt x="2006318" y="172121"/>
                </a:lnTo>
                <a:lnTo>
                  <a:pt x="2007295" y="172644"/>
                </a:lnTo>
                <a:lnTo>
                  <a:pt x="2008294" y="173132"/>
                </a:lnTo>
                <a:lnTo>
                  <a:pt x="2009314" y="173584"/>
                </a:lnTo>
                <a:lnTo>
                  <a:pt x="2010356" y="173999"/>
                </a:lnTo>
                <a:lnTo>
                  <a:pt x="2011419" y="174378"/>
                </a:lnTo>
                <a:lnTo>
                  <a:pt x="2012504" y="174722"/>
                </a:lnTo>
                <a:lnTo>
                  <a:pt x="2013610" y="175029"/>
                </a:lnTo>
                <a:lnTo>
                  <a:pt x="2014738" y="175300"/>
                </a:lnTo>
                <a:lnTo>
                  <a:pt x="2015887" y="175535"/>
                </a:lnTo>
                <a:lnTo>
                  <a:pt x="2017058" y="175733"/>
                </a:lnTo>
                <a:lnTo>
                  <a:pt x="2018250" y="175896"/>
                </a:lnTo>
                <a:lnTo>
                  <a:pt x="2019464" y="176022"/>
                </a:lnTo>
                <a:lnTo>
                  <a:pt x="2020699" y="176113"/>
                </a:lnTo>
                <a:lnTo>
                  <a:pt x="2021955" y="176167"/>
                </a:lnTo>
                <a:lnTo>
                  <a:pt x="2023233" y="176185"/>
                </a:lnTo>
                <a:lnTo>
                  <a:pt x="2024792" y="176160"/>
                </a:lnTo>
                <a:lnTo>
                  <a:pt x="2026352" y="176085"/>
                </a:lnTo>
                <a:lnTo>
                  <a:pt x="2027916" y="175961"/>
                </a:lnTo>
                <a:lnTo>
                  <a:pt x="2029482" y="175787"/>
                </a:lnTo>
                <a:lnTo>
                  <a:pt x="2031050" y="175564"/>
                </a:lnTo>
                <a:lnTo>
                  <a:pt x="2032621" y="175291"/>
                </a:lnTo>
                <a:lnTo>
                  <a:pt x="2034195" y="174968"/>
                </a:lnTo>
                <a:lnTo>
                  <a:pt x="2035771" y="174595"/>
                </a:lnTo>
                <a:lnTo>
                  <a:pt x="2037350" y="174173"/>
                </a:lnTo>
                <a:lnTo>
                  <a:pt x="2038931" y="173701"/>
                </a:lnTo>
                <a:lnTo>
                  <a:pt x="2040515" y="173180"/>
                </a:lnTo>
                <a:lnTo>
                  <a:pt x="2042102" y="172608"/>
                </a:lnTo>
                <a:lnTo>
                  <a:pt x="2043691" y="171987"/>
                </a:lnTo>
                <a:lnTo>
                  <a:pt x="2045282" y="171317"/>
                </a:lnTo>
                <a:lnTo>
                  <a:pt x="2046877" y="170597"/>
                </a:lnTo>
                <a:lnTo>
                  <a:pt x="2048473" y="169827"/>
                </a:lnTo>
                <a:lnTo>
                  <a:pt x="2050073" y="169007"/>
                </a:lnTo>
                <a:lnTo>
                  <a:pt x="2051675" y="168138"/>
                </a:lnTo>
                <a:lnTo>
                  <a:pt x="2053279" y="167219"/>
                </a:lnTo>
                <a:lnTo>
                  <a:pt x="2054886" y="166250"/>
                </a:lnTo>
                <a:lnTo>
                  <a:pt x="2056496" y="165232"/>
                </a:lnTo>
                <a:lnTo>
                  <a:pt x="2058108" y="164164"/>
                </a:lnTo>
                <a:lnTo>
                  <a:pt x="2059723" y="163046"/>
                </a:lnTo>
                <a:lnTo>
                  <a:pt x="2061341" y="161879"/>
                </a:lnTo>
                <a:lnTo>
                  <a:pt x="2061978" y="161409"/>
                </a:lnTo>
                <a:lnTo>
                  <a:pt x="2062612" y="160931"/>
                </a:lnTo>
                <a:lnTo>
                  <a:pt x="2063243" y="160446"/>
                </a:lnTo>
                <a:lnTo>
                  <a:pt x="2063870" y="159954"/>
                </a:lnTo>
                <a:lnTo>
                  <a:pt x="2064494" y="159455"/>
                </a:lnTo>
                <a:lnTo>
                  <a:pt x="2065114" y="158948"/>
                </a:lnTo>
                <a:lnTo>
                  <a:pt x="2065731" y="158433"/>
                </a:lnTo>
                <a:lnTo>
                  <a:pt x="2066345" y="157912"/>
                </a:lnTo>
                <a:lnTo>
                  <a:pt x="2066955" y="157383"/>
                </a:lnTo>
                <a:lnTo>
                  <a:pt x="2067561" y="156846"/>
                </a:lnTo>
                <a:lnTo>
                  <a:pt x="2068165" y="156303"/>
                </a:lnTo>
                <a:lnTo>
                  <a:pt x="2068764" y="155752"/>
                </a:lnTo>
                <a:lnTo>
                  <a:pt x="2069361" y="155193"/>
                </a:lnTo>
                <a:lnTo>
                  <a:pt x="2069953" y="154628"/>
                </a:lnTo>
                <a:lnTo>
                  <a:pt x="2070543" y="154055"/>
                </a:lnTo>
                <a:lnTo>
                  <a:pt x="2071129" y="153474"/>
                </a:lnTo>
                <a:lnTo>
                  <a:pt x="2071711" y="152887"/>
                </a:lnTo>
                <a:lnTo>
                  <a:pt x="2072290" y="152292"/>
                </a:lnTo>
                <a:lnTo>
                  <a:pt x="2072866" y="151689"/>
                </a:lnTo>
                <a:lnTo>
                  <a:pt x="2073438" y="151079"/>
                </a:lnTo>
                <a:lnTo>
                  <a:pt x="2074007" y="150462"/>
                </a:lnTo>
                <a:lnTo>
                  <a:pt x="2074573" y="149838"/>
                </a:lnTo>
                <a:lnTo>
                  <a:pt x="2075134" y="149206"/>
                </a:lnTo>
                <a:lnTo>
                  <a:pt x="2075693" y="148567"/>
                </a:lnTo>
                <a:lnTo>
                  <a:pt x="2072724" y="145594"/>
                </a:lnTo>
                <a:lnTo>
                  <a:pt x="2071712" y="146425"/>
                </a:lnTo>
                <a:lnTo>
                  <a:pt x="2070717" y="147236"/>
                </a:lnTo>
                <a:lnTo>
                  <a:pt x="2069741" y="148026"/>
                </a:lnTo>
                <a:lnTo>
                  <a:pt x="2068782" y="148795"/>
                </a:lnTo>
                <a:close/>
                <a:moveTo>
                  <a:pt x="2022261" y="105144"/>
                </a:moveTo>
                <a:lnTo>
                  <a:pt x="2022893" y="103761"/>
                </a:lnTo>
                <a:lnTo>
                  <a:pt x="2023550" y="102387"/>
                </a:lnTo>
                <a:lnTo>
                  <a:pt x="2024231" y="101023"/>
                </a:lnTo>
                <a:lnTo>
                  <a:pt x="2024937" y="99669"/>
                </a:lnTo>
                <a:lnTo>
                  <a:pt x="2025667" y="98325"/>
                </a:lnTo>
                <a:lnTo>
                  <a:pt x="2026421" y="96990"/>
                </a:lnTo>
                <a:lnTo>
                  <a:pt x="2027200" y="95666"/>
                </a:lnTo>
                <a:lnTo>
                  <a:pt x="2028004" y="94351"/>
                </a:lnTo>
                <a:lnTo>
                  <a:pt x="2028832" y="93046"/>
                </a:lnTo>
                <a:lnTo>
                  <a:pt x="2029685" y="91751"/>
                </a:lnTo>
                <a:lnTo>
                  <a:pt x="2030562" y="90466"/>
                </a:lnTo>
                <a:lnTo>
                  <a:pt x="2031463" y="89191"/>
                </a:lnTo>
                <a:lnTo>
                  <a:pt x="2032389" y="87925"/>
                </a:lnTo>
                <a:lnTo>
                  <a:pt x="2033340" y="86670"/>
                </a:lnTo>
                <a:lnTo>
                  <a:pt x="2034315" y="85424"/>
                </a:lnTo>
                <a:lnTo>
                  <a:pt x="2035314" y="84188"/>
                </a:lnTo>
                <a:lnTo>
                  <a:pt x="2036338" y="82962"/>
                </a:lnTo>
                <a:lnTo>
                  <a:pt x="2037386" y="81745"/>
                </a:lnTo>
                <a:lnTo>
                  <a:pt x="2038459" y="80539"/>
                </a:lnTo>
                <a:lnTo>
                  <a:pt x="2039557" y="79342"/>
                </a:lnTo>
                <a:lnTo>
                  <a:pt x="2040679" y="78156"/>
                </a:lnTo>
                <a:lnTo>
                  <a:pt x="2041554" y="77270"/>
                </a:lnTo>
                <a:lnTo>
                  <a:pt x="2042425" y="76423"/>
                </a:lnTo>
                <a:lnTo>
                  <a:pt x="2043294" y="75613"/>
                </a:lnTo>
                <a:lnTo>
                  <a:pt x="2044160" y="74841"/>
                </a:lnTo>
                <a:lnTo>
                  <a:pt x="2045023" y="74106"/>
                </a:lnTo>
                <a:lnTo>
                  <a:pt x="2045883" y="73409"/>
                </a:lnTo>
                <a:lnTo>
                  <a:pt x="2046740" y="72750"/>
                </a:lnTo>
                <a:lnTo>
                  <a:pt x="2047594" y="72128"/>
                </a:lnTo>
                <a:lnTo>
                  <a:pt x="2048444" y="71545"/>
                </a:lnTo>
                <a:lnTo>
                  <a:pt x="2049292" y="70998"/>
                </a:lnTo>
                <a:lnTo>
                  <a:pt x="2050137" y="70490"/>
                </a:lnTo>
                <a:lnTo>
                  <a:pt x="2050979" y="70019"/>
                </a:lnTo>
                <a:lnTo>
                  <a:pt x="2051818" y="69586"/>
                </a:lnTo>
                <a:lnTo>
                  <a:pt x="2052653" y="69190"/>
                </a:lnTo>
                <a:lnTo>
                  <a:pt x="2053486" y="68832"/>
                </a:lnTo>
                <a:lnTo>
                  <a:pt x="2054316" y="68512"/>
                </a:lnTo>
                <a:lnTo>
                  <a:pt x="2055143" y="68229"/>
                </a:lnTo>
                <a:lnTo>
                  <a:pt x="2055966" y="67985"/>
                </a:lnTo>
                <a:lnTo>
                  <a:pt x="2056787" y="67777"/>
                </a:lnTo>
                <a:lnTo>
                  <a:pt x="2057605" y="67608"/>
                </a:lnTo>
                <a:lnTo>
                  <a:pt x="2058420" y="67476"/>
                </a:lnTo>
                <a:lnTo>
                  <a:pt x="2059231" y="67382"/>
                </a:lnTo>
                <a:lnTo>
                  <a:pt x="2060040" y="67325"/>
                </a:lnTo>
                <a:lnTo>
                  <a:pt x="2060846" y="67307"/>
                </a:lnTo>
                <a:lnTo>
                  <a:pt x="2061133" y="67310"/>
                </a:lnTo>
                <a:lnTo>
                  <a:pt x="2061416" y="67321"/>
                </a:lnTo>
                <a:lnTo>
                  <a:pt x="2061695" y="67339"/>
                </a:lnTo>
                <a:lnTo>
                  <a:pt x="2061970" y="67365"/>
                </a:lnTo>
                <a:lnTo>
                  <a:pt x="2062241" y="67398"/>
                </a:lnTo>
                <a:lnTo>
                  <a:pt x="2062508" y="67438"/>
                </a:lnTo>
                <a:lnTo>
                  <a:pt x="2062772" y="67485"/>
                </a:lnTo>
                <a:lnTo>
                  <a:pt x="2063032" y="67539"/>
                </a:lnTo>
                <a:lnTo>
                  <a:pt x="2063288" y="67601"/>
                </a:lnTo>
                <a:lnTo>
                  <a:pt x="2063540" y="67670"/>
                </a:lnTo>
                <a:lnTo>
                  <a:pt x="2063788" y="67747"/>
                </a:lnTo>
                <a:lnTo>
                  <a:pt x="2064032" y="67830"/>
                </a:lnTo>
                <a:lnTo>
                  <a:pt x="2064272" y="67921"/>
                </a:lnTo>
                <a:lnTo>
                  <a:pt x="2064509" y="68020"/>
                </a:lnTo>
                <a:lnTo>
                  <a:pt x="2064741" y="68125"/>
                </a:lnTo>
                <a:lnTo>
                  <a:pt x="2064970" y="68238"/>
                </a:lnTo>
                <a:lnTo>
                  <a:pt x="2065195" y="68358"/>
                </a:lnTo>
                <a:lnTo>
                  <a:pt x="2065416" y="68485"/>
                </a:lnTo>
                <a:lnTo>
                  <a:pt x="2065633" y="68620"/>
                </a:lnTo>
                <a:lnTo>
                  <a:pt x="2065846" y="68762"/>
                </a:lnTo>
                <a:lnTo>
                  <a:pt x="2066056" y="68911"/>
                </a:lnTo>
                <a:lnTo>
                  <a:pt x="2066261" y="69067"/>
                </a:lnTo>
                <a:lnTo>
                  <a:pt x="2066463" y="69231"/>
                </a:lnTo>
                <a:lnTo>
                  <a:pt x="2066661" y="69402"/>
                </a:lnTo>
                <a:lnTo>
                  <a:pt x="2066903" y="69632"/>
                </a:lnTo>
                <a:lnTo>
                  <a:pt x="2067135" y="69870"/>
                </a:lnTo>
                <a:lnTo>
                  <a:pt x="2067357" y="70115"/>
                </a:lnTo>
                <a:lnTo>
                  <a:pt x="2067568" y="70368"/>
                </a:lnTo>
                <a:lnTo>
                  <a:pt x="2067769" y="70629"/>
                </a:lnTo>
                <a:lnTo>
                  <a:pt x="2067960" y="70898"/>
                </a:lnTo>
                <a:lnTo>
                  <a:pt x="2068141" y="71174"/>
                </a:lnTo>
                <a:lnTo>
                  <a:pt x="2068311" y="71458"/>
                </a:lnTo>
                <a:lnTo>
                  <a:pt x="2068470" y="71749"/>
                </a:lnTo>
                <a:lnTo>
                  <a:pt x="2068620" y="72049"/>
                </a:lnTo>
                <a:lnTo>
                  <a:pt x="2068759" y="72356"/>
                </a:lnTo>
                <a:lnTo>
                  <a:pt x="2068888" y="72670"/>
                </a:lnTo>
                <a:lnTo>
                  <a:pt x="2069007" y="72993"/>
                </a:lnTo>
                <a:lnTo>
                  <a:pt x="2069115" y="73323"/>
                </a:lnTo>
                <a:lnTo>
                  <a:pt x="2069213" y="73660"/>
                </a:lnTo>
                <a:lnTo>
                  <a:pt x="2069300" y="74006"/>
                </a:lnTo>
                <a:lnTo>
                  <a:pt x="2069378" y="74359"/>
                </a:lnTo>
                <a:lnTo>
                  <a:pt x="2069445" y="74720"/>
                </a:lnTo>
                <a:lnTo>
                  <a:pt x="2069502" y="75088"/>
                </a:lnTo>
                <a:lnTo>
                  <a:pt x="2069548" y="75464"/>
                </a:lnTo>
                <a:lnTo>
                  <a:pt x="2069584" y="75848"/>
                </a:lnTo>
                <a:lnTo>
                  <a:pt x="2069610" y="76240"/>
                </a:lnTo>
                <a:lnTo>
                  <a:pt x="2069625" y="76639"/>
                </a:lnTo>
                <a:lnTo>
                  <a:pt x="2069630" y="77046"/>
                </a:lnTo>
                <a:lnTo>
                  <a:pt x="2069624" y="77572"/>
                </a:lnTo>
                <a:lnTo>
                  <a:pt x="2069604" y="78100"/>
                </a:lnTo>
                <a:lnTo>
                  <a:pt x="2069570" y="78630"/>
                </a:lnTo>
                <a:lnTo>
                  <a:pt x="2069524" y="79163"/>
                </a:lnTo>
                <a:lnTo>
                  <a:pt x="2069464" y="79699"/>
                </a:lnTo>
                <a:lnTo>
                  <a:pt x="2069391" y="80238"/>
                </a:lnTo>
                <a:lnTo>
                  <a:pt x="2069304" y="80778"/>
                </a:lnTo>
                <a:lnTo>
                  <a:pt x="2069204" y="81322"/>
                </a:lnTo>
                <a:lnTo>
                  <a:pt x="2069091" y="81868"/>
                </a:lnTo>
                <a:lnTo>
                  <a:pt x="2068965" y="82416"/>
                </a:lnTo>
                <a:lnTo>
                  <a:pt x="2068825" y="82968"/>
                </a:lnTo>
                <a:lnTo>
                  <a:pt x="2068672" y="83521"/>
                </a:lnTo>
                <a:lnTo>
                  <a:pt x="2068505" y="84078"/>
                </a:lnTo>
                <a:lnTo>
                  <a:pt x="2068325" y="84636"/>
                </a:lnTo>
                <a:lnTo>
                  <a:pt x="2068132" y="85198"/>
                </a:lnTo>
                <a:lnTo>
                  <a:pt x="2067926" y="85762"/>
                </a:lnTo>
                <a:lnTo>
                  <a:pt x="2067706" y="86328"/>
                </a:lnTo>
                <a:lnTo>
                  <a:pt x="2067473" y="86897"/>
                </a:lnTo>
                <a:lnTo>
                  <a:pt x="2067227" y="87469"/>
                </a:lnTo>
                <a:lnTo>
                  <a:pt x="2066967" y="88043"/>
                </a:lnTo>
                <a:lnTo>
                  <a:pt x="2066694" y="88620"/>
                </a:lnTo>
                <a:lnTo>
                  <a:pt x="2066408" y="89199"/>
                </a:lnTo>
                <a:lnTo>
                  <a:pt x="2066108" y="89781"/>
                </a:lnTo>
                <a:lnTo>
                  <a:pt x="2065795" y="90366"/>
                </a:lnTo>
                <a:lnTo>
                  <a:pt x="2065247" y="91335"/>
                </a:lnTo>
                <a:lnTo>
                  <a:pt x="2064676" y="92290"/>
                </a:lnTo>
                <a:lnTo>
                  <a:pt x="2064082" y="93232"/>
                </a:lnTo>
                <a:lnTo>
                  <a:pt x="2063465" y="94160"/>
                </a:lnTo>
                <a:lnTo>
                  <a:pt x="2062824" y="95074"/>
                </a:lnTo>
                <a:lnTo>
                  <a:pt x="2062160" y="95975"/>
                </a:lnTo>
                <a:lnTo>
                  <a:pt x="2061474" y="96862"/>
                </a:lnTo>
                <a:lnTo>
                  <a:pt x="2060763" y="97735"/>
                </a:lnTo>
                <a:lnTo>
                  <a:pt x="2060030" y="98595"/>
                </a:lnTo>
                <a:lnTo>
                  <a:pt x="2059274" y="99441"/>
                </a:lnTo>
                <a:lnTo>
                  <a:pt x="2058494" y="100273"/>
                </a:lnTo>
                <a:lnTo>
                  <a:pt x="2057691" y="101091"/>
                </a:lnTo>
                <a:lnTo>
                  <a:pt x="2056865" y="101896"/>
                </a:lnTo>
                <a:lnTo>
                  <a:pt x="2056015" y="102687"/>
                </a:lnTo>
                <a:lnTo>
                  <a:pt x="2055143" y="103465"/>
                </a:lnTo>
                <a:lnTo>
                  <a:pt x="2054247" y="104228"/>
                </a:lnTo>
                <a:lnTo>
                  <a:pt x="2053328" y="104978"/>
                </a:lnTo>
                <a:lnTo>
                  <a:pt x="2052386" y="105715"/>
                </a:lnTo>
                <a:lnTo>
                  <a:pt x="2051421" y="106437"/>
                </a:lnTo>
                <a:lnTo>
                  <a:pt x="2050432" y="107146"/>
                </a:lnTo>
                <a:lnTo>
                  <a:pt x="2049421" y="107841"/>
                </a:lnTo>
                <a:lnTo>
                  <a:pt x="2048386" y="108523"/>
                </a:lnTo>
                <a:lnTo>
                  <a:pt x="2047328" y="109191"/>
                </a:lnTo>
                <a:lnTo>
                  <a:pt x="2046246" y="109845"/>
                </a:lnTo>
                <a:lnTo>
                  <a:pt x="2045473" y="110297"/>
                </a:lnTo>
                <a:lnTo>
                  <a:pt x="2044658" y="110748"/>
                </a:lnTo>
                <a:lnTo>
                  <a:pt x="2043801" y="111198"/>
                </a:lnTo>
                <a:lnTo>
                  <a:pt x="2042902" y="111647"/>
                </a:lnTo>
                <a:lnTo>
                  <a:pt x="2041962" y="112096"/>
                </a:lnTo>
                <a:lnTo>
                  <a:pt x="2040980" y="112543"/>
                </a:lnTo>
                <a:lnTo>
                  <a:pt x="2039957" y="112990"/>
                </a:lnTo>
                <a:lnTo>
                  <a:pt x="2038892" y="113436"/>
                </a:lnTo>
                <a:lnTo>
                  <a:pt x="2037785" y="113881"/>
                </a:lnTo>
                <a:lnTo>
                  <a:pt x="2036636" y="114325"/>
                </a:lnTo>
                <a:lnTo>
                  <a:pt x="2035446" y="114768"/>
                </a:lnTo>
                <a:lnTo>
                  <a:pt x="2034214" y="115210"/>
                </a:lnTo>
                <a:lnTo>
                  <a:pt x="2032940" y="115652"/>
                </a:lnTo>
                <a:lnTo>
                  <a:pt x="2031625" y="116093"/>
                </a:lnTo>
                <a:lnTo>
                  <a:pt x="2030268" y="116532"/>
                </a:lnTo>
                <a:lnTo>
                  <a:pt x="2028870" y="116971"/>
                </a:lnTo>
                <a:lnTo>
                  <a:pt x="2027430" y="117409"/>
                </a:lnTo>
                <a:lnTo>
                  <a:pt x="2025948" y="117846"/>
                </a:lnTo>
                <a:lnTo>
                  <a:pt x="2024424" y="118282"/>
                </a:lnTo>
                <a:lnTo>
                  <a:pt x="2022859" y="118718"/>
                </a:lnTo>
                <a:lnTo>
                  <a:pt x="2021252" y="119152"/>
                </a:lnTo>
                <a:lnTo>
                  <a:pt x="2019603" y="119586"/>
                </a:lnTo>
                <a:lnTo>
                  <a:pt x="2017913" y="120019"/>
                </a:lnTo>
                <a:lnTo>
                  <a:pt x="2016181" y="120450"/>
                </a:lnTo>
                <a:lnTo>
                  <a:pt x="2020511" y="109354"/>
                </a:lnTo>
                <a:lnTo>
                  <a:pt x="2021070" y="107941"/>
                </a:lnTo>
                <a:lnTo>
                  <a:pt x="2021653" y="106537"/>
                </a:lnTo>
                <a:lnTo>
                  <a:pt x="2022261" y="105144"/>
                </a:lnTo>
                <a:close/>
                <a:moveTo>
                  <a:pt x="2421130" y="147329"/>
                </a:moveTo>
                <a:lnTo>
                  <a:pt x="2420761" y="147693"/>
                </a:lnTo>
                <a:lnTo>
                  <a:pt x="2420403" y="148046"/>
                </a:lnTo>
                <a:lnTo>
                  <a:pt x="2420057" y="148389"/>
                </a:lnTo>
                <a:lnTo>
                  <a:pt x="2419722" y="148721"/>
                </a:lnTo>
                <a:lnTo>
                  <a:pt x="2419400" y="149042"/>
                </a:lnTo>
                <a:lnTo>
                  <a:pt x="2419088" y="149353"/>
                </a:lnTo>
                <a:lnTo>
                  <a:pt x="2418789" y="149652"/>
                </a:lnTo>
                <a:lnTo>
                  <a:pt x="2418501" y="149941"/>
                </a:lnTo>
                <a:lnTo>
                  <a:pt x="2418224" y="150220"/>
                </a:lnTo>
                <a:lnTo>
                  <a:pt x="2417959" y="150487"/>
                </a:lnTo>
                <a:lnTo>
                  <a:pt x="2417706" y="150744"/>
                </a:lnTo>
                <a:lnTo>
                  <a:pt x="2417465" y="150990"/>
                </a:lnTo>
                <a:lnTo>
                  <a:pt x="2417234" y="151225"/>
                </a:lnTo>
                <a:lnTo>
                  <a:pt x="2417016" y="151449"/>
                </a:lnTo>
                <a:lnTo>
                  <a:pt x="2416809" y="151663"/>
                </a:lnTo>
                <a:lnTo>
                  <a:pt x="2416614" y="151866"/>
                </a:lnTo>
                <a:lnTo>
                  <a:pt x="2416430" y="152058"/>
                </a:lnTo>
                <a:lnTo>
                  <a:pt x="2416258" y="152240"/>
                </a:lnTo>
                <a:lnTo>
                  <a:pt x="2416098" y="152410"/>
                </a:lnTo>
                <a:lnTo>
                  <a:pt x="2415274" y="153260"/>
                </a:lnTo>
                <a:lnTo>
                  <a:pt x="2414475" y="154073"/>
                </a:lnTo>
                <a:lnTo>
                  <a:pt x="2413699" y="154851"/>
                </a:lnTo>
                <a:lnTo>
                  <a:pt x="2412946" y="155592"/>
                </a:lnTo>
                <a:lnTo>
                  <a:pt x="2412217" y="156297"/>
                </a:lnTo>
                <a:lnTo>
                  <a:pt x="2411512" y="156966"/>
                </a:lnTo>
                <a:lnTo>
                  <a:pt x="2410831" y="157598"/>
                </a:lnTo>
                <a:lnTo>
                  <a:pt x="2410173" y="158195"/>
                </a:lnTo>
                <a:lnTo>
                  <a:pt x="2409538" y="158755"/>
                </a:lnTo>
                <a:lnTo>
                  <a:pt x="2408928" y="159279"/>
                </a:lnTo>
                <a:lnTo>
                  <a:pt x="2408341" y="159767"/>
                </a:lnTo>
                <a:lnTo>
                  <a:pt x="2407777" y="160219"/>
                </a:lnTo>
                <a:lnTo>
                  <a:pt x="2407237" y="160635"/>
                </a:lnTo>
                <a:lnTo>
                  <a:pt x="2406721" y="161015"/>
                </a:lnTo>
                <a:lnTo>
                  <a:pt x="2406229" y="161358"/>
                </a:lnTo>
                <a:lnTo>
                  <a:pt x="2405760" y="161666"/>
                </a:lnTo>
                <a:lnTo>
                  <a:pt x="2405315" y="161937"/>
                </a:lnTo>
                <a:lnTo>
                  <a:pt x="2404893" y="162172"/>
                </a:lnTo>
                <a:lnTo>
                  <a:pt x="2404495" y="162371"/>
                </a:lnTo>
                <a:lnTo>
                  <a:pt x="2404120" y="162533"/>
                </a:lnTo>
                <a:lnTo>
                  <a:pt x="2403770" y="162660"/>
                </a:lnTo>
                <a:lnTo>
                  <a:pt x="2403443" y="162750"/>
                </a:lnTo>
                <a:lnTo>
                  <a:pt x="2403139" y="162804"/>
                </a:lnTo>
                <a:lnTo>
                  <a:pt x="2402859" y="162822"/>
                </a:lnTo>
                <a:lnTo>
                  <a:pt x="2402576" y="162817"/>
                </a:lnTo>
                <a:lnTo>
                  <a:pt x="2402306" y="162799"/>
                </a:lnTo>
                <a:lnTo>
                  <a:pt x="2402047" y="162770"/>
                </a:lnTo>
                <a:lnTo>
                  <a:pt x="2401801" y="162730"/>
                </a:lnTo>
                <a:lnTo>
                  <a:pt x="2401566" y="162677"/>
                </a:lnTo>
                <a:lnTo>
                  <a:pt x="2401343" y="162613"/>
                </a:lnTo>
                <a:lnTo>
                  <a:pt x="2401133" y="162538"/>
                </a:lnTo>
                <a:lnTo>
                  <a:pt x="2400935" y="162451"/>
                </a:lnTo>
                <a:lnTo>
                  <a:pt x="2400748" y="162352"/>
                </a:lnTo>
                <a:lnTo>
                  <a:pt x="2400574" y="162242"/>
                </a:lnTo>
                <a:lnTo>
                  <a:pt x="2400411" y="162120"/>
                </a:lnTo>
                <a:lnTo>
                  <a:pt x="2400261" y="161986"/>
                </a:lnTo>
                <a:lnTo>
                  <a:pt x="2400123" y="161841"/>
                </a:lnTo>
                <a:lnTo>
                  <a:pt x="2399996" y="161684"/>
                </a:lnTo>
                <a:lnTo>
                  <a:pt x="2399882" y="161516"/>
                </a:lnTo>
                <a:lnTo>
                  <a:pt x="2399780" y="161336"/>
                </a:lnTo>
                <a:lnTo>
                  <a:pt x="2399690" y="161144"/>
                </a:lnTo>
                <a:lnTo>
                  <a:pt x="2399611" y="160941"/>
                </a:lnTo>
                <a:lnTo>
                  <a:pt x="2399545" y="160726"/>
                </a:lnTo>
                <a:lnTo>
                  <a:pt x="2399491" y="160500"/>
                </a:lnTo>
                <a:lnTo>
                  <a:pt x="2399449" y="160262"/>
                </a:lnTo>
                <a:lnTo>
                  <a:pt x="2399419" y="160012"/>
                </a:lnTo>
                <a:lnTo>
                  <a:pt x="2399401" y="159751"/>
                </a:lnTo>
                <a:lnTo>
                  <a:pt x="2399395" y="159478"/>
                </a:lnTo>
                <a:lnTo>
                  <a:pt x="2399434" y="158546"/>
                </a:lnTo>
                <a:lnTo>
                  <a:pt x="2399552" y="157362"/>
                </a:lnTo>
                <a:lnTo>
                  <a:pt x="2399749" y="155924"/>
                </a:lnTo>
                <a:lnTo>
                  <a:pt x="2400024" y="154234"/>
                </a:lnTo>
                <a:lnTo>
                  <a:pt x="2400378" y="152291"/>
                </a:lnTo>
                <a:lnTo>
                  <a:pt x="2400810" y="150094"/>
                </a:lnTo>
                <a:lnTo>
                  <a:pt x="2401321" y="147645"/>
                </a:lnTo>
                <a:lnTo>
                  <a:pt x="2401911" y="144943"/>
                </a:lnTo>
                <a:lnTo>
                  <a:pt x="2402579" y="141988"/>
                </a:lnTo>
                <a:lnTo>
                  <a:pt x="2403326" y="138780"/>
                </a:lnTo>
                <a:lnTo>
                  <a:pt x="2404151" y="135320"/>
                </a:lnTo>
                <a:lnTo>
                  <a:pt x="2405055" y="131606"/>
                </a:lnTo>
                <a:lnTo>
                  <a:pt x="2406038" y="127639"/>
                </a:lnTo>
                <a:lnTo>
                  <a:pt x="2407099" y="123420"/>
                </a:lnTo>
                <a:lnTo>
                  <a:pt x="2408239" y="118947"/>
                </a:lnTo>
                <a:lnTo>
                  <a:pt x="2409458" y="114222"/>
                </a:lnTo>
                <a:lnTo>
                  <a:pt x="2410755" y="109244"/>
                </a:lnTo>
                <a:lnTo>
                  <a:pt x="2412131" y="104013"/>
                </a:lnTo>
                <a:lnTo>
                  <a:pt x="2413585" y="98529"/>
                </a:lnTo>
                <a:lnTo>
                  <a:pt x="2415118" y="92791"/>
                </a:lnTo>
                <a:lnTo>
                  <a:pt x="2416730" y="86802"/>
                </a:lnTo>
                <a:lnTo>
                  <a:pt x="2418420" y="80559"/>
                </a:lnTo>
                <a:lnTo>
                  <a:pt x="2420189" y="74063"/>
                </a:lnTo>
                <a:lnTo>
                  <a:pt x="2422037" y="67314"/>
                </a:lnTo>
                <a:lnTo>
                  <a:pt x="2422098" y="67097"/>
                </a:lnTo>
                <a:lnTo>
                  <a:pt x="2422160" y="66881"/>
                </a:lnTo>
                <a:lnTo>
                  <a:pt x="2422222" y="66664"/>
                </a:lnTo>
                <a:lnTo>
                  <a:pt x="2422284" y="66447"/>
                </a:lnTo>
                <a:lnTo>
                  <a:pt x="2422346" y="66230"/>
                </a:lnTo>
                <a:lnTo>
                  <a:pt x="2422408" y="66013"/>
                </a:lnTo>
                <a:lnTo>
                  <a:pt x="2422470" y="65796"/>
                </a:lnTo>
                <a:lnTo>
                  <a:pt x="2422531" y="65580"/>
                </a:lnTo>
                <a:lnTo>
                  <a:pt x="2422593" y="65363"/>
                </a:lnTo>
                <a:lnTo>
                  <a:pt x="2422655" y="65146"/>
                </a:lnTo>
                <a:lnTo>
                  <a:pt x="2422717" y="64929"/>
                </a:lnTo>
                <a:lnTo>
                  <a:pt x="2422779" y="64712"/>
                </a:lnTo>
                <a:lnTo>
                  <a:pt x="2422841" y="64495"/>
                </a:lnTo>
                <a:lnTo>
                  <a:pt x="2422903" y="64279"/>
                </a:lnTo>
                <a:lnTo>
                  <a:pt x="2422964" y="64062"/>
                </a:lnTo>
                <a:lnTo>
                  <a:pt x="2423026" y="63845"/>
                </a:lnTo>
                <a:lnTo>
                  <a:pt x="2423088" y="63628"/>
                </a:lnTo>
                <a:lnTo>
                  <a:pt x="2423150" y="63411"/>
                </a:lnTo>
                <a:lnTo>
                  <a:pt x="2423212" y="63194"/>
                </a:lnTo>
                <a:lnTo>
                  <a:pt x="2423274" y="62977"/>
                </a:lnTo>
                <a:lnTo>
                  <a:pt x="2423336" y="62761"/>
                </a:lnTo>
                <a:lnTo>
                  <a:pt x="2423398" y="62544"/>
                </a:lnTo>
                <a:lnTo>
                  <a:pt x="2423459" y="62327"/>
                </a:lnTo>
                <a:lnTo>
                  <a:pt x="2423521" y="62110"/>
                </a:lnTo>
                <a:lnTo>
                  <a:pt x="2421665" y="61368"/>
                </a:lnTo>
                <a:lnTo>
                  <a:pt x="2406200" y="63100"/>
                </a:lnTo>
                <a:lnTo>
                  <a:pt x="2405457" y="63842"/>
                </a:lnTo>
                <a:lnTo>
                  <a:pt x="2402735" y="75983"/>
                </a:lnTo>
                <a:lnTo>
                  <a:pt x="2402619" y="75497"/>
                </a:lnTo>
                <a:lnTo>
                  <a:pt x="2402497" y="75021"/>
                </a:lnTo>
                <a:lnTo>
                  <a:pt x="2402368" y="74557"/>
                </a:lnTo>
                <a:lnTo>
                  <a:pt x="2402234" y="74103"/>
                </a:lnTo>
                <a:lnTo>
                  <a:pt x="2402093" y="73659"/>
                </a:lnTo>
                <a:lnTo>
                  <a:pt x="2401947" y="73227"/>
                </a:lnTo>
                <a:lnTo>
                  <a:pt x="2401794" y="72805"/>
                </a:lnTo>
                <a:lnTo>
                  <a:pt x="2401636" y="72393"/>
                </a:lnTo>
                <a:lnTo>
                  <a:pt x="2401471" y="71993"/>
                </a:lnTo>
                <a:lnTo>
                  <a:pt x="2401301" y="71603"/>
                </a:lnTo>
                <a:lnTo>
                  <a:pt x="2401124" y="71224"/>
                </a:lnTo>
                <a:lnTo>
                  <a:pt x="2400941" y="70855"/>
                </a:lnTo>
                <a:lnTo>
                  <a:pt x="2400753" y="70497"/>
                </a:lnTo>
                <a:lnTo>
                  <a:pt x="2400558" y="70150"/>
                </a:lnTo>
                <a:lnTo>
                  <a:pt x="2400358" y="69813"/>
                </a:lnTo>
                <a:lnTo>
                  <a:pt x="2400151" y="69487"/>
                </a:lnTo>
                <a:lnTo>
                  <a:pt x="2399938" y="69172"/>
                </a:lnTo>
                <a:lnTo>
                  <a:pt x="2399720" y="68867"/>
                </a:lnTo>
                <a:lnTo>
                  <a:pt x="2399495" y="68573"/>
                </a:lnTo>
                <a:lnTo>
                  <a:pt x="2399264" y="68290"/>
                </a:lnTo>
                <a:lnTo>
                  <a:pt x="2399028" y="68018"/>
                </a:lnTo>
                <a:lnTo>
                  <a:pt x="2398785" y="67756"/>
                </a:lnTo>
                <a:lnTo>
                  <a:pt x="2398536" y="67505"/>
                </a:lnTo>
                <a:lnTo>
                  <a:pt x="2398281" y="67264"/>
                </a:lnTo>
                <a:lnTo>
                  <a:pt x="2397750" y="66783"/>
                </a:lnTo>
                <a:lnTo>
                  <a:pt x="2397208" y="66322"/>
                </a:lnTo>
                <a:lnTo>
                  <a:pt x="2396655" y="65882"/>
                </a:lnTo>
                <a:lnTo>
                  <a:pt x="2396092" y="65462"/>
                </a:lnTo>
                <a:lnTo>
                  <a:pt x="2395518" y="65063"/>
                </a:lnTo>
                <a:lnTo>
                  <a:pt x="2394933" y="64684"/>
                </a:lnTo>
                <a:lnTo>
                  <a:pt x="2394337" y="64326"/>
                </a:lnTo>
                <a:lnTo>
                  <a:pt x="2393731" y="63988"/>
                </a:lnTo>
                <a:lnTo>
                  <a:pt x="2393114" y="63671"/>
                </a:lnTo>
                <a:lnTo>
                  <a:pt x="2392486" y="63374"/>
                </a:lnTo>
                <a:lnTo>
                  <a:pt x="2391847" y="63098"/>
                </a:lnTo>
                <a:lnTo>
                  <a:pt x="2391198" y="62842"/>
                </a:lnTo>
                <a:lnTo>
                  <a:pt x="2390538" y="62606"/>
                </a:lnTo>
                <a:lnTo>
                  <a:pt x="2389867" y="62391"/>
                </a:lnTo>
                <a:lnTo>
                  <a:pt x="2389186" y="62197"/>
                </a:lnTo>
                <a:lnTo>
                  <a:pt x="2388493" y="62023"/>
                </a:lnTo>
                <a:lnTo>
                  <a:pt x="2387790" y="61869"/>
                </a:lnTo>
                <a:lnTo>
                  <a:pt x="2387076" y="61736"/>
                </a:lnTo>
                <a:lnTo>
                  <a:pt x="2386352" y="61624"/>
                </a:lnTo>
                <a:lnTo>
                  <a:pt x="2385617" y="61532"/>
                </a:lnTo>
                <a:lnTo>
                  <a:pt x="2384871" y="61460"/>
                </a:lnTo>
                <a:lnTo>
                  <a:pt x="2384114" y="61409"/>
                </a:lnTo>
                <a:lnTo>
                  <a:pt x="2383346" y="61378"/>
                </a:lnTo>
                <a:lnTo>
                  <a:pt x="2382568" y="61368"/>
                </a:lnTo>
                <a:lnTo>
                  <a:pt x="2381587" y="61381"/>
                </a:lnTo>
                <a:lnTo>
                  <a:pt x="2380603" y="61419"/>
                </a:lnTo>
                <a:lnTo>
                  <a:pt x="2379616" y="61484"/>
                </a:lnTo>
                <a:lnTo>
                  <a:pt x="2378626" y="61574"/>
                </a:lnTo>
                <a:lnTo>
                  <a:pt x="2377633" y="61690"/>
                </a:lnTo>
                <a:lnTo>
                  <a:pt x="2376637" y="61832"/>
                </a:lnTo>
                <a:lnTo>
                  <a:pt x="2375638" y="62000"/>
                </a:lnTo>
                <a:lnTo>
                  <a:pt x="2374636" y="62193"/>
                </a:lnTo>
                <a:lnTo>
                  <a:pt x="2373631" y="62413"/>
                </a:lnTo>
                <a:lnTo>
                  <a:pt x="2372623" y="62658"/>
                </a:lnTo>
                <a:lnTo>
                  <a:pt x="2371612" y="62929"/>
                </a:lnTo>
                <a:lnTo>
                  <a:pt x="2370598" y="63226"/>
                </a:lnTo>
                <a:lnTo>
                  <a:pt x="2369581" y="63548"/>
                </a:lnTo>
                <a:lnTo>
                  <a:pt x="2368561" y="63896"/>
                </a:lnTo>
                <a:lnTo>
                  <a:pt x="2367537" y="64271"/>
                </a:lnTo>
                <a:lnTo>
                  <a:pt x="2366511" y="64671"/>
                </a:lnTo>
                <a:lnTo>
                  <a:pt x="2365482" y="65096"/>
                </a:lnTo>
                <a:lnTo>
                  <a:pt x="2364450" y="65548"/>
                </a:lnTo>
                <a:lnTo>
                  <a:pt x="2363415" y="66025"/>
                </a:lnTo>
                <a:lnTo>
                  <a:pt x="2362377" y="66528"/>
                </a:lnTo>
                <a:lnTo>
                  <a:pt x="2361336" y="67057"/>
                </a:lnTo>
                <a:lnTo>
                  <a:pt x="2360292" y="67612"/>
                </a:lnTo>
                <a:lnTo>
                  <a:pt x="2359244" y="68193"/>
                </a:lnTo>
                <a:lnTo>
                  <a:pt x="2358194" y="68799"/>
                </a:lnTo>
                <a:lnTo>
                  <a:pt x="2356363" y="69892"/>
                </a:lnTo>
                <a:lnTo>
                  <a:pt x="2354561" y="71024"/>
                </a:lnTo>
                <a:lnTo>
                  <a:pt x="2352787" y="72196"/>
                </a:lnTo>
                <a:lnTo>
                  <a:pt x="2351042" y="73406"/>
                </a:lnTo>
                <a:lnTo>
                  <a:pt x="2349326" y="74656"/>
                </a:lnTo>
                <a:lnTo>
                  <a:pt x="2347639" y="75945"/>
                </a:lnTo>
                <a:lnTo>
                  <a:pt x="2345981" y="77272"/>
                </a:lnTo>
                <a:lnTo>
                  <a:pt x="2344351" y="78639"/>
                </a:lnTo>
                <a:lnTo>
                  <a:pt x="2342750" y="80046"/>
                </a:lnTo>
                <a:lnTo>
                  <a:pt x="2341178" y="81491"/>
                </a:lnTo>
                <a:lnTo>
                  <a:pt x="2339634" y="82975"/>
                </a:lnTo>
                <a:lnTo>
                  <a:pt x="2338120" y="84499"/>
                </a:lnTo>
                <a:lnTo>
                  <a:pt x="2336634" y="86061"/>
                </a:lnTo>
                <a:lnTo>
                  <a:pt x="2335177" y="87663"/>
                </a:lnTo>
                <a:lnTo>
                  <a:pt x="2333749" y="89304"/>
                </a:lnTo>
                <a:lnTo>
                  <a:pt x="2332349" y="90984"/>
                </a:lnTo>
                <a:lnTo>
                  <a:pt x="2330979" y="92703"/>
                </a:lnTo>
                <a:lnTo>
                  <a:pt x="2329637" y="94461"/>
                </a:lnTo>
                <a:lnTo>
                  <a:pt x="2328324" y="96258"/>
                </a:lnTo>
                <a:lnTo>
                  <a:pt x="2327040" y="98095"/>
                </a:lnTo>
                <a:lnTo>
                  <a:pt x="2325784" y="99970"/>
                </a:lnTo>
                <a:lnTo>
                  <a:pt x="2324557" y="101885"/>
                </a:lnTo>
                <a:lnTo>
                  <a:pt x="2323359" y="103839"/>
                </a:lnTo>
                <a:lnTo>
                  <a:pt x="2322190" y="105832"/>
                </a:lnTo>
                <a:lnTo>
                  <a:pt x="2321191" y="107606"/>
                </a:lnTo>
                <a:lnTo>
                  <a:pt x="2320234" y="109379"/>
                </a:lnTo>
                <a:lnTo>
                  <a:pt x="2319319" y="111150"/>
                </a:lnTo>
                <a:lnTo>
                  <a:pt x="2318448" y="112919"/>
                </a:lnTo>
                <a:lnTo>
                  <a:pt x="2317618" y="114687"/>
                </a:lnTo>
                <a:lnTo>
                  <a:pt x="2316831" y="116453"/>
                </a:lnTo>
                <a:lnTo>
                  <a:pt x="2316087" y="118217"/>
                </a:lnTo>
                <a:lnTo>
                  <a:pt x="2315385" y="119979"/>
                </a:lnTo>
                <a:lnTo>
                  <a:pt x="2314726" y="121740"/>
                </a:lnTo>
                <a:lnTo>
                  <a:pt x="2314109" y="123499"/>
                </a:lnTo>
                <a:lnTo>
                  <a:pt x="2313535" y="125256"/>
                </a:lnTo>
                <a:lnTo>
                  <a:pt x="2313004" y="127012"/>
                </a:lnTo>
                <a:lnTo>
                  <a:pt x="2312515" y="128766"/>
                </a:lnTo>
                <a:lnTo>
                  <a:pt x="2312068" y="130518"/>
                </a:lnTo>
                <a:lnTo>
                  <a:pt x="2311664" y="132268"/>
                </a:lnTo>
                <a:lnTo>
                  <a:pt x="2311302" y="134017"/>
                </a:lnTo>
                <a:lnTo>
                  <a:pt x="2310983" y="135764"/>
                </a:lnTo>
                <a:lnTo>
                  <a:pt x="2310707" y="137509"/>
                </a:lnTo>
                <a:lnTo>
                  <a:pt x="2310473" y="139253"/>
                </a:lnTo>
                <a:lnTo>
                  <a:pt x="2310282" y="140994"/>
                </a:lnTo>
                <a:lnTo>
                  <a:pt x="2310133" y="142735"/>
                </a:lnTo>
                <a:lnTo>
                  <a:pt x="2310027" y="144473"/>
                </a:lnTo>
                <a:lnTo>
                  <a:pt x="2309963" y="146210"/>
                </a:lnTo>
                <a:lnTo>
                  <a:pt x="2309941" y="147944"/>
                </a:lnTo>
                <a:lnTo>
                  <a:pt x="2309955" y="149100"/>
                </a:lnTo>
                <a:lnTo>
                  <a:pt x="2309994" y="150233"/>
                </a:lnTo>
                <a:lnTo>
                  <a:pt x="2310059" y="151345"/>
                </a:lnTo>
                <a:lnTo>
                  <a:pt x="2310151" y="152434"/>
                </a:lnTo>
                <a:lnTo>
                  <a:pt x="2310269" y="153502"/>
                </a:lnTo>
                <a:lnTo>
                  <a:pt x="2310413" y="154548"/>
                </a:lnTo>
                <a:lnTo>
                  <a:pt x="2310583" y="155572"/>
                </a:lnTo>
                <a:lnTo>
                  <a:pt x="2310780" y="156573"/>
                </a:lnTo>
                <a:lnTo>
                  <a:pt x="2311003" y="157553"/>
                </a:lnTo>
                <a:lnTo>
                  <a:pt x="2311252" y="158511"/>
                </a:lnTo>
                <a:lnTo>
                  <a:pt x="2311527" y="159447"/>
                </a:lnTo>
                <a:lnTo>
                  <a:pt x="2311828" y="160361"/>
                </a:lnTo>
                <a:lnTo>
                  <a:pt x="2312156" y="161254"/>
                </a:lnTo>
                <a:lnTo>
                  <a:pt x="2312510" y="162124"/>
                </a:lnTo>
                <a:lnTo>
                  <a:pt x="2312890" y="162972"/>
                </a:lnTo>
                <a:lnTo>
                  <a:pt x="2313296" y="163799"/>
                </a:lnTo>
                <a:lnTo>
                  <a:pt x="2313728" y="164603"/>
                </a:lnTo>
                <a:lnTo>
                  <a:pt x="2314187" y="165385"/>
                </a:lnTo>
                <a:lnTo>
                  <a:pt x="2314672" y="166146"/>
                </a:lnTo>
                <a:lnTo>
                  <a:pt x="2315183" y="166885"/>
                </a:lnTo>
                <a:lnTo>
                  <a:pt x="2315720" y="167601"/>
                </a:lnTo>
                <a:lnTo>
                  <a:pt x="2316283" y="168296"/>
                </a:lnTo>
                <a:lnTo>
                  <a:pt x="2316873" y="168969"/>
                </a:lnTo>
                <a:lnTo>
                  <a:pt x="2317489" y="169620"/>
                </a:lnTo>
                <a:lnTo>
                  <a:pt x="2318044" y="170155"/>
                </a:lnTo>
                <a:lnTo>
                  <a:pt x="2318617" y="170668"/>
                </a:lnTo>
                <a:lnTo>
                  <a:pt x="2319207" y="171158"/>
                </a:lnTo>
                <a:lnTo>
                  <a:pt x="2319815" y="171626"/>
                </a:lnTo>
                <a:lnTo>
                  <a:pt x="2320441" y="172070"/>
                </a:lnTo>
                <a:lnTo>
                  <a:pt x="2321084" y="172492"/>
                </a:lnTo>
                <a:lnTo>
                  <a:pt x="2321745" y="172891"/>
                </a:lnTo>
                <a:lnTo>
                  <a:pt x="2322424" y="173267"/>
                </a:lnTo>
                <a:lnTo>
                  <a:pt x="2323120" y="173620"/>
                </a:lnTo>
                <a:lnTo>
                  <a:pt x="2323834" y="173951"/>
                </a:lnTo>
                <a:lnTo>
                  <a:pt x="2324565" y="174259"/>
                </a:lnTo>
                <a:lnTo>
                  <a:pt x="2325314" y="174543"/>
                </a:lnTo>
                <a:lnTo>
                  <a:pt x="2326081" y="174806"/>
                </a:lnTo>
                <a:lnTo>
                  <a:pt x="2326865" y="175045"/>
                </a:lnTo>
                <a:lnTo>
                  <a:pt x="2327667" y="175262"/>
                </a:lnTo>
                <a:lnTo>
                  <a:pt x="2328486" y="175455"/>
                </a:lnTo>
                <a:lnTo>
                  <a:pt x="2329324" y="175626"/>
                </a:lnTo>
                <a:lnTo>
                  <a:pt x="2330178" y="175774"/>
                </a:lnTo>
                <a:lnTo>
                  <a:pt x="2331051" y="175900"/>
                </a:lnTo>
                <a:lnTo>
                  <a:pt x="2331940" y="176002"/>
                </a:lnTo>
                <a:lnTo>
                  <a:pt x="2332848" y="176082"/>
                </a:lnTo>
                <a:lnTo>
                  <a:pt x="2333773" y="176139"/>
                </a:lnTo>
                <a:lnTo>
                  <a:pt x="2334716" y="176173"/>
                </a:lnTo>
                <a:lnTo>
                  <a:pt x="2335676" y="176185"/>
                </a:lnTo>
                <a:lnTo>
                  <a:pt x="2336828" y="176167"/>
                </a:lnTo>
                <a:lnTo>
                  <a:pt x="2337976" y="176113"/>
                </a:lnTo>
                <a:lnTo>
                  <a:pt x="2339117" y="176024"/>
                </a:lnTo>
                <a:lnTo>
                  <a:pt x="2340254" y="175898"/>
                </a:lnTo>
                <a:lnTo>
                  <a:pt x="2341386" y="175737"/>
                </a:lnTo>
                <a:lnTo>
                  <a:pt x="2342512" y="175540"/>
                </a:lnTo>
                <a:lnTo>
                  <a:pt x="2343633" y="175308"/>
                </a:lnTo>
                <a:lnTo>
                  <a:pt x="2344749" y="175039"/>
                </a:lnTo>
                <a:lnTo>
                  <a:pt x="2345860" y="174735"/>
                </a:lnTo>
                <a:lnTo>
                  <a:pt x="2346966" y="174395"/>
                </a:lnTo>
                <a:lnTo>
                  <a:pt x="2348067" y="174019"/>
                </a:lnTo>
                <a:lnTo>
                  <a:pt x="2349162" y="173607"/>
                </a:lnTo>
                <a:lnTo>
                  <a:pt x="2350253" y="173159"/>
                </a:lnTo>
                <a:lnTo>
                  <a:pt x="2351338" y="172676"/>
                </a:lnTo>
                <a:lnTo>
                  <a:pt x="2352418" y="172157"/>
                </a:lnTo>
                <a:lnTo>
                  <a:pt x="2353493" y="171602"/>
                </a:lnTo>
                <a:lnTo>
                  <a:pt x="2354562" y="171011"/>
                </a:lnTo>
                <a:lnTo>
                  <a:pt x="2355627" y="170384"/>
                </a:lnTo>
                <a:lnTo>
                  <a:pt x="2356686" y="169722"/>
                </a:lnTo>
                <a:lnTo>
                  <a:pt x="2357741" y="169024"/>
                </a:lnTo>
                <a:lnTo>
                  <a:pt x="2358790" y="168290"/>
                </a:lnTo>
                <a:lnTo>
                  <a:pt x="2359834" y="167520"/>
                </a:lnTo>
                <a:lnTo>
                  <a:pt x="2360872" y="166714"/>
                </a:lnTo>
                <a:lnTo>
                  <a:pt x="2361906" y="165873"/>
                </a:lnTo>
                <a:lnTo>
                  <a:pt x="2362680" y="165216"/>
                </a:lnTo>
                <a:lnTo>
                  <a:pt x="2363477" y="164508"/>
                </a:lnTo>
                <a:lnTo>
                  <a:pt x="2364295" y="163749"/>
                </a:lnTo>
                <a:lnTo>
                  <a:pt x="2365137" y="162940"/>
                </a:lnTo>
                <a:lnTo>
                  <a:pt x="2366000" y="162079"/>
                </a:lnTo>
                <a:lnTo>
                  <a:pt x="2366886" y="161168"/>
                </a:lnTo>
                <a:lnTo>
                  <a:pt x="2367794" y="160205"/>
                </a:lnTo>
                <a:lnTo>
                  <a:pt x="2368725" y="159192"/>
                </a:lnTo>
                <a:lnTo>
                  <a:pt x="2369678" y="158128"/>
                </a:lnTo>
                <a:lnTo>
                  <a:pt x="2370653" y="157013"/>
                </a:lnTo>
                <a:lnTo>
                  <a:pt x="2371650" y="155846"/>
                </a:lnTo>
                <a:lnTo>
                  <a:pt x="2372670" y="154630"/>
                </a:lnTo>
                <a:lnTo>
                  <a:pt x="2373712" y="153362"/>
                </a:lnTo>
                <a:lnTo>
                  <a:pt x="2374777" y="152043"/>
                </a:lnTo>
                <a:lnTo>
                  <a:pt x="2375864" y="150673"/>
                </a:lnTo>
                <a:lnTo>
                  <a:pt x="2376973" y="149253"/>
                </a:lnTo>
                <a:lnTo>
                  <a:pt x="2378105" y="147781"/>
                </a:lnTo>
                <a:lnTo>
                  <a:pt x="2379259" y="146259"/>
                </a:lnTo>
                <a:lnTo>
                  <a:pt x="2380435" y="144685"/>
                </a:lnTo>
                <a:lnTo>
                  <a:pt x="2381633" y="143061"/>
                </a:lnTo>
                <a:lnTo>
                  <a:pt x="2382854" y="141386"/>
                </a:lnTo>
                <a:lnTo>
                  <a:pt x="2384098" y="139660"/>
                </a:lnTo>
                <a:lnTo>
                  <a:pt x="2385363" y="137883"/>
                </a:lnTo>
                <a:lnTo>
                  <a:pt x="2386651" y="136055"/>
                </a:lnTo>
                <a:lnTo>
                  <a:pt x="2386177" y="137902"/>
                </a:lnTo>
                <a:lnTo>
                  <a:pt x="2385722" y="139694"/>
                </a:lnTo>
                <a:lnTo>
                  <a:pt x="2385288" y="141432"/>
                </a:lnTo>
                <a:lnTo>
                  <a:pt x="2384874" y="143116"/>
                </a:lnTo>
                <a:lnTo>
                  <a:pt x="2384481" y="144746"/>
                </a:lnTo>
                <a:lnTo>
                  <a:pt x="2384107" y="146321"/>
                </a:lnTo>
                <a:lnTo>
                  <a:pt x="2383754" y="147841"/>
                </a:lnTo>
                <a:lnTo>
                  <a:pt x="2383421" y="149308"/>
                </a:lnTo>
                <a:lnTo>
                  <a:pt x="2383108" y="150720"/>
                </a:lnTo>
                <a:lnTo>
                  <a:pt x="2382815" y="152077"/>
                </a:lnTo>
                <a:lnTo>
                  <a:pt x="2382542" y="153381"/>
                </a:lnTo>
                <a:lnTo>
                  <a:pt x="2382290" y="154630"/>
                </a:lnTo>
                <a:lnTo>
                  <a:pt x="2382058" y="155824"/>
                </a:lnTo>
                <a:lnTo>
                  <a:pt x="2381846" y="156964"/>
                </a:lnTo>
                <a:lnTo>
                  <a:pt x="2381654" y="158050"/>
                </a:lnTo>
                <a:lnTo>
                  <a:pt x="2381482" y="159082"/>
                </a:lnTo>
                <a:lnTo>
                  <a:pt x="2381331" y="160059"/>
                </a:lnTo>
                <a:lnTo>
                  <a:pt x="2381199" y="160982"/>
                </a:lnTo>
                <a:lnTo>
                  <a:pt x="2381088" y="161851"/>
                </a:lnTo>
                <a:lnTo>
                  <a:pt x="2380998" y="162665"/>
                </a:lnTo>
                <a:lnTo>
                  <a:pt x="2380927" y="163425"/>
                </a:lnTo>
                <a:lnTo>
                  <a:pt x="2380876" y="164130"/>
                </a:lnTo>
                <a:lnTo>
                  <a:pt x="2380846" y="164781"/>
                </a:lnTo>
                <a:lnTo>
                  <a:pt x="2380836" y="165378"/>
                </a:lnTo>
                <a:lnTo>
                  <a:pt x="2380854" y="166240"/>
                </a:lnTo>
                <a:lnTo>
                  <a:pt x="2380906" y="167065"/>
                </a:lnTo>
                <a:lnTo>
                  <a:pt x="2380995" y="167853"/>
                </a:lnTo>
                <a:lnTo>
                  <a:pt x="2381118" y="168605"/>
                </a:lnTo>
                <a:lnTo>
                  <a:pt x="2381276" y="169320"/>
                </a:lnTo>
                <a:lnTo>
                  <a:pt x="2381470" y="169998"/>
                </a:lnTo>
                <a:lnTo>
                  <a:pt x="2381699" y="170639"/>
                </a:lnTo>
                <a:lnTo>
                  <a:pt x="2381963" y="171244"/>
                </a:lnTo>
                <a:lnTo>
                  <a:pt x="2382263" y="171813"/>
                </a:lnTo>
                <a:lnTo>
                  <a:pt x="2382597" y="172344"/>
                </a:lnTo>
                <a:lnTo>
                  <a:pt x="2382967" y="172839"/>
                </a:lnTo>
                <a:lnTo>
                  <a:pt x="2383372" y="173298"/>
                </a:lnTo>
                <a:lnTo>
                  <a:pt x="2383813" y="173719"/>
                </a:lnTo>
                <a:lnTo>
                  <a:pt x="2384288" y="174104"/>
                </a:lnTo>
                <a:lnTo>
                  <a:pt x="2384799" y="174452"/>
                </a:lnTo>
                <a:lnTo>
                  <a:pt x="2385345" y="174764"/>
                </a:lnTo>
                <a:lnTo>
                  <a:pt x="2385926" y="175039"/>
                </a:lnTo>
                <a:lnTo>
                  <a:pt x="2386543" y="175277"/>
                </a:lnTo>
                <a:lnTo>
                  <a:pt x="2387195" y="175479"/>
                </a:lnTo>
                <a:lnTo>
                  <a:pt x="2387881" y="175644"/>
                </a:lnTo>
                <a:lnTo>
                  <a:pt x="2388604" y="175772"/>
                </a:lnTo>
                <a:lnTo>
                  <a:pt x="2389361" y="175864"/>
                </a:lnTo>
                <a:lnTo>
                  <a:pt x="2390154" y="175919"/>
                </a:lnTo>
                <a:lnTo>
                  <a:pt x="2390981" y="175937"/>
                </a:lnTo>
                <a:lnTo>
                  <a:pt x="2391619" y="175928"/>
                </a:lnTo>
                <a:lnTo>
                  <a:pt x="2392251" y="175901"/>
                </a:lnTo>
                <a:lnTo>
                  <a:pt x="2392880" y="175856"/>
                </a:lnTo>
                <a:lnTo>
                  <a:pt x="2393504" y="175792"/>
                </a:lnTo>
                <a:lnTo>
                  <a:pt x="2394124" y="175711"/>
                </a:lnTo>
                <a:lnTo>
                  <a:pt x="2394740" y="175611"/>
                </a:lnTo>
                <a:lnTo>
                  <a:pt x="2395351" y="175493"/>
                </a:lnTo>
                <a:lnTo>
                  <a:pt x="2395958" y="175357"/>
                </a:lnTo>
                <a:lnTo>
                  <a:pt x="2396561" y="175203"/>
                </a:lnTo>
                <a:lnTo>
                  <a:pt x="2397159" y="175030"/>
                </a:lnTo>
                <a:lnTo>
                  <a:pt x="2397753" y="174840"/>
                </a:lnTo>
                <a:lnTo>
                  <a:pt x="2398343" y="174631"/>
                </a:lnTo>
                <a:lnTo>
                  <a:pt x="2398929" y="174405"/>
                </a:lnTo>
                <a:lnTo>
                  <a:pt x="2399510" y="174160"/>
                </a:lnTo>
                <a:lnTo>
                  <a:pt x="2400087" y="173897"/>
                </a:lnTo>
                <a:lnTo>
                  <a:pt x="2400660" y="173616"/>
                </a:lnTo>
                <a:lnTo>
                  <a:pt x="2401228" y="173317"/>
                </a:lnTo>
                <a:lnTo>
                  <a:pt x="2401792" y="172999"/>
                </a:lnTo>
                <a:lnTo>
                  <a:pt x="2402352" y="172664"/>
                </a:lnTo>
                <a:lnTo>
                  <a:pt x="2402907" y="172310"/>
                </a:lnTo>
                <a:lnTo>
                  <a:pt x="2403458" y="171938"/>
                </a:lnTo>
                <a:lnTo>
                  <a:pt x="2404005" y="171548"/>
                </a:lnTo>
                <a:lnTo>
                  <a:pt x="2404548" y="171140"/>
                </a:lnTo>
                <a:lnTo>
                  <a:pt x="2405086" y="170714"/>
                </a:lnTo>
                <a:lnTo>
                  <a:pt x="2405716" y="170187"/>
                </a:lnTo>
                <a:lnTo>
                  <a:pt x="2406367" y="169623"/>
                </a:lnTo>
                <a:lnTo>
                  <a:pt x="2407041" y="169022"/>
                </a:lnTo>
                <a:lnTo>
                  <a:pt x="2407736" y="168384"/>
                </a:lnTo>
                <a:lnTo>
                  <a:pt x="2408453" y="167709"/>
                </a:lnTo>
                <a:lnTo>
                  <a:pt x="2409192" y="166997"/>
                </a:lnTo>
                <a:lnTo>
                  <a:pt x="2409953" y="166247"/>
                </a:lnTo>
                <a:lnTo>
                  <a:pt x="2410736" y="165461"/>
                </a:lnTo>
                <a:lnTo>
                  <a:pt x="2411541" y="164637"/>
                </a:lnTo>
                <a:lnTo>
                  <a:pt x="2412368" y="163776"/>
                </a:lnTo>
                <a:lnTo>
                  <a:pt x="2413217" y="162878"/>
                </a:lnTo>
                <a:lnTo>
                  <a:pt x="2414087" y="161943"/>
                </a:lnTo>
                <a:lnTo>
                  <a:pt x="2414980" y="160971"/>
                </a:lnTo>
                <a:lnTo>
                  <a:pt x="2415894" y="159961"/>
                </a:lnTo>
                <a:lnTo>
                  <a:pt x="2416830" y="158915"/>
                </a:lnTo>
                <a:lnTo>
                  <a:pt x="2417789" y="157831"/>
                </a:lnTo>
                <a:lnTo>
                  <a:pt x="2418769" y="156710"/>
                </a:lnTo>
                <a:lnTo>
                  <a:pt x="2419771" y="155552"/>
                </a:lnTo>
                <a:lnTo>
                  <a:pt x="2420795" y="154357"/>
                </a:lnTo>
                <a:lnTo>
                  <a:pt x="2421841" y="153125"/>
                </a:lnTo>
                <a:lnTo>
                  <a:pt x="2422908" y="151855"/>
                </a:lnTo>
                <a:lnTo>
                  <a:pt x="2423998" y="150549"/>
                </a:lnTo>
                <a:lnTo>
                  <a:pt x="2425110" y="149205"/>
                </a:lnTo>
                <a:lnTo>
                  <a:pt x="2426243" y="147825"/>
                </a:lnTo>
                <a:lnTo>
                  <a:pt x="2423150" y="145346"/>
                </a:lnTo>
                <a:lnTo>
                  <a:pt x="2422723" y="145764"/>
                </a:lnTo>
                <a:lnTo>
                  <a:pt x="2422307" y="146172"/>
                </a:lnTo>
                <a:lnTo>
                  <a:pt x="2421903" y="146568"/>
                </a:lnTo>
                <a:lnTo>
                  <a:pt x="2421511" y="146954"/>
                </a:lnTo>
                <a:lnTo>
                  <a:pt x="2421130" y="147329"/>
                </a:lnTo>
                <a:close/>
                <a:moveTo>
                  <a:pt x="2386250" y="67332"/>
                </a:moveTo>
                <a:lnTo>
                  <a:pt x="2386690" y="67415"/>
                </a:lnTo>
                <a:lnTo>
                  <a:pt x="2387121" y="67507"/>
                </a:lnTo>
                <a:lnTo>
                  <a:pt x="2387545" y="67609"/>
                </a:lnTo>
                <a:lnTo>
                  <a:pt x="2387960" y="67720"/>
                </a:lnTo>
                <a:lnTo>
                  <a:pt x="2388367" y="67841"/>
                </a:lnTo>
                <a:lnTo>
                  <a:pt x="2388766" y="67971"/>
                </a:lnTo>
                <a:lnTo>
                  <a:pt x="2389157" y="68111"/>
                </a:lnTo>
                <a:lnTo>
                  <a:pt x="2389539" y="68260"/>
                </a:lnTo>
                <a:lnTo>
                  <a:pt x="2389914" y="68418"/>
                </a:lnTo>
                <a:lnTo>
                  <a:pt x="2390280" y="68586"/>
                </a:lnTo>
                <a:lnTo>
                  <a:pt x="2390638" y="68764"/>
                </a:lnTo>
                <a:lnTo>
                  <a:pt x="2390988" y="68951"/>
                </a:lnTo>
                <a:lnTo>
                  <a:pt x="2391329" y="69147"/>
                </a:lnTo>
                <a:lnTo>
                  <a:pt x="2391663" y="69353"/>
                </a:lnTo>
                <a:lnTo>
                  <a:pt x="2391988" y="69568"/>
                </a:lnTo>
                <a:lnTo>
                  <a:pt x="2392306" y="69793"/>
                </a:lnTo>
                <a:lnTo>
                  <a:pt x="2392615" y="70027"/>
                </a:lnTo>
                <a:lnTo>
                  <a:pt x="2392916" y="70270"/>
                </a:lnTo>
                <a:lnTo>
                  <a:pt x="2393209" y="70523"/>
                </a:lnTo>
                <a:lnTo>
                  <a:pt x="2393612" y="70910"/>
                </a:lnTo>
                <a:lnTo>
                  <a:pt x="2393999" y="71306"/>
                </a:lnTo>
                <a:lnTo>
                  <a:pt x="2394368" y="71712"/>
                </a:lnTo>
                <a:lnTo>
                  <a:pt x="2394721" y="72128"/>
                </a:lnTo>
                <a:lnTo>
                  <a:pt x="2395056" y="72554"/>
                </a:lnTo>
                <a:lnTo>
                  <a:pt x="2395374" y="72990"/>
                </a:lnTo>
                <a:lnTo>
                  <a:pt x="2395674" y="73436"/>
                </a:lnTo>
                <a:lnTo>
                  <a:pt x="2395958" y="73891"/>
                </a:lnTo>
                <a:lnTo>
                  <a:pt x="2396224" y="74357"/>
                </a:lnTo>
                <a:lnTo>
                  <a:pt x="2396474" y="74832"/>
                </a:lnTo>
                <a:lnTo>
                  <a:pt x="2396706" y="75318"/>
                </a:lnTo>
                <a:lnTo>
                  <a:pt x="2396920" y="75813"/>
                </a:lnTo>
                <a:lnTo>
                  <a:pt x="2397118" y="76318"/>
                </a:lnTo>
                <a:lnTo>
                  <a:pt x="2397298" y="76833"/>
                </a:lnTo>
                <a:lnTo>
                  <a:pt x="2397462" y="77357"/>
                </a:lnTo>
                <a:lnTo>
                  <a:pt x="2397608" y="77892"/>
                </a:lnTo>
                <a:lnTo>
                  <a:pt x="2397737" y="78436"/>
                </a:lnTo>
                <a:lnTo>
                  <a:pt x="2397848" y="78991"/>
                </a:lnTo>
                <a:lnTo>
                  <a:pt x="2397943" y="79555"/>
                </a:lnTo>
                <a:lnTo>
                  <a:pt x="2398020" y="80129"/>
                </a:lnTo>
                <a:lnTo>
                  <a:pt x="2398080" y="80713"/>
                </a:lnTo>
                <a:lnTo>
                  <a:pt x="2398123" y="81307"/>
                </a:lnTo>
                <a:lnTo>
                  <a:pt x="2398149" y="81911"/>
                </a:lnTo>
                <a:lnTo>
                  <a:pt x="2398158" y="82525"/>
                </a:lnTo>
                <a:lnTo>
                  <a:pt x="2398130" y="84440"/>
                </a:lnTo>
                <a:lnTo>
                  <a:pt x="2398048" y="86371"/>
                </a:lnTo>
                <a:lnTo>
                  <a:pt x="2397912" y="88319"/>
                </a:lnTo>
                <a:lnTo>
                  <a:pt x="2397721" y="90282"/>
                </a:lnTo>
                <a:lnTo>
                  <a:pt x="2397476" y="92261"/>
                </a:lnTo>
                <a:lnTo>
                  <a:pt x="2397175" y="94255"/>
                </a:lnTo>
                <a:lnTo>
                  <a:pt x="2396821" y="96266"/>
                </a:lnTo>
                <a:lnTo>
                  <a:pt x="2396412" y="98293"/>
                </a:lnTo>
                <a:lnTo>
                  <a:pt x="2395948" y="100335"/>
                </a:lnTo>
                <a:lnTo>
                  <a:pt x="2395430" y="102394"/>
                </a:lnTo>
                <a:lnTo>
                  <a:pt x="2394857" y="104468"/>
                </a:lnTo>
                <a:lnTo>
                  <a:pt x="2394229" y="106558"/>
                </a:lnTo>
                <a:lnTo>
                  <a:pt x="2393547" y="108665"/>
                </a:lnTo>
                <a:lnTo>
                  <a:pt x="2392811" y="110787"/>
                </a:lnTo>
                <a:lnTo>
                  <a:pt x="2392020" y="112924"/>
                </a:lnTo>
                <a:lnTo>
                  <a:pt x="2391174" y="115078"/>
                </a:lnTo>
                <a:lnTo>
                  <a:pt x="2390274" y="117248"/>
                </a:lnTo>
                <a:lnTo>
                  <a:pt x="2389319" y="119434"/>
                </a:lnTo>
                <a:lnTo>
                  <a:pt x="2388310" y="121635"/>
                </a:lnTo>
                <a:lnTo>
                  <a:pt x="2387246" y="123852"/>
                </a:lnTo>
                <a:lnTo>
                  <a:pt x="2386127" y="126086"/>
                </a:lnTo>
                <a:lnTo>
                  <a:pt x="2384954" y="128335"/>
                </a:lnTo>
                <a:lnTo>
                  <a:pt x="2383727" y="130600"/>
                </a:lnTo>
                <a:lnTo>
                  <a:pt x="2382444" y="132881"/>
                </a:lnTo>
                <a:lnTo>
                  <a:pt x="2381906" y="133805"/>
                </a:lnTo>
                <a:lnTo>
                  <a:pt x="2381362" y="134720"/>
                </a:lnTo>
                <a:lnTo>
                  <a:pt x="2380813" y="135626"/>
                </a:lnTo>
                <a:lnTo>
                  <a:pt x="2380259" y="136524"/>
                </a:lnTo>
                <a:lnTo>
                  <a:pt x="2379699" y="137413"/>
                </a:lnTo>
                <a:lnTo>
                  <a:pt x="2379135" y="138294"/>
                </a:lnTo>
                <a:lnTo>
                  <a:pt x="2378565" y="139166"/>
                </a:lnTo>
                <a:lnTo>
                  <a:pt x="2377990" y="140030"/>
                </a:lnTo>
                <a:lnTo>
                  <a:pt x="2377410" y="140884"/>
                </a:lnTo>
                <a:lnTo>
                  <a:pt x="2376825" y="141731"/>
                </a:lnTo>
                <a:lnTo>
                  <a:pt x="2376235" y="142568"/>
                </a:lnTo>
                <a:lnTo>
                  <a:pt x="2375640" y="143398"/>
                </a:lnTo>
                <a:lnTo>
                  <a:pt x="2375039" y="144218"/>
                </a:lnTo>
                <a:lnTo>
                  <a:pt x="2374433" y="145030"/>
                </a:lnTo>
                <a:lnTo>
                  <a:pt x="2373822" y="145833"/>
                </a:lnTo>
                <a:lnTo>
                  <a:pt x="2373206" y="146628"/>
                </a:lnTo>
                <a:lnTo>
                  <a:pt x="2372585" y="147414"/>
                </a:lnTo>
                <a:lnTo>
                  <a:pt x="2371959" y="148192"/>
                </a:lnTo>
                <a:lnTo>
                  <a:pt x="2371327" y="148961"/>
                </a:lnTo>
                <a:lnTo>
                  <a:pt x="2370691" y="149721"/>
                </a:lnTo>
                <a:lnTo>
                  <a:pt x="2370049" y="150473"/>
                </a:lnTo>
                <a:lnTo>
                  <a:pt x="2369402" y="151216"/>
                </a:lnTo>
                <a:lnTo>
                  <a:pt x="2368750" y="151951"/>
                </a:lnTo>
                <a:lnTo>
                  <a:pt x="2368092" y="152677"/>
                </a:lnTo>
                <a:lnTo>
                  <a:pt x="2367244" y="153586"/>
                </a:lnTo>
                <a:lnTo>
                  <a:pt x="2366389" y="154456"/>
                </a:lnTo>
                <a:lnTo>
                  <a:pt x="2365529" y="155287"/>
                </a:lnTo>
                <a:lnTo>
                  <a:pt x="2364662" y="156079"/>
                </a:lnTo>
                <a:lnTo>
                  <a:pt x="2363790" y="156833"/>
                </a:lnTo>
                <a:lnTo>
                  <a:pt x="2362911" y="157549"/>
                </a:lnTo>
                <a:lnTo>
                  <a:pt x="2362027" y="158225"/>
                </a:lnTo>
                <a:lnTo>
                  <a:pt x="2361136" y="158863"/>
                </a:lnTo>
                <a:lnTo>
                  <a:pt x="2360240" y="159463"/>
                </a:lnTo>
                <a:lnTo>
                  <a:pt x="2359337" y="160023"/>
                </a:lnTo>
                <a:lnTo>
                  <a:pt x="2358428" y="160545"/>
                </a:lnTo>
                <a:lnTo>
                  <a:pt x="2357514" y="161028"/>
                </a:lnTo>
                <a:lnTo>
                  <a:pt x="2356593" y="161473"/>
                </a:lnTo>
                <a:lnTo>
                  <a:pt x="2355667" y="161879"/>
                </a:lnTo>
                <a:lnTo>
                  <a:pt x="2354734" y="162246"/>
                </a:lnTo>
                <a:lnTo>
                  <a:pt x="2353795" y="162575"/>
                </a:lnTo>
                <a:lnTo>
                  <a:pt x="2352850" y="162865"/>
                </a:lnTo>
                <a:lnTo>
                  <a:pt x="2351900" y="163116"/>
                </a:lnTo>
                <a:lnTo>
                  <a:pt x="2350943" y="163329"/>
                </a:lnTo>
                <a:lnTo>
                  <a:pt x="2349980" y="163503"/>
                </a:lnTo>
                <a:lnTo>
                  <a:pt x="2349012" y="163638"/>
                </a:lnTo>
                <a:lnTo>
                  <a:pt x="2348037" y="163735"/>
                </a:lnTo>
                <a:lnTo>
                  <a:pt x="2347056" y="163793"/>
                </a:lnTo>
                <a:lnTo>
                  <a:pt x="2346069" y="163812"/>
                </a:lnTo>
                <a:lnTo>
                  <a:pt x="2345567" y="163805"/>
                </a:lnTo>
                <a:lnTo>
                  <a:pt x="2345072" y="163781"/>
                </a:lnTo>
                <a:lnTo>
                  <a:pt x="2344583" y="163743"/>
                </a:lnTo>
                <a:lnTo>
                  <a:pt x="2344100" y="163689"/>
                </a:lnTo>
                <a:lnTo>
                  <a:pt x="2343624" y="163619"/>
                </a:lnTo>
                <a:lnTo>
                  <a:pt x="2343154" y="163534"/>
                </a:lnTo>
                <a:lnTo>
                  <a:pt x="2342691" y="163433"/>
                </a:lnTo>
                <a:lnTo>
                  <a:pt x="2342234" y="163317"/>
                </a:lnTo>
                <a:lnTo>
                  <a:pt x="2341783" y="163186"/>
                </a:lnTo>
                <a:lnTo>
                  <a:pt x="2341339" y="163039"/>
                </a:lnTo>
                <a:lnTo>
                  <a:pt x="2340902" y="162877"/>
                </a:lnTo>
                <a:lnTo>
                  <a:pt x="2340471" y="162699"/>
                </a:lnTo>
                <a:lnTo>
                  <a:pt x="2340046" y="162505"/>
                </a:lnTo>
                <a:lnTo>
                  <a:pt x="2339628" y="162297"/>
                </a:lnTo>
                <a:lnTo>
                  <a:pt x="2339216" y="162072"/>
                </a:lnTo>
                <a:lnTo>
                  <a:pt x="2338811" y="161833"/>
                </a:lnTo>
                <a:lnTo>
                  <a:pt x="2338412" y="161577"/>
                </a:lnTo>
                <a:lnTo>
                  <a:pt x="2338019" y="161307"/>
                </a:lnTo>
                <a:lnTo>
                  <a:pt x="2337633" y="161021"/>
                </a:lnTo>
                <a:lnTo>
                  <a:pt x="2337254" y="160719"/>
                </a:lnTo>
                <a:lnTo>
                  <a:pt x="2336881" y="160402"/>
                </a:lnTo>
                <a:lnTo>
                  <a:pt x="2336514" y="160070"/>
                </a:lnTo>
                <a:lnTo>
                  <a:pt x="2336154" y="159722"/>
                </a:lnTo>
                <a:lnTo>
                  <a:pt x="2335800" y="159358"/>
                </a:lnTo>
                <a:lnTo>
                  <a:pt x="2335426" y="158948"/>
                </a:lnTo>
                <a:lnTo>
                  <a:pt x="2335069" y="158520"/>
                </a:lnTo>
                <a:lnTo>
                  <a:pt x="2334727" y="158076"/>
                </a:lnTo>
                <a:lnTo>
                  <a:pt x="2334401" y="157616"/>
                </a:lnTo>
                <a:lnTo>
                  <a:pt x="2334091" y="157138"/>
                </a:lnTo>
                <a:lnTo>
                  <a:pt x="2333797" y="156644"/>
                </a:lnTo>
                <a:lnTo>
                  <a:pt x="2333519" y="156133"/>
                </a:lnTo>
                <a:lnTo>
                  <a:pt x="2333257" y="155605"/>
                </a:lnTo>
                <a:lnTo>
                  <a:pt x="2333010" y="155061"/>
                </a:lnTo>
                <a:lnTo>
                  <a:pt x="2332780" y="154499"/>
                </a:lnTo>
                <a:lnTo>
                  <a:pt x="2332565" y="153921"/>
                </a:lnTo>
                <a:lnTo>
                  <a:pt x="2332367" y="153327"/>
                </a:lnTo>
                <a:lnTo>
                  <a:pt x="2332184" y="152715"/>
                </a:lnTo>
                <a:lnTo>
                  <a:pt x="2332017" y="152087"/>
                </a:lnTo>
                <a:lnTo>
                  <a:pt x="2331866" y="151442"/>
                </a:lnTo>
                <a:lnTo>
                  <a:pt x="2331731" y="150780"/>
                </a:lnTo>
                <a:lnTo>
                  <a:pt x="2331612" y="150101"/>
                </a:lnTo>
                <a:lnTo>
                  <a:pt x="2331508" y="149406"/>
                </a:lnTo>
                <a:lnTo>
                  <a:pt x="2331421" y="148694"/>
                </a:lnTo>
                <a:lnTo>
                  <a:pt x="2331349" y="147965"/>
                </a:lnTo>
                <a:lnTo>
                  <a:pt x="2331294" y="147220"/>
                </a:lnTo>
                <a:lnTo>
                  <a:pt x="2331254" y="146457"/>
                </a:lnTo>
                <a:lnTo>
                  <a:pt x="2331230" y="145678"/>
                </a:lnTo>
                <a:lnTo>
                  <a:pt x="2331222" y="144882"/>
                </a:lnTo>
                <a:lnTo>
                  <a:pt x="2331238" y="143735"/>
                </a:lnTo>
                <a:lnTo>
                  <a:pt x="2331286" y="142562"/>
                </a:lnTo>
                <a:lnTo>
                  <a:pt x="2331365" y="141362"/>
                </a:lnTo>
                <a:lnTo>
                  <a:pt x="2331477" y="140136"/>
                </a:lnTo>
                <a:lnTo>
                  <a:pt x="2331620" y="138884"/>
                </a:lnTo>
                <a:lnTo>
                  <a:pt x="2331794" y="137606"/>
                </a:lnTo>
                <a:lnTo>
                  <a:pt x="2332001" y="136301"/>
                </a:lnTo>
                <a:lnTo>
                  <a:pt x="2332239" y="134971"/>
                </a:lnTo>
                <a:lnTo>
                  <a:pt x="2332510" y="133614"/>
                </a:lnTo>
                <a:lnTo>
                  <a:pt x="2332812" y="132231"/>
                </a:lnTo>
                <a:lnTo>
                  <a:pt x="2333146" y="130821"/>
                </a:lnTo>
                <a:lnTo>
                  <a:pt x="2333511" y="129386"/>
                </a:lnTo>
                <a:lnTo>
                  <a:pt x="2333908" y="127924"/>
                </a:lnTo>
                <a:lnTo>
                  <a:pt x="2334338" y="126436"/>
                </a:lnTo>
                <a:lnTo>
                  <a:pt x="2334799" y="124922"/>
                </a:lnTo>
                <a:lnTo>
                  <a:pt x="2335291" y="123382"/>
                </a:lnTo>
                <a:lnTo>
                  <a:pt x="2335816" y="121815"/>
                </a:lnTo>
                <a:lnTo>
                  <a:pt x="2336372" y="120222"/>
                </a:lnTo>
                <a:lnTo>
                  <a:pt x="2336960" y="118603"/>
                </a:lnTo>
                <a:lnTo>
                  <a:pt x="2337580" y="116958"/>
                </a:lnTo>
                <a:lnTo>
                  <a:pt x="2338232" y="115287"/>
                </a:lnTo>
                <a:lnTo>
                  <a:pt x="2338915" y="113589"/>
                </a:lnTo>
                <a:lnTo>
                  <a:pt x="2339631" y="111865"/>
                </a:lnTo>
                <a:lnTo>
                  <a:pt x="2340378" y="110115"/>
                </a:lnTo>
                <a:lnTo>
                  <a:pt x="2341239" y="108158"/>
                </a:lnTo>
                <a:lnTo>
                  <a:pt x="2342112" y="106244"/>
                </a:lnTo>
                <a:lnTo>
                  <a:pt x="2342995" y="104374"/>
                </a:lnTo>
                <a:lnTo>
                  <a:pt x="2343890" y="102548"/>
                </a:lnTo>
                <a:lnTo>
                  <a:pt x="2344796" y="100765"/>
                </a:lnTo>
                <a:lnTo>
                  <a:pt x="2345714" y="99027"/>
                </a:lnTo>
                <a:lnTo>
                  <a:pt x="2346642" y="97332"/>
                </a:lnTo>
                <a:lnTo>
                  <a:pt x="2347581" y="95681"/>
                </a:lnTo>
                <a:lnTo>
                  <a:pt x="2348532" y="94074"/>
                </a:lnTo>
                <a:lnTo>
                  <a:pt x="2349494" y="92510"/>
                </a:lnTo>
                <a:lnTo>
                  <a:pt x="2350467" y="90991"/>
                </a:lnTo>
                <a:lnTo>
                  <a:pt x="2351451" y="89515"/>
                </a:lnTo>
                <a:lnTo>
                  <a:pt x="2352447" y="88083"/>
                </a:lnTo>
                <a:lnTo>
                  <a:pt x="2353453" y="86695"/>
                </a:lnTo>
                <a:lnTo>
                  <a:pt x="2354471" y="85351"/>
                </a:lnTo>
                <a:lnTo>
                  <a:pt x="2355500" y="84051"/>
                </a:lnTo>
                <a:lnTo>
                  <a:pt x="2356540" y="82794"/>
                </a:lnTo>
                <a:lnTo>
                  <a:pt x="2357591" y="81581"/>
                </a:lnTo>
                <a:lnTo>
                  <a:pt x="2358654" y="80412"/>
                </a:lnTo>
                <a:lnTo>
                  <a:pt x="2359727" y="79287"/>
                </a:lnTo>
                <a:lnTo>
                  <a:pt x="2360812" y="78206"/>
                </a:lnTo>
                <a:lnTo>
                  <a:pt x="2361908" y="77168"/>
                </a:lnTo>
                <a:lnTo>
                  <a:pt x="2363015" y="76175"/>
                </a:lnTo>
                <a:lnTo>
                  <a:pt x="2364133" y="75225"/>
                </a:lnTo>
                <a:lnTo>
                  <a:pt x="2365007" y="74509"/>
                </a:lnTo>
                <a:lnTo>
                  <a:pt x="2365877" y="73826"/>
                </a:lnTo>
                <a:lnTo>
                  <a:pt x="2366743" y="73176"/>
                </a:lnTo>
                <a:lnTo>
                  <a:pt x="2367604" y="72558"/>
                </a:lnTo>
                <a:lnTo>
                  <a:pt x="2368461" y="71973"/>
                </a:lnTo>
                <a:lnTo>
                  <a:pt x="2369314" y="71420"/>
                </a:lnTo>
                <a:lnTo>
                  <a:pt x="2370163" y="70901"/>
                </a:lnTo>
                <a:lnTo>
                  <a:pt x="2371007" y="70413"/>
                </a:lnTo>
                <a:lnTo>
                  <a:pt x="2371847" y="69959"/>
                </a:lnTo>
                <a:lnTo>
                  <a:pt x="2372682" y="69537"/>
                </a:lnTo>
                <a:lnTo>
                  <a:pt x="2373513" y="69148"/>
                </a:lnTo>
                <a:lnTo>
                  <a:pt x="2374340" y="68791"/>
                </a:lnTo>
                <a:lnTo>
                  <a:pt x="2375163" y="68467"/>
                </a:lnTo>
                <a:lnTo>
                  <a:pt x="2375982" y="68176"/>
                </a:lnTo>
                <a:lnTo>
                  <a:pt x="2376796" y="67917"/>
                </a:lnTo>
                <a:lnTo>
                  <a:pt x="2377605" y="67691"/>
                </a:lnTo>
                <a:lnTo>
                  <a:pt x="2378411" y="67498"/>
                </a:lnTo>
                <a:lnTo>
                  <a:pt x="2379212" y="67337"/>
                </a:lnTo>
                <a:lnTo>
                  <a:pt x="2380009" y="67209"/>
                </a:lnTo>
                <a:lnTo>
                  <a:pt x="2380802" y="67114"/>
                </a:lnTo>
                <a:lnTo>
                  <a:pt x="2381590" y="67051"/>
                </a:lnTo>
                <a:lnTo>
                  <a:pt x="2382374" y="67021"/>
                </a:lnTo>
                <a:lnTo>
                  <a:pt x="2383154" y="67024"/>
                </a:lnTo>
                <a:lnTo>
                  <a:pt x="2383929" y="67059"/>
                </a:lnTo>
                <a:lnTo>
                  <a:pt x="2384410" y="67095"/>
                </a:lnTo>
                <a:lnTo>
                  <a:pt x="2384882" y="67140"/>
                </a:lnTo>
                <a:lnTo>
                  <a:pt x="2385346" y="67194"/>
                </a:lnTo>
                <a:lnTo>
                  <a:pt x="2385802" y="67258"/>
                </a:lnTo>
                <a:lnTo>
                  <a:pt x="2386250" y="6733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893D9-B5BE-4FB7-8AD7-26AD9A0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573" y="502924"/>
            <a:ext cx="98484" cy="366007"/>
          </a:xfrm>
          <a:custGeom xmlns:a="http://schemas.openxmlformats.org/drawingml/2006/main">
            <a:pathLst>
              <a:path w="98484" h="366007">
                <a:moveTo>
                  <a:pt x="98484" y="0"/>
                </a:moveTo>
                <a:lnTo>
                  <a:pt x="72160" y="0"/>
                </a:lnTo>
                <a:cubicBezTo>
                  <a:pt x="32293" y="0"/>
                  <a:pt x="0" y="32321"/>
                  <a:pt x="0" y="72160"/>
                </a:cubicBezTo>
                <a:lnTo>
                  <a:pt x="0" y="293847"/>
                </a:lnTo>
                <a:cubicBezTo>
                  <a:pt x="0" y="333686"/>
                  <a:pt x="32293" y="366007"/>
                  <a:pt x="72160" y="366007"/>
                </a:cubicBezTo>
                <a:lnTo>
                  <a:pt x="98484" y="366007"/>
                </a:lnTo>
              </a:path>
            </a:pathLst>
          </a:custGeom>
          <a:solidFill xmlns:a="http://schemas.openxmlformats.org/drawingml/2006/main">
            <a:srgbClr val="54AA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63A099-0E19-4121-9106-4B41FA16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573" y="502924"/>
            <a:ext cx="98484" cy="366007"/>
          </a:xfrm>
          <a:custGeom xmlns:a="http://schemas.openxmlformats.org/drawingml/2006/main">
            <a:pathLst>
              <a:path w="98484" h="366007" fill="none">
                <a:moveTo>
                  <a:pt x="98484" y="0"/>
                </a:moveTo>
                <a:lnTo>
                  <a:pt x="72160" y="0"/>
                </a:lnTo>
                <a:cubicBezTo>
                  <a:pt x="32293" y="0"/>
                  <a:pt x="0" y="32321"/>
                  <a:pt x="0" y="72160"/>
                </a:cubicBezTo>
                <a:lnTo>
                  <a:pt x="0" y="293847"/>
                </a:lnTo>
                <a:cubicBezTo>
                  <a:pt x="0" y="333686"/>
                  <a:pt x="32293" y="366007"/>
                  <a:pt x="72160" y="366007"/>
                </a:cubicBezTo>
                <a:lnTo>
                  <a:pt x="98484" y="366007"/>
                </a:lnTo>
              </a:path>
            </a:pathLst>
          </a:custGeom>
          <a:noFill xmlns:a="http://schemas.openxmlformats.org/drawingml/2006/main"/>
          <a:ln xmlns:a="http://schemas.openxmlformats.org/drawingml/2006/main" w="18019" cap="flat">
            <a:solidFill>
              <a:srgbClr val="231F2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8B177-2AFC-4B0D-8211-AAE11770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685" y="502924"/>
            <a:ext cx="98484" cy="366007"/>
          </a:xfrm>
          <a:custGeom xmlns:a="http://schemas.openxmlformats.org/drawingml/2006/main">
            <a:pathLst>
              <a:path w="98484" h="366007">
                <a:moveTo>
                  <a:pt x="0" y="0"/>
                </a:moveTo>
                <a:lnTo>
                  <a:pt x="26324" y="0"/>
                </a:lnTo>
                <a:cubicBezTo>
                  <a:pt x="66191" y="0"/>
                  <a:pt x="98484" y="32321"/>
                  <a:pt x="98484" y="72160"/>
                </a:cubicBezTo>
                <a:lnTo>
                  <a:pt x="98484" y="293847"/>
                </a:lnTo>
                <a:cubicBezTo>
                  <a:pt x="98484" y="333686"/>
                  <a:pt x="66191" y="366007"/>
                  <a:pt x="26324" y="366007"/>
                </a:cubicBezTo>
                <a:lnTo>
                  <a:pt x="0" y="366007"/>
                </a:lnTo>
              </a:path>
            </a:pathLst>
          </a:custGeom>
          <a:solidFill xmlns:a="http://schemas.openxmlformats.org/drawingml/2006/main">
            <a:srgbClr val="54AA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5C379-D5BA-41F0-AC5A-03E87C18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685" y="502924"/>
            <a:ext cx="98484" cy="366007"/>
          </a:xfrm>
          <a:custGeom xmlns:a="http://schemas.openxmlformats.org/drawingml/2006/main">
            <a:pathLst>
              <a:path w="98484" h="366007" fill="none">
                <a:moveTo>
                  <a:pt x="0" y="0"/>
                </a:moveTo>
                <a:lnTo>
                  <a:pt x="26324" y="0"/>
                </a:lnTo>
                <a:cubicBezTo>
                  <a:pt x="66191" y="0"/>
                  <a:pt x="98484" y="32321"/>
                  <a:pt x="98484" y="72160"/>
                </a:cubicBezTo>
                <a:lnTo>
                  <a:pt x="98484" y="293847"/>
                </a:lnTo>
                <a:cubicBezTo>
                  <a:pt x="98484" y="333686"/>
                  <a:pt x="66191" y="366007"/>
                  <a:pt x="26324" y="366007"/>
                </a:cubicBezTo>
                <a:lnTo>
                  <a:pt x="0" y="366007"/>
                </a:lnTo>
              </a:path>
            </a:pathLst>
          </a:custGeom>
          <a:noFill xmlns:a="http://schemas.openxmlformats.org/drawingml/2006/main"/>
          <a:ln xmlns:a="http://schemas.openxmlformats.org/drawingml/2006/main" w="18019" cap="flat">
            <a:solidFill>
              <a:srgbClr val="231F20"/>
            </a:solidFill>
            <a:miter/>
          </a:ln>
        </p:spPr>
      </p:sp>
      <p:sp>
        <p:nvSpPr>
          <p:cNvPr id="85" name="Text R">
            <a:extLst xmlns:a="http://schemas.openxmlformats.org/drawingml/2006/main">
              <a:ext uri="{FF2B5EF4-FFF2-40B4-BE49-F238E27FC236}">
                <a16:creationId xmlns:a16="http://schemas.microsoft.com/office/drawing/2014/main" id="{15692270-2AB5-4728-BE5D-287AC008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608" y="600351"/>
            <a:ext cx="174576" cy="171236"/>
          </a:xfrm>
          <a:custGeom xmlns:a="http://schemas.openxmlformats.org/drawingml/2006/main">
            <a:pathLst>
              <a:path w="174576" h="171236">
                <a:moveTo>
                  <a:pt x="174576" y="164914"/>
                </a:moveTo>
                <a:lnTo>
                  <a:pt x="174576" y="171236"/>
                </a:lnTo>
                <a:lnTo>
                  <a:pt x="122612" y="171236"/>
                </a:lnTo>
                <a:lnTo>
                  <a:pt x="70152" y="91804"/>
                </a:lnTo>
                <a:lnTo>
                  <a:pt x="63347" y="91804"/>
                </a:lnTo>
                <a:lnTo>
                  <a:pt x="63347" y="141495"/>
                </a:lnTo>
                <a:cubicBezTo>
                  <a:pt x="63512" y="151161"/>
                  <a:pt x="65121" y="157315"/>
                  <a:pt x="68173" y="159957"/>
                </a:cubicBezTo>
                <a:cubicBezTo>
                  <a:pt x="70812" y="162022"/>
                  <a:pt x="76627" y="163674"/>
                  <a:pt x="85618" y="164914"/>
                </a:cubicBezTo>
                <a:lnTo>
                  <a:pt x="85618" y="171236"/>
                </a:lnTo>
                <a:lnTo>
                  <a:pt x="0" y="171236"/>
                </a:lnTo>
                <a:lnTo>
                  <a:pt x="0" y="164914"/>
                </a:lnTo>
                <a:cubicBezTo>
                  <a:pt x="9403" y="163839"/>
                  <a:pt x="15342" y="162187"/>
                  <a:pt x="17816" y="159957"/>
                </a:cubicBezTo>
                <a:cubicBezTo>
                  <a:pt x="20621" y="157480"/>
                  <a:pt x="22106" y="151326"/>
                  <a:pt x="22271" y="141495"/>
                </a:cubicBezTo>
                <a:lnTo>
                  <a:pt x="22271" y="29532"/>
                </a:lnTo>
                <a:cubicBezTo>
                  <a:pt x="22106" y="19564"/>
                  <a:pt x="20250" y="13138"/>
                  <a:pt x="16703" y="10254"/>
                </a:cubicBezTo>
                <a:cubicBezTo>
                  <a:pt x="13816" y="8197"/>
                  <a:pt x="8248" y="6880"/>
                  <a:pt x="0" y="6302"/>
                </a:cubicBezTo>
                <a:lnTo>
                  <a:pt x="0" y="0"/>
                </a:lnTo>
                <a:lnTo>
                  <a:pt x="81535" y="0"/>
                </a:lnTo>
                <a:cubicBezTo>
                  <a:pt x="102981" y="0"/>
                  <a:pt x="120096" y="3500"/>
                  <a:pt x="132881" y="10501"/>
                </a:cubicBezTo>
                <a:cubicBezTo>
                  <a:pt x="146326" y="17832"/>
                  <a:pt x="153048" y="29323"/>
                  <a:pt x="153048" y="44974"/>
                </a:cubicBezTo>
                <a:cubicBezTo>
                  <a:pt x="153048" y="56836"/>
                  <a:pt x="149254" y="66268"/>
                  <a:pt x="141665" y="73269"/>
                </a:cubicBezTo>
                <a:cubicBezTo>
                  <a:pt x="135644" y="78870"/>
                  <a:pt x="126159" y="83689"/>
                  <a:pt x="113209" y="87725"/>
                </a:cubicBezTo>
                <a:lnTo>
                  <a:pt x="164183" y="160081"/>
                </a:lnTo>
                <a:cubicBezTo>
                  <a:pt x="166575" y="163386"/>
                  <a:pt x="170040" y="164997"/>
                  <a:pt x="174576" y="164914"/>
                </a:cubicBezTo>
                <a:moveTo>
                  <a:pt x="63347" y="83650"/>
                </a:moveTo>
                <a:cubicBezTo>
                  <a:pt x="77370" y="83402"/>
                  <a:pt x="87433" y="82083"/>
                  <a:pt x="93536" y="79691"/>
                </a:cubicBezTo>
                <a:cubicBezTo>
                  <a:pt x="96506" y="78453"/>
                  <a:pt x="99145" y="76721"/>
                  <a:pt x="101455" y="74494"/>
                </a:cubicBezTo>
                <a:cubicBezTo>
                  <a:pt x="106981" y="68883"/>
                  <a:pt x="109744" y="59353"/>
                  <a:pt x="109744" y="45906"/>
                </a:cubicBezTo>
                <a:cubicBezTo>
                  <a:pt x="109744" y="31801"/>
                  <a:pt x="106775" y="21819"/>
                  <a:pt x="100836" y="15961"/>
                </a:cubicBezTo>
                <a:cubicBezTo>
                  <a:pt x="95805" y="10929"/>
                  <a:pt x="87886" y="8413"/>
                  <a:pt x="77081" y="8413"/>
                </a:cubicBezTo>
                <a:cubicBezTo>
                  <a:pt x="70647" y="8413"/>
                  <a:pt x="66688" y="9703"/>
                  <a:pt x="65203" y="12284"/>
                </a:cubicBezTo>
                <a:cubicBezTo>
                  <a:pt x="63966" y="14446"/>
                  <a:pt x="63347" y="16776"/>
                  <a:pt x="63347" y="19274"/>
                </a:cubicBezTo>
                <a:lnTo>
                  <a:pt x="63347" y="8365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1">
            <a:extLst xmlns:a="http://schemas.openxmlformats.org/drawingml/2006/main">
              <a:ext uri="{FF2B5EF4-FFF2-40B4-BE49-F238E27FC236}">
                <a16:creationId xmlns:a16="http://schemas.microsoft.com/office/drawing/2014/main" id="{3072F83B-5F7D-4F32-98A1-22F7FF21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840" y="635902"/>
            <a:ext cx="74290" cy="135685"/>
          </a:xfrm>
          <a:custGeom xmlns:a="http://schemas.openxmlformats.org/drawingml/2006/main">
            <a:pathLst>
              <a:path w="74290" h="135685">
                <a:moveTo>
                  <a:pt x="74290" y="130967"/>
                </a:moveTo>
                <a:lnTo>
                  <a:pt x="74290" y="135685"/>
                </a:lnTo>
                <a:lnTo>
                  <a:pt x="385" y="135685"/>
                </a:lnTo>
                <a:lnTo>
                  <a:pt x="385" y="130967"/>
                </a:lnTo>
                <a:cubicBezTo>
                  <a:pt x="7570" y="130839"/>
                  <a:pt x="12510" y="130261"/>
                  <a:pt x="15204" y="129235"/>
                </a:cubicBezTo>
                <a:cubicBezTo>
                  <a:pt x="17706" y="128206"/>
                  <a:pt x="19663" y="126922"/>
                  <a:pt x="21075" y="125383"/>
                </a:cubicBezTo>
                <a:cubicBezTo>
                  <a:pt x="22871" y="123584"/>
                  <a:pt x="23801" y="118865"/>
                  <a:pt x="23865" y="111225"/>
                </a:cubicBezTo>
                <a:lnTo>
                  <a:pt x="23865" y="35341"/>
                </a:lnTo>
                <a:cubicBezTo>
                  <a:pt x="23865" y="26279"/>
                  <a:pt x="21524" y="21748"/>
                  <a:pt x="16840" y="21748"/>
                </a:cubicBezTo>
                <a:cubicBezTo>
                  <a:pt x="14018" y="21748"/>
                  <a:pt x="9719" y="22907"/>
                  <a:pt x="3945" y="25224"/>
                </a:cubicBezTo>
                <a:cubicBezTo>
                  <a:pt x="3111" y="25547"/>
                  <a:pt x="1796" y="26030"/>
                  <a:pt x="0" y="26674"/>
                </a:cubicBezTo>
                <a:lnTo>
                  <a:pt x="0" y="21571"/>
                </a:lnTo>
                <a:lnTo>
                  <a:pt x="49655" y="0"/>
                </a:lnTo>
                <a:lnTo>
                  <a:pt x="53023" y="0"/>
                </a:lnTo>
                <a:lnTo>
                  <a:pt x="53023" y="112383"/>
                </a:lnTo>
                <a:cubicBezTo>
                  <a:pt x="53087" y="119636"/>
                  <a:pt x="53985" y="124162"/>
                  <a:pt x="55718" y="125960"/>
                </a:cubicBezTo>
                <a:cubicBezTo>
                  <a:pt x="56937" y="127371"/>
                  <a:pt x="58669" y="128527"/>
                  <a:pt x="60914" y="129427"/>
                </a:cubicBezTo>
                <a:cubicBezTo>
                  <a:pt x="63352" y="130261"/>
                  <a:pt x="67811" y="130775"/>
                  <a:pt x="74290" y="13096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2DD8A-BA09-4613-9C57-767A4C67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230" y="585954"/>
            <a:ext cx="62137" cy="71090"/>
          </a:xfrm>
          <a:custGeom xmlns:a="http://schemas.openxmlformats.org/drawingml/2006/main">
            <a:pathLst>
              <a:path w="62137" h="71090">
                <a:moveTo>
                  <a:pt x="35587" y="0"/>
                </a:moveTo>
                <a:lnTo>
                  <a:pt x="62137" y="54957"/>
                </a:lnTo>
                <a:lnTo>
                  <a:pt x="38712" y="67965"/>
                </a:lnTo>
                <a:cubicBezTo>
                  <a:pt x="31646" y="71090"/>
                  <a:pt x="23284" y="68134"/>
                  <a:pt x="20018" y="61377"/>
                </a:cubicBezTo>
                <a:lnTo>
                  <a:pt x="3266" y="26719"/>
                </a:lnTo>
                <a:cubicBezTo>
                  <a:pt x="0" y="19933"/>
                  <a:pt x="3069" y="11909"/>
                  <a:pt x="10136" y="8756"/>
                </a:cubicBezTo>
                <a:lnTo>
                  <a:pt x="35587" y="0"/>
                </a:lnTo>
                <a:close/>
              </a:path>
            </a:pathLst>
          </a:custGeom>
          <a:solidFill xmlns:a="http://schemas.openxmlformats.org/drawingml/2006/main">
            <a:srgbClr val="404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2ED4E-6F1D-4E69-9521-D3CE1EB0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230" y="585954"/>
            <a:ext cx="62137" cy="71090"/>
          </a:xfrm>
          <a:custGeom xmlns:a="http://schemas.openxmlformats.org/drawingml/2006/main">
            <a:pathLst>
              <a:path w="62137" h="71090" fill="none">
                <a:moveTo>
                  <a:pt x="35587" y="0"/>
                </a:moveTo>
                <a:lnTo>
                  <a:pt x="62137" y="54957"/>
                </a:lnTo>
                <a:lnTo>
                  <a:pt x="38712" y="67965"/>
                </a:lnTo>
                <a:cubicBezTo>
                  <a:pt x="31646" y="71090"/>
                  <a:pt x="23284" y="68134"/>
                  <a:pt x="20018" y="61377"/>
                </a:cubicBezTo>
                <a:lnTo>
                  <a:pt x="3266" y="26719"/>
                </a:lnTo>
                <a:cubicBezTo>
                  <a:pt x="0" y="19933"/>
                  <a:pt x="3069" y="11909"/>
                  <a:pt x="10136" y="8756"/>
                </a:cubicBezTo>
                <a:lnTo>
                  <a:pt x="355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55FA5-C44D-4AB1-9A53-EF44F06F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326" y="637913"/>
            <a:ext cx="137253" cy="193730"/>
          </a:xfrm>
          <a:custGeom xmlns:a="http://schemas.openxmlformats.org/drawingml/2006/main">
            <a:pathLst>
              <a:path w="137253" h="193730">
                <a:moveTo>
                  <a:pt x="65149" y="184693"/>
                </a:moveTo>
                <a:cubicBezTo>
                  <a:pt x="67571" y="190802"/>
                  <a:pt x="74862" y="193730"/>
                  <a:pt x="81028" y="190971"/>
                </a:cubicBezTo>
                <a:lnTo>
                  <a:pt x="128694" y="169771"/>
                </a:lnTo>
                <a:cubicBezTo>
                  <a:pt x="134859" y="167012"/>
                  <a:pt x="137253" y="159804"/>
                  <a:pt x="133959" y="154061"/>
                </a:cubicBezTo>
                <a:lnTo>
                  <a:pt x="49721" y="6307"/>
                </a:lnTo>
                <a:cubicBezTo>
                  <a:pt x="48426" y="4139"/>
                  <a:pt x="47328" y="2055"/>
                  <a:pt x="46370" y="0"/>
                </a:cubicBezTo>
                <a:lnTo>
                  <a:pt x="0" y="20637"/>
                </a:lnTo>
                <a:lnTo>
                  <a:pt x="65149" y="184693"/>
                </a:lnTo>
                <a:close/>
              </a:path>
            </a:pathLst>
          </a:custGeom>
          <a:solidFill xmlns:a="http://schemas.openxmlformats.org/drawingml/2006/main">
            <a:srgbClr val="C2B5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9F55A-024E-4E0A-93B2-AE55A83B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326" y="637913"/>
            <a:ext cx="137253" cy="193730"/>
          </a:xfrm>
          <a:custGeom xmlns:a="http://schemas.openxmlformats.org/drawingml/2006/main">
            <a:pathLst>
              <a:path w="137253" h="193730" fill="none">
                <a:moveTo>
                  <a:pt x="65149" y="184693"/>
                </a:moveTo>
                <a:cubicBezTo>
                  <a:pt x="67571" y="190802"/>
                  <a:pt x="74862" y="193730"/>
                  <a:pt x="81028" y="190971"/>
                </a:cubicBezTo>
                <a:lnTo>
                  <a:pt x="128694" y="169771"/>
                </a:lnTo>
                <a:cubicBezTo>
                  <a:pt x="134859" y="167012"/>
                  <a:pt x="137253" y="159804"/>
                  <a:pt x="133959" y="154061"/>
                </a:cubicBezTo>
                <a:lnTo>
                  <a:pt x="49721" y="6307"/>
                </a:lnTo>
                <a:cubicBezTo>
                  <a:pt x="48426" y="4139"/>
                  <a:pt x="47328" y="2055"/>
                  <a:pt x="46370" y="0"/>
                </a:cubicBezTo>
                <a:lnTo>
                  <a:pt x="0" y="20637"/>
                </a:lnTo>
                <a:lnTo>
                  <a:pt x="65149" y="1846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06702-5232-43ED-B7F8-6183E085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828" y="540581"/>
            <a:ext cx="192238" cy="117967"/>
          </a:xfrm>
          <a:custGeom xmlns:a="http://schemas.openxmlformats.org/drawingml/2006/main">
            <a:pathLst>
              <a:path w="192238" h="117967">
                <a:moveTo>
                  <a:pt x="106677" y="1492"/>
                </a:moveTo>
                <a:cubicBezTo>
                  <a:pt x="101412" y="0"/>
                  <a:pt x="72948" y="10333"/>
                  <a:pt x="67683" y="12698"/>
                </a:cubicBezTo>
                <a:lnTo>
                  <a:pt x="0" y="45385"/>
                </a:lnTo>
                <a:lnTo>
                  <a:pt x="26521" y="100342"/>
                </a:lnTo>
                <a:lnTo>
                  <a:pt x="44062" y="95105"/>
                </a:lnTo>
                <a:lnTo>
                  <a:pt x="61714" y="103946"/>
                </a:lnTo>
                <a:lnTo>
                  <a:pt x="67486" y="117967"/>
                </a:lnTo>
                <a:lnTo>
                  <a:pt x="113856" y="97330"/>
                </a:lnTo>
                <a:cubicBezTo>
                  <a:pt x="111576" y="92375"/>
                  <a:pt x="110140" y="87701"/>
                  <a:pt x="109352" y="82746"/>
                </a:cubicBezTo>
                <a:cubicBezTo>
                  <a:pt x="108535" y="77791"/>
                  <a:pt x="108338" y="72610"/>
                  <a:pt x="108479" y="66698"/>
                </a:cubicBezTo>
                <a:lnTo>
                  <a:pt x="109183" y="47130"/>
                </a:lnTo>
                <a:cubicBezTo>
                  <a:pt x="109267" y="41190"/>
                  <a:pt x="114082" y="36207"/>
                  <a:pt x="120388" y="35446"/>
                </a:cubicBezTo>
                <a:cubicBezTo>
                  <a:pt x="120388" y="35446"/>
                  <a:pt x="189141" y="34911"/>
                  <a:pt x="189704" y="31589"/>
                </a:cubicBezTo>
                <a:cubicBezTo>
                  <a:pt x="192238" y="12472"/>
                  <a:pt x="106677" y="1492"/>
                  <a:pt x="106677" y="1492"/>
                </a:cubicBezTo>
              </a:path>
            </a:pathLst>
          </a:custGeom>
          <a:solidFill xmlns:a="http://schemas.openxmlformats.org/drawingml/2006/main">
            <a:srgbClr val="6D6E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8DCC8-6D6B-4EC1-B01B-0998FEE3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828" y="540581"/>
            <a:ext cx="192238" cy="117967"/>
          </a:xfrm>
          <a:custGeom xmlns:a="http://schemas.openxmlformats.org/drawingml/2006/main">
            <a:pathLst>
              <a:path w="192238" h="117967" fill="none">
                <a:moveTo>
                  <a:pt x="106677" y="1492"/>
                </a:moveTo>
                <a:cubicBezTo>
                  <a:pt x="101412" y="0"/>
                  <a:pt x="72948" y="10333"/>
                  <a:pt x="67683" y="12698"/>
                </a:cubicBezTo>
                <a:lnTo>
                  <a:pt x="0" y="45385"/>
                </a:lnTo>
                <a:lnTo>
                  <a:pt x="26521" y="100342"/>
                </a:lnTo>
                <a:lnTo>
                  <a:pt x="44062" y="95105"/>
                </a:lnTo>
                <a:lnTo>
                  <a:pt x="61714" y="103946"/>
                </a:lnTo>
                <a:lnTo>
                  <a:pt x="67486" y="117967"/>
                </a:lnTo>
                <a:lnTo>
                  <a:pt x="113856" y="97330"/>
                </a:lnTo>
                <a:cubicBezTo>
                  <a:pt x="111576" y="92375"/>
                  <a:pt x="110140" y="87701"/>
                  <a:pt x="109352" y="82746"/>
                </a:cubicBezTo>
                <a:cubicBezTo>
                  <a:pt x="108535" y="77791"/>
                  <a:pt x="108338" y="72610"/>
                  <a:pt x="108479" y="66698"/>
                </a:cubicBezTo>
                <a:lnTo>
                  <a:pt x="109183" y="47130"/>
                </a:lnTo>
                <a:cubicBezTo>
                  <a:pt x="109267" y="41190"/>
                  <a:pt x="114082" y="36207"/>
                  <a:pt x="120388" y="35446"/>
                </a:cubicBezTo>
                <a:cubicBezTo>
                  <a:pt x="120388" y="35446"/>
                  <a:pt x="189141" y="34911"/>
                  <a:pt x="189704" y="31589"/>
                </a:cubicBezTo>
                <a:cubicBezTo>
                  <a:pt x="192238" y="12472"/>
                  <a:pt x="106677" y="1492"/>
                  <a:pt x="106677" y="149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399" cap="flat">
            <a:solidFill>
              <a:srgbClr val="231F2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38A0A-3D41-4D90-B735-CA1B79C8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124" y="407943"/>
            <a:ext cx="111238" cy="72047"/>
          </a:xfrm>
          <a:custGeom xmlns:a="http://schemas.openxmlformats.org/drawingml/2006/main">
            <a:pathLst>
              <a:path w="111238" h="72047" fill="none">
                <a:moveTo>
                  <a:pt x="0" y="0"/>
                </a:moveTo>
                <a:lnTo>
                  <a:pt x="111238" y="0"/>
                </a:lnTo>
                <a:lnTo>
                  <a:pt x="111238" y="72047"/>
                </a:lnTo>
              </a:path>
            </a:pathLst>
          </a:custGeom>
          <a:noFill xmlns:a="http://schemas.openxmlformats.org/drawingml/2006/main"/>
          <a:ln xmlns:a="http://schemas.openxmlformats.org/drawingml/2006/main" w="56309" cap="flat">
            <a:solidFill>
              <a:srgbClr val="231F2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3D117-7A5F-4E54-9DA6-029CC821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84" y="459448"/>
            <a:ext cx="140378" cy="121542"/>
          </a:xfrm>
          <a:custGeom xmlns:a="http://schemas.openxmlformats.org/drawingml/2006/main">
            <a:pathLst>
              <a:path w="140378" h="121542">
                <a:moveTo>
                  <a:pt x="0" y="0"/>
                </a:moveTo>
                <a:lnTo>
                  <a:pt x="70189" y="121542"/>
                </a:lnTo>
                <a:lnTo>
                  <a:pt x="1403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A7E0D-DF13-4822-932D-F9336F89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543" y="502924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085AC-EF02-4704-B9AF-69F9E81B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543" y="502924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97" name="Text 128">
            <a:extLst xmlns:a="http://schemas.openxmlformats.org/drawingml/2006/main">
              <a:ext uri="{FF2B5EF4-FFF2-40B4-BE49-F238E27FC236}">
                <a16:creationId xmlns:a16="http://schemas.microsoft.com/office/drawing/2014/main" id="{843139D2-BE1C-4081-9C6A-68696BB7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757" y="694257"/>
            <a:ext cx="257533" cy="138380"/>
          </a:xfrm>
          <a:custGeom xmlns:a="http://schemas.openxmlformats.org/drawingml/2006/main">
            <a:pathLst>
              <a:path w="257533" h="138380">
                <a:moveTo>
                  <a:pt x="74290" y="130967"/>
                </a:moveTo>
                <a:lnTo>
                  <a:pt x="74290" y="135685"/>
                </a:lnTo>
                <a:lnTo>
                  <a:pt x="385" y="135685"/>
                </a:lnTo>
                <a:lnTo>
                  <a:pt x="385" y="130967"/>
                </a:lnTo>
                <a:cubicBezTo>
                  <a:pt x="7570" y="130839"/>
                  <a:pt x="12510" y="130261"/>
                  <a:pt x="15204" y="129235"/>
                </a:cubicBezTo>
                <a:cubicBezTo>
                  <a:pt x="17706" y="128206"/>
                  <a:pt x="19663" y="126922"/>
                  <a:pt x="21075" y="125383"/>
                </a:cubicBezTo>
                <a:cubicBezTo>
                  <a:pt x="22871" y="123584"/>
                  <a:pt x="23801" y="118865"/>
                  <a:pt x="23865" y="111225"/>
                </a:cubicBezTo>
                <a:lnTo>
                  <a:pt x="23865" y="35341"/>
                </a:lnTo>
                <a:cubicBezTo>
                  <a:pt x="23865" y="26279"/>
                  <a:pt x="21524" y="21748"/>
                  <a:pt x="16840" y="21748"/>
                </a:cubicBezTo>
                <a:cubicBezTo>
                  <a:pt x="14018" y="21748"/>
                  <a:pt x="9719" y="22907"/>
                  <a:pt x="3945" y="25224"/>
                </a:cubicBezTo>
                <a:cubicBezTo>
                  <a:pt x="3111" y="25547"/>
                  <a:pt x="1796" y="26030"/>
                  <a:pt x="0" y="26674"/>
                </a:cubicBezTo>
                <a:lnTo>
                  <a:pt x="0" y="21571"/>
                </a:lnTo>
                <a:lnTo>
                  <a:pt x="49655" y="0"/>
                </a:lnTo>
                <a:lnTo>
                  <a:pt x="53023" y="0"/>
                </a:lnTo>
                <a:lnTo>
                  <a:pt x="53023" y="112383"/>
                </a:lnTo>
                <a:cubicBezTo>
                  <a:pt x="53087" y="119636"/>
                  <a:pt x="53985" y="124162"/>
                  <a:pt x="55718" y="125960"/>
                </a:cubicBezTo>
                <a:cubicBezTo>
                  <a:pt x="56937" y="127371"/>
                  <a:pt x="58669" y="128527"/>
                  <a:pt x="60914" y="129427"/>
                </a:cubicBezTo>
                <a:cubicBezTo>
                  <a:pt x="63352" y="130261"/>
                  <a:pt x="67811" y="130775"/>
                  <a:pt x="74290" y="130967"/>
                </a:cubicBezTo>
                <a:close/>
                <a:moveTo>
                  <a:pt x="170097" y="94114"/>
                </a:moveTo>
                <a:lnTo>
                  <a:pt x="161244" y="135685"/>
                </a:lnTo>
                <a:lnTo>
                  <a:pt x="79256" y="135685"/>
                </a:lnTo>
                <a:lnTo>
                  <a:pt x="79256" y="131163"/>
                </a:lnTo>
                <a:cubicBezTo>
                  <a:pt x="93562" y="115830"/>
                  <a:pt x="103506" y="104843"/>
                  <a:pt x="109087" y="98204"/>
                </a:cubicBezTo>
                <a:cubicBezTo>
                  <a:pt x="114669" y="91564"/>
                  <a:pt x="119961" y="84394"/>
                  <a:pt x="124965" y="76696"/>
                </a:cubicBezTo>
                <a:cubicBezTo>
                  <a:pt x="131637" y="66495"/>
                  <a:pt x="134973" y="56808"/>
                  <a:pt x="134973" y="47634"/>
                </a:cubicBezTo>
                <a:cubicBezTo>
                  <a:pt x="134973" y="42694"/>
                  <a:pt x="133626" y="37915"/>
                  <a:pt x="130932" y="33296"/>
                </a:cubicBezTo>
                <a:cubicBezTo>
                  <a:pt x="126762" y="26111"/>
                  <a:pt x="120282" y="22518"/>
                  <a:pt x="111493" y="22518"/>
                </a:cubicBezTo>
                <a:cubicBezTo>
                  <a:pt x="106040" y="22518"/>
                  <a:pt x="101132" y="24209"/>
                  <a:pt x="96770" y="27591"/>
                </a:cubicBezTo>
                <a:cubicBezTo>
                  <a:pt x="93498" y="30207"/>
                  <a:pt x="90418" y="34419"/>
                  <a:pt x="87531" y="40224"/>
                </a:cubicBezTo>
                <a:lnTo>
                  <a:pt x="82046" y="40224"/>
                </a:lnTo>
                <a:cubicBezTo>
                  <a:pt x="84869" y="32590"/>
                  <a:pt x="87499" y="26784"/>
                  <a:pt x="89937" y="22807"/>
                </a:cubicBezTo>
                <a:cubicBezTo>
                  <a:pt x="99175" y="7602"/>
                  <a:pt x="111012" y="0"/>
                  <a:pt x="125446" y="0"/>
                </a:cubicBezTo>
                <a:cubicBezTo>
                  <a:pt x="136096" y="0"/>
                  <a:pt x="144981" y="3531"/>
                  <a:pt x="152102" y="10594"/>
                </a:cubicBezTo>
                <a:cubicBezTo>
                  <a:pt x="158582" y="17016"/>
                  <a:pt x="161822" y="25524"/>
                  <a:pt x="161822" y="36120"/>
                </a:cubicBezTo>
                <a:cubicBezTo>
                  <a:pt x="161822" y="42862"/>
                  <a:pt x="160603" y="48833"/>
                  <a:pt x="158165" y="54034"/>
                </a:cubicBezTo>
                <a:cubicBezTo>
                  <a:pt x="154187" y="62638"/>
                  <a:pt x="147932" y="70985"/>
                  <a:pt x="139400" y="79075"/>
                </a:cubicBezTo>
                <a:lnTo>
                  <a:pt x="107451" y="109511"/>
                </a:lnTo>
                <a:lnTo>
                  <a:pt x="137187" y="109511"/>
                </a:lnTo>
                <a:cubicBezTo>
                  <a:pt x="145911" y="109511"/>
                  <a:pt x="151493" y="109062"/>
                  <a:pt x="153931" y="108163"/>
                </a:cubicBezTo>
                <a:cubicBezTo>
                  <a:pt x="156689" y="107329"/>
                  <a:pt x="158903" y="105822"/>
                  <a:pt x="160571" y="103641"/>
                </a:cubicBezTo>
                <a:cubicBezTo>
                  <a:pt x="161725" y="102165"/>
                  <a:pt x="163329" y="98989"/>
                  <a:pt x="165382" y="94114"/>
                </a:cubicBezTo>
                <a:lnTo>
                  <a:pt x="170097" y="94114"/>
                </a:lnTo>
                <a:close/>
                <a:moveTo>
                  <a:pt x="199602" y="71884"/>
                </a:moveTo>
                <a:cubicBezTo>
                  <a:pt x="191134" y="66810"/>
                  <a:pt x="184879" y="61895"/>
                  <a:pt x="180837" y="57140"/>
                </a:cubicBezTo>
                <a:cubicBezTo>
                  <a:pt x="175063" y="50332"/>
                  <a:pt x="172176" y="42816"/>
                  <a:pt x="172176" y="34592"/>
                </a:cubicBezTo>
                <a:cubicBezTo>
                  <a:pt x="172176" y="26242"/>
                  <a:pt x="174967" y="18984"/>
                  <a:pt x="180548" y="12817"/>
                </a:cubicBezTo>
                <a:cubicBezTo>
                  <a:pt x="188311" y="4272"/>
                  <a:pt x="200276" y="0"/>
                  <a:pt x="216442" y="0"/>
                </a:cubicBezTo>
                <a:cubicBezTo>
                  <a:pt x="228888" y="0"/>
                  <a:pt x="238351" y="2667"/>
                  <a:pt x="244831" y="8002"/>
                </a:cubicBezTo>
                <a:cubicBezTo>
                  <a:pt x="251503" y="13527"/>
                  <a:pt x="254839" y="20403"/>
                  <a:pt x="254839" y="28629"/>
                </a:cubicBezTo>
                <a:cubicBezTo>
                  <a:pt x="254839" y="35249"/>
                  <a:pt x="252529" y="40744"/>
                  <a:pt x="247910" y="45114"/>
                </a:cubicBezTo>
                <a:cubicBezTo>
                  <a:pt x="243612" y="49290"/>
                  <a:pt x="236972" y="52953"/>
                  <a:pt x="227990" y="56103"/>
                </a:cubicBezTo>
                <a:cubicBezTo>
                  <a:pt x="236843" y="61754"/>
                  <a:pt x="243355" y="67117"/>
                  <a:pt x="247525" y="72191"/>
                </a:cubicBezTo>
                <a:cubicBezTo>
                  <a:pt x="254197" y="80220"/>
                  <a:pt x="257533" y="89149"/>
                  <a:pt x="257533" y="98976"/>
                </a:cubicBezTo>
                <a:cubicBezTo>
                  <a:pt x="257533" y="109702"/>
                  <a:pt x="254005" y="118629"/>
                  <a:pt x="246948" y="125759"/>
                </a:cubicBezTo>
                <a:cubicBezTo>
                  <a:pt x="238543" y="134173"/>
                  <a:pt x="226867" y="138380"/>
                  <a:pt x="211920" y="138380"/>
                </a:cubicBezTo>
                <a:cubicBezTo>
                  <a:pt x="199281" y="138380"/>
                  <a:pt x="189113" y="135264"/>
                  <a:pt x="181414" y="129033"/>
                </a:cubicBezTo>
                <a:cubicBezTo>
                  <a:pt x="173844" y="122865"/>
                  <a:pt x="170059" y="114769"/>
                  <a:pt x="170059" y="104747"/>
                </a:cubicBezTo>
                <a:cubicBezTo>
                  <a:pt x="170059" y="96010"/>
                  <a:pt x="172946" y="88814"/>
                  <a:pt x="178720" y="83158"/>
                </a:cubicBezTo>
                <a:cubicBezTo>
                  <a:pt x="182313" y="79626"/>
                  <a:pt x="186579" y="76863"/>
                  <a:pt x="191519" y="74871"/>
                </a:cubicBezTo>
                <a:cubicBezTo>
                  <a:pt x="193828" y="73908"/>
                  <a:pt x="196523" y="72913"/>
                  <a:pt x="199602" y="71884"/>
                </a:cubicBezTo>
                <a:moveTo>
                  <a:pt x="223275" y="52542"/>
                </a:moveTo>
                <a:cubicBezTo>
                  <a:pt x="224045" y="51514"/>
                  <a:pt x="224750" y="50549"/>
                  <a:pt x="225392" y="49649"/>
                </a:cubicBezTo>
                <a:cubicBezTo>
                  <a:pt x="229369" y="44056"/>
                  <a:pt x="231358" y="37563"/>
                  <a:pt x="231358" y="30171"/>
                </a:cubicBezTo>
                <a:cubicBezTo>
                  <a:pt x="231358" y="23485"/>
                  <a:pt x="230171" y="17956"/>
                  <a:pt x="227798" y="13584"/>
                </a:cubicBezTo>
                <a:cubicBezTo>
                  <a:pt x="224911" y="8377"/>
                  <a:pt x="220324" y="5774"/>
                  <a:pt x="214037" y="5774"/>
                </a:cubicBezTo>
                <a:cubicBezTo>
                  <a:pt x="209033" y="5774"/>
                  <a:pt x="204927" y="7542"/>
                  <a:pt x="201719" y="11079"/>
                </a:cubicBezTo>
                <a:cubicBezTo>
                  <a:pt x="198961" y="14164"/>
                  <a:pt x="197581" y="17828"/>
                  <a:pt x="197581" y="22070"/>
                </a:cubicBezTo>
                <a:cubicBezTo>
                  <a:pt x="197581" y="27792"/>
                  <a:pt x="199923" y="33320"/>
                  <a:pt x="204606" y="38655"/>
                </a:cubicBezTo>
                <a:cubicBezTo>
                  <a:pt x="208840" y="43476"/>
                  <a:pt x="213908" y="47495"/>
                  <a:pt x="219811" y="50711"/>
                </a:cubicBezTo>
                <a:cubicBezTo>
                  <a:pt x="222120" y="51996"/>
                  <a:pt x="223275" y="52606"/>
                  <a:pt x="223275" y="52542"/>
                </a:cubicBezTo>
                <a:moveTo>
                  <a:pt x="203932" y="75445"/>
                </a:moveTo>
                <a:cubicBezTo>
                  <a:pt x="203291" y="76345"/>
                  <a:pt x="202681" y="77277"/>
                  <a:pt x="202104" y="78242"/>
                </a:cubicBezTo>
                <a:cubicBezTo>
                  <a:pt x="199795" y="81776"/>
                  <a:pt x="198159" y="84667"/>
                  <a:pt x="197196" y="86914"/>
                </a:cubicBezTo>
                <a:cubicBezTo>
                  <a:pt x="195015" y="91928"/>
                  <a:pt x="193924" y="97616"/>
                  <a:pt x="193924" y="103977"/>
                </a:cubicBezTo>
                <a:cubicBezTo>
                  <a:pt x="193924" y="113616"/>
                  <a:pt x="195913" y="120911"/>
                  <a:pt x="199891" y="125861"/>
                </a:cubicBezTo>
                <a:cubicBezTo>
                  <a:pt x="203227" y="129973"/>
                  <a:pt x="207621" y="132029"/>
                  <a:pt x="213074" y="132029"/>
                </a:cubicBezTo>
                <a:cubicBezTo>
                  <a:pt x="218143" y="132029"/>
                  <a:pt x="222152" y="130326"/>
                  <a:pt x="225103" y="126919"/>
                </a:cubicBezTo>
                <a:cubicBezTo>
                  <a:pt x="228439" y="123128"/>
                  <a:pt x="230107" y="117730"/>
                  <a:pt x="230107" y="110726"/>
                </a:cubicBezTo>
                <a:cubicBezTo>
                  <a:pt x="230107" y="104813"/>
                  <a:pt x="229081" y="100026"/>
                  <a:pt x="227028" y="96363"/>
                </a:cubicBezTo>
                <a:cubicBezTo>
                  <a:pt x="224141" y="91028"/>
                  <a:pt x="219073" y="85823"/>
                  <a:pt x="211823" y="80747"/>
                </a:cubicBezTo>
                <a:lnTo>
                  <a:pt x="203932" y="7544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68">
            <a:extLst xmlns:a="http://schemas.openxmlformats.org/drawingml/2006/main">
              <a:ext uri="{FF2B5EF4-FFF2-40B4-BE49-F238E27FC236}">
                <a16:creationId xmlns:a16="http://schemas.microsoft.com/office/drawing/2014/main" id="{D03C6260-8AC9-45E4-ACED-3F5628C2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296" y="696819"/>
            <a:ext cx="176159" cy="138380"/>
          </a:xfrm>
          <a:custGeom xmlns:a="http://schemas.openxmlformats.org/drawingml/2006/main">
            <a:pathLst>
              <a:path w="176159" h="138380">
                <a:moveTo>
                  <a:pt x="87089" y="192"/>
                </a:moveTo>
                <a:lnTo>
                  <a:pt x="87089" y="5293"/>
                </a:lnTo>
                <a:cubicBezTo>
                  <a:pt x="80673" y="6768"/>
                  <a:pt x="75669" y="8196"/>
                  <a:pt x="72077" y="9575"/>
                </a:cubicBezTo>
                <a:cubicBezTo>
                  <a:pt x="68484" y="10954"/>
                  <a:pt x="64956" y="12799"/>
                  <a:pt x="61491" y="15108"/>
                </a:cubicBezTo>
                <a:cubicBezTo>
                  <a:pt x="53921" y="20176"/>
                  <a:pt x="47763" y="26656"/>
                  <a:pt x="43015" y="34547"/>
                </a:cubicBezTo>
                <a:cubicBezTo>
                  <a:pt x="40385" y="38845"/>
                  <a:pt x="37626" y="46030"/>
                  <a:pt x="34739" y="56103"/>
                </a:cubicBezTo>
                <a:cubicBezTo>
                  <a:pt x="40064" y="53857"/>
                  <a:pt x="45549" y="52734"/>
                  <a:pt x="51195" y="52734"/>
                </a:cubicBezTo>
                <a:cubicBezTo>
                  <a:pt x="62229" y="52734"/>
                  <a:pt x="70954" y="56010"/>
                  <a:pt x="77370" y="62562"/>
                </a:cubicBezTo>
                <a:cubicBezTo>
                  <a:pt x="84555" y="70012"/>
                  <a:pt x="88147" y="79838"/>
                  <a:pt x="88147" y="92042"/>
                </a:cubicBezTo>
                <a:cubicBezTo>
                  <a:pt x="88147" y="103281"/>
                  <a:pt x="85004" y="113300"/>
                  <a:pt x="78717" y="122099"/>
                </a:cubicBezTo>
                <a:cubicBezTo>
                  <a:pt x="70890" y="132953"/>
                  <a:pt x="59888" y="138380"/>
                  <a:pt x="45710" y="138380"/>
                </a:cubicBezTo>
                <a:cubicBezTo>
                  <a:pt x="30890" y="138380"/>
                  <a:pt x="19310" y="132602"/>
                  <a:pt x="10970" y="121046"/>
                </a:cubicBezTo>
                <a:cubicBezTo>
                  <a:pt x="8982" y="118350"/>
                  <a:pt x="7314" y="115429"/>
                  <a:pt x="5966" y="112283"/>
                </a:cubicBezTo>
                <a:cubicBezTo>
                  <a:pt x="1989" y="103167"/>
                  <a:pt x="0" y="93056"/>
                  <a:pt x="0" y="81950"/>
                </a:cubicBezTo>
                <a:cubicBezTo>
                  <a:pt x="0" y="66092"/>
                  <a:pt x="4170" y="52000"/>
                  <a:pt x="12510" y="39674"/>
                </a:cubicBezTo>
                <a:cubicBezTo>
                  <a:pt x="21684" y="26064"/>
                  <a:pt x="34900" y="15664"/>
                  <a:pt x="52157" y="8474"/>
                </a:cubicBezTo>
                <a:cubicBezTo>
                  <a:pt x="59984" y="5200"/>
                  <a:pt x="71628" y="2440"/>
                  <a:pt x="87089" y="192"/>
                </a:cubicBezTo>
                <a:moveTo>
                  <a:pt x="40417" y="61588"/>
                </a:moveTo>
                <a:cubicBezTo>
                  <a:pt x="37338" y="61588"/>
                  <a:pt x="34964" y="62229"/>
                  <a:pt x="33296" y="63512"/>
                </a:cubicBezTo>
                <a:cubicBezTo>
                  <a:pt x="32975" y="63769"/>
                  <a:pt x="32751" y="64122"/>
                  <a:pt x="32622" y="64571"/>
                </a:cubicBezTo>
                <a:cubicBezTo>
                  <a:pt x="31339" y="70152"/>
                  <a:pt x="30698" y="77979"/>
                  <a:pt x="30698" y="88051"/>
                </a:cubicBezTo>
                <a:cubicBezTo>
                  <a:pt x="30698" y="107361"/>
                  <a:pt x="32462" y="120417"/>
                  <a:pt x="35990" y="127217"/>
                </a:cubicBezTo>
                <a:cubicBezTo>
                  <a:pt x="38043" y="131066"/>
                  <a:pt x="41411" y="132991"/>
                  <a:pt x="46095" y="132991"/>
                </a:cubicBezTo>
                <a:cubicBezTo>
                  <a:pt x="49815" y="132991"/>
                  <a:pt x="52702" y="131644"/>
                  <a:pt x="54755" y="128949"/>
                </a:cubicBezTo>
                <a:cubicBezTo>
                  <a:pt x="57001" y="126062"/>
                  <a:pt x="58123" y="117658"/>
                  <a:pt x="58123" y="103737"/>
                </a:cubicBezTo>
                <a:cubicBezTo>
                  <a:pt x="58123" y="84362"/>
                  <a:pt x="55942" y="71916"/>
                  <a:pt x="51580" y="66399"/>
                </a:cubicBezTo>
                <a:cubicBezTo>
                  <a:pt x="49078" y="63192"/>
                  <a:pt x="45357" y="61588"/>
                  <a:pt x="40417" y="61588"/>
                </a:cubicBezTo>
                <a:close/>
                <a:moveTo>
                  <a:pt x="118229" y="71884"/>
                </a:moveTo>
                <a:cubicBezTo>
                  <a:pt x="109760" y="66810"/>
                  <a:pt x="103505" y="61895"/>
                  <a:pt x="99464" y="57140"/>
                </a:cubicBezTo>
                <a:cubicBezTo>
                  <a:pt x="93690" y="50332"/>
                  <a:pt x="90803" y="42816"/>
                  <a:pt x="90803" y="34592"/>
                </a:cubicBezTo>
                <a:cubicBezTo>
                  <a:pt x="90803" y="26242"/>
                  <a:pt x="93593" y="18984"/>
                  <a:pt x="99175" y="12817"/>
                </a:cubicBezTo>
                <a:cubicBezTo>
                  <a:pt x="106937" y="4272"/>
                  <a:pt x="118902" y="0"/>
                  <a:pt x="135069" y="0"/>
                </a:cubicBezTo>
                <a:cubicBezTo>
                  <a:pt x="147515" y="0"/>
                  <a:pt x="156977" y="2667"/>
                  <a:pt x="163457" y="8002"/>
                </a:cubicBezTo>
                <a:cubicBezTo>
                  <a:pt x="170129" y="13527"/>
                  <a:pt x="173465" y="20403"/>
                  <a:pt x="173465" y="28629"/>
                </a:cubicBezTo>
                <a:cubicBezTo>
                  <a:pt x="173465" y="35249"/>
                  <a:pt x="171155" y="40744"/>
                  <a:pt x="166536" y="45114"/>
                </a:cubicBezTo>
                <a:cubicBezTo>
                  <a:pt x="162238" y="49290"/>
                  <a:pt x="155598" y="52953"/>
                  <a:pt x="146617" y="56103"/>
                </a:cubicBezTo>
                <a:cubicBezTo>
                  <a:pt x="155470" y="61754"/>
                  <a:pt x="161981" y="67117"/>
                  <a:pt x="166151" y="72191"/>
                </a:cubicBezTo>
                <a:cubicBezTo>
                  <a:pt x="172823" y="80220"/>
                  <a:pt x="176159" y="89149"/>
                  <a:pt x="176159" y="98976"/>
                </a:cubicBezTo>
                <a:cubicBezTo>
                  <a:pt x="176159" y="109702"/>
                  <a:pt x="172631" y="118629"/>
                  <a:pt x="165574" y="125759"/>
                </a:cubicBezTo>
                <a:cubicBezTo>
                  <a:pt x="157170" y="134173"/>
                  <a:pt x="145494" y="138380"/>
                  <a:pt x="130546" y="138380"/>
                </a:cubicBezTo>
                <a:cubicBezTo>
                  <a:pt x="117908" y="138380"/>
                  <a:pt x="107739" y="135264"/>
                  <a:pt x="100041" y="129033"/>
                </a:cubicBezTo>
                <a:cubicBezTo>
                  <a:pt x="92471" y="122865"/>
                  <a:pt x="88686" y="114769"/>
                  <a:pt x="88686" y="104747"/>
                </a:cubicBezTo>
                <a:cubicBezTo>
                  <a:pt x="88686" y="96010"/>
                  <a:pt x="91573" y="88814"/>
                  <a:pt x="97346" y="83158"/>
                </a:cubicBezTo>
                <a:cubicBezTo>
                  <a:pt x="100939" y="79626"/>
                  <a:pt x="105205" y="76863"/>
                  <a:pt x="110145" y="74871"/>
                </a:cubicBezTo>
                <a:cubicBezTo>
                  <a:pt x="112455" y="73908"/>
                  <a:pt x="115149" y="72913"/>
                  <a:pt x="118229" y="71884"/>
                </a:cubicBezTo>
                <a:moveTo>
                  <a:pt x="141901" y="52542"/>
                </a:moveTo>
                <a:cubicBezTo>
                  <a:pt x="142671" y="51514"/>
                  <a:pt x="143377" y="50549"/>
                  <a:pt x="144018" y="49649"/>
                </a:cubicBezTo>
                <a:cubicBezTo>
                  <a:pt x="147996" y="44056"/>
                  <a:pt x="149985" y="37563"/>
                  <a:pt x="149985" y="30171"/>
                </a:cubicBezTo>
                <a:cubicBezTo>
                  <a:pt x="149985" y="23485"/>
                  <a:pt x="148798" y="17956"/>
                  <a:pt x="146424" y="13584"/>
                </a:cubicBezTo>
                <a:cubicBezTo>
                  <a:pt x="143537" y="8377"/>
                  <a:pt x="138950" y="5774"/>
                  <a:pt x="132663" y="5774"/>
                </a:cubicBezTo>
                <a:cubicBezTo>
                  <a:pt x="127659" y="5774"/>
                  <a:pt x="123553" y="7542"/>
                  <a:pt x="120346" y="11079"/>
                </a:cubicBezTo>
                <a:cubicBezTo>
                  <a:pt x="117587" y="14164"/>
                  <a:pt x="116208" y="17828"/>
                  <a:pt x="116208" y="22070"/>
                </a:cubicBezTo>
                <a:cubicBezTo>
                  <a:pt x="116208" y="27792"/>
                  <a:pt x="118549" y="33320"/>
                  <a:pt x="123233" y="38655"/>
                </a:cubicBezTo>
                <a:cubicBezTo>
                  <a:pt x="127467" y="43476"/>
                  <a:pt x="132535" y="47495"/>
                  <a:pt x="138437" y="50711"/>
                </a:cubicBezTo>
                <a:cubicBezTo>
                  <a:pt x="140747" y="51996"/>
                  <a:pt x="141901" y="52606"/>
                  <a:pt x="141901" y="52542"/>
                </a:cubicBezTo>
                <a:moveTo>
                  <a:pt x="122559" y="75445"/>
                </a:moveTo>
                <a:cubicBezTo>
                  <a:pt x="121917" y="76345"/>
                  <a:pt x="121308" y="77277"/>
                  <a:pt x="120731" y="78242"/>
                </a:cubicBezTo>
                <a:cubicBezTo>
                  <a:pt x="118421" y="81776"/>
                  <a:pt x="116785" y="84667"/>
                  <a:pt x="115823" y="86914"/>
                </a:cubicBezTo>
                <a:cubicBezTo>
                  <a:pt x="113642" y="91928"/>
                  <a:pt x="112551" y="97616"/>
                  <a:pt x="112551" y="103977"/>
                </a:cubicBezTo>
                <a:cubicBezTo>
                  <a:pt x="112551" y="113616"/>
                  <a:pt x="114540" y="120911"/>
                  <a:pt x="118517" y="125861"/>
                </a:cubicBezTo>
                <a:cubicBezTo>
                  <a:pt x="121853" y="129973"/>
                  <a:pt x="126248" y="132029"/>
                  <a:pt x="131701" y="132029"/>
                </a:cubicBezTo>
                <a:cubicBezTo>
                  <a:pt x="136769" y="132029"/>
                  <a:pt x="140779" y="130326"/>
                  <a:pt x="143730" y="126919"/>
                </a:cubicBezTo>
                <a:cubicBezTo>
                  <a:pt x="147066" y="123128"/>
                  <a:pt x="148734" y="117730"/>
                  <a:pt x="148734" y="110726"/>
                </a:cubicBezTo>
                <a:cubicBezTo>
                  <a:pt x="148734" y="104813"/>
                  <a:pt x="147707" y="100026"/>
                  <a:pt x="145654" y="96363"/>
                </a:cubicBezTo>
                <a:cubicBezTo>
                  <a:pt x="142767" y="91028"/>
                  <a:pt x="137699" y="85823"/>
                  <a:pt x="130450" y="80747"/>
                </a:cubicBezTo>
                <a:lnTo>
                  <a:pt x="122559" y="7544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1">
            <a:extLst xmlns:a="http://schemas.openxmlformats.org/drawingml/2006/main">
              <a:ext uri="{FF2B5EF4-FFF2-40B4-BE49-F238E27FC236}">
                <a16:creationId xmlns:a16="http://schemas.microsoft.com/office/drawing/2014/main" id="{86DC5842-1EEF-46AF-BC5F-214F0312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605" y="696819"/>
            <a:ext cx="74290" cy="135685"/>
          </a:xfrm>
          <a:custGeom xmlns:a="http://schemas.openxmlformats.org/drawingml/2006/main">
            <a:pathLst>
              <a:path w="74290" h="135685">
                <a:moveTo>
                  <a:pt x="74290" y="130967"/>
                </a:moveTo>
                <a:lnTo>
                  <a:pt x="74290" y="135685"/>
                </a:lnTo>
                <a:lnTo>
                  <a:pt x="385" y="135685"/>
                </a:lnTo>
                <a:lnTo>
                  <a:pt x="385" y="130967"/>
                </a:lnTo>
                <a:cubicBezTo>
                  <a:pt x="7570" y="130839"/>
                  <a:pt x="12510" y="130261"/>
                  <a:pt x="15204" y="129235"/>
                </a:cubicBezTo>
                <a:cubicBezTo>
                  <a:pt x="17706" y="128206"/>
                  <a:pt x="19663" y="126922"/>
                  <a:pt x="21075" y="125383"/>
                </a:cubicBezTo>
                <a:cubicBezTo>
                  <a:pt x="22871" y="123584"/>
                  <a:pt x="23801" y="118865"/>
                  <a:pt x="23865" y="111225"/>
                </a:cubicBezTo>
                <a:lnTo>
                  <a:pt x="23865" y="35341"/>
                </a:lnTo>
                <a:cubicBezTo>
                  <a:pt x="23865" y="26279"/>
                  <a:pt x="21524" y="21748"/>
                  <a:pt x="16840" y="21748"/>
                </a:cubicBezTo>
                <a:cubicBezTo>
                  <a:pt x="14018" y="21748"/>
                  <a:pt x="9719" y="22907"/>
                  <a:pt x="3945" y="25224"/>
                </a:cubicBezTo>
                <a:cubicBezTo>
                  <a:pt x="3111" y="25547"/>
                  <a:pt x="1796" y="26030"/>
                  <a:pt x="0" y="26674"/>
                </a:cubicBezTo>
                <a:lnTo>
                  <a:pt x="0" y="21571"/>
                </a:lnTo>
                <a:lnTo>
                  <a:pt x="49655" y="0"/>
                </a:lnTo>
                <a:lnTo>
                  <a:pt x="53023" y="0"/>
                </a:lnTo>
                <a:lnTo>
                  <a:pt x="53023" y="112383"/>
                </a:lnTo>
                <a:cubicBezTo>
                  <a:pt x="53087" y="119636"/>
                  <a:pt x="53985" y="124162"/>
                  <a:pt x="55718" y="125960"/>
                </a:cubicBezTo>
                <a:cubicBezTo>
                  <a:pt x="56937" y="127371"/>
                  <a:pt x="58669" y="128527"/>
                  <a:pt x="60914" y="129427"/>
                </a:cubicBezTo>
                <a:cubicBezTo>
                  <a:pt x="63352" y="130261"/>
                  <a:pt x="67811" y="130775"/>
                  <a:pt x="74290" y="13096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67">
            <a:extLst xmlns:a="http://schemas.openxmlformats.org/drawingml/2006/main">
              <a:ext uri="{FF2B5EF4-FFF2-40B4-BE49-F238E27FC236}">
                <a16:creationId xmlns:a16="http://schemas.microsoft.com/office/drawing/2014/main" id="{5AF88E90-3058-4B32-918C-1F2D904E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672" y="697012"/>
            <a:ext cx="177219" cy="138187"/>
          </a:xfrm>
          <a:custGeom xmlns:a="http://schemas.openxmlformats.org/drawingml/2006/main">
            <a:pathLst>
              <a:path w="177219" h="138187">
                <a:moveTo>
                  <a:pt x="87089" y="0"/>
                </a:moveTo>
                <a:lnTo>
                  <a:pt x="87089" y="5100"/>
                </a:lnTo>
                <a:cubicBezTo>
                  <a:pt x="80673" y="6576"/>
                  <a:pt x="75669" y="8003"/>
                  <a:pt x="72077" y="9382"/>
                </a:cubicBezTo>
                <a:cubicBezTo>
                  <a:pt x="68484" y="10762"/>
                  <a:pt x="64956" y="12606"/>
                  <a:pt x="61491" y="14916"/>
                </a:cubicBezTo>
                <a:cubicBezTo>
                  <a:pt x="53921" y="19984"/>
                  <a:pt x="47763" y="26463"/>
                  <a:pt x="43015" y="34354"/>
                </a:cubicBezTo>
                <a:cubicBezTo>
                  <a:pt x="40385" y="38653"/>
                  <a:pt x="37626" y="45838"/>
                  <a:pt x="34739" y="55910"/>
                </a:cubicBezTo>
                <a:cubicBezTo>
                  <a:pt x="40064" y="53665"/>
                  <a:pt x="45549" y="52542"/>
                  <a:pt x="51195" y="52542"/>
                </a:cubicBezTo>
                <a:cubicBezTo>
                  <a:pt x="62229" y="52542"/>
                  <a:pt x="70954" y="55818"/>
                  <a:pt x="77370" y="62370"/>
                </a:cubicBezTo>
                <a:cubicBezTo>
                  <a:pt x="84555" y="69819"/>
                  <a:pt x="88147" y="79646"/>
                  <a:pt x="88147" y="91849"/>
                </a:cubicBezTo>
                <a:cubicBezTo>
                  <a:pt x="88147" y="103088"/>
                  <a:pt x="85004" y="113107"/>
                  <a:pt x="78717" y="121906"/>
                </a:cubicBezTo>
                <a:cubicBezTo>
                  <a:pt x="70890" y="132760"/>
                  <a:pt x="59888" y="138187"/>
                  <a:pt x="45710" y="138187"/>
                </a:cubicBezTo>
                <a:cubicBezTo>
                  <a:pt x="30890" y="138187"/>
                  <a:pt x="19310" y="132410"/>
                  <a:pt x="10970" y="120854"/>
                </a:cubicBezTo>
                <a:cubicBezTo>
                  <a:pt x="8982" y="118157"/>
                  <a:pt x="7314" y="115236"/>
                  <a:pt x="5966" y="112091"/>
                </a:cubicBezTo>
                <a:cubicBezTo>
                  <a:pt x="1989" y="102975"/>
                  <a:pt x="0" y="92864"/>
                  <a:pt x="0" y="81757"/>
                </a:cubicBezTo>
                <a:cubicBezTo>
                  <a:pt x="0" y="65899"/>
                  <a:pt x="4170" y="51807"/>
                  <a:pt x="12510" y="39482"/>
                </a:cubicBezTo>
                <a:cubicBezTo>
                  <a:pt x="21684" y="25871"/>
                  <a:pt x="34900" y="15471"/>
                  <a:pt x="52157" y="8282"/>
                </a:cubicBezTo>
                <a:cubicBezTo>
                  <a:pt x="59984" y="5008"/>
                  <a:pt x="71628" y="2247"/>
                  <a:pt x="87089" y="0"/>
                </a:cubicBezTo>
                <a:moveTo>
                  <a:pt x="40417" y="61395"/>
                </a:moveTo>
                <a:cubicBezTo>
                  <a:pt x="37338" y="61395"/>
                  <a:pt x="34964" y="62037"/>
                  <a:pt x="33296" y="63320"/>
                </a:cubicBezTo>
                <a:cubicBezTo>
                  <a:pt x="32975" y="63576"/>
                  <a:pt x="32751" y="63929"/>
                  <a:pt x="32622" y="64378"/>
                </a:cubicBezTo>
                <a:cubicBezTo>
                  <a:pt x="31339" y="69960"/>
                  <a:pt x="30698" y="77787"/>
                  <a:pt x="30698" y="87859"/>
                </a:cubicBezTo>
                <a:cubicBezTo>
                  <a:pt x="30698" y="107169"/>
                  <a:pt x="32462" y="120224"/>
                  <a:pt x="35990" y="127025"/>
                </a:cubicBezTo>
                <a:cubicBezTo>
                  <a:pt x="38043" y="130874"/>
                  <a:pt x="41411" y="132798"/>
                  <a:pt x="46095" y="132798"/>
                </a:cubicBezTo>
                <a:cubicBezTo>
                  <a:pt x="49815" y="132798"/>
                  <a:pt x="52702" y="131451"/>
                  <a:pt x="54755" y="128757"/>
                </a:cubicBezTo>
                <a:cubicBezTo>
                  <a:pt x="57001" y="125870"/>
                  <a:pt x="58123" y="117466"/>
                  <a:pt x="58123" y="103544"/>
                </a:cubicBezTo>
                <a:cubicBezTo>
                  <a:pt x="58123" y="84170"/>
                  <a:pt x="55942" y="71724"/>
                  <a:pt x="51580" y="66207"/>
                </a:cubicBezTo>
                <a:cubicBezTo>
                  <a:pt x="49078" y="62999"/>
                  <a:pt x="45357" y="61395"/>
                  <a:pt x="40417" y="61395"/>
                </a:cubicBezTo>
                <a:close/>
                <a:moveTo>
                  <a:pt x="177219" y="2310"/>
                </a:moveTo>
                <a:lnTo>
                  <a:pt x="130932" y="135493"/>
                </a:lnTo>
                <a:lnTo>
                  <a:pt x="112167" y="135493"/>
                </a:lnTo>
                <a:lnTo>
                  <a:pt x="151621" y="29447"/>
                </a:lnTo>
                <a:lnTo>
                  <a:pt x="110819" y="29447"/>
                </a:lnTo>
                <a:cubicBezTo>
                  <a:pt x="106072" y="29511"/>
                  <a:pt x="102319" y="30467"/>
                  <a:pt x="99560" y="32315"/>
                </a:cubicBezTo>
                <a:cubicBezTo>
                  <a:pt x="97443" y="33847"/>
                  <a:pt x="95743" y="35825"/>
                  <a:pt x="94460" y="38249"/>
                </a:cubicBezTo>
                <a:cubicBezTo>
                  <a:pt x="93562" y="39907"/>
                  <a:pt x="92568" y="42490"/>
                  <a:pt x="91477" y="45998"/>
                </a:cubicBezTo>
                <a:lnTo>
                  <a:pt x="86569" y="45998"/>
                </a:lnTo>
                <a:lnTo>
                  <a:pt x="95230" y="2310"/>
                </a:lnTo>
                <a:lnTo>
                  <a:pt x="177219" y="231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7A7E2-2753-430B-89FE-B81A765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7" y="1369888"/>
            <a:ext cx="6867134" cy="973156"/>
          </a:xfrm>
          <a:custGeom xmlns:a="http://schemas.openxmlformats.org/drawingml/2006/main">
            <a:pathLst>
              <a:path w="6867134" h="973156">
                <a:moveTo>
                  <a:pt x="0" y="973156"/>
                </a:moveTo>
                <a:lnTo>
                  <a:pt x="6867134" y="973156"/>
                </a:lnTo>
                <a:lnTo>
                  <a:pt x="6867134" y="0"/>
                </a:lnTo>
                <a:lnTo>
                  <a:pt x="0" y="0"/>
                </a:lnTo>
                <a:lnTo>
                  <a:pt x="0" y="973156"/>
                </a:lnTo>
                <a:close/>
              </a:path>
            </a:pathLst>
          </a:custGeom>
          <a:solidFill xmlns:a="http://schemas.openxmlformats.org/drawingml/2006/main">
            <a:srgbClr val="E6E7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685D1-F64E-4F0B-AFD4-0CBABDD0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521" y="2002351"/>
            <a:ext cx="197" cy="394"/>
          </a:xfrm>
          <a:custGeom xmlns:a="http://schemas.openxmlformats.org/drawingml/2006/main">
            <a:pathLst>
              <a:path w="197" h="394" fill="none">
                <a:moveTo>
                  <a:pt x="197" y="394"/>
                </a:moveTo>
                <a:lnTo>
                  <a:pt x="0" y="0"/>
                </a:lnTo>
                <a:lnTo>
                  <a:pt x="197" y="3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77" cap="flat">
            <a:solidFill>
              <a:srgbClr val="231F2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C9B2D-346C-4C49-A7D6-9D60B25A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641" y="1917975"/>
            <a:ext cx="336698" cy="350719"/>
          </a:xfrm>
          <a:custGeom xmlns:a="http://schemas.openxmlformats.org/drawingml/2006/main">
            <a:pathLst>
              <a:path w="336698" h="350719">
                <a:moveTo>
                  <a:pt x="300858" y="350719"/>
                </a:moveTo>
                <a:lnTo>
                  <a:pt x="35869" y="350719"/>
                </a:lnTo>
                <a:cubicBezTo>
                  <a:pt x="16048" y="350719"/>
                  <a:pt x="0" y="334671"/>
                  <a:pt x="0" y="314879"/>
                </a:cubicBezTo>
                <a:lnTo>
                  <a:pt x="0" y="35841"/>
                </a:lnTo>
                <a:cubicBezTo>
                  <a:pt x="0" y="16048"/>
                  <a:pt x="16048" y="0"/>
                  <a:pt x="35869" y="0"/>
                </a:cubicBezTo>
                <a:lnTo>
                  <a:pt x="300858" y="0"/>
                </a:lnTo>
                <a:cubicBezTo>
                  <a:pt x="320650" y="0"/>
                  <a:pt x="336698" y="16048"/>
                  <a:pt x="336698" y="35841"/>
                </a:cubicBezTo>
                <a:lnTo>
                  <a:pt x="336698" y="314879"/>
                </a:lnTo>
                <a:cubicBezTo>
                  <a:pt x="336698" y="334671"/>
                  <a:pt x="320650" y="350719"/>
                  <a:pt x="300858" y="350719"/>
                </a:cubicBezTo>
              </a:path>
            </a:pathLst>
          </a:custGeom>
          <a:solidFill xmlns:a="http://schemas.openxmlformats.org/drawingml/2006/main">
            <a:srgbClr val="54AA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A5CFC-74E7-4F90-BA32-31B1A139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641" y="1917975"/>
            <a:ext cx="336698" cy="350719"/>
          </a:xfrm>
          <a:custGeom xmlns:a="http://schemas.openxmlformats.org/drawingml/2006/main">
            <a:pathLst>
              <a:path w="336698" h="350719" fill="none">
                <a:moveTo>
                  <a:pt x="300858" y="350719"/>
                </a:moveTo>
                <a:lnTo>
                  <a:pt x="35869" y="350719"/>
                </a:lnTo>
                <a:cubicBezTo>
                  <a:pt x="16048" y="350719"/>
                  <a:pt x="0" y="334671"/>
                  <a:pt x="0" y="314879"/>
                </a:cubicBezTo>
                <a:lnTo>
                  <a:pt x="0" y="35841"/>
                </a:lnTo>
                <a:cubicBezTo>
                  <a:pt x="0" y="16048"/>
                  <a:pt x="16048" y="0"/>
                  <a:pt x="35869" y="0"/>
                </a:cubicBezTo>
                <a:lnTo>
                  <a:pt x="300858" y="0"/>
                </a:lnTo>
                <a:cubicBezTo>
                  <a:pt x="320650" y="0"/>
                  <a:pt x="336698" y="16048"/>
                  <a:pt x="336698" y="35841"/>
                </a:cubicBezTo>
                <a:lnTo>
                  <a:pt x="336698" y="314879"/>
                </a:lnTo>
                <a:cubicBezTo>
                  <a:pt x="336698" y="334671"/>
                  <a:pt x="320650" y="350719"/>
                  <a:pt x="300858" y="3507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216" cap="flat">
            <a:solidFill>
              <a:srgbClr val="231F2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89B4F-724F-43F3-AF48-7A2C09B7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371" y="1997525"/>
            <a:ext cx="57153" cy="68134"/>
          </a:xfrm>
          <a:custGeom xmlns:a="http://schemas.openxmlformats.org/drawingml/2006/main">
            <a:pathLst>
              <a:path w="57153" h="68134">
                <a:moveTo>
                  <a:pt x="32744" y="0"/>
                </a:moveTo>
                <a:lnTo>
                  <a:pt x="57153" y="52677"/>
                </a:lnTo>
                <a:lnTo>
                  <a:pt x="35615" y="65121"/>
                </a:lnTo>
                <a:cubicBezTo>
                  <a:pt x="29140" y="68134"/>
                  <a:pt x="21425" y="65290"/>
                  <a:pt x="18413" y="58814"/>
                </a:cubicBezTo>
                <a:lnTo>
                  <a:pt x="3013" y="25592"/>
                </a:lnTo>
                <a:cubicBezTo>
                  <a:pt x="0" y="19117"/>
                  <a:pt x="2844" y="11403"/>
                  <a:pt x="9319" y="8390"/>
                </a:cubicBezTo>
                <a:lnTo>
                  <a:pt x="32744" y="0"/>
                </a:lnTo>
                <a:close/>
              </a:path>
            </a:pathLst>
          </a:custGeom>
          <a:solidFill xmlns:a="http://schemas.openxmlformats.org/drawingml/2006/main">
            <a:srgbClr val="404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EB86F-B7D9-4416-BB56-0C1B0B6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371" y="1997525"/>
            <a:ext cx="57153" cy="68134"/>
          </a:xfrm>
          <a:custGeom xmlns:a="http://schemas.openxmlformats.org/drawingml/2006/main">
            <a:pathLst>
              <a:path w="57153" h="68134" fill="none">
                <a:moveTo>
                  <a:pt x="32744" y="0"/>
                </a:moveTo>
                <a:lnTo>
                  <a:pt x="57153" y="52677"/>
                </a:lnTo>
                <a:lnTo>
                  <a:pt x="35615" y="65121"/>
                </a:lnTo>
                <a:cubicBezTo>
                  <a:pt x="29140" y="68134"/>
                  <a:pt x="21425" y="65290"/>
                  <a:pt x="18413" y="58814"/>
                </a:cubicBezTo>
                <a:lnTo>
                  <a:pt x="3013" y="25592"/>
                </a:lnTo>
                <a:cubicBezTo>
                  <a:pt x="0" y="19117"/>
                  <a:pt x="2844" y="11403"/>
                  <a:pt x="9319" y="8390"/>
                </a:cubicBezTo>
                <a:lnTo>
                  <a:pt x="3274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30" cap="flat">
            <a:solidFill>
              <a:srgbClr val="231F2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E7F6E-69DB-4299-8DA4-BE563CBC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12" y="2047324"/>
            <a:ext cx="126272" cy="185622"/>
          </a:xfrm>
          <a:custGeom xmlns:a="http://schemas.openxmlformats.org/drawingml/2006/main">
            <a:pathLst>
              <a:path w="126272" h="185622">
                <a:moveTo>
                  <a:pt x="59941" y="176978"/>
                </a:moveTo>
                <a:cubicBezTo>
                  <a:pt x="62165" y="182835"/>
                  <a:pt x="68866" y="185622"/>
                  <a:pt x="74553" y="183003"/>
                </a:cubicBezTo>
                <a:lnTo>
                  <a:pt x="118389" y="162676"/>
                </a:lnTo>
                <a:cubicBezTo>
                  <a:pt x="124076" y="160058"/>
                  <a:pt x="126272" y="153132"/>
                  <a:pt x="123232" y="147642"/>
                </a:cubicBezTo>
                <a:lnTo>
                  <a:pt x="45751" y="6053"/>
                </a:lnTo>
                <a:cubicBezTo>
                  <a:pt x="44568" y="3970"/>
                  <a:pt x="43555" y="1943"/>
                  <a:pt x="42654" y="0"/>
                </a:cubicBezTo>
                <a:lnTo>
                  <a:pt x="0" y="19764"/>
                </a:lnTo>
                <a:lnTo>
                  <a:pt x="59941" y="176978"/>
                </a:lnTo>
                <a:close/>
              </a:path>
            </a:pathLst>
          </a:custGeom>
          <a:solidFill xmlns:a="http://schemas.openxmlformats.org/drawingml/2006/main">
            <a:srgbClr val="C2B5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87AE9-FBA0-4A88-9E1C-993D8A30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12" y="2047324"/>
            <a:ext cx="126272" cy="185622"/>
          </a:xfrm>
          <a:custGeom xmlns:a="http://schemas.openxmlformats.org/drawingml/2006/main">
            <a:pathLst>
              <a:path w="126272" h="185622" fill="none">
                <a:moveTo>
                  <a:pt x="59941" y="176978"/>
                </a:moveTo>
                <a:cubicBezTo>
                  <a:pt x="62165" y="182835"/>
                  <a:pt x="68866" y="185622"/>
                  <a:pt x="74553" y="183003"/>
                </a:cubicBezTo>
                <a:lnTo>
                  <a:pt x="118389" y="162676"/>
                </a:lnTo>
                <a:cubicBezTo>
                  <a:pt x="124076" y="160058"/>
                  <a:pt x="126272" y="153132"/>
                  <a:pt x="123232" y="147642"/>
                </a:cubicBezTo>
                <a:lnTo>
                  <a:pt x="45751" y="6053"/>
                </a:lnTo>
                <a:cubicBezTo>
                  <a:pt x="44568" y="3970"/>
                  <a:pt x="43555" y="1943"/>
                  <a:pt x="42654" y="0"/>
                </a:cubicBezTo>
                <a:lnTo>
                  <a:pt x="0" y="19764"/>
                </a:lnTo>
                <a:lnTo>
                  <a:pt x="59941" y="1769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30" cap="flat">
            <a:solidFill>
              <a:srgbClr val="231F2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CC80A-0CCD-4851-BF6A-5A8DD913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12" y="1954041"/>
            <a:ext cx="176866" cy="113040"/>
          </a:xfrm>
          <a:custGeom xmlns:a="http://schemas.openxmlformats.org/drawingml/2006/main">
            <a:pathLst>
              <a:path w="176866" h="113040">
                <a:moveTo>
                  <a:pt x="98146" y="1436"/>
                </a:moveTo>
                <a:cubicBezTo>
                  <a:pt x="93304" y="0"/>
                  <a:pt x="67120" y="9910"/>
                  <a:pt x="62277" y="12163"/>
                </a:cubicBezTo>
                <a:lnTo>
                  <a:pt x="0" y="43499"/>
                </a:lnTo>
                <a:lnTo>
                  <a:pt x="24410" y="96147"/>
                </a:lnTo>
                <a:lnTo>
                  <a:pt x="40542" y="91136"/>
                </a:lnTo>
                <a:lnTo>
                  <a:pt x="56787" y="99610"/>
                </a:lnTo>
                <a:lnTo>
                  <a:pt x="62080" y="113040"/>
                </a:lnTo>
                <a:lnTo>
                  <a:pt x="104762" y="93275"/>
                </a:lnTo>
                <a:cubicBezTo>
                  <a:pt x="102651" y="88546"/>
                  <a:pt x="101356" y="84041"/>
                  <a:pt x="100596" y="79311"/>
                </a:cubicBezTo>
                <a:cubicBezTo>
                  <a:pt x="99864" y="74553"/>
                  <a:pt x="99666" y="69598"/>
                  <a:pt x="99779" y="63910"/>
                </a:cubicBezTo>
                <a:lnTo>
                  <a:pt x="100455" y="45160"/>
                </a:lnTo>
                <a:cubicBezTo>
                  <a:pt x="100511" y="39472"/>
                  <a:pt x="104960" y="34714"/>
                  <a:pt x="110759" y="33982"/>
                </a:cubicBezTo>
                <a:cubicBezTo>
                  <a:pt x="110759" y="33982"/>
                  <a:pt x="174022" y="33447"/>
                  <a:pt x="174501" y="30266"/>
                </a:cubicBezTo>
                <a:cubicBezTo>
                  <a:pt x="176866" y="11966"/>
                  <a:pt x="98146" y="1436"/>
                  <a:pt x="98146" y="1436"/>
                </a:cubicBezTo>
              </a:path>
            </a:pathLst>
          </a:custGeom>
          <a:solidFill xmlns:a="http://schemas.openxmlformats.org/drawingml/2006/main">
            <a:srgbClr val="6D6E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326E0-8783-46CE-AF01-31CEE317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12" y="1954041"/>
            <a:ext cx="176866" cy="113040"/>
          </a:xfrm>
          <a:custGeom xmlns:a="http://schemas.openxmlformats.org/drawingml/2006/main">
            <a:pathLst>
              <a:path w="176866" h="113040" fill="none">
                <a:moveTo>
                  <a:pt x="98146" y="1436"/>
                </a:moveTo>
                <a:cubicBezTo>
                  <a:pt x="93304" y="0"/>
                  <a:pt x="67120" y="9910"/>
                  <a:pt x="62277" y="12163"/>
                </a:cubicBezTo>
                <a:lnTo>
                  <a:pt x="0" y="43499"/>
                </a:lnTo>
                <a:lnTo>
                  <a:pt x="24410" y="96147"/>
                </a:lnTo>
                <a:lnTo>
                  <a:pt x="40542" y="91136"/>
                </a:lnTo>
                <a:lnTo>
                  <a:pt x="56787" y="99610"/>
                </a:lnTo>
                <a:lnTo>
                  <a:pt x="62080" y="113040"/>
                </a:lnTo>
                <a:lnTo>
                  <a:pt x="104762" y="93275"/>
                </a:lnTo>
                <a:cubicBezTo>
                  <a:pt x="102651" y="88546"/>
                  <a:pt x="101356" y="84041"/>
                  <a:pt x="100596" y="79311"/>
                </a:cubicBezTo>
                <a:cubicBezTo>
                  <a:pt x="99864" y="74553"/>
                  <a:pt x="99666" y="69598"/>
                  <a:pt x="99779" y="63910"/>
                </a:cubicBezTo>
                <a:lnTo>
                  <a:pt x="100455" y="45160"/>
                </a:lnTo>
                <a:cubicBezTo>
                  <a:pt x="100511" y="39472"/>
                  <a:pt x="104960" y="34714"/>
                  <a:pt x="110759" y="33982"/>
                </a:cubicBezTo>
                <a:cubicBezTo>
                  <a:pt x="110759" y="33982"/>
                  <a:pt x="174022" y="33447"/>
                  <a:pt x="174501" y="30266"/>
                </a:cubicBezTo>
                <a:cubicBezTo>
                  <a:pt x="176866" y="11966"/>
                  <a:pt x="98146" y="1436"/>
                  <a:pt x="98146" y="14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330" cap="flat">
            <a:solidFill>
              <a:srgbClr val="231F20"/>
            </a:solidFill>
            <a:miter/>
          </a:ln>
        </p:spPr>
      </p:sp>
      <p:sp>
        <p:nvSpPr>
          <p:cNvPr id="111" name="Text ACTs">
            <a:extLst xmlns:a="http://schemas.openxmlformats.org/drawingml/2006/main">
              <a:ext uri="{FF2B5EF4-FFF2-40B4-BE49-F238E27FC236}">
                <a16:creationId xmlns:a16="http://schemas.microsoft.com/office/drawing/2014/main" id="{0E080CE5-F48E-4181-9529-5C72D65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890" y="2002003"/>
            <a:ext cx="624110" cy="180144"/>
          </a:xfrm>
          <a:custGeom xmlns:a="http://schemas.openxmlformats.org/drawingml/2006/main">
            <a:pathLst>
              <a:path w="624110" h="180144">
                <a:moveTo>
                  <a:pt x="172349" y="168870"/>
                </a:moveTo>
                <a:lnTo>
                  <a:pt x="172349" y="175195"/>
                </a:lnTo>
                <a:lnTo>
                  <a:pt x="90196" y="175195"/>
                </a:lnTo>
                <a:lnTo>
                  <a:pt x="90196" y="168870"/>
                </a:lnTo>
                <a:cubicBezTo>
                  <a:pt x="94237" y="168457"/>
                  <a:pt x="96959" y="168210"/>
                  <a:pt x="98362" y="168127"/>
                </a:cubicBezTo>
                <a:cubicBezTo>
                  <a:pt x="103888" y="167712"/>
                  <a:pt x="107394" y="166595"/>
                  <a:pt x="108878" y="164775"/>
                </a:cubicBezTo>
                <a:cubicBezTo>
                  <a:pt x="109951" y="163453"/>
                  <a:pt x="110487" y="161799"/>
                  <a:pt x="110487" y="159814"/>
                </a:cubicBezTo>
                <a:cubicBezTo>
                  <a:pt x="110487" y="155020"/>
                  <a:pt x="106610" y="143485"/>
                  <a:pt x="98856" y="125210"/>
                </a:cubicBezTo>
                <a:lnTo>
                  <a:pt x="41819" y="125210"/>
                </a:lnTo>
                <a:lnTo>
                  <a:pt x="37984" y="135255"/>
                </a:lnTo>
                <a:cubicBezTo>
                  <a:pt x="33117" y="147741"/>
                  <a:pt x="30684" y="155472"/>
                  <a:pt x="30684" y="158450"/>
                </a:cubicBezTo>
                <a:cubicBezTo>
                  <a:pt x="30684" y="161509"/>
                  <a:pt x="32045" y="163825"/>
                  <a:pt x="34767" y="165397"/>
                </a:cubicBezTo>
                <a:cubicBezTo>
                  <a:pt x="37984" y="167217"/>
                  <a:pt x="43551" y="168375"/>
                  <a:pt x="51470" y="168870"/>
                </a:cubicBezTo>
                <a:lnTo>
                  <a:pt x="51470" y="175195"/>
                </a:lnTo>
                <a:lnTo>
                  <a:pt x="0" y="175195"/>
                </a:lnTo>
                <a:lnTo>
                  <a:pt x="0" y="168870"/>
                </a:lnTo>
                <a:cubicBezTo>
                  <a:pt x="4867" y="167962"/>
                  <a:pt x="8743" y="166311"/>
                  <a:pt x="11630" y="163917"/>
                </a:cubicBezTo>
                <a:cubicBezTo>
                  <a:pt x="13692" y="161937"/>
                  <a:pt x="15259" y="159956"/>
                  <a:pt x="16332" y="157974"/>
                </a:cubicBezTo>
                <a:cubicBezTo>
                  <a:pt x="18311" y="154590"/>
                  <a:pt x="21157" y="148317"/>
                  <a:pt x="24869" y="139156"/>
                </a:cubicBezTo>
                <a:lnTo>
                  <a:pt x="81040" y="247"/>
                </a:lnTo>
                <a:lnTo>
                  <a:pt x="88216" y="247"/>
                </a:lnTo>
                <a:lnTo>
                  <a:pt x="144759" y="133701"/>
                </a:lnTo>
                <a:cubicBezTo>
                  <a:pt x="152430" y="151610"/>
                  <a:pt x="157585" y="161721"/>
                  <a:pt x="160224" y="164033"/>
                </a:cubicBezTo>
                <a:cubicBezTo>
                  <a:pt x="163359" y="167422"/>
                  <a:pt x="167400" y="169035"/>
                  <a:pt x="172349" y="168870"/>
                </a:cubicBezTo>
                <a:moveTo>
                  <a:pt x="45655" y="115312"/>
                </a:moveTo>
                <a:lnTo>
                  <a:pt x="95021" y="115312"/>
                </a:lnTo>
                <a:lnTo>
                  <a:pt x="69410" y="53809"/>
                </a:lnTo>
                <a:lnTo>
                  <a:pt x="45655" y="115312"/>
                </a:lnTo>
                <a:close/>
                <a:moveTo>
                  <a:pt x="347130" y="136716"/>
                </a:moveTo>
                <a:lnTo>
                  <a:pt x="354801" y="143026"/>
                </a:lnTo>
                <a:cubicBezTo>
                  <a:pt x="344903" y="153868"/>
                  <a:pt x="336490" y="161647"/>
                  <a:pt x="329561" y="166364"/>
                </a:cubicBezTo>
                <a:cubicBezTo>
                  <a:pt x="316034" y="175551"/>
                  <a:pt x="300445" y="180144"/>
                  <a:pt x="282793" y="180144"/>
                </a:cubicBezTo>
                <a:cubicBezTo>
                  <a:pt x="261677" y="180144"/>
                  <a:pt x="243284" y="174486"/>
                  <a:pt x="227612" y="163170"/>
                </a:cubicBezTo>
                <a:cubicBezTo>
                  <a:pt x="219611" y="157389"/>
                  <a:pt x="212888" y="150285"/>
                  <a:pt x="207444" y="141859"/>
                </a:cubicBezTo>
                <a:cubicBezTo>
                  <a:pt x="197876" y="127076"/>
                  <a:pt x="193092" y="110103"/>
                  <a:pt x="193092" y="90938"/>
                </a:cubicBezTo>
                <a:cubicBezTo>
                  <a:pt x="193092" y="69876"/>
                  <a:pt x="198825" y="51417"/>
                  <a:pt x="210290" y="35559"/>
                </a:cubicBezTo>
                <a:cubicBezTo>
                  <a:pt x="216311" y="27133"/>
                  <a:pt x="223735" y="20071"/>
                  <a:pt x="232561" y="14371"/>
                </a:cubicBezTo>
                <a:cubicBezTo>
                  <a:pt x="247325" y="4790"/>
                  <a:pt x="263616" y="0"/>
                  <a:pt x="281432" y="0"/>
                </a:cubicBezTo>
                <a:cubicBezTo>
                  <a:pt x="292980" y="0"/>
                  <a:pt x="306012" y="3040"/>
                  <a:pt x="320529" y="9121"/>
                </a:cubicBezTo>
                <a:cubicBezTo>
                  <a:pt x="326056" y="11454"/>
                  <a:pt x="329932" y="12620"/>
                  <a:pt x="332160" y="12620"/>
                </a:cubicBezTo>
                <a:cubicBezTo>
                  <a:pt x="334634" y="12620"/>
                  <a:pt x="336655" y="11829"/>
                  <a:pt x="338222" y="10246"/>
                </a:cubicBezTo>
                <a:cubicBezTo>
                  <a:pt x="339789" y="8578"/>
                  <a:pt x="341521" y="5410"/>
                  <a:pt x="343419" y="742"/>
                </a:cubicBezTo>
                <a:lnTo>
                  <a:pt x="350223" y="742"/>
                </a:lnTo>
                <a:lnTo>
                  <a:pt x="350223" y="60130"/>
                </a:lnTo>
                <a:lnTo>
                  <a:pt x="343913" y="60130"/>
                </a:lnTo>
                <a:cubicBezTo>
                  <a:pt x="338964" y="49382"/>
                  <a:pt x="334510" y="41362"/>
                  <a:pt x="330551" y="36070"/>
                </a:cubicBezTo>
                <a:cubicBezTo>
                  <a:pt x="316859" y="17632"/>
                  <a:pt x="301476" y="8413"/>
                  <a:pt x="284402" y="8413"/>
                </a:cubicBezTo>
                <a:cubicBezTo>
                  <a:pt x="268730" y="8413"/>
                  <a:pt x="257141" y="15311"/>
                  <a:pt x="249635" y="29106"/>
                </a:cubicBezTo>
                <a:cubicBezTo>
                  <a:pt x="241799" y="43482"/>
                  <a:pt x="237881" y="63391"/>
                  <a:pt x="237881" y="88835"/>
                </a:cubicBezTo>
                <a:cubicBezTo>
                  <a:pt x="237881" y="113701"/>
                  <a:pt x="241510" y="132743"/>
                  <a:pt x="248769" y="145961"/>
                </a:cubicBezTo>
                <a:cubicBezTo>
                  <a:pt x="252233" y="152075"/>
                  <a:pt x="257388" y="157197"/>
                  <a:pt x="264234" y="161326"/>
                </a:cubicBezTo>
                <a:cubicBezTo>
                  <a:pt x="271740" y="165788"/>
                  <a:pt x="279989" y="168019"/>
                  <a:pt x="288979" y="168019"/>
                </a:cubicBezTo>
                <a:cubicBezTo>
                  <a:pt x="296320" y="168019"/>
                  <a:pt x="303868" y="166528"/>
                  <a:pt x="311621" y="163545"/>
                </a:cubicBezTo>
                <a:cubicBezTo>
                  <a:pt x="320199" y="160151"/>
                  <a:pt x="327912" y="155307"/>
                  <a:pt x="334758" y="149015"/>
                </a:cubicBezTo>
                <a:cubicBezTo>
                  <a:pt x="338470" y="145618"/>
                  <a:pt x="342594" y="141519"/>
                  <a:pt x="347130" y="136716"/>
                </a:cubicBezTo>
                <a:close/>
                <a:moveTo>
                  <a:pt x="493578" y="168877"/>
                </a:moveTo>
                <a:lnTo>
                  <a:pt x="493578" y="175195"/>
                </a:lnTo>
                <a:lnTo>
                  <a:pt x="403135" y="175195"/>
                </a:lnTo>
                <a:lnTo>
                  <a:pt x="403135" y="168877"/>
                </a:lnTo>
                <a:cubicBezTo>
                  <a:pt x="410806" y="168217"/>
                  <a:pt x="415879" y="167474"/>
                  <a:pt x="418353" y="166646"/>
                </a:cubicBezTo>
                <a:cubicBezTo>
                  <a:pt x="420993" y="165657"/>
                  <a:pt x="423014" y="164294"/>
                  <a:pt x="424416" y="162560"/>
                </a:cubicBezTo>
                <a:cubicBezTo>
                  <a:pt x="426560" y="160082"/>
                  <a:pt x="427674" y="154386"/>
                  <a:pt x="427756" y="145470"/>
                </a:cubicBezTo>
                <a:lnTo>
                  <a:pt x="427756" y="11982"/>
                </a:lnTo>
                <a:cubicBezTo>
                  <a:pt x="417858" y="12639"/>
                  <a:pt x="410476" y="13792"/>
                  <a:pt x="405610" y="15439"/>
                </a:cubicBezTo>
                <a:cubicBezTo>
                  <a:pt x="396619" y="18483"/>
                  <a:pt x="389731" y="24366"/>
                  <a:pt x="384947" y="33089"/>
                </a:cubicBezTo>
                <a:cubicBezTo>
                  <a:pt x="382473" y="37695"/>
                  <a:pt x="380411" y="44894"/>
                  <a:pt x="378761" y="54687"/>
                </a:cubicBezTo>
                <a:lnTo>
                  <a:pt x="371461" y="54687"/>
                </a:lnTo>
                <a:lnTo>
                  <a:pt x="372204" y="3959"/>
                </a:lnTo>
                <a:lnTo>
                  <a:pt x="524262" y="3959"/>
                </a:lnTo>
                <a:lnTo>
                  <a:pt x="524757" y="54687"/>
                </a:lnTo>
                <a:lnTo>
                  <a:pt x="517457" y="54687"/>
                </a:lnTo>
                <a:cubicBezTo>
                  <a:pt x="515808" y="44894"/>
                  <a:pt x="513745" y="37654"/>
                  <a:pt x="511271" y="32965"/>
                </a:cubicBezTo>
                <a:cubicBezTo>
                  <a:pt x="506487" y="24325"/>
                  <a:pt x="499599" y="18442"/>
                  <a:pt x="490609" y="15315"/>
                </a:cubicBezTo>
                <a:cubicBezTo>
                  <a:pt x="485825" y="13750"/>
                  <a:pt x="478566" y="12639"/>
                  <a:pt x="468833" y="11982"/>
                </a:cubicBezTo>
                <a:lnTo>
                  <a:pt x="468833" y="145470"/>
                </a:lnTo>
                <a:cubicBezTo>
                  <a:pt x="468998" y="155708"/>
                  <a:pt x="470730" y="162107"/>
                  <a:pt x="474030" y="164667"/>
                </a:cubicBezTo>
                <a:cubicBezTo>
                  <a:pt x="475679" y="166069"/>
                  <a:pt x="478319" y="167101"/>
                  <a:pt x="481948" y="167764"/>
                </a:cubicBezTo>
                <a:cubicBezTo>
                  <a:pt x="483433" y="168094"/>
                  <a:pt x="487309" y="168465"/>
                  <a:pt x="493578" y="168877"/>
                </a:cubicBezTo>
                <a:close/>
                <a:moveTo>
                  <a:pt x="618790" y="92547"/>
                </a:moveTo>
                <a:lnTo>
                  <a:pt x="612480" y="92547"/>
                </a:lnTo>
                <a:cubicBezTo>
                  <a:pt x="609098" y="83020"/>
                  <a:pt x="605139" y="76061"/>
                  <a:pt x="600603" y="71672"/>
                </a:cubicBezTo>
                <a:cubicBezTo>
                  <a:pt x="594829" y="66287"/>
                  <a:pt x="588478" y="63595"/>
                  <a:pt x="581549" y="63595"/>
                </a:cubicBezTo>
                <a:cubicBezTo>
                  <a:pt x="576105" y="63595"/>
                  <a:pt x="571775" y="65372"/>
                  <a:pt x="568558" y="68927"/>
                </a:cubicBezTo>
                <a:cubicBezTo>
                  <a:pt x="566083" y="71571"/>
                  <a:pt x="564846" y="74712"/>
                  <a:pt x="564846" y="78349"/>
                </a:cubicBezTo>
                <a:cubicBezTo>
                  <a:pt x="564846" y="81161"/>
                  <a:pt x="565712" y="83931"/>
                  <a:pt x="567444" y="86658"/>
                </a:cubicBezTo>
                <a:cubicBezTo>
                  <a:pt x="570249" y="90955"/>
                  <a:pt x="577507" y="95584"/>
                  <a:pt x="589220" y="100546"/>
                </a:cubicBezTo>
                <a:cubicBezTo>
                  <a:pt x="605057" y="107240"/>
                  <a:pt x="615202" y="114473"/>
                  <a:pt x="619656" y="122244"/>
                </a:cubicBezTo>
                <a:cubicBezTo>
                  <a:pt x="622626" y="127534"/>
                  <a:pt x="624110" y="133527"/>
                  <a:pt x="624110" y="140223"/>
                </a:cubicBezTo>
                <a:cubicBezTo>
                  <a:pt x="624110" y="152374"/>
                  <a:pt x="620110" y="162045"/>
                  <a:pt x="612109" y="169237"/>
                </a:cubicBezTo>
                <a:cubicBezTo>
                  <a:pt x="604851" y="175683"/>
                  <a:pt x="595819" y="178907"/>
                  <a:pt x="585013" y="178907"/>
                </a:cubicBezTo>
                <a:cubicBezTo>
                  <a:pt x="581549" y="178907"/>
                  <a:pt x="577755" y="178438"/>
                  <a:pt x="573631" y="177499"/>
                </a:cubicBezTo>
                <a:cubicBezTo>
                  <a:pt x="566619" y="175966"/>
                  <a:pt x="561299" y="174432"/>
                  <a:pt x="557670" y="172898"/>
                </a:cubicBezTo>
                <a:cubicBezTo>
                  <a:pt x="555196" y="171790"/>
                  <a:pt x="553257" y="171236"/>
                  <a:pt x="551855" y="171236"/>
                </a:cubicBezTo>
                <a:cubicBezTo>
                  <a:pt x="549875" y="171236"/>
                  <a:pt x="547690" y="173710"/>
                  <a:pt x="545297" y="178659"/>
                </a:cubicBezTo>
                <a:lnTo>
                  <a:pt x="538988" y="178659"/>
                </a:lnTo>
                <a:lnTo>
                  <a:pt x="538988" y="136593"/>
                </a:lnTo>
                <a:lnTo>
                  <a:pt x="546040" y="136593"/>
                </a:lnTo>
                <a:cubicBezTo>
                  <a:pt x="548349" y="146148"/>
                  <a:pt x="551772" y="153627"/>
                  <a:pt x="556309" y="159030"/>
                </a:cubicBezTo>
                <a:cubicBezTo>
                  <a:pt x="562578" y="166507"/>
                  <a:pt x="570702" y="170246"/>
                  <a:pt x="580683" y="170246"/>
                </a:cubicBezTo>
                <a:cubicBezTo>
                  <a:pt x="587364" y="170246"/>
                  <a:pt x="592313" y="168386"/>
                  <a:pt x="595530" y="164667"/>
                </a:cubicBezTo>
                <a:cubicBezTo>
                  <a:pt x="598334" y="161360"/>
                  <a:pt x="599737" y="157723"/>
                  <a:pt x="599737" y="153756"/>
                </a:cubicBezTo>
                <a:cubicBezTo>
                  <a:pt x="599737" y="151029"/>
                  <a:pt x="598953" y="148466"/>
                  <a:pt x="597386" y="146069"/>
                </a:cubicBezTo>
                <a:cubicBezTo>
                  <a:pt x="594664" y="141687"/>
                  <a:pt x="587323" y="136893"/>
                  <a:pt x="575363" y="131686"/>
                </a:cubicBezTo>
                <a:cubicBezTo>
                  <a:pt x="558866" y="124495"/>
                  <a:pt x="548308" y="116848"/>
                  <a:pt x="543689" y="108747"/>
                </a:cubicBezTo>
                <a:cubicBezTo>
                  <a:pt x="540885" y="103787"/>
                  <a:pt x="539482" y="98291"/>
                  <a:pt x="539482" y="92257"/>
                </a:cubicBezTo>
                <a:cubicBezTo>
                  <a:pt x="539482" y="81178"/>
                  <a:pt x="543400" y="72168"/>
                  <a:pt x="551236" y="65226"/>
                </a:cubicBezTo>
                <a:cubicBezTo>
                  <a:pt x="558825" y="58530"/>
                  <a:pt x="568145" y="55181"/>
                  <a:pt x="579198" y="55181"/>
                </a:cubicBezTo>
                <a:cubicBezTo>
                  <a:pt x="584477" y="55181"/>
                  <a:pt x="591076" y="56460"/>
                  <a:pt x="598994" y="59017"/>
                </a:cubicBezTo>
                <a:cubicBezTo>
                  <a:pt x="602871" y="60254"/>
                  <a:pt x="605552" y="60873"/>
                  <a:pt x="607036" y="60873"/>
                </a:cubicBezTo>
                <a:cubicBezTo>
                  <a:pt x="609923" y="60873"/>
                  <a:pt x="611985" y="59141"/>
                  <a:pt x="613223" y="55676"/>
                </a:cubicBezTo>
                <a:lnTo>
                  <a:pt x="618790" y="55676"/>
                </a:lnTo>
                <a:lnTo>
                  <a:pt x="618790" y="9254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DA967-E2E9-430F-A855-FB6FEA1E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024" y="1916716"/>
            <a:ext cx="336698" cy="350719"/>
          </a:xfrm>
          <a:custGeom xmlns:a="http://schemas.openxmlformats.org/drawingml/2006/main">
            <a:pathLst>
              <a:path w="336698" h="350719">
                <a:moveTo>
                  <a:pt x="300858" y="350719"/>
                </a:moveTo>
                <a:lnTo>
                  <a:pt x="35869" y="350719"/>
                </a:lnTo>
                <a:cubicBezTo>
                  <a:pt x="16048" y="350719"/>
                  <a:pt x="0" y="334671"/>
                  <a:pt x="0" y="314879"/>
                </a:cubicBezTo>
                <a:lnTo>
                  <a:pt x="0" y="35841"/>
                </a:lnTo>
                <a:cubicBezTo>
                  <a:pt x="0" y="16048"/>
                  <a:pt x="16048" y="0"/>
                  <a:pt x="35869" y="0"/>
                </a:cubicBezTo>
                <a:lnTo>
                  <a:pt x="300858" y="0"/>
                </a:lnTo>
                <a:cubicBezTo>
                  <a:pt x="320650" y="0"/>
                  <a:pt x="336698" y="16048"/>
                  <a:pt x="336698" y="35841"/>
                </a:cubicBezTo>
                <a:lnTo>
                  <a:pt x="336698" y="314879"/>
                </a:lnTo>
                <a:cubicBezTo>
                  <a:pt x="336698" y="334671"/>
                  <a:pt x="320650" y="350719"/>
                  <a:pt x="300858" y="350719"/>
                </a:cubicBezTo>
              </a:path>
            </a:pathLst>
          </a:custGeom>
          <a:solidFill xmlns:a="http://schemas.openxmlformats.org/drawingml/2006/main">
            <a:srgbClr val="4254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D22A8-D667-4155-A3D4-C211ED63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024" y="1916716"/>
            <a:ext cx="336698" cy="350719"/>
          </a:xfrm>
          <a:custGeom xmlns:a="http://schemas.openxmlformats.org/drawingml/2006/main">
            <a:pathLst>
              <a:path w="336698" h="350719" fill="none">
                <a:moveTo>
                  <a:pt x="300858" y="350719"/>
                </a:moveTo>
                <a:lnTo>
                  <a:pt x="35869" y="350719"/>
                </a:lnTo>
                <a:cubicBezTo>
                  <a:pt x="16048" y="350719"/>
                  <a:pt x="0" y="334671"/>
                  <a:pt x="0" y="314879"/>
                </a:cubicBezTo>
                <a:lnTo>
                  <a:pt x="0" y="35841"/>
                </a:lnTo>
                <a:cubicBezTo>
                  <a:pt x="0" y="16048"/>
                  <a:pt x="16048" y="0"/>
                  <a:pt x="35869" y="0"/>
                </a:cubicBezTo>
                <a:lnTo>
                  <a:pt x="300858" y="0"/>
                </a:lnTo>
                <a:cubicBezTo>
                  <a:pt x="320650" y="0"/>
                  <a:pt x="336698" y="16048"/>
                  <a:pt x="336698" y="35841"/>
                </a:cubicBezTo>
                <a:lnTo>
                  <a:pt x="336698" y="314879"/>
                </a:lnTo>
                <a:cubicBezTo>
                  <a:pt x="336698" y="334671"/>
                  <a:pt x="320650" y="350719"/>
                  <a:pt x="300858" y="3507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216" cap="flat">
            <a:solidFill>
              <a:srgbClr val="231F2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D59E7-F603-4965-A3E3-CCB17E5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752" y="1996267"/>
            <a:ext cx="57153" cy="68134"/>
          </a:xfrm>
          <a:custGeom xmlns:a="http://schemas.openxmlformats.org/drawingml/2006/main">
            <a:pathLst>
              <a:path w="57153" h="68134">
                <a:moveTo>
                  <a:pt x="32744" y="0"/>
                </a:moveTo>
                <a:lnTo>
                  <a:pt x="57153" y="52677"/>
                </a:lnTo>
                <a:lnTo>
                  <a:pt x="35615" y="65121"/>
                </a:lnTo>
                <a:cubicBezTo>
                  <a:pt x="29140" y="68134"/>
                  <a:pt x="21425" y="65290"/>
                  <a:pt x="18413" y="58814"/>
                </a:cubicBezTo>
                <a:lnTo>
                  <a:pt x="3013" y="25592"/>
                </a:lnTo>
                <a:cubicBezTo>
                  <a:pt x="0" y="19117"/>
                  <a:pt x="2844" y="11403"/>
                  <a:pt x="9319" y="8390"/>
                </a:cubicBezTo>
                <a:lnTo>
                  <a:pt x="32744" y="0"/>
                </a:lnTo>
                <a:close/>
              </a:path>
            </a:pathLst>
          </a:custGeom>
          <a:solidFill xmlns:a="http://schemas.openxmlformats.org/drawingml/2006/main">
            <a:srgbClr val="40404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F97E4-B91A-49AA-90AB-35A4C3D9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752" y="1996267"/>
            <a:ext cx="57153" cy="68134"/>
          </a:xfrm>
          <a:custGeom xmlns:a="http://schemas.openxmlformats.org/drawingml/2006/main">
            <a:pathLst>
              <a:path w="57153" h="68134" fill="none">
                <a:moveTo>
                  <a:pt x="32744" y="0"/>
                </a:moveTo>
                <a:lnTo>
                  <a:pt x="57153" y="52677"/>
                </a:lnTo>
                <a:lnTo>
                  <a:pt x="35615" y="65121"/>
                </a:lnTo>
                <a:cubicBezTo>
                  <a:pt x="29140" y="68134"/>
                  <a:pt x="21425" y="65290"/>
                  <a:pt x="18413" y="58814"/>
                </a:cubicBezTo>
                <a:lnTo>
                  <a:pt x="3013" y="25592"/>
                </a:lnTo>
                <a:cubicBezTo>
                  <a:pt x="0" y="19117"/>
                  <a:pt x="2844" y="11403"/>
                  <a:pt x="9319" y="8390"/>
                </a:cubicBezTo>
                <a:lnTo>
                  <a:pt x="3274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30" cap="flat">
            <a:solidFill>
              <a:srgbClr val="231F2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BFE7F-E482-4594-80EA-4C1ACCCA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593" y="2046063"/>
            <a:ext cx="126272" cy="185622"/>
          </a:xfrm>
          <a:custGeom xmlns:a="http://schemas.openxmlformats.org/drawingml/2006/main">
            <a:pathLst>
              <a:path w="126272" h="185622">
                <a:moveTo>
                  <a:pt x="59941" y="176978"/>
                </a:moveTo>
                <a:cubicBezTo>
                  <a:pt x="62165" y="182835"/>
                  <a:pt x="68866" y="185622"/>
                  <a:pt x="74553" y="183003"/>
                </a:cubicBezTo>
                <a:lnTo>
                  <a:pt x="118389" y="162676"/>
                </a:lnTo>
                <a:cubicBezTo>
                  <a:pt x="124076" y="160058"/>
                  <a:pt x="126272" y="153132"/>
                  <a:pt x="123232" y="147642"/>
                </a:cubicBezTo>
                <a:lnTo>
                  <a:pt x="45751" y="6053"/>
                </a:lnTo>
                <a:cubicBezTo>
                  <a:pt x="44568" y="3970"/>
                  <a:pt x="43555" y="1943"/>
                  <a:pt x="42654" y="0"/>
                </a:cubicBezTo>
                <a:lnTo>
                  <a:pt x="0" y="19764"/>
                </a:lnTo>
                <a:lnTo>
                  <a:pt x="59941" y="176978"/>
                </a:lnTo>
                <a:close/>
              </a:path>
            </a:pathLst>
          </a:custGeom>
          <a:solidFill xmlns:a="http://schemas.openxmlformats.org/drawingml/2006/main">
            <a:srgbClr val="C2B5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DB2B3-C9CD-4C51-8BE0-5885894A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593" y="2046063"/>
            <a:ext cx="126272" cy="185622"/>
          </a:xfrm>
          <a:custGeom xmlns:a="http://schemas.openxmlformats.org/drawingml/2006/main">
            <a:pathLst>
              <a:path w="126272" h="185622" fill="none">
                <a:moveTo>
                  <a:pt x="59941" y="176978"/>
                </a:moveTo>
                <a:cubicBezTo>
                  <a:pt x="62165" y="182835"/>
                  <a:pt x="68866" y="185622"/>
                  <a:pt x="74553" y="183003"/>
                </a:cubicBezTo>
                <a:lnTo>
                  <a:pt x="118389" y="162676"/>
                </a:lnTo>
                <a:cubicBezTo>
                  <a:pt x="124076" y="160058"/>
                  <a:pt x="126272" y="153132"/>
                  <a:pt x="123232" y="147642"/>
                </a:cubicBezTo>
                <a:lnTo>
                  <a:pt x="45751" y="6053"/>
                </a:lnTo>
                <a:cubicBezTo>
                  <a:pt x="44568" y="3970"/>
                  <a:pt x="43555" y="1943"/>
                  <a:pt x="42654" y="0"/>
                </a:cubicBezTo>
                <a:lnTo>
                  <a:pt x="0" y="19764"/>
                </a:lnTo>
                <a:lnTo>
                  <a:pt x="59941" y="1769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330" cap="flat">
            <a:solidFill>
              <a:srgbClr val="231F2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752AE-4E68-4C5E-B078-A3AA0DDE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96" y="1952779"/>
            <a:ext cx="176866" cy="113040"/>
          </a:xfrm>
          <a:custGeom xmlns:a="http://schemas.openxmlformats.org/drawingml/2006/main">
            <a:pathLst>
              <a:path w="176866" h="113040">
                <a:moveTo>
                  <a:pt x="98146" y="1436"/>
                </a:moveTo>
                <a:cubicBezTo>
                  <a:pt x="93304" y="0"/>
                  <a:pt x="67120" y="9910"/>
                  <a:pt x="62277" y="12163"/>
                </a:cubicBezTo>
                <a:lnTo>
                  <a:pt x="0" y="43499"/>
                </a:lnTo>
                <a:lnTo>
                  <a:pt x="24410" y="96147"/>
                </a:lnTo>
                <a:lnTo>
                  <a:pt x="40542" y="91136"/>
                </a:lnTo>
                <a:lnTo>
                  <a:pt x="56787" y="99610"/>
                </a:lnTo>
                <a:lnTo>
                  <a:pt x="62080" y="113040"/>
                </a:lnTo>
                <a:lnTo>
                  <a:pt x="104762" y="93275"/>
                </a:lnTo>
                <a:cubicBezTo>
                  <a:pt x="102651" y="88546"/>
                  <a:pt x="101356" y="84041"/>
                  <a:pt x="100596" y="79311"/>
                </a:cubicBezTo>
                <a:cubicBezTo>
                  <a:pt x="99864" y="74553"/>
                  <a:pt x="99666" y="69598"/>
                  <a:pt x="99779" y="63910"/>
                </a:cubicBezTo>
                <a:lnTo>
                  <a:pt x="100455" y="45160"/>
                </a:lnTo>
                <a:cubicBezTo>
                  <a:pt x="100511" y="39472"/>
                  <a:pt x="104960" y="34714"/>
                  <a:pt x="110759" y="33982"/>
                </a:cubicBezTo>
                <a:cubicBezTo>
                  <a:pt x="110759" y="33982"/>
                  <a:pt x="174022" y="33447"/>
                  <a:pt x="174501" y="30266"/>
                </a:cubicBezTo>
                <a:cubicBezTo>
                  <a:pt x="176866" y="11966"/>
                  <a:pt x="98146" y="1436"/>
                  <a:pt x="98146" y="1436"/>
                </a:cubicBezTo>
              </a:path>
            </a:pathLst>
          </a:custGeom>
          <a:solidFill xmlns:a="http://schemas.openxmlformats.org/drawingml/2006/main">
            <a:srgbClr val="6D6E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E31B0-A7B3-48A2-BF23-083BA363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96" y="1952779"/>
            <a:ext cx="176866" cy="113040"/>
          </a:xfrm>
          <a:custGeom xmlns:a="http://schemas.openxmlformats.org/drawingml/2006/main">
            <a:pathLst>
              <a:path w="176866" h="113040" fill="none">
                <a:moveTo>
                  <a:pt x="98146" y="1436"/>
                </a:moveTo>
                <a:cubicBezTo>
                  <a:pt x="93304" y="0"/>
                  <a:pt x="67120" y="9910"/>
                  <a:pt x="62277" y="12163"/>
                </a:cubicBezTo>
                <a:lnTo>
                  <a:pt x="0" y="43499"/>
                </a:lnTo>
                <a:lnTo>
                  <a:pt x="24410" y="96147"/>
                </a:lnTo>
                <a:lnTo>
                  <a:pt x="40542" y="91136"/>
                </a:lnTo>
                <a:lnTo>
                  <a:pt x="56787" y="99610"/>
                </a:lnTo>
                <a:lnTo>
                  <a:pt x="62080" y="113040"/>
                </a:lnTo>
                <a:lnTo>
                  <a:pt x="104762" y="93275"/>
                </a:lnTo>
                <a:cubicBezTo>
                  <a:pt x="102651" y="88546"/>
                  <a:pt x="101356" y="84041"/>
                  <a:pt x="100596" y="79311"/>
                </a:cubicBezTo>
                <a:cubicBezTo>
                  <a:pt x="99864" y="74553"/>
                  <a:pt x="99666" y="69598"/>
                  <a:pt x="99779" y="63910"/>
                </a:cubicBezTo>
                <a:lnTo>
                  <a:pt x="100455" y="45160"/>
                </a:lnTo>
                <a:cubicBezTo>
                  <a:pt x="100511" y="39472"/>
                  <a:pt x="104960" y="34714"/>
                  <a:pt x="110759" y="33982"/>
                </a:cubicBezTo>
                <a:cubicBezTo>
                  <a:pt x="110759" y="33982"/>
                  <a:pt x="174022" y="33447"/>
                  <a:pt x="174501" y="30266"/>
                </a:cubicBezTo>
                <a:cubicBezTo>
                  <a:pt x="176866" y="11966"/>
                  <a:pt x="98146" y="1436"/>
                  <a:pt x="98146" y="14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330" cap="flat">
            <a:solidFill>
              <a:srgbClr val="231F20"/>
            </a:solidFill>
            <a:miter/>
          </a:ln>
        </p:spPr>
      </p:sp>
      <p:sp>
        <p:nvSpPr>
          <p:cNvPr id="120" name="Text Decoy">
            <a:extLst xmlns:a="http://schemas.openxmlformats.org/drawingml/2006/main">
              <a:ext uri="{FF2B5EF4-FFF2-40B4-BE49-F238E27FC236}">
                <a16:creationId xmlns:a16="http://schemas.microsoft.com/office/drawing/2014/main" id="{5B10DD87-5331-43F8-8049-958B060B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623" y="2004698"/>
            <a:ext cx="652686" cy="223200"/>
          </a:xfrm>
          <a:custGeom xmlns:a="http://schemas.openxmlformats.org/drawingml/2006/main">
            <a:pathLst>
              <a:path w="652686" h="223200">
                <a:moveTo>
                  <a:pt x="0" y="171236"/>
                </a:moveTo>
                <a:lnTo>
                  <a:pt x="0" y="164926"/>
                </a:lnTo>
                <a:cubicBezTo>
                  <a:pt x="13940" y="164843"/>
                  <a:pt x="20951" y="159276"/>
                  <a:pt x="21033" y="148223"/>
                </a:cubicBezTo>
                <a:lnTo>
                  <a:pt x="21033" y="23260"/>
                </a:lnTo>
                <a:cubicBezTo>
                  <a:pt x="20951" y="17569"/>
                  <a:pt x="19384" y="13404"/>
                  <a:pt x="16332" y="10764"/>
                </a:cubicBezTo>
                <a:cubicBezTo>
                  <a:pt x="13280" y="8537"/>
                  <a:pt x="7836" y="7052"/>
                  <a:pt x="0" y="6310"/>
                </a:cubicBezTo>
                <a:lnTo>
                  <a:pt x="0" y="0"/>
                </a:lnTo>
                <a:lnTo>
                  <a:pt x="77328" y="0"/>
                </a:lnTo>
                <a:cubicBezTo>
                  <a:pt x="97702" y="0"/>
                  <a:pt x="115106" y="3588"/>
                  <a:pt x="129540" y="10764"/>
                </a:cubicBezTo>
                <a:cubicBezTo>
                  <a:pt x="138861" y="15466"/>
                  <a:pt x="146986" y="21982"/>
                  <a:pt x="153914" y="30313"/>
                </a:cubicBezTo>
                <a:cubicBezTo>
                  <a:pt x="165544" y="44417"/>
                  <a:pt x="171360" y="62316"/>
                  <a:pt x="171360" y="84009"/>
                </a:cubicBezTo>
                <a:cubicBezTo>
                  <a:pt x="171360" y="104630"/>
                  <a:pt x="166163" y="122158"/>
                  <a:pt x="155770" y="136593"/>
                </a:cubicBezTo>
                <a:cubicBezTo>
                  <a:pt x="150161" y="144346"/>
                  <a:pt x="143356" y="150780"/>
                  <a:pt x="135355" y="155894"/>
                </a:cubicBezTo>
                <a:cubicBezTo>
                  <a:pt x="119436" y="166122"/>
                  <a:pt x="101001" y="171236"/>
                  <a:pt x="80050" y="171236"/>
                </a:cubicBezTo>
                <a:lnTo>
                  <a:pt x="0" y="171236"/>
                </a:lnTo>
                <a:moveTo>
                  <a:pt x="62110" y="17445"/>
                </a:moveTo>
                <a:lnTo>
                  <a:pt x="62110" y="147728"/>
                </a:lnTo>
                <a:cubicBezTo>
                  <a:pt x="62110" y="153337"/>
                  <a:pt x="63100" y="157131"/>
                  <a:pt x="65079" y="159111"/>
                </a:cubicBezTo>
                <a:cubicBezTo>
                  <a:pt x="67224" y="161255"/>
                  <a:pt x="71101" y="162328"/>
                  <a:pt x="76710" y="162328"/>
                </a:cubicBezTo>
                <a:cubicBezTo>
                  <a:pt x="93124" y="162328"/>
                  <a:pt x="105579" y="156466"/>
                  <a:pt x="114075" y="144743"/>
                </a:cubicBezTo>
                <a:cubicBezTo>
                  <a:pt x="116137" y="141854"/>
                  <a:pt x="117828" y="138758"/>
                  <a:pt x="119147" y="135456"/>
                </a:cubicBezTo>
                <a:cubicBezTo>
                  <a:pt x="124591" y="122248"/>
                  <a:pt x="127313" y="106275"/>
                  <a:pt x="127313" y="87536"/>
                </a:cubicBezTo>
                <a:cubicBezTo>
                  <a:pt x="127313" y="65745"/>
                  <a:pt x="123849" y="47996"/>
                  <a:pt x="116920" y="34291"/>
                </a:cubicBezTo>
                <a:cubicBezTo>
                  <a:pt x="108260" y="17039"/>
                  <a:pt x="94980" y="8413"/>
                  <a:pt x="77081" y="8413"/>
                </a:cubicBezTo>
                <a:cubicBezTo>
                  <a:pt x="67100" y="8413"/>
                  <a:pt x="62110" y="11424"/>
                  <a:pt x="62110" y="17445"/>
                </a:cubicBezTo>
                <a:close/>
                <a:moveTo>
                  <a:pt x="281185" y="139562"/>
                </a:moveTo>
                <a:lnTo>
                  <a:pt x="287248" y="143150"/>
                </a:lnTo>
                <a:cubicBezTo>
                  <a:pt x="279907" y="153832"/>
                  <a:pt x="273390" y="161242"/>
                  <a:pt x="267699" y="165382"/>
                </a:cubicBezTo>
                <a:cubicBezTo>
                  <a:pt x="259038" y="171759"/>
                  <a:pt x="249099" y="174948"/>
                  <a:pt x="237881" y="174948"/>
                </a:cubicBezTo>
                <a:cubicBezTo>
                  <a:pt x="223777" y="174948"/>
                  <a:pt x="212064" y="170319"/>
                  <a:pt x="202743" y="161063"/>
                </a:cubicBezTo>
                <a:cubicBezTo>
                  <a:pt x="191360" y="149740"/>
                  <a:pt x="185669" y="133871"/>
                  <a:pt x="185669" y="113456"/>
                </a:cubicBezTo>
                <a:cubicBezTo>
                  <a:pt x="185669" y="92959"/>
                  <a:pt x="191484" y="76966"/>
                  <a:pt x="203114" y="65478"/>
                </a:cubicBezTo>
                <a:cubicBezTo>
                  <a:pt x="212682" y="55974"/>
                  <a:pt x="224478" y="51222"/>
                  <a:pt x="238500" y="51222"/>
                </a:cubicBezTo>
                <a:cubicBezTo>
                  <a:pt x="252852" y="51222"/>
                  <a:pt x="264193" y="56182"/>
                  <a:pt x="272524" y="66100"/>
                </a:cubicBezTo>
                <a:cubicBezTo>
                  <a:pt x="277886" y="72549"/>
                  <a:pt x="281680" y="81063"/>
                  <a:pt x="283907" y="91642"/>
                </a:cubicBezTo>
                <a:cubicBezTo>
                  <a:pt x="284732" y="95529"/>
                  <a:pt x="285433" y="101357"/>
                  <a:pt x="286010" y="109126"/>
                </a:cubicBezTo>
                <a:lnTo>
                  <a:pt x="222168" y="109126"/>
                </a:lnTo>
                <a:cubicBezTo>
                  <a:pt x="222828" y="119712"/>
                  <a:pt x="223941" y="127651"/>
                  <a:pt x="225509" y="132943"/>
                </a:cubicBezTo>
                <a:cubicBezTo>
                  <a:pt x="230293" y="148738"/>
                  <a:pt x="239242" y="156636"/>
                  <a:pt x="252357" y="156636"/>
                </a:cubicBezTo>
                <a:cubicBezTo>
                  <a:pt x="259698" y="156636"/>
                  <a:pt x="266585" y="153895"/>
                  <a:pt x="273019" y="148412"/>
                </a:cubicBezTo>
                <a:cubicBezTo>
                  <a:pt x="275246" y="146417"/>
                  <a:pt x="277968" y="143467"/>
                  <a:pt x="281185" y="139562"/>
                </a:cubicBezTo>
                <a:moveTo>
                  <a:pt x="220931" y="99723"/>
                </a:moveTo>
                <a:lnTo>
                  <a:pt x="254832" y="99723"/>
                </a:lnTo>
                <a:cubicBezTo>
                  <a:pt x="254832" y="98485"/>
                  <a:pt x="254790" y="97207"/>
                  <a:pt x="254708" y="95887"/>
                </a:cubicBezTo>
                <a:cubicBezTo>
                  <a:pt x="254460" y="83845"/>
                  <a:pt x="253759" y="75555"/>
                  <a:pt x="252605" y="71018"/>
                </a:cubicBezTo>
                <a:cubicBezTo>
                  <a:pt x="250542" y="63100"/>
                  <a:pt x="245882" y="59141"/>
                  <a:pt x="238624" y="59141"/>
                </a:cubicBezTo>
                <a:cubicBezTo>
                  <a:pt x="233262" y="59141"/>
                  <a:pt x="229385" y="61203"/>
                  <a:pt x="226993" y="65327"/>
                </a:cubicBezTo>
                <a:cubicBezTo>
                  <a:pt x="224106" y="70193"/>
                  <a:pt x="222374" y="75761"/>
                  <a:pt x="221797" y="82030"/>
                </a:cubicBezTo>
                <a:cubicBezTo>
                  <a:pt x="221384" y="87226"/>
                  <a:pt x="221096" y="93124"/>
                  <a:pt x="220931" y="99723"/>
                </a:cubicBezTo>
                <a:close/>
                <a:moveTo>
                  <a:pt x="396288" y="143645"/>
                </a:moveTo>
                <a:lnTo>
                  <a:pt x="400742" y="148223"/>
                </a:lnTo>
                <a:cubicBezTo>
                  <a:pt x="394309" y="156510"/>
                  <a:pt x="388287" y="162435"/>
                  <a:pt x="382678" y="165997"/>
                </a:cubicBezTo>
                <a:cubicBezTo>
                  <a:pt x="373275" y="171964"/>
                  <a:pt x="363212" y="174948"/>
                  <a:pt x="352489" y="174948"/>
                </a:cubicBezTo>
                <a:cubicBezTo>
                  <a:pt x="334508" y="174948"/>
                  <a:pt x="320156" y="167675"/>
                  <a:pt x="309433" y="153129"/>
                </a:cubicBezTo>
                <a:cubicBezTo>
                  <a:pt x="301927" y="142798"/>
                  <a:pt x="298174" y="130029"/>
                  <a:pt x="298174" y="114821"/>
                </a:cubicBezTo>
                <a:cubicBezTo>
                  <a:pt x="298174" y="96638"/>
                  <a:pt x="303371" y="81844"/>
                  <a:pt x="313763" y="70438"/>
                </a:cubicBezTo>
                <a:cubicBezTo>
                  <a:pt x="319125" y="64569"/>
                  <a:pt x="325476" y="59982"/>
                  <a:pt x="332817" y="56678"/>
                </a:cubicBezTo>
                <a:cubicBezTo>
                  <a:pt x="340983" y="53041"/>
                  <a:pt x="349396" y="51222"/>
                  <a:pt x="358057" y="51222"/>
                </a:cubicBezTo>
                <a:cubicBezTo>
                  <a:pt x="367213" y="51222"/>
                  <a:pt x="375667" y="53373"/>
                  <a:pt x="383421" y="57675"/>
                </a:cubicBezTo>
                <a:cubicBezTo>
                  <a:pt x="392659" y="62885"/>
                  <a:pt x="397278" y="70080"/>
                  <a:pt x="397278" y="79262"/>
                </a:cubicBezTo>
                <a:cubicBezTo>
                  <a:pt x="397278" y="83979"/>
                  <a:pt x="395917" y="87701"/>
                  <a:pt x="393195" y="90428"/>
                </a:cubicBezTo>
                <a:cubicBezTo>
                  <a:pt x="390061" y="93655"/>
                  <a:pt x="385689" y="95268"/>
                  <a:pt x="380080" y="95268"/>
                </a:cubicBezTo>
                <a:cubicBezTo>
                  <a:pt x="370760" y="95268"/>
                  <a:pt x="366058" y="89206"/>
                  <a:pt x="365976" y="77081"/>
                </a:cubicBezTo>
                <a:cubicBezTo>
                  <a:pt x="365893" y="71225"/>
                  <a:pt x="365769" y="67843"/>
                  <a:pt x="365604" y="66935"/>
                </a:cubicBezTo>
                <a:cubicBezTo>
                  <a:pt x="364532" y="61739"/>
                  <a:pt x="361026" y="59141"/>
                  <a:pt x="355088" y="59141"/>
                </a:cubicBezTo>
                <a:cubicBezTo>
                  <a:pt x="348984" y="59141"/>
                  <a:pt x="344117" y="62358"/>
                  <a:pt x="340488" y="68791"/>
                </a:cubicBezTo>
                <a:cubicBezTo>
                  <a:pt x="336116" y="76462"/>
                  <a:pt x="333931" y="87268"/>
                  <a:pt x="333931" y="101207"/>
                </a:cubicBezTo>
                <a:cubicBezTo>
                  <a:pt x="333931" y="115972"/>
                  <a:pt x="336364" y="128303"/>
                  <a:pt x="341230" y="138201"/>
                </a:cubicBezTo>
                <a:cubicBezTo>
                  <a:pt x="347664" y="151316"/>
                  <a:pt x="357232" y="157873"/>
                  <a:pt x="369935" y="157873"/>
                </a:cubicBezTo>
                <a:cubicBezTo>
                  <a:pt x="376781" y="157873"/>
                  <a:pt x="382967" y="155688"/>
                  <a:pt x="388494" y="151316"/>
                </a:cubicBezTo>
                <a:cubicBezTo>
                  <a:pt x="390556" y="149666"/>
                  <a:pt x="393154" y="147109"/>
                  <a:pt x="396288" y="143645"/>
                </a:cubicBezTo>
                <a:close/>
                <a:moveTo>
                  <a:pt x="467964" y="51222"/>
                </a:moveTo>
                <a:cubicBezTo>
                  <a:pt x="482481" y="51222"/>
                  <a:pt x="494936" y="55974"/>
                  <a:pt x="505329" y="65478"/>
                </a:cubicBezTo>
                <a:cubicBezTo>
                  <a:pt x="518444" y="77546"/>
                  <a:pt x="525001" y="93415"/>
                  <a:pt x="525001" y="113085"/>
                </a:cubicBezTo>
                <a:cubicBezTo>
                  <a:pt x="525001" y="125731"/>
                  <a:pt x="522073" y="137095"/>
                  <a:pt x="516217" y="147179"/>
                </a:cubicBezTo>
                <a:cubicBezTo>
                  <a:pt x="511185" y="155938"/>
                  <a:pt x="504463" y="162755"/>
                  <a:pt x="496049" y="167632"/>
                </a:cubicBezTo>
                <a:cubicBezTo>
                  <a:pt x="487636" y="172509"/>
                  <a:pt x="478315" y="174948"/>
                  <a:pt x="468088" y="174948"/>
                </a:cubicBezTo>
                <a:cubicBezTo>
                  <a:pt x="449446" y="174948"/>
                  <a:pt x="434640" y="167757"/>
                  <a:pt x="423670" y="153377"/>
                </a:cubicBezTo>
                <a:cubicBezTo>
                  <a:pt x="415009" y="142053"/>
                  <a:pt x="410679" y="128458"/>
                  <a:pt x="410679" y="112590"/>
                </a:cubicBezTo>
                <a:cubicBezTo>
                  <a:pt x="410679" y="100274"/>
                  <a:pt x="413648" y="89157"/>
                  <a:pt x="419587" y="79238"/>
                </a:cubicBezTo>
                <a:cubicBezTo>
                  <a:pt x="424866" y="70230"/>
                  <a:pt x="431630" y="63329"/>
                  <a:pt x="439878" y="58538"/>
                </a:cubicBezTo>
                <a:cubicBezTo>
                  <a:pt x="448291" y="53661"/>
                  <a:pt x="457653" y="51222"/>
                  <a:pt x="467964" y="51222"/>
                </a:cubicBezTo>
                <a:moveTo>
                  <a:pt x="468211" y="59141"/>
                </a:moveTo>
                <a:cubicBezTo>
                  <a:pt x="461200" y="59141"/>
                  <a:pt x="456127" y="62523"/>
                  <a:pt x="452993" y="69286"/>
                </a:cubicBezTo>
                <a:cubicBezTo>
                  <a:pt x="450766" y="74235"/>
                  <a:pt x="449281" y="81535"/>
                  <a:pt x="448539" y="91186"/>
                </a:cubicBezTo>
                <a:cubicBezTo>
                  <a:pt x="448126" y="96217"/>
                  <a:pt x="447920" y="104795"/>
                  <a:pt x="447920" y="116920"/>
                </a:cubicBezTo>
                <a:cubicBezTo>
                  <a:pt x="447920" y="134572"/>
                  <a:pt x="448993" y="146573"/>
                  <a:pt x="451137" y="152924"/>
                </a:cubicBezTo>
                <a:cubicBezTo>
                  <a:pt x="454272" y="162328"/>
                  <a:pt x="459880" y="167029"/>
                  <a:pt x="467964" y="167029"/>
                </a:cubicBezTo>
                <a:cubicBezTo>
                  <a:pt x="474315" y="167029"/>
                  <a:pt x="478934" y="164348"/>
                  <a:pt x="481821" y="158987"/>
                </a:cubicBezTo>
                <a:cubicBezTo>
                  <a:pt x="485780" y="151646"/>
                  <a:pt x="487760" y="136881"/>
                  <a:pt x="487760" y="114693"/>
                </a:cubicBezTo>
                <a:cubicBezTo>
                  <a:pt x="487760" y="90196"/>
                  <a:pt x="485698" y="74276"/>
                  <a:pt x="481574" y="66935"/>
                </a:cubicBezTo>
                <a:cubicBezTo>
                  <a:pt x="478687" y="61739"/>
                  <a:pt x="474233" y="59141"/>
                  <a:pt x="468211" y="59141"/>
                </a:cubicBezTo>
                <a:close/>
                <a:moveTo>
                  <a:pt x="652686" y="54439"/>
                </a:moveTo>
                <a:lnTo>
                  <a:pt x="652686" y="60502"/>
                </a:lnTo>
                <a:cubicBezTo>
                  <a:pt x="649964" y="60914"/>
                  <a:pt x="647819" y="61450"/>
                  <a:pt x="646252" y="62110"/>
                </a:cubicBezTo>
                <a:cubicBezTo>
                  <a:pt x="643365" y="63595"/>
                  <a:pt x="640602" y="67719"/>
                  <a:pt x="637962" y="74483"/>
                </a:cubicBezTo>
                <a:lnTo>
                  <a:pt x="600226" y="175071"/>
                </a:lnTo>
                <a:cubicBezTo>
                  <a:pt x="592225" y="196352"/>
                  <a:pt x="585791" y="209591"/>
                  <a:pt x="580925" y="214787"/>
                </a:cubicBezTo>
                <a:cubicBezTo>
                  <a:pt x="575646" y="220396"/>
                  <a:pt x="568552" y="223200"/>
                  <a:pt x="559644" y="223200"/>
                </a:cubicBezTo>
                <a:cubicBezTo>
                  <a:pt x="551643" y="223200"/>
                  <a:pt x="545416" y="221022"/>
                  <a:pt x="540962" y="216666"/>
                </a:cubicBezTo>
                <a:cubicBezTo>
                  <a:pt x="537085" y="212885"/>
                  <a:pt x="535147" y="208405"/>
                  <a:pt x="535147" y="203226"/>
                </a:cubicBezTo>
                <a:cubicBezTo>
                  <a:pt x="535147" y="198293"/>
                  <a:pt x="536838" y="194224"/>
                  <a:pt x="540219" y="191020"/>
                </a:cubicBezTo>
                <a:cubicBezTo>
                  <a:pt x="543024" y="188388"/>
                  <a:pt x="546736" y="187073"/>
                  <a:pt x="551355" y="187073"/>
                </a:cubicBezTo>
                <a:cubicBezTo>
                  <a:pt x="556469" y="187073"/>
                  <a:pt x="560263" y="188499"/>
                  <a:pt x="562737" y="191353"/>
                </a:cubicBezTo>
                <a:cubicBezTo>
                  <a:pt x="564964" y="193799"/>
                  <a:pt x="566078" y="196490"/>
                  <a:pt x="566078" y="199426"/>
                </a:cubicBezTo>
                <a:cubicBezTo>
                  <a:pt x="566078" y="200488"/>
                  <a:pt x="565913" y="201671"/>
                  <a:pt x="565583" y="202975"/>
                </a:cubicBezTo>
                <a:cubicBezTo>
                  <a:pt x="565418" y="203627"/>
                  <a:pt x="565336" y="204076"/>
                  <a:pt x="565336" y="204321"/>
                </a:cubicBezTo>
                <a:cubicBezTo>
                  <a:pt x="565336" y="205463"/>
                  <a:pt x="565830" y="206522"/>
                  <a:pt x="566820" y="207499"/>
                </a:cubicBezTo>
                <a:cubicBezTo>
                  <a:pt x="567645" y="208234"/>
                  <a:pt x="568594" y="208601"/>
                  <a:pt x="569666" y="208601"/>
                </a:cubicBezTo>
                <a:cubicBezTo>
                  <a:pt x="572305" y="208601"/>
                  <a:pt x="574862" y="207245"/>
                  <a:pt x="577337" y="204533"/>
                </a:cubicBezTo>
                <a:cubicBezTo>
                  <a:pt x="580884" y="200587"/>
                  <a:pt x="583894" y="195039"/>
                  <a:pt x="586369" y="187888"/>
                </a:cubicBezTo>
                <a:lnTo>
                  <a:pt x="590947" y="174576"/>
                </a:lnTo>
                <a:lnTo>
                  <a:pt x="560510" y="99846"/>
                </a:lnTo>
                <a:cubicBezTo>
                  <a:pt x="557706" y="92835"/>
                  <a:pt x="553870" y="84257"/>
                  <a:pt x="549004" y="74111"/>
                </a:cubicBezTo>
                <a:cubicBezTo>
                  <a:pt x="546282" y="68338"/>
                  <a:pt x="544385" y="64791"/>
                  <a:pt x="543312" y="63471"/>
                </a:cubicBezTo>
                <a:cubicBezTo>
                  <a:pt x="542158" y="62151"/>
                  <a:pt x="539436" y="61162"/>
                  <a:pt x="535147" y="60502"/>
                </a:cubicBezTo>
                <a:lnTo>
                  <a:pt x="535147" y="54439"/>
                </a:lnTo>
                <a:lnTo>
                  <a:pt x="598494" y="54439"/>
                </a:lnTo>
                <a:lnTo>
                  <a:pt x="598494" y="60502"/>
                </a:lnTo>
                <a:lnTo>
                  <a:pt x="594535" y="60873"/>
                </a:lnTo>
                <a:cubicBezTo>
                  <a:pt x="588184" y="61450"/>
                  <a:pt x="585008" y="63512"/>
                  <a:pt x="585008" y="67059"/>
                </a:cubicBezTo>
                <a:cubicBezTo>
                  <a:pt x="585008" y="68296"/>
                  <a:pt x="586699" y="73287"/>
                  <a:pt x="590081" y="82030"/>
                </a:cubicBezTo>
                <a:lnTo>
                  <a:pt x="608392" y="128922"/>
                </a:lnTo>
                <a:lnTo>
                  <a:pt x="625590" y="80298"/>
                </a:lnTo>
                <a:cubicBezTo>
                  <a:pt x="627487" y="74936"/>
                  <a:pt x="628435" y="71101"/>
                  <a:pt x="628435" y="68791"/>
                </a:cubicBezTo>
                <a:cubicBezTo>
                  <a:pt x="628435" y="65739"/>
                  <a:pt x="627404" y="63636"/>
                  <a:pt x="625342" y="62481"/>
                </a:cubicBezTo>
                <a:cubicBezTo>
                  <a:pt x="623363" y="61409"/>
                  <a:pt x="619733" y="60749"/>
                  <a:pt x="614455" y="60502"/>
                </a:cubicBezTo>
                <a:lnTo>
                  <a:pt x="614455" y="54439"/>
                </a:lnTo>
                <a:lnTo>
                  <a:pt x="652686" y="5443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2E05D-D905-44E6-801B-C38D502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581" y="1935428"/>
            <a:ext cx="383941" cy="315808"/>
          </a:xfrm>
          <a:custGeom xmlns:a="http://schemas.openxmlformats.org/drawingml/2006/main">
            <a:pathLst>
              <a:path w="383941" h="315808">
                <a:moveTo>
                  <a:pt x="247195" y="0"/>
                </a:moveTo>
                <a:lnTo>
                  <a:pt x="345173" y="0"/>
                </a:lnTo>
                <a:cubicBezTo>
                  <a:pt x="366570" y="0"/>
                  <a:pt x="383941" y="24917"/>
                  <a:pt x="383941" y="55661"/>
                </a:cubicBezTo>
                <a:lnTo>
                  <a:pt x="383941" y="260146"/>
                </a:lnTo>
                <a:cubicBezTo>
                  <a:pt x="383941" y="290891"/>
                  <a:pt x="366570" y="315808"/>
                  <a:pt x="345173" y="315808"/>
                </a:cubicBezTo>
                <a:lnTo>
                  <a:pt x="38769" y="315808"/>
                </a:lnTo>
                <a:cubicBezTo>
                  <a:pt x="17343" y="315808"/>
                  <a:pt x="0" y="290891"/>
                  <a:pt x="0" y="260146"/>
                </a:cubicBezTo>
                <a:lnTo>
                  <a:pt x="0" y="55661"/>
                </a:lnTo>
                <a:cubicBezTo>
                  <a:pt x="0" y="24917"/>
                  <a:pt x="17343" y="0"/>
                  <a:pt x="38769" y="0"/>
                </a:cubicBezTo>
                <a:lnTo>
                  <a:pt x="24719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D1CDD-24AB-4935-AC31-C707F1C0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581" y="1935428"/>
            <a:ext cx="383941" cy="315808"/>
          </a:xfrm>
          <a:custGeom xmlns:a="http://schemas.openxmlformats.org/drawingml/2006/main">
            <a:pathLst>
              <a:path w="383941" h="315808" fill="none">
                <a:moveTo>
                  <a:pt x="247195" y="0"/>
                </a:moveTo>
                <a:lnTo>
                  <a:pt x="345173" y="0"/>
                </a:lnTo>
                <a:cubicBezTo>
                  <a:pt x="366570" y="0"/>
                  <a:pt x="383941" y="24917"/>
                  <a:pt x="383941" y="55661"/>
                </a:cubicBezTo>
                <a:lnTo>
                  <a:pt x="383941" y="260146"/>
                </a:lnTo>
                <a:cubicBezTo>
                  <a:pt x="383941" y="290891"/>
                  <a:pt x="366570" y="315808"/>
                  <a:pt x="345173" y="315808"/>
                </a:cubicBezTo>
                <a:lnTo>
                  <a:pt x="38769" y="315808"/>
                </a:lnTo>
                <a:cubicBezTo>
                  <a:pt x="17343" y="315808"/>
                  <a:pt x="0" y="290891"/>
                  <a:pt x="0" y="260146"/>
                </a:cubicBezTo>
                <a:lnTo>
                  <a:pt x="0" y="55661"/>
                </a:lnTo>
                <a:cubicBezTo>
                  <a:pt x="0" y="24917"/>
                  <a:pt x="17343" y="0"/>
                  <a:pt x="38769" y="0"/>
                </a:cubicBezTo>
                <a:lnTo>
                  <a:pt x="145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43" cap="flat">
            <a:solidFill>
              <a:srgbClr val="231F2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D757C-297F-4ACA-B0E4-D54174AB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76" y="1876726"/>
            <a:ext cx="143700" cy="117432"/>
          </a:xfrm>
          <a:custGeom xmlns:a="http://schemas.openxmlformats.org/drawingml/2006/main">
            <a:pathLst>
              <a:path w="143700" h="117432">
                <a:moveTo>
                  <a:pt x="143700" y="58702"/>
                </a:moveTo>
                <a:lnTo>
                  <a:pt x="0" y="117432"/>
                </a:lnTo>
                <a:lnTo>
                  <a:pt x="34095" y="58702"/>
                </a:lnTo>
                <a:lnTo>
                  <a:pt x="0" y="0"/>
                </a:lnTo>
                <a:lnTo>
                  <a:pt x="143700" y="5870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xN">
            <a:extLst xmlns:a="http://schemas.openxmlformats.org/drawingml/2006/main">
              <a:ext uri="{FF2B5EF4-FFF2-40B4-BE49-F238E27FC236}">
                <a16:creationId xmlns:a16="http://schemas.microsoft.com/office/drawing/2014/main" id="{B99C3616-ADF3-4E8B-97D8-8A618E37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125" y="2008024"/>
            <a:ext cx="288849" cy="170741"/>
          </a:xfrm>
          <a:custGeom xmlns:a="http://schemas.openxmlformats.org/drawingml/2006/main">
            <a:pathLst>
              <a:path w="288849" h="170741">
                <a:moveTo>
                  <a:pt x="172300" y="167771"/>
                </a:moveTo>
                <a:lnTo>
                  <a:pt x="172300" y="162946"/>
                </a:lnTo>
                <a:lnTo>
                  <a:pt x="171383" y="162890"/>
                </a:lnTo>
                <a:lnTo>
                  <a:pt x="170487" y="162823"/>
                </a:lnTo>
                <a:lnTo>
                  <a:pt x="169613" y="162747"/>
                </a:lnTo>
                <a:lnTo>
                  <a:pt x="168760" y="162661"/>
                </a:lnTo>
                <a:lnTo>
                  <a:pt x="167929" y="162565"/>
                </a:lnTo>
                <a:lnTo>
                  <a:pt x="167119" y="162459"/>
                </a:lnTo>
                <a:lnTo>
                  <a:pt x="166330" y="162343"/>
                </a:lnTo>
                <a:lnTo>
                  <a:pt x="165564" y="162218"/>
                </a:lnTo>
                <a:lnTo>
                  <a:pt x="164818" y="162082"/>
                </a:lnTo>
                <a:lnTo>
                  <a:pt x="164094" y="161937"/>
                </a:lnTo>
                <a:lnTo>
                  <a:pt x="163392" y="161781"/>
                </a:lnTo>
                <a:lnTo>
                  <a:pt x="162711" y="161616"/>
                </a:lnTo>
                <a:lnTo>
                  <a:pt x="162052" y="161441"/>
                </a:lnTo>
                <a:lnTo>
                  <a:pt x="161414" y="161256"/>
                </a:lnTo>
                <a:lnTo>
                  <a:pt x="160797" y="161061"/>
                </a:lnTo>
                <a:lnTo>
                  <a:pt x="160202" y="160857"/>
                </a:lnTo>
                <a:lnTo>
                  <a:pt x="159629" y="160642"/>
                </a:lnTo>
                <a:lnTo>
                  <a:pt x="159077" y="160418"/>
                </a:lnTo>
                <a:lnTo>
                  <a:pt x="158546" y="160183"/>
                </a:lnTo>
                <a:lnTo>
                  <a:pt x="158037" y="159939"/>
                </a:lnTo>
                <a:lnTo>
                  <a:pt x="157549" y="159685"/>
                </a:lnTo>
                <a:lnTo>
                  <a:pt x="157083" y="159421"/>
                </a:lnTo>
                <a:lnTo>
                  <a:pt x="156639" y="159147"/>
                </a:lnTo>
                <a:lnTo>
                  <a:pt x="156215" y="158863"/>
                </a:lnTo>
                <a:lnTo>
                  <a:pt x="155619" y="158468"/>
                </a:lnTo>
                <a:lnTo>
                  <a:pt x="155047" y="158005"/>
                </a:lnTo>
                <a:lnTo>
                  <a:pt x="154499" y="157473"/>
                </a:lnTo>
                <a:lnTo>
                  <a:pt x="153975" y="156873"/>
                </a:lnTo>
                <a:lnTo>
                  <a:pt x="153475" y="156205"/>
                </a:lnTo>
                <a:lnTo>
                  <a:pt x="152999" y="155469"/>
                </a:lnTo>
                <a:lnTo>
                  <a:pt x="152547" y="154664"/>
                </a:lnTo>
                <a:lnTo>
                  <a:pt x="152119" y="153791"/>
                </a:lnTo>
                <a:lnTo>
                  <a:pt x="151715" y="152849"/>
                </a:lnTo>
                <a:lnTo>
                  <a:pt x="151335" y="151839"/>
                </a:lnTo>
                <a:lnTo>
                  <a:pt x="150979" y="150761"/>
                </a:lnTo>
                <a:lnTo>
                  <a:pt x="150648" y="149615"/>
                </a:lnTo>
                <a:lnTo>
                  <a:pt x="150340" y="148400"/>
                </a:lnTo>
                <a:lnTo>
                  <a:pt x="150057" y="147117"/>
                </a:lnTo>
                <a:lnTo>
                  <a:pt x="149797" y="145766"/>
                </a:lnTo>
                <a:lnTo>
                  <a:pt x="149562" y="144346"/>
                </a:lnTo>
                <a:lnTo>
                  <a:pt x="149350" y="142858"/>
                </a:lnTo>
                <a:lnTo>
                  <a:pt x="149163" y="141302"/>
                </a:lnTo>
                <a:lnTo>
                  <a:pt x="149000" y="139677"/>
                </a:lnTo>
                <a:lnTo>
                  <a:pt x="148861" y="137985"/>
                </a:lnTo>
                <a:lnTo>
                  <a:pt x="148746" y="136223"/>
                </a:lnTo>
                <a:lnTo>
                  <a:pt x="148654" y="134394"/>
                </a:lnTo>
                <a:lnTo>
                  <a:pt x="148587" y="132496"/>
                </a:lnTo>
                <a:lnTo>
                  <a:pt x="148544" y="130530"/>
                </a:lnTo>
                <a:lnTo>
                  <a:pt x="148544" y="31055"/>
                </a:lnTo>
                <a:lnTo>
                  <a:pt x="260516" y="170741"/>
                </a:lnTo>
                <a:lnTo>
                  <a:pt x="264846" y="170741"/>
                </a:lnTo>
                <a:lnTo>
                  <a:pt x="264846" y="37241"/>
                </a:lnTo>
                <a:lnTo>
                  <a:pt x="264879" y="35286"/>
                </a:lnTo>
                <a:lnTo>
                  <a:pt x="264936" y="33399"/>
                </a:lnTo>
                <a:lnTo>
                  <a:pt x="265016" y="31581"/>
                </a:lnTo>
                <a:lnTo>
                  <a:pt x="265121" y="29832"/>
                </a:lnTo>
                <a:lnTo>
                  <a:pt x="265250" y="28151"/>
                </a:lnTo>
                <a:lnTo>
                  <a:pt x="265403" y="26539"/>
                </a:lnTo>
                <a:lnTo>
                  <a:pt x="265580" y="24996"/>
                </a:lnTo>
                <a:lnTo>
                  <a:pt x="265781" y="23522"/>
                </a:lnTo>
                <a:lnTo>
                  <a:pt x="266006" y="22116"/>
                </a:lnTo>
                <a:lnTo>
                  <a:pt x="266255" y="20779"/>
                </a:lnTo>
                <a:lnTo>
                  <a:pt x="266529" y="19511"/>
                </a:lnTo>
                <a:lnTo>
                  <a:pt x="266826" y="18311"/>
                </a:lnTo>
                <a:lnTo>
                  <a:pt x="267147" y="17181"/>
                </a:lnTo>
                <a:lnTo>
                  <a:pt x="267493" y="16119"/>
                </a:lnTo>
                <a:lnTo>
                  <a:pt x="267862" y="15125"/>
                </a:lnTo>
                <a:lnTo>
                  <a:pt x="268256" y="14201"/>
                </a:lnTo>
                <a:lnTo>
                  <a:pt x="268673" y="13345"/>
                </a:lnTo>
                <a:lnTo>
                  <a:pt x="269115" y="12558"/>
                </a:lnTo>
                <a:lnTo>
                  <a:pt x="269580" y="11840"/>
                </a:lnTo>
                <a:lnTo>
                  <a:pt x="270070" y="11190"/>
                </a:lnTo>
                <a:lnTo>
                  <a:pt x="270584" y="10609"/>
                </a:lnTo>
                <a:lnTo>
                  <a:pt x="271122" y="10097"/>
                </a:lnTo>
                <a:lnTo>
                  <a:pt x="271684" y="9654"/>
                </a:lnTo>
                <a:lnTo>
                  <a:pt x="272270" y="9279"/>
                </a:lnTo>
                <a:lnTo>
                  <a:pt x="272674" y="9025"/>
                </a:lnTo>
                <a:lnTo>
                  <a:pt x="273103" y="8776"/>
                </a:lnTo>
                <a:lnTo>
                  <a:pt x="273557" y="8533"/>
                </a:lnTo>
                <a:lnTo>
                  <a:pt x="274036" y="8296"/>
                </a:lnTo>
                <a:lnTo>
                  <a:pt x="274540" y="8066"/>
                </a:lnTo>
                <a:lnTo>
                  <a:pt x="275069" y="7841"/>
                </a:lnTo>
                <a:lnTo>
                  <a:pt x="275623" y="7622"/>
                </a:lnTo>
                <a:lnTo>
                  <a:pt x="276201" y="7410"/>
                </a:lnTo>
                <a:lnTo>
                  <a:pt x="276805" y="7203"/>
                </a:lnTo>
                <a:lnTo>
                  <a:pt x="277434" y="7003"/>
                </a:lnTo>
                <a:lnTo>
                  <a:pt x="278087" y="6808"/>
                </a:lnTo>
                <a:lnTo>
                  <a:pt x="278765" y="6619"/>
                </a:lnTo>
                <a:lnTo>
                  <a:pt x="279469" y="6437"/>
                </a:lnTo>
                <a:lnTo>
                  <a:pt x="280197" y="6260"/>
                </a:lnTo>
                <a:lnTo>
                  <a:pt x="280950" y="6090"/>
                </a:lnTo>
                <a:lnTo>
                  <a:pt x="281728" y="5925"/>
                </a:lnTo>
                <a:lnTo>
                  <a:pt x="282531" y="5767"/>
                </a:lnTo>
                <a:lnTo>
                  <a:pt x="283359" y="5614"/>
                </a:lnTo>
                <a:lnTo>
                  <a:pt x="284211" y="5468"/>
                </a:lnTo>
                <a:lnTo>
                  <a:pt x="285089" y="5327"/>
                </a:lnTo>
                <a:lnTo>
                  <a:pt x="285992" y="5193"/>
                </a:lnTo>
                <a:lnTo>
                  <a:pt x="286919" y="5064"/>
                </a:lnTo>
                <a:lnTo>
                  <a:pt x="287872" y="4942"/>
                </a:lnTo>
                <a:lnTo>
                  <a:pt x="288849" y="4825"/>
                </a:lnTo>
                <a:lnTo>
                  <a:pt x="288849" y="0"/>
                </a:lnTo>
                <a:lnTo>
                  <a:pt x="229337" y="0"/>
                </a:lnTo>
                <a:lnTo>
                  <a:pt x="229337" y="4825"/>
                </a:lnTo>
                <a:lnTo>
                  <a:pt x="230325" y="4911"/>
                </a:lnTo>
                <a:lnTo>
                  <a:pt x="231287" y="5005"/>
                </a:lnTo>
                <a:lnTo>
                  <a:pt x="232225" y="5106"/>
                </a:lnTo>
                <a:lnTo>
                  <a:pt x="233138" y="5214"/>
                </a:lnTo>
                <a:lnTo>
                  <a:pt x="234026" y="5329"/>
                </a:lnTo>
                <a:lnTo>
                  <a:pt x="234889" y="5452"/>
                </a:lnTo>
                <a:lnTo>
                  <a:pt x="235727" y="5582"/>
                </a:lnTo>
                <a:lnTo>
                  <a:pt x="236541" y="5719"/>
                </a:lnTo>
                <a:lnTo>
                  <a:pt x="237329" y="5863"/>
                </a:lnTo>
                <a:lnTo>
                  <a:pt x="238092" y="6015"/>
                </a:lnTo>
                <a:lnTo>
                  <a:pt x="238831" y="6174"/>
                </a:lnTo>
                <a:lnTo>
                  <a:pt x="239544" y="6341"/>
                </a:lnTo>
                <a:lnTo>
                  <a:pt x="240233" y="6515"/>
                </a:lnTo>
                <a:lnTo>
                  <a:pt x="240897" y="6696"/>
                </a:lnTo>
                <a:lnTo>
                  <a:pt x="241536" y="6884"/>
                </a:lnTo>
                <a:lnTo>
                  <a:pt x="242149" y="7080"/>
                </a:lnTo>
                <a:lnTo>
                  <a:pt x="242738" y="7283"/>
                </a:lnTo>
                <a:lnTo>
                  <a:pt x="243303" y="7493"/>
                </a:lnTo>
                <a:lnTo>
                  <a:pt x="243842" y="7711"/>
                </a:lnTo>
                <a:lnTo>
                  <a:pt x="244356" y="7936"/>
                </a:lnTo>
                <a:lnTo>
                  <a:pt x="244845" y="8168"/>
                </a:lnTo>
                <a:lnTo>
                  <a:pt x="245310" y="8407"/>
                </a:lnTo>
                <a:lnTo>
                  <a:pt x="245749" y="8654"/>
                </a:lnTo>
                <a:lnTo>
                  <a:pt x="246164" y="8908"/>
                </a:lnTo>
                <a:lnTo>
                  <a:pt x="246750" y="9283"/>
                </a:lnTo>
                <a:lnTo>
                  <a:pt x="247312" y="9729"/>
                </a:lnTo>
                <a:lnTo>
                  <a:pt x="247851" y="10244"/>
                </a:lnTo>
                <a:lnTo>
                  <a:pt x="248367" y="10829"/>
                </a:lnTo>
                <a:lnTo>
                  <a:pt x="248858" y="11485"/>
                </a:lnTo>
                <a:lnTo>
                  <a:pt x="249326" y="12210"/>
                </a:lnTo>
                <a:lnTo>
                  <a:pt x="249771" y="13006"/>
                </a:lnTo>
                <a:lnTo>
                  <a:pt x="250192" y="13871"/>
                </a:lnTo>
                <a:lnTo>
                  <a:pt x="250589" y="14806"/>
                </a:lnTo>
                <a:lnTo>
                  <a:pt x="250962" y="15812"/>
                </a:lnTo>
                <a:lnTo>
                  <a:pt x="251312" y="16887"/>
                </a:lnTo>
                <a:lnTo>
                  <a:pt x="251639" y="18033"/>
                </a:lnTo>
                <a:lnTo>
                  <a:pt x="251941" y="19249"/>
                </a:lnTo>
                <a:lnTo>
                  <a:pt x="252220" y="20534"/>
                </a:lnTo>
                <a:lnTo>
                  <a:pt x="252476" y="21890"/>
                </a:lnTo>
                <a:lnTo>
                  <a:pt x="252707" y="23315"/>
                </a:lnTo>
                <a:lnTo>
                  <a:pt x="252916" y="24811"/>
                </a:lnTo>
                <a:lnTo>
                  <a:pt x="253100" y="26377"/>
                </a:lnTo>
                <a:lnTo>
                  <a:pt x="253261" y="28012"/>
                </a:lnTo>
                <a:lnTo>
                  <a:pt x="253398" y="29718"/>
                </a:lnTo>
                <a:lnTo>
                  <a:pt x="253512" y="31494"/>
                </a:lnTo>
                <a:lnTo>
                  <a:pt x="253602" y="33340"/>
                </a:lnTo>
                <a:lnTo>
                  <a:pt x="253668" y="35255"/>
                </a:lnTo>
                <a:lnTo>
                  <a:pt x="253711" y="37241"/>
                </a:lnTo>
                <a:lnTo>
                  <a:pt x="253711" y="122488"/>
                </a:lnTo>
                <a:lnTo>
                  <a:pt x="156092" y="0"/>
                </a:lnTo>
                <a:lnTo>
                  <a:pt x="112788" y="0"/>
                </a:lnTo>
                <a:lnTo>
                  <a:pt x="112788" y="4825"/>
                </a:lnTo>
                <a:lnTo>
                  <a:pt x="113430" y="4829"/>
                </a:lnTo>
                <a:lnTo>
                  <a:pt x="114059" y="4838"/>
                </a:lnTo>
                <a:lnTo>
                  <a:pt x="114673" y="4854"/>
                </a:lnTo>
                <a:lnTo>
                  <a:pt x="115273" y="4877"/>
                </a:lnTo>
                <a:lnTo>
                  <a:pt x="115858" y="4906"/>
                </a:lnTo>
                <a:lnTo>
                  <a:pt x="116430" y="4941"/>
                </a:lnTo>
                <a:lnTo>
                  <a:pt x="116987" y="4983"/>
                </a:lnTo>
                <a:lnTo>
                  <a:pt x="117531" y="5032"/>
                </a:lnTo>
                <a:lnTo>
                  <a:pt x="118060" y="5086"/>
                </a:lnTo>
                <a:lnTo>
                  <a:pt x="118575" y="5147"/>
                </a:lnTo>
                <a:lnTo>
                  <a:pt x="119075" y="5215"/>
                </a:lnTo>
                <a:lnTo>
                  <a:pt x="119562" y="5289"/>
                </a:lnTo>
                <a:lnTo>
                  <a:pt x="120034" y="5370"/>
                </a:lnTo>
                <a:lnTo>
                  <a:pt x="120492" y="5457"/>
                </a:lnTo>
                <a:lnTo>
                  <a:pt x="120936" y="5550"/>
                </a:lnTo>
                <a:lnTo>
                  <a:pt x="121366" y="5650"/>
                </a:lnTo>
                <a:lnTo>
                  <a:pt x="121782" y="5756"/>
                </a:lnTo>
                <a:lnTo>
                  <a:pt x="122183" y="5869"/>
                </a:lnTo>
                <a:lnTo>
                  <a:pt x="122571" y="5988"/>
                </a:lnTo>
                <a:lnTo>
                  <a:pt x="122944" y="6114"/>
                </a:lnTo>
                <a:lnTo>
                  <a:pt x="123303" y="6246"/>
                </a:lnTo>
                <a:lnTo>
                  <a:pt x="123647" y="6385"/>
                </a:lnTo>
                <a:lnTo>
                  <a:pt x="123978" y="6530"/>
                </a:lnTo>
                <a:lnTo>
                  <a:pt x="124294" y="6681"/>
                </a:lnTo>
                <a:lnTo>
                  <a:pt x="124732" y="6920"/>
                </a:lnTo>
                <a:lnTo>
                  <a:pt x="125179" y="7181"/>
                </a:lnTo>
                <a:lnTo>
                  <a:pt x="125636" y="7466"/>
                </a:lnTo>
                <a:lnTo>
                  <a:pt x="126102" y="7774"/>
                </a:lnTo>
                <a:lnTo>
                  <a:pt x="126578" y="8105"/>
                </a:lnTo>
                <a:lnTo>
                  <a:pt x="127063" y="8460"/>
                </a:lnTo>
                <a:lnTo>
                  <a:pt x="127557" y="8837"/>
                </a:lnTo>
                <a:lnTo>
                  <a:pt x="128061" y="9238"/>
                </a:lnTo>
                <a:lnTo>
                  <a:pt x="128574" y="9662"/>
                </a:lnTo>
                <a:lnTo>
                  <a:pt x="129097" y="10109"/>
                </a:lnTo>
                <a:lnTo>
                  <a:pt x="129630" y="10580"/>
                </a:lnTo>
                <a:lnTo>
                  <a:pt x="130171" y="11073"/>
                </a:lnTo>
                <a:lnTo>
                  <a:pt x="130722" y="11590"/>
                </a:lnTo>
                <a:lnTo>
                  <a:pt x="131283" y="12130"/>
                </a:lnTo>
                <a:lnTo>
                  <a:pt x="131853" y="12693"/>
                </a:lnTo>
                <a:lnTo>
                  <a:pt x="132433" y="13280"/>
                </a:lnTo>
                <a:lnTo>
                  <a:pt x="133022" y="13889"/>
                </a:lnTo>
                <a:lnTo>
                  <a:pt x="133620" y="14522"/>
                </a:lnTo>
                <a:lnTo>
                  <a:pt x="134228" y="15178"/>
                </a:lnTo>
                <a:lnTo>
                  <a:pt x="134845" y="15857"/>
                </a:lnTo>
                <a:lnTo>
                  <a:pt x="135472" y="16560"/>
                </a:lnTo>
                <a:lnTo>
                  <a:pt x="136108" y="17285"/>
                </a:lnTo>
                <a:lnTo>
                  <a:pt x="136754" y="18034"/>
                </a:lnTo>
                <a:lnTo>
                  <a:pt x="137409" y="18806"/>
                </a:lnTo>
                <a:lnTo>
                  <a:pt x="137409" y="130530"/>
                </a:lnTo>
                <a:lnTo>
                  <a:pt x="137367" y="132506"/>
                </a:lnTo>
                <a:lnTo>
                  <a:pt x="137302" y="134411"/>
                </a:lnTo>
                <a:lnTo>
                  <a:pt x="137214" y="136247"/>
                </a:lnTo>
                <a:lnTo>
                  <a:pt x="137103" y="138012"/>
                </a:lnTo>
                <a:lnTo>
                  <a:pt x="136970" y="139708"/>
                </a:lnTo>
                <a:lnTo>
                  <a:pt x="136814" y="141333"/>
                </a:lnTo>
                <a:lnTo>
                  <a:pt x="136635" y="142888"/>
                </a:lnTo>
                <a:lnTo>
                  <a:pt x="136433" y="144374"/>
                </a:lnTo>
                <a:lnTo>
                  <a:pt x="136209" y="145789"/>
                </a:lnTo>
                <a:lnTo>
                  <a:pt x="135961" y="147134"/>
                </a:lnTo>
                <a:lnTo>
                  <a:pt x="135691" y="148410"/>
                </a:lnTo>
                <a:lnTo>
                  <a:pt x="135399" y="149615"/>
                </a:lnTo>
                <a:lnTo>
                  <a:pt x="135083" y="150750"/>
                </a:lnTo>
                <a:lnTo>
                  <a:pt x="134745" y="151815"/>
                </a:lnTo>
                <a:lnTo>
                  <a:pt x="134384" y="152810"/>
                </a:lnTo>
                <a:lnTo>
                  <a:pt x="134000" y="153736"/>
                </a:lnTo>
                <a:lnTo>
                  <a:pt x="133593" y="154591"/>
                </a:lnTo>
                <a:lnTo>
                  <a:pt x="133164" y="155376"/>
                </a:lnTo>
                <a:lnTo>
                  <a:pt x="132712" y="156091"/>
                </a:lnTo>
                <a:lnTo>
                  <a:pt x="132237" y="156736"/>
                </a:lnTo>
                <a:lnTo>
                  <a:pt x="131739" y="157311"/>
                </a:lnTo>
                <a:lnTo>
                  <a:pt x="131219" y="157816"/>
                </a:lnTo>
                <a:lnTo>
                  <a:pt x="130675" y="158251"/>
                </a:lnTo>
                <a:lnTo>
                  <a:pt x="130109" y="158616"/>
                </a:lnTo>
                <a:lnTo>
                  <a:pt x="129674" y="158890"/>
                </a:lnTo>
                <a:lnTo>
                  <a:pt x="129214" y="159156"/>
                </a:lnTo>
                <a:lnTo>
                  <a:pt x="128729" y="159414"/>
                </a:lnTo>
                <a:lnTo>
                  <a:pt x="128219" y="159664"/>
                </a:lnTo>
                <a:lnTo>
                  <a:pt x="127684" y="159906"/>
                </a:lnTo>
                <a:lnTo>
                  <a:pt x="127125" y="160139"/>
                </a:lnTo>
                <a:lnTo>
                  <a:pt x="126540" y="160364"/>
                </a:lnTo>
                <a:lnTo>
                  <a:pt x="125930" y="160582"/>
                </a:lnTo>
                <a:lnTo>
                  <a:pt x="125296" y="160791"/>
                </a:lnTo>
                <a:lnTo>
                  <a:pt x="124636" y="160992"/>
                </a:lnTo>
                <a:lnTo>
                  <a:pt x="123952" y="161184"/>
                </a:lnTo>
                <a:lnTo>
                  <a:pt x="123243" y="161369"/>
                </a:lnTo>
                <a:lnTo>
                  <a:pt x="122508" y="161545"/>
                </a:lnTo>
                <a:lnTo>
                  <a:pt x="121749" y="161713"/>
                </a:lnTo>
                <a:lnTo>
                  <a:pt x="120965" y="161873"/>
                </a:lnTo>
                <a:lnTo>
                  <a:pt x="120156" y="162025"/>
                </a:lnTo>
                <a:lnTo>
                  <a:pt x="119323" y="162169"/>
                </a:lnTo>
                <a:lnTo>
                  <a:pt x="118464" y="162304"/>
                </a:lnTo>
                <a:lnTo>
                  <a:pt x="117580" y="162432"/>
                </a:lnTo>
                <a:lnTo>
                  <a:pt x="116671" y="162551"/>
                </a:lnTo>
                <a:lnTo>
                  <a:pt x="115738" y="162662"/>
                </a:lnTo>
                <a:lnTo>
                  <a:pt x="114779" y="162765"/>
                </a:lnTo>
                <a:lnTo>
                  <a:pt x="113796" y="162860"/>
                </a:lnTo>
                <a:lnTo>
                  <a:pt x="112788" y="162946"/>
                </a:lnTo>
                <a:lnTo>
                  <a:pt x="112788" y="163457"/>
                </a:lnTo>
                <a:lnTo>
                  <a:pt x="112757" y="163450"/>
                </a:lnTo>
                <a:lnTo>
                  <a:pt x="112544" y="163402"/>
                </a:lnTo>
                <a:lnTo>
                  <a:pt x="112334" y="163352"/>
                </a:lnTo>
                <a:lnTo>
                  <a:pt x="112129" y="163300"/>
                </a:lnTo>
                <a:lnTo>
                  <a:pt x="111929" y="163246"/>
                </a:lnTo>
                <a:lnTo>
                  <a:pt x="111733" y="163189"/>
                </a:lnTo>
                <a:lnTo>
                  <a:pt x="111540" y="163131"/>
                </a:lnTo>
                <a:lnTo>
                  <a:pt x="111353" y="163070"/>
                </a:lnTo>
                <a:lnTo>
                  <a:pt x="110773" y="162887"/>
                </a:lnTo>
                <a:lnTo>
                  <a:pt x="110189" y="162668"/>
                </a:lnTo>
                <a:lnTo>
                  <a:pt x="109601" y="162413"/>
                </a:lnTo>
                <a:lnTo>
                  <a:pt x="109009" y="162121"/>
                </a:lnTo>
                <a:lnTo>
                  <a:pt x="108412" y="161794"/>
                </a:lnTo>
                <a:lnTo>
                  <a:pt x="107811" y="161431"/>
                </a:lnTo>
                <a:lnTo>
                  <a:pt x="107206" y="161031"/>
                </a:lnTo>
                <a:lnTo>
                  <a:pt x="106596" y="160595"/>
                </a:lnTo>
                <a:lnTo>
                  <a:pt x="105982" y="160124"/>
                </a:lnTo>
                <a:lnTo>
                  <a:pt x="105364" y="159616"/>
                </a:lnTo>
                <a:lnTo>
                  <a:pt x="104742" y="159072"/>
                </a:lnTo>
                <a:lnTo>
                  <a:pt x="104115" y="158492"/>
                </a:lnTo>
                <a:lnTo>
                  <a:pt x="103484" y="157876"/>
                </a:lnTo>
                <a:lnTo>
                  <a:pt x="102848" y="157224"/>
                </a:lnTo>
                <a:lnTo>
                  <a:pt x="102209" y="156536"/>
                </a:lnTo>
                <a:lnTo>
                  <a:pt x="101565" y="155811"/>
                </a:lnTo>
                <a:lnTo>
                  <a:pt x="100916" y="155051"/>
                </a:lnTo>
                <a:lnTo>
                  <a:pt x="100264" y="154254"/>
                </a:lnTo>
                <a:lnTo>
                  <a:pt x="99607" y="153422"/>
                </a:lnTo>
                <a:lnTo>
                  <a:pt x="98946" y="152553"/>
                </a:lnTo>
                <a:lnTo>
                  <a:pt x="98280" y="151649"/>
                </a:lnTo>
                <a:lnTo>
                  <a:pt x="97611" y="150708"/>
                </a:lnTo>
                <a:lnTo>
                  <a:pt x="96937" y="149731"/>
                </a:lnTo>
                <a:lnTo>
                  <a:pt x="96258" y="148718"/>
                </a:lnTo>
                <a:lnTo>
                  <a:pt x="63842" y="99104"/>
                </a:lnTo>
                <a:lnTo>
                  <a:pt x="84876" y="68668"/>
                </a:lnTo>
                <a:lnTo>
                  <a:pt x="85534" y="67798"/>
                </a:lnTo>
                <a:lnTo>
                  <a:pt x="86209" y="66965"/>
                </a:lnTo>
                <a:lnTo>
                  <a:pt x="86902" y="66166"/>
                </a:lnTo>
                <a:lnTo>
                  <a:pt x="87611" y="65403"/>
                </a:lnTo>
                <a:lnTo>
                  <a:pt x="88338" y="64674"/>
                </a:lnTo>
                <a:lnTo>
                  <a:pt x="89082" y="63981"/>
                </a:lnTo>
                <a:lnTo>
                  <a:pt x="89843" y="63324"/>
                </a:lnTo>
                <a:lnTo>
                  <a:pt x="90622" y="62701"/>
                </a:lnTo>
                <a:lnTo>
                  <a:pt x="91418" y="62114"/>
                </a:lnTo>
                <a:lnTo>
                  <a:pt x="92230" y="61562"/>
                </a:lnTo>
                <a:lnTo>
                  <a:pt x="93060" y="61045"/>
                </a:lnTo>
                <a:lnTo>
                  <a:pt x="93907" y="60564"/>
                </a:lnTo>
                <a:lnTo>
                  <a:pt x="94772" y="60117"/>
                </a:lnTo>
                <a:lnTo>
                  <a:pt x="95653" y="59706"/>
                </a:lnTo>
                <a:lnTo>
                  <a:pt x="96552" y="59330"/>
                </a:lnTo>
                <a:lnTo>
                  <a:pt x="97468" y="58989"/>
                </a:lnTo>
                <a:lnTo>
                  <a:pt x="98401" y="58684"/>
                </a:lnTo>
                <a:lnTo>
                  <a:pt x="99351" y="58414"/>
                </a:lnTo>
                <a:lnTo>
                  <a:pt x="100319" y="58179"/>
                </a:lnTo>
                <a:lnTo>
                  <a:pt x="101304" y="57979"/>
                </a:lnTo>
                <a:lnTo>
                  <a:pt x="102305" y="57815"/>
                </a:lnTo>
                <a:lnTo>
                  <a:pt x="103324" y="57685"/>
                </a:lnTo>
                <a:lnTo>
                  <a:pt x="104361" y="57591"/>
                </a:lnTo>
                <a:lnTo>
                  <a:pt x="105414" y="57532"/>
                </a:lnTo>
                <a:lnTo>
                  <a:pt x="105414" y="53697"/>
                </a:lnTo>
                <a:lnTo>
                  <a:pt x="65327" y="53697"/>
                </a:lnTo>
                <a:lnTo>
                  <a:pt x="65327" y="57532"/>
                </a:lnTo>
                <a:lnTo>
                  <a:pt x="65825" y="57565"/>
                </a:lnTo>
                <a:lnTo>
                  <a:pt x="66311" y="57601"/>
                </a:lnTo>
                <a:lnTo>
                  <a:pt x="66783" y="57641"/>
                </a:lnTo>
                <a:lnTo>
                  <a:pt x="67241" y="57683"/>
                </a:lnTo>
                <a:lnTo>
                  <a:pt x="67687" y="57730"/>
                </a:lnTo>
                <a:lnTo>
                  <a:pt x="68118" y="57780"/>
                </a:lnTo>
                <a:lnTo>
                  <a:pt x="68537" y="57833"/>
                </a:lnTo>
                <a:lnTo>
                  <a:pt x="68942" y="57890"/>
                </a:lnTo>
                <a:lnTo>
                  <a:pt x="69334" y="57950"/>
                </a:lnTo>
                <a:lnTo>
                  <a:pt x="69713" y="58013"/>
                </a:lnTo>
                <a:lnTo>
                  <a:pt x="70079" y="58080"/>
                </a:lnTo>
                <a:lnTo>
                  <a:pt x="70431" y="58151"/>
                </a:lnTo>
                <a:lnTo>
                  <a:pt x="70769" y="58225"/>
                </a:lnTo>
                <a:lnTo>
                  <a:pt x="71095" y="58302"/>
                </a:lnTo>
                <a:lnTo>
                  <a:pt x="71407" y="58383"/>
                </a:lnTo>
                <a:lnTo>
                  <a:pt x="71706" y="58467"/>
                </a:lnTo>
                <a:lnTo>
                  <a:pt x="71991" y="58555"/>
                </a:lnTo>
                <a:lnTo>
                  <a:pt x="72263" y="58646"/>
                </a:lnTo>
                <a:lnTo>
                  <a:pt x="72522" y="58740"/>
                </a:lnTo>
                <a:lnTo>
                  <a:pt x="72768" y="58838"/>
                </a:lnTo>
                <a:lnTo>
                  <a:pt x="73000" y="58940"/>
                </a:lnTo>
                <a:lnTo>
                  <a:pt x="73219" y="59044"/>
                </a:lnTo>
                <a:lnTo>
                  <a:pt x="73424" y="59153"/>
                </a:lnTo>
                <a:lnTo>
                  <a:pt x="73617" y="59264"/>
                </a:lnTo>
                <a:lnTo>
                  <a:pt x="73778" y="59370"/>
                </a:lnTo>
                <a:lnTo>
                  <a:pt x="73933" y="59480"/>
                </a:lnTo>
                <a:lnTo>
                  <a:pt x="74081" y="59595"/>
                </a:lnTo>
                <a:lnTo>
                  <a:pt x="74221" y="59715"/>
                </a:lnTo>
                <a:lnTo>
                  <a:pt x="74355" y="59839"/>
                </a:lnTo>
                <a:lnTo>
                  <a:pt x="74483" y="59968"/>
                </a:lnTo>
                <a:lnTo>
                  <a:pt x="74603" y="60102"/>
                </a:lnTo>
                <a:lnTo>
                  <a:pt x="74716" y="60240"/>
                </a:lnTo>
                <a:lnTo>
                  <a:pt x="74823" y="60384"/>
                </a:lnTo>
                <a:lnTo>
                  <a:pt x="74923" y="60532"/>
                </a:lnTo>
                <a:lnTo>
                  <a:pt x="75015" y="60684"/>
                </a:lnTo>
                <a:lnTo>
                  <a:pt x="75101" y="60842"/>
                </a:lnTo>
                <a:lnTo>
                  <a:pt x="75180" y="61004"/>
                </a:lnTo>
                <a:lnTo>
                  <a:pt x="75252" y="61171"/>
                </a:lnTo>
                <a:lnTo>
                  <a:pt x="75318" y="61343"/>
                </a:lnTo>
                <a:lnTo>
                  <a:pt x="75376" y="61519"/>
                </a:lnTo>
                <a:lnTo>
                  <a:pt x="75428" y="61700"/>
                </a:lnTo>
                <a:lnTo>
                  <a:pt x="75472" y="61886"/>
                </a:lnTo>
                <a:lnTo>
                  <a:pt x="75510" y="62076"/>
                </a:lnTo>
                <a:lnTo>
                  <a:pt x="75541" y="62272"/>
                </a:lnTo>
                <a:lnTo>
                  <a:pt x="75565" y="62472"/>
                </a:lnTo>
                <a:lnTo>
                  <a:pt x="75582" y="62676"/>
                </a:lnTo>
                <a:lnTo>
                  <a:pt x="75593" y="62886"/>
                </a:lnTo>
                <a:lnTo>
                  <a:pt x="75596" y="63100"/>
                </a:lnTo>
                <a:lnTo>
                  <a:pt x="75580" y="63484"/>
                </a:lnTo>
                <a:lnTo>
                  <a:pt x="75532" y="63895"/>
                </a:lnTo>
                <a:lnTo>
                  <a:pt x="75451" y="64331"/>
                </a:lnTo>
                <a:lnTo>
                  <a:pt x="75338" y="64794"/>
                </a:lnTo>
                <a:lnTo>
                  <a:pt x="75193" y="65283"/>
                </a:lnTo>
                <a:lnTo>
                  <a:pt x="75016" y="65799"/>
                </a:lnTo>
                <a:lnTo>
                  <a:pt x="74807" y="66340"/>
                </a:lnTo>
                <a:lnTo>
                  <a:pt x="74565" y="66908"/>
                </a:lnTo>
                <a:lnTo>
                  <a:pt x="74291" y="67502"/>
                </a:lnTo>
                <a:lnTo>
                  <a:pt x="73985" y="68122"/>
                </a:lnTo>
                <a:lnTo>
                  <a:pt x="73647" y="68768"/>
                </a:lnTo>
                <a:lnTo>
                  <a:pt x="73276" y="69441"/>
                </a:lnTo>
                <a:lnTo>
                  <a:pt x="72874" y="70140"/>
                </a:lnTo>
                <a:lnTo>
                  <a:pt x="72439" y="70865"/>
                </a:lnTo>
                <a:lnTo>
                  <a:pt x="71971" y="71616"/>
                </a:lnTo>
                <a:lnTo>
                  <a:pt x="71472" y="72393"/>
                </a:lnTo>
                <a:lnTo>
                  <a:pt x="70940" y="73197"/>
                </a:lnTo>
                <a:lnTo>
                  <a:pt x="70376" y="74026"/>
                </a:lnTo>
                <a:lnTo>
                  <a:pt x="69780" y="74882"/>
                </a:lnTo>
                <a:lnTo>
                  <a:pt x="69152" y="75765"/>
                </a:lnTo>
                <a:lnTo>
                  <a:pt x="68492" y="76673"/>
                </a:lnTo>
                <a:lnTo>
                  <a:pt x="67799" y="77608"/>
                </a:lnTo>
                <a:lnTo>
                  <a:pt x="67074" y="78568"/>
                </a:lnTo>
                <a:lnTo>
                  <a:pt x="66317" y="79555"/>
                </a:lnTo>
                <a:lnTo>
                  <a:pt x="66125" y="79792"/>
                </a:lnTo>
                <a:lnTo>
                  <a:pt x="65922" y="80049"/>
                </a:lnTo>
                <a:lnTo>
                  <a:pt x="65708" y="80325"/>
                </a:lnTo>
                <a:lnTo>
                  <a:pt x="65482" y="80621"/>
                </a:lnTo>
                <a:lnTo>
                  <a:pt x="65244" y="80937"/>
                </a:lnTo>
                <a:lnTo>
                  <a:pt x="64994" y="81272"/>
                </a:lnTo>
                <a:lnTo>
                  <a:pt x="64733" y="81627"/>
                </a:lnTo>
                <a:lnTo>
                  <a:pt x="64461" y="82002"/>
                </a:lnTo>
                <a:lnTo>
                  <a:pt x="64177" y="82397"/>
                </a:lnTo>
                <a:lnTo>
                  <a:pt x="63881" y="82812"/>
                </a:lnTo>
                <a:lnTo>
                  <a:pt x="63574" y="83246"/>
                </a:lnTo>
                <a:lnTo>
                  <a:pt x="63255" y="83700"/>
                </a:lnTo>
                <a:lnTo>
                  <a:pt x="62924" y="84174"/>
                </a:lnTo>
                <a:lnTo>
                  <a:pt x="62582" y="84668"/>
                </a:lnTo>
                <a:lnTo>
                  <a:pt x="62228" y="85181"/>
                </a:lnTo>
                <a:lnTo>
                  <a:pt x="61863" y="85714"/>
                </a:lnTo>
                <a:lnTo>
                  <a:pt x="61486" y="86267"/>
                </a:lnTo>
                <a:lnTo>
                  <a:pt x="61097" y="86840"/>
                </a:lnTo>
                <a:lnTo>
                  <a:pt x="60697" y="87432"/>
                </a:lnTo>
                <a:lnTo>
                  <a:pt x="60285" y="88044"/>
                </a:lnTo>
                <a:lnTo>
                  <a:pt x="59862" y="88676"/>
                </a:lnTo>
                <a:lnTo>
                  <a:pt x="59427" y="89328"/>
                </a:lnTo>
                <a:lnTo>
                  <a:pt x="58980" y="89999"/>
                </a:lnTo>
                <a:lnTo>
                  <a:pt x="58522" y="90691"/>
                </a:lnTo>
                <a:lnTo>
                  <a:pt x="58439" y="90557"/>
                </a:lnTo>
                <a:lnTo>
                  <a:pt x="58356" y="90423"/>
                </a:lnTo>
                <a:lnTo>
                  <a:pt x="58273" y="90290"/>
                </a:lnTo>
                <a:lnTo>
                  <a:pt x="58189" y="90158"/>
                </a:lnTo>
                <a:lnTo>
                  <a:pt x="58104" y="90026"/>
                </a:lnTo>
                <a:lnTo>
                  <a:pt x="58019" y="89894"/>
                </a:lnTo>
                <a:lnTo>
                  <a:pt x="57934" y="89763"/>
                </a:lnTo>
                <a:lnTo>
                  <a:pt x="57848" y="89632"/>
                </a:lnTo>
                <a:lnTo>
                  <a:pt x="57762" y="89502"/>
                </a:lnTo>
                <a:lnTo>
                  <a:pt x="57676" y="89372"/>
                </a:lnTo>
                <a:lnTo>
                  <a:pt x="57589" y="89242"/>
                </a:lnTo>
                <a:lnTo>
                  <a:pt x="57501" y="89113"/>
                </a:lnTo>
                <a:lnTo>
                  <a:pt x="57413" y="88984"/>
                </a:lnTo>
                <a:lnTo>
                  <a:pt x="57325" y="88856"/>
                </a:lnTo>
                <a:lnTo>
                  <a:pt x="57236" y="88728"/>
                </a:lnTo>
                <a:lnTo>
                  <a:pt x="57147" y="88601"/>
                </a:lnTo>
                <a:lnTo>
                  <a:pt x="57058" y="88474"/>
                </a:lnTo>
                <a:lnTo>
                  <a:pt x="56968" y="88348"/>
                </a:lnTo>
                <a:lnTo>
                  <a:pt x="56877" y="88221"/>
                </a:lnTo>
                <a:lnTo>
                  <a:pt x="56786" y="88096"/>
                </a:lnTo>
                <a:lnTo>
                  <a:pt x="56695" y="87971"/>
                </a:lnTo>
                <a:lnTo>
                  <a:pt x="56603" y="87846"/>
                </a:lnTo>
                <a:lnTo>
                  <a:pt x="56511" y="87721"/>
                </a:lnTo>
                <a:lnTo>
                  <a:pt x="56419" y="87597"/>
                </a:lnTo>
                <a:lnTo>
                  <a:pt x="55982" y="86928"/>
                </a:lnTo>
                <a:lnTo>
                  <a:pt x="55560" y="86279"/>
                </a:lnTo>
                <a:lnTo>
                  <a:pt x="55152" y="85653"/>
                </a:lnTo>
                <a:lnTo>
                  <a:pt x="54759" y="85047"/>
                </a:lnTo>
                <a:lnTo>
                  <a:pt x="54379" y="84464"/>
                </a:lnTo>
                <a:lnTo>
                  <a:pt x="54014" y="83901"/>
                </a:lnTo>
                <a:lnTo>
                  <a:pt x="53663" y="83360"/>
                </a:lnTo>
                <a:lnTo>
                  <a:pt x="53326" y="82841"/>
                </a:lnTo>
                <a:lnTo>
                  <a:pt x="53003" y="82343"/>
                </a:lnTo>
                <a:lnTo>
                  <a:pt x="52694" y="81867"/>
                </a:lnTo>
                <a:lnTo>
                  <a:pt x="52400" y="81412"/>
                </a:lnTo>
                <a:lnTo>
                  <a:pt x="52119" y="80978"/>
                </a:lnTo>
                <a:lnTo>
                  <a:pt x="51853" y="80566"/>
                </a:lnTo>
                <a:lnTo>
                  <a:pt x="51601" y="80176"/>
                </a:lnTo>
                <a:lnTo>
                  <a:pt x="51363" y="79807"/>
                </a:lnTo>
                <a:lnTo>
                  <a:pt x="51140" y="79459"/>
                </a:lnTo>
                <a:lnTo>
                  <a:pt x="50930" y="79133"/>
                </a:lnTo>
                <a:lnTo>
                  <a:pt x="50735" y="78828"/>
                </a:lnTo>
                <a:lnTo>
                  <a:pt x="50554" y="78545"/>
                </a:lnTo>
                <a:lnTo>
                  <a:pt x="50387" y="78284"/>
                </a:lnTo>
                <a:lnTo>
                  <a:pt x="50234" y="78044"/>
                </a:lnTo>
                <a:lnTo>
                  <a:pt x="50096" y="77825"/>
                </a:lnTo>
                <a:lnTo>
                  <a:pt x="49971" y="77628"/>
                </a:lnTo>
                <a:lnTo>
                  <a:pt x="49861" y="77452"/>
                </a:lnTo>
                <a:lnTo>
                  <a:pt x="49326" y="76558"/>
                </a:lnTo>
                <a:lnTo>
                  <a:pt x="48814" y="75689"/>
                </a:lnTo>
                <a:lnTo>
                  <a:pt x="48324" y="74846"/>
                </a:lnTo>
                <a:lnTo>
                  <a:pt x="47858" y="74029"/>
                </a:lnTo>
                <a:lnTo>
                  <a:pt x="47414" y="73238"/>
                </a:lnTo>
                <a:lnTo>
                  <a:pt x="46992" y="72472"/>
                </a:lnTo>
                <a:lnTo>
                  <a:pt x="46594" y="71732"/>
                </a:lnTo>
                <a:lnTo>
                  <a:pt x="46218" y="71018"/>
                </a:lnTo>
                <a:lnTo>
                  <a:pt x="45865" y="70330"/>
                </a:lnTo>
                <a:lnTo>
                  <a:pt x="45535" y="69668"/>
                </a:lnTo>
                <a:lnTo>
                  <a:pt x="45228" y="69031"/>
                </a:lnTo>
                <a:lnTo>
                  <a:pt x="44943" y="68420"/>
                </a:lnTo>
                <a:lnTo>
                  <a:pt x="44681" y="67835"/>
                </a:lnTo>
                <a:lnTo>
                  <a:pt x="44442" y="67276"/>
                </a:lnTo>
                <a:lnTo>
                  <a:pt x="44226" y="66742"/>
                </a:lnTo>
                <a:lnTo>
                  <a:pt x="44032" y="66234"/>
                </a:lnTo>
                <a:lnTo>
                  <a:pt x="43862" y="65752"/>
                </a:lnTo>
                <a:lnTo>
                  <a:pt x="43714" y="65296"/>
                </a:lnTo>
                <a:lnTo>
                  <a:pt x="43588" y="64866"/>
                </a:lnTo>
                <a:lnTo>
                  <a:pt x="43486" y="64461"/>
                </a:lnTo>
                <a:lnTo>
                  <a:pt x="43406" y="64082"/>
                </a:lnTo>
                <a:lnTo>
                  <a:pt x="43349" y="63729"/>
                </a:lnTo>
                <a:lnTo>
                  <a:pt x="43315" y="63401"/>
                </a:lnTo>
                <a:lnTo>
                  <a:pt x="43304" y="63100"/>
                </a:lnTo>
                <a:lnTo>
                  <a:pt x="43323" y="62665"/>
                </a:lnTo>
                <a:lnTo>
                  <a:pt x="43379" y="62248"/>
                </a:lnTo>
                <a:lnTo>
                  <a:pt x="43474" y="61849"/>
                </a:lnTo>
                <a:lnTo>
                  <a:pt x="43606" y="61467"/>
                </a:lnTo>
                <a:lnTo>
                  <a:pt x="43776" y="61103"/>
                </a:lnTo>
                <a:lnTo>
                  <a:pt x="43984" y="60757"/>
                </a:lnTo>
                <a:lnTo>
                  <a:pt x="44230" y="60428"/>
                </a:lnTo>
                <a:lnTo>
                  <a:pt x="44514" y="60117"/>
                </a:lnTo>
                <a:lnTo>
                  <a:pt x="44835" y="59823"/>
                </a:lnTo>
                <a:lnTo>
                  <a:pt x="45194" y="59547"/>
                </a:lnTo>
                <a:lnTo>
                  <a:pt x="45591" y="59289"/>
                </a:lnTo>
                <a:lnTo>
                  <a:pt x="46026" y="59048"/>
                </a:lnTo>
                <a:lnTo>
                  <a:pt x="46498" y="58825"/>
                </a:lnTo>
                <a:lnTo>
                  <a:pt x="47009" y="58619"/>
                </a:lnTo>
                <a:lnTo>
                  <a:pt x="47557" y="58431"/>
                </a:lnTo>
                <a:lnTo>
                  <a:pt x="48143" y="58261"/>
                </a:lnTo>
                <a:lnTo>
                  <a:pt x="48767" y="58108"/>
                </a:lnTo>
                <a:lnTo>
                  <a:pt x="49428" y="57973"/>
                </a:lnTo>
                <a:lnTo>
                  <a:pt x="50128" y="57856"/>
                </a:lnTo>
                <a:lnTo>
                  <a:pt x="50865" y="57756"/>
                </a:lnTo>
                <a:lnTo>
                  <a:pt x="51640" y="57673"/>
                </a:lnTo>
                <a:lnTo>
                  <a:pt x="52453" y="57609"/>
                </a:lnTo>
                <a:lnTo>
                  <a:pt x="53303" y="57562"/>
                </a:lnTo>
                <a:lnTo>
                  <a:pt x="54192" y="57532"/>
                </a:lnTo>
                <a:lnTo>
                  <a:pt x="54192" y="53697"/>
                </a:lnTo>
                <a:lnTo>
                  <a:pt x="1732" y="53697"/>
                </a:lnTo>
                <a:lnTo>
                  <a:pt x="1732" y="57532"/>
                </a:lnTo>
                <a:lnTo>
                  <a:pt x="1865" y="57522"/>
                </a:lnTo>
                <a:lnTo>
                  <a:pt x="1994" y="57512"/>
                </a:lnTo>
                <a:lnTo>
                  <a:pt x="2121" y="57503"/>
                </a:lnTo>
                <a:lnTo>
                  <a:pt x="2244" y="57494"/>
                </a:lnTo>
                <a:lnTo>
                  <a:pt x="2365" y="57486"/>
                </a:lnTo>
                <a:lnTo>
                  <a:pt x="2482" y="57478"/>
                </a:lnTo>
                <a:lnTo>
                  <a:pt x="2597" y="57471"/>
                </a:lnTo>
                <a:lnTo>
                  <a:pt x="2708" y="57464"/>
                </a:lnTo>
                <a:lnTo>
                  <a:pt x="2817" y="57457"/>
                </a:lnTo>
                <a:lnTo>
                  <a:pt x="2922" y="57451"/>
                </a:lnTo>
                <a:lnTo>
                  <a:pt x="3025" y="57445"/>
                </a:lnTo>
                <a:lnTo>
                  <a:pt x="3124" y="57439"/>
                </a:lnTo>
                <a:lnTo>
                  <a:pt x="3221" y="57435"/>
                </a:lnTo>
                <a:lnTo>
                  <a:pt x="3314" y="57430"/>
                </a:lnTo>
                <a:lnTo>
                  <a:pt x="3404" y="57426"/>
                </a:lnTo>
                <a:lnTo>
                  <a:pt x="3492" y="57422"/>
                </a:lnTo>
                <a:lnTo>
                  <a:pt x="3576" y="57419"/>
                </a:lnTo>
                <a:lnTo>
                  <a:pt x="3658" y="57416"/>
                </a:lnTo>
                <a:lnTo>
                  <a:pt x="3736" y="57414"/>
                </a:lnTo>
                <a:lnTo>
                  <a:pt x="3811" y="57412"/>
                </a:lnTo>
                <a:lnTo>
                  <a:pt x="3884" y="57410"/>
                </a:lnTo>
                <a:lnTo>
                  <a:pt x="3953" y="57409"/>
                </a:lnTo>
                <a:lnTo>
                  <a:pt x="4020" y="57409"/>
                </a:lnTo>
                <a:lnTo>
                  <a:pt x="4083" y="57409"/>
                </a:lnTo>
                <a:lnTo>
                  <a:pt x="4470" y="57411"/>
                </a:lnTo>
                <a:lnTo>
                  <a:pt x="4849" y="57417"/>
                </a:lnTo>
                <a:lnTo>
                  <a:pt x="5220" y="57428"/>
                </a:lnTo>
                <a:lnTo>
                  <a:pt x="5581" y="57443"/>
                </a:lnTo>
                <a:lnTo>
                  <a:pt x="5935" y="57462"/>
                </a:lnTo>
                <a:lnTo>
                  <a:pt x="6279" y="57486"/>
                </a:lnTo>
                <a:lnTo>
                  <a:pt x="6615" y="57514"/>
                </a:lnTo>
                <a:lnTo>
                  <a:pt x="6942" y="57546"/>
                </a:lnTo>
                <a:lnTo>
                  <a:pt x="7261" y="57583"/>
                </a:lnTo>
                <a:lnTo>
                  <a:pt x="7571" y="57623"/>
                </a:lnTo>
                <a:lnTo>
                  <a:pt x="7873" y="57668"/>
                </a:lnTo>
                <a:lnTo>
                  <a:pt x="8166" y="57718"/>
                </a:lnTo>
                <a:lnTo>
                  <a:pt x="8450" y="57772"/>
                </a:lnTo>
                <a:lnTo>
                  <a:pt x="8726" y="57830"/>
                </a:lnTo>
                <a:lnTo>
                  <a:pt x="8993" y="57892"/>
                </a:lnTo>
                <a:lnTo>
                  <a:pt x="9252" y="57958"/>
                </a:lnTo>
                <a:lnTo>
                  <a:pt x="9502" y="58029"/>
                </a:lnTo>
                <a:lnTo>
                  <a:pt x="9743" y="58104"/>
                </a:lnTo>
                <a:lnTo>
                  <a:pt x="9976" y="58184"/>
                </a:lnTo>
                <a:lnTo>
                  <a:pt x="10200" y="58268"/>
                </a:lnTo>
                <a:lnTo>
                  <a:pt x="10416" y="58356"/>
                </a:lnTo>
                <a:lnTo>
                  <a:pt x="10623" y="58448"/>
                </a:lnTo>
                <a:lnTo>
                  <a:pt x="10822" y="58545"/>
                </a:lnTo>
                <a:lnTo>
                  <a:pt x="11012" y="58646"/>
                </a:lnTo>
                <a:lnTo>
                  <a:pt x="11468" y="58927"/>
                </a:lnTo>
                <a:lnTo>
                  <a:pt x="11930" y="59235"/>
                </a:lnTo>
                <a:lnTo>
                  <a:pt x="12398" y="59570"/>
                </a:lnTo>
                <a:lnTo>
                  <a:pt x="12871" y="59931"/>
                </a:lnTo>
                <a:lnTo>
                  <a:pt x="13350" y="60319"/>
                </a:lnTo>
                <a:lnTo>
                  <a:pt x="13834" y="60734"/>
                </a:lnTo>
                <a:lnTo>
                  <a:pt x="14324" y="61175"/>
                </a:lnTo>
                <a:lnTo>
                  <a:pt x="14820" y="61643"/>
                </a:lnTo>
                <a:lnTo>
                  <a:pt x="15321" y="62137"/>
                </a:lnTo>
                <a:lnTo>
                  <a:pt x="15827" y="62658"/>
                </a:lnTo>
                <a:lnTo>
                  <a:pt x="16340" y="63206"/>
                </a:lnTo>
                <a:lnTo>
                  <a:pt x="16858" y="63780"/>
                </a:lnTo>
                <a:lnTo>
                  <a:pt x="17381" y="64381"/>
                </a:lnTo>
                <a:lnTo>
                  <a:pt x="17910" y="65009"/>
                </a:lnTo>
                <a:lnTo>
                  <a:pt x="18445" y="65663"/>
                </a:lnTo>
                <a:lnTo>
                  <a:pt x="18985" y="66344"/>
                </a:lnTo>
                <a:lnTo>
                  <a:pt x="19531" y="67052"/>
                </a:lnTo>
                <a:lnTo>
                  <a:pt x="20082" y="67786"/>
                </a:lnTo>
                <a:lnTo>
                  <a:pt x="20639" y="68547"/>
                </a:lnTo>
                <a:lnTo>
                  <a:pt x="21202" y="69334"/>
                </a:lnTo>
                <a:lnTo>
                  <a:pt x="21770" y="70148"/>
                </a:lnTo>
                <a:lnTo>
                  <a:pt x="22344" y="70989"/>
                </a:lnTo>
                <a:lnTo>
                  <a:pt x="22923" y="71856"/>
                </a:lnTo>
                <a:lnTo>
                  <a:pt x="23508" y="72750"/>
                </a:lnTo>
                <a:lnTo>
                  <a:pt x="47387" y="109249"/>
                </a:lnTo>
                <a:lnTo>
                  <a:pt x="18435" y="151069"/>
                </a:lnTo>
                <a:lnTo>
                  <a:pt x="17871" y="151869"/>
                </a:lnTo>
                <a:lnTo>
                  <a:pt x="17315" y="152642"/>
                </a:lnTo>
                <a:lnTo>
                  <a:pt x="16765" y="153386"/>
                </a:lnTo>
                <a:lnTo>
                  <a:pt x="16222" y="154103"/>
                </a:lnTo>
                <a:lnTo>
                  <a:pt x="15686" y="154792"/>
                </a:lnTo>
                <a:lnTo>
                  <a:pt x="15156" y="155453"/>
                </a:lnTo>
                <a:lnTo>
                  <a:pt x="14634" y="156086"/>
                </a:lnTo>
                <a:lnTo>
                  <a:pt x="14118" y="156691"/>
                </a:lnTo>
                <a:lnTo>
                  <a:pt x="13610" y="157268"/>
                </a:lnTo>
                <a:lnTo>
                  <a:pt x="13108" y="157818"/>
                </a:lnTo>
                <a:lnTo>
                  <a:pt x="12613" y="158339"/>
                </a:lnTo>
                <a:lnTo>
                  <a:pt x="12125" y="158832"/>
                </a:lnTo>
                <a:lnTo>
                  <a:pt x="11644" y="159298"/>
                </a:lnTo>
                <a:lnTo>
                  <a:pt x="11170" y="159735"/>
                </a:lnTo>
                <a:lnTo>
                  <a:pt x="10702" y="160145"/>
                </a:lnTo>
                <a:lnTo>
                  <a:pt x="10242" y="160527"/>
                </a:lnTo>
                <a:lnTo>
                  <a:pt x="9788" y="160880"/>
                </a:lnTo>
                <a:lnTo>
                  <a:pt x="9341" y="161206"/>
                </a:lnTo>
                <a:lnTo>
                  <a:pt x="8901" y="161504"/>
                </a:lnTo>
                <a:lnTo>
                  <a:pt x="8468" y="161774"/>
                </a:lnTo>
                <a:lnTo>
                  <a:pt x="8042" y="162016"/>
                </a:lnTo>
                <a:lnTo>
                  <a:pt x="7623" y="162230"/>
                </a:lnTo>
                <a:lnTo>
                  <a:pt x="7210" y="162417"/>
                </a:lnTo>
                <a:lnTo>
                  <a:pt x="6805" y="162575"/>
                </a:lnTo>
                <a:lnTo>
                  <a:pt x="6605" y="162647"/>
                </a:lnTo>
                <a:lnTo>
                  <a:pt x="6398" y="162717"/>
                </a:lnTo>
                <a:lnTo>
                  <a:pt x="6184" y="162786"/>
                </a:lnTo>
                <a:lnTo>
                  <a:pt x="5963" y="162853"/>
                </a:lnTo>
                <a:lnTo>
                  <a:pt x="5734" y="162920"/>
                </a:lnTo>
                <a:lnTo>
                  <a:pt x="5498" y="162985"/>
                </a:lnTo>
                <a:lnTo>
                  <a:pt x="5255" y="163049"/>
                </a:lnTo>
                <a:lnTo>
                  <a:pt x="5004" y="163111"/>
                </a:lnTo>
                <a:lnTo>
                  <a:pt x="4746" y="163172"/>
                </a:lnTo>
                <a:lnTo>
                  <a:pt x="4481" y="163232"/>
                </a:lnTo>
                <a:lnTo>
                  <a:pt x="4208" y="163291"/>
                </a:lnTo>
                <a:lnTo>
                  <a:pt x="3928" y="163348"/>
                </a:lnTo>
                <a:lnTo>
                  <a:pt x="3641" y="163404"/>
                </a:lnTo>
                <a:lnTo>
                  <a:pt x="3347" y="163459"/>
                </a:lnTo>
                <a:lnTo>
                  <a:pt x="3045" y="163513"/>
                </a:lnTo>
                <a:lnTo>
                  <a:pt x="2736" y="163565"/>
                </a:lnTo>
                <a:lnTo>
                  <a:pt x="2419" y="163616"/>
                </a:lnTo>
                <a:lnTo>
                  <a:pt x="2096" y="163665"/>
                </a:lnTo>
                <a:lnTo>
                  <a:pt x="1765" y="163714"/>
                </a:lnTo>
                <a:lnTo>
                  <a:pt x="1426" y="163761"/>
                </a:lnTo>
                <a:lnTo>
                  <a:pt x="1081" y="163806"/>
                </a:lnTo>
                <a:lnTo>
                  <a:pt x="728" y="163851"/>
                </a:lnTo>
                <a:lnTo>
                  <a:pt x="368" y="163894"/>
                </a:lnTo>
                <a:lnTo>
                  <a:pt x="0" y="163936"/>
                </a:lnTo>
                <a:lnTo>
                  <a:pt x="0" y="167771"/>
                </a:lnTo>
                <a:lnTo>
                  <a:pt x="36746" y="167771"/>
                </a:lnTo>
                <a:lnTo>
                  <a:pt x="36746" y="163936"/>
                </a:lnTo>
                <a:lnTo>
                  <a:pt x="35919" y="163928"/>
                </a:lnTo>
                <a:lnTo>
                  <a:pt x="35126" y="163904"/>
                </a:lnTo>
                <a:lnTo>
                  <a:pt x="34369" y="163864"/>
                </a:lnTo>
                <a:lnTo>
                  <a:pt x="33646" y="163809"/>
                </a:lnTo>
                <a:lnTo>
                  <a:pt x="32959" y="163737"/>
                </a:lnTo>
                <a:lnTo>
                  <a:pt x="32308" y="163650"/>
                </a:lnTo>
                <a:lnTo>
                  <a:pt x="31691" y="163547"/>
                </a:lnTo>
                <a:lnTo>
                  <a:pt x="31110" y="163427"/>
                </a:lnTo>
                <a:lnTo>
                  <a:pt x="30564" y="163292"/>
                </a:lnTo>
                <a:lnTo>
                  <a:pt x="30053" y="163141"/>
                </a:lnTo>
                <a:lnTo>
                  <a:pt x="29578" y="162974"/>
                </a:lnTo>
                <a:lnTo>
                  <a:pt x="29137" y="162792"/>
                </a:lnTo>
                <a:lnTo>
                  <a:pt x="28732" y="162593"/>
                </a:lnTo>
                <a:lnTo>
                  <a:pt x="28362" y="162378"/>
                </a:lnTo>
                <a:lnTo>
                  <a:pt x="28028" y="162148"/>
                </a:lnTo>
                <a:lnTo>
                  <a:pt x="27728" y="161901"/>
                </a:lnTo>
                <a:lnTo>
                  <a:pt x="27464" y="161639"/>
                </a:lnTo>
                <a:lnTo>
                  <a:pt x="27235" y="161361"/>
                </a:lnTo>
                <a:lnTo>
                  <a:pt x="27041" y="161067"/>
                </a:lnTo>
                <a:lnTo>
                  <a:pt x="26883" y="160757"/>
                </a:lnTo>
                <a:lnTo>
                  <a:pt x="26759" y="160431"/>
                </a:lnTo>
                <a:lnTo>
                  <a:pt x="26671" y="160089"/>
                </a:lnTo>
                <a:lnTo>
                  <a:pt x="26619" y="159732"/>
                </a:lnTo>
                <a:lnTo>
                  <a:pt x="26601" y="159358"/>
                </a:lnTo>
                <a:lnTo>
                  <a:pt x="26610" y="159142"/>
                </a:lnTo>
                <a:lnTo>
                  <a:pt x="26636" y="158908"/>
                </a:lnTo>
                <a:lnTo>
                  <a:pt x="26680" y="158654"/>
                </a:lnTo>
                <a:lnTo>
                  <a:pt x="26742" y="158382"/>
                </a:lnTo>
                <a:lnTo>
                  <a:pt x="26821" y="158091"/>
                </a:lnTo>
                <a:lnTo>
                  <a:pt x="26918" y="157781"/>
                </a:lnTo>
                <a:lnTo>
                  <a:pt x="27032" y="157452"/>
                </a:lnTo>
                <a:lnTo>
                  <a:pt x="27165" y="157104"/>
                </a:lnTo>
                <a:lnTo>
                  <a:pt x="27314" y="156737"/>
                </a:lnTo>
                <a:lnTo>
                  <a:pt x="27482" y="156351"/>
                </a:lnTo>
                <a:lnTo>
                  <a:pt x="27667" y="155946"/>
                </a:lnTo>
                <a:lnTo>
                  <a:pt x="27869" y="155523"/>
                </a:lnTo>
                <a:lnTo>
                  <a:pt x="28089" y="155080"/>
                </a:lnTo>
                <a:lnTo>
                  <a:pt x="28327" y="154619"/>
                </a:lnTo>
                <a:lnTo>
                  <a:pt x="28582" y="154138"/>
                </a:lnTo>
                <a:lnTo>
                  <a:pt x="28855" y="153639"/>
                </a:lnTo>
                <a:lnTo>
                  <a:pt x="29146" y="153121"/>
                </a:lnTo>
                <a:lnTo>
                  <a:pt x="29454" y="152584"/>
                </a:lnTo>
                <a:lnTo>
                  <a:pt x="29780" y="152028"/>
                </a:lnTo>
                <a:lnTo>
                  <a:pt x="30124" y="151453"/>
                </a:lnTo>
                <a:lnTo>
                  <a:pt x="30485" y="150860"/>
                </a:lnTo>
                <a:lnTo>
                  <a:pt x="30863" y="150247"/>
                </a:lnTo>
                <a:lnTo>
                  <a:pt x="31260" y="149616"/>
                </a:lnTo>
                <a:lnTo>
                  <a:pt x="31674" y="148965"/>
                </a:lnTo>
                <a:lnTo>
                  <a:pt x="51717" y="117786"/>
                </a:lnTo>
                <a:lnTo>
                  <a:pt x="74978" y="153296"/>
                </a:lnTo>
                <a:lnTo>
                  <a:pt x="75089" y="153481"/>
                </a:lnTo>
                <a:lnTo>
                  <a:pt x="75195" y="153668"/>
                </a:lnTo>
                <a:lnTo>
                  <a:pt x="75296" y="153854"/>
                </a:lnTo>
                <a:lnTo>
                  <a:pt x="75393" y="154041"/>
                </a:lnTo>
                <a:lnTo>
                  <a:pt x="75486" y="154229"/>
                </a:lnTo>
                <a:lnTo>
                  <a:pt x="75573" y="154417"/>
                </a:lnTo>
                <a:lnTo>
                  <a:pt x="75656" y="154605"/>
                </a:lnTo>
                <a:lnTo>
                  <a:pt x="75734" y="154794"/>
                </a:lnTo>
                <a:lnTo>
                  <a:pt x="75807" y="154983"/>
                </a:lnTo>
                <a:lnTo>
                  <a:pt x="75875" y="155173"/>
                </a:lnTo>
                <a:lnTo>
                  <a:pt x="75939" y="155363"/>
                </a:lnTo>
                <a:lnTo>
                  <a:pt x="75998" y="155554"/>
                </a:lnTo>
                <a:lnTo>
                  <a:pt x="76053" y="155745"/>
                </a:lnTo>
                <a:lnTo>
                  <a:pt x="76102" y="155936"/>
                </a:lnTo>
                <a:lnTo>
                  <a:pt x="76147" y="156128"/>
                </a:lnTo>
                <a:lnTo>
                  <a:pt x="76187" y="156320"/>
                </a:lnTo>
                <a:lnTo>
                  <a:pt x="76223" y="156513"/>
                </a:lnTo>
                <a:lnTo>
                  <a:pt x="76253" y="156706"/>
                </a:lnTo>
                <a:lnTo>
                  <a:pt x="76279" y="156899"/>
                </a:lnTo>
                <a:lnTo>
                  <a:pt x="76301" y="157093"/>
                </a:lnTo>
                <a:lnTo>
                  <a:pt x="76317" y="157288"/>
                </a:lnTo>
                <a:lnTo>
                  <a:pt x="76329" y="157483"/>
                </a:lnTo>
                <a:lnTo>
                  <a:pt x="76336" y="157678"/>
                </a:lnTo>
                <a:lnTo>
                  <a:pt x="76338" y="157873"/>
                </a:lnTo>
                <a:lnTo>
                  <a:pt x="76335" y="158148"/>
                </a:lnTo>
                <a:lnTo>
                  <a:pt x="76325" y="158416"/>
                </a:lnTo>
                <a:lnTo>
                  <a:pt x="76308" y="158676"/>
                </a:lnTo>
                <a:lnTo>
                  <a:pt x="76284" y="158929"/>
                </a:lnTo>
                <a:lnTo>
                  <a:pt x="76253" y="159174"/>
                </a:lnTo>
                <a:lnTo>
                  <a:pt x="76215" y="159412"/>
                </a:lnTo>
                <a:lnTo>
                  <a:pt x="76170" y="159643"/>
                </a:lnTo>
                <a:lnTo>
                  <a:pt x="76119" y="159867"/>
                </a:lnTo>
                <a:lnTo>
                  <a:pt x="76060" y="160083"/>
                </a:lnTo>
                <a:lnTo>
                  <a:pt x="75995" y="160292"/>
                </a:lnTo>
                <a:lnTo>
                  <a:pt x="75923" y="160494"/>
                </a:lnTo>
                <a:lnTo>
                  <a:pt x="75844" y="160688"/>
                </a:lnTo>
                <a:lnTo>
                  <a:pt x="75758" y="160875"/>
                </a:lnTo>
                <a:lnTo>
                  <a:pt x="75665" y="161055"/>
                </a:lnTo>
                <a:lnTo>
                  <a:pt x="75565" y="161228"/>
                </a:lnTo>
                <a:lnTo>
                  <a:pt x="75459" y="161393"/>
                </a:lnTo>
                <a:lnTo>
                  <a:pt x="75345" y="161551"/>
                </a:lnTo>
                <a:lnTo>
                  <a:pt x="75225" y="161701"/>
                </a:lnTo>
                <a:lnTo>
                  <a:pt x="75098" y="161844"/>
                </a:lnTo>
                <a:lnTo>
                  <a:pt x="74964" y="161980"/>
                </a:lnTo>
                <a:lnTo>
                  <a:pt x="74823" y="162109"/>
                </a:lnTo>
                <a:lnTo>
                  <a:pt x="74675" y="162230"/>
                </a:lnTo>
                <a:lnTo>
                  <a:pt x="74520" y="162345"/>
                </a:lnTo>
                <a:lnTo>
                  <a:pt x="74359" y="162451"/>
                </a:lnTo>
                <a:lnTo>
                  <a:pt x="74196" y="162553"/>
                </a:lnTo>
                <a:lnTo>
                  <a:pt x="74019" y="162651"/>
                </a:lnTo>
                <a:lnTo>
                  <a:pt x="73825" y="162745"/>
                </a:lnTo>
                <a:lnTo>
                  <a:pt x="73617" y="162836"/>
                </a:lnTo>
                <a:lnTo>
                  <a:pt x="73392" y="162924"/>
                </a:lnTo>
                <a:lnTo>
                  <a:pt x="73153" y="163008"/>
                </a:lnTo>
                <a:lnTo>
                  <a:pt x="72897" y="163089"/>
                </a:lnTo>
                <a:lnTo>
                  <a:pt x="72627" y="163166"/>
                </a:lnTo>
                <a:lnTo>
                  <a:pt x="72341" y="163240"/>
                </a:lnTo>
                <a:lnTo>
                  <a:pt x="72039" y="163310"/>
                </a:lnTo>
                <a:lnTo>
                  <a:pt x="71722" y="163378"/>
                </a:lnTo>
                <a:lnTo>
                  <a:pt x="71389" y="163441"/>
                </a:lnTo>
                <a:lnTo>
                  <a:pt x="71042" y="163501"/>
                </a:lnTo>
                <a:lnTo>
                  <a:pt x="70678" y="163558"/>
                </a:lnTo>
                <a:lnTo>
                  <a:pt x="70299" y="163611"/>
                </a:lnTo>
                <a:lnTo>
                  <a:pt x="69905" y="163661"/>
                </a:lnTo>
                <a:lnTo>
                  <a:pt x="69495" y="163707"/>
                </a:lnTo>
                <a:lnTo>
                  <a:pt x="69070" y="163750"/>
                </a:lnTo>
                <a:lnTo>
                  <a:pt x="68629" y="163790"/>
                </a:lnTo>
                <a:lnTo>
                  <a:pt x="68173" y="163826"/>
                </a:lnTo>
                <a:lnTo>
                  <a:pt x="67701" y="163859"/>
                </a:lnTo>
                <a:lnTo>
                  <a:pt x="67214" y="163888"/>
                </a:lnTo>
                <a:lnTo>
                  <a:pt x="66711" y="163914"/>
                </a:lnTo>
                <a:lnTo>
                  <a:pt x="66193" y="163936"/>
                </a:lnTo>
                <a:lnTo>
                  <a:pt x="66193" y="167771"/>
                </a:lnTo>
                <a:lnTo>
                  <a:pt x="112788" y="167771"/>
                </a:lnTo>
                <a:lnTo>
                  <a:pt x="117044" y="167771"/>
                </a:lnTo>
                <a:lnTo>
                  <a:pt x="172300" y="16777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BlockReps.">
            <a:extLst xmlns:a="http://schemas.openxmlformats.org/drawingml/2006/main">
              <a:ext uri="{FF2B5EF4-FFF2-40B4-BE49-F238E27FC236}">
                <a16:creationId xmlns:a16="http://schemas.microsoft.com/office/drawing/2014/main" id="{ECADA01B-D806-4D1B-82B4-7AFF594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999" y="1996958"/>
            <a:ext cx="1266909" cy="223200"/>
          </a:xfrm>
          <a:custGeom xmlns:a="http://schemas.openxmlformats.org/drawingml/2006/main">
            <a:pathLst>
              <a:path w="1266909" h="223200">
                <a:moveTo>
                  <a:pt x="0" y="171236"/>
                </a:moveTo>
                <a:lnTo>
                  <a:pt x="0" y="164926"/>
                </a:lnTo>
                <a:cubicBezTo>
                  <a:pt x="9321" y="163936"/>
                  <a:pt x="15383" y="162245"/>
                  <a:pt x="18188" y="159853"/>
                </a:cubicBezTo>
                <a:cubicBezTo>
                  <a:pt x="20827" y="157461"/>
                  <a:pt x="22188" y="153172"/>
                  <a:pt x="22271" y="146986"/>
                </a:cubicBezTo>
                <a:lnTo>
                  <a:pt x="22271" y="24374"/>
                </a:lnTo>
                <a:cubicBezTo>
                  <a:pt x="22106" y="17775"/>
                  <a:pt x="20415" y="13115"/>
                  <a:pt x="17198" y="10393"/>
                </a:cubicBezTo>
                <a:cubicBezTo>
                  <a:pt x="14063" y="8166"/>
                  <a:pt x="8331" y="6805"/>
                  <a:pt x="0" y="6310"/>
                </a:cubicBezTo>
                <a:lnTo>
                  <a:pt x="0" y="0"/>
                </a:lnTo>
                <a:lnTo>
                  <a:pt x="78318" y="0"/>
                </a:lnTo>
                <a:cubicBezTo>
                  <a:pt x="98279" y="0"/>
                  <a:pt x="114157" y="3217"/>
                  <a:pt x="125952" y="9651"/>
                </a:cubicBezTo>
                <a:cubicBezTo>
                  <a:pt x="138160" y="16414"/>
                  <a:pt x="144264" y="26683"/>
                  <a:pt x="144264" y="40458"/>
                </a:cubicBezTo>
                <a:cubicBezTo>
                  <a:pt x="144264" y="50604"/>
                  <a:pt x="140923" y="58605"/>
                  <a:pt x="134242" y="64461"/>
                </a:cubicBezTo>
                <a:cubicBezTo>
                  <a:pt x="127973" y="69987"/>
                  <a:pt x="117910" y="74771"/>
                  <a:pt x="104053" y="78813"/>
                </a:cubicBezTo>
                <a:cubicBezTo>
                  <a:pt x="115436" y="81205"/>
                  <a:pt x="124220" y="84216"/>
                  <a:pt x="130406" y="87845"/>
                </a:cubicBezTo>
                <a:cubicBezTo>
                  <a:pt x="145336" y="96506"/>
                  <a:pt x="152801" y="108466"/>
                  <a:pt x="152801" y="123725"/>
                </a:cubicBezTo>
                <a:cubicBezTo>
                  <a:pt x="152801" y="137418"/>
                  <a:pt x="146779" y="148594"/>
                  <a:pt x="134737" y="157255"/>
                </a:cubicBezTo>
                <a:cubicBezTo>
                  <a:pt x="131602" y="159482"/>
                  <a:pt x="128262" y="161379"/>
                  <a:pt x="124715" y="162946"/>
                </a:cubicBezTo>
                <a:cubicBezTo>
                  <a:pt x="112013" y="168473"/>
                  <a:pt x="97660" y="171236"/>
                  <a:pt x="81659" y="171236"/>
                </a:cubicBezTo>
                <a:lnTo>
                  <a:pt x="0" y="171236"/>
                </a:lnTo>
                <a:moveTo>
                  <a:pt x="62852" y="84381"/>
                </a:moveTo>
                <a:lnTo>
                  <a:pt x="62852" y="147728"/>
                </a:lnTo>
                <a:cubicBezTo>
                  <a:pt x="62852" y="153293"/>
                  <a:pt x="64048" y="157220"/>
                  <a:pt x="66440" y="159509"/>
                </a:cubicBezTo>
                <a:cubicBezTo>
                  <a:pt x="68750" y="161883"/>
                  <a:pt x="72709" y="163070"/>
                  <a:pt x="78318" y="163070"/>
                </a:cubicBezTo>
                <a:cubicBezTo>
                  <a:pt x="98939" y="163070"/>
                  <a:pt x="109249" y="150634"/>
                  <a:pt x="109249" y="125763"/>
                </a:cubicBezTo>
                <a:cubicBezTo>
                  <a:pt x="109249" y="98175"/>
                  <a:pt x="96300" y="84381"/>
                  <a:pt x="70400" y="84381"/>
                </a:cubicBezTo>
                <a:lnTo>
                  <a:pt x="62852" y="84381"/>
                </a:lnTo>
                <a:moveTo>
                  <a:pt x="62852" y="76833"/>
                </a:moveTo>
                <a:cubicBezTo>
                  <a:pt x="73823" y="76586"/>
                  <a:pt x="81700" y="75554"/>
                  <a:pt x="86484" y="73736"/>
                </a:cubicBezTo>
                <a:cubicBezTo>
                  <a:pt x="90691" y="72164"/>
                  <a:pt x="94072" y="69849"/>
                  <a:pt x="96629" y="66792"/>
                </a:cubicBezTo>
                <a:cubicBezTo>
                  <a:pt x="100506" y="62166"/>
                  <a:pt x="102445" y="53985"/>
                  <a:pt x="102445" y="42252"/>
                </a:cubicBezTo>
                <a:cubicBezTo>
                  <a:pt x="102445" y="29774"/>
                  <a:pt x="100300" y="20892"/>
                  <a:pt x="96011" y="15605"/>
                </a:cubicBezTo>
                <a:cubicBezTo>
                  <a:pt x="91474" y="10151"/>
                  <a:pt x="84958" y="7424"/>
                  <a:pt x="76462" y="7424"/>
                </a:cubicBezTo>
                <a:cubicBezTo>
                  <a:pt x="71348" y="7424"/>
                  <a:pt x="67760" y="8465"/>
                  <a:pt x="65698" y="10548"/>
                </a:cubicBezTo>
                <a:cubicBezTo>
                  <a:pt x="63801" y="12380"/>
                  <a:pt x="62852" y="15546"/>
                  <a:pt x="62852" y="20043"/>
                </a:cubicBezTo>
                <a:lnTo>
                  <a:pt x="62852" y="76833"/>
                </a:lnTo>
                <a:close/>
                <a:moveTo>
                  <a:pt x="229512" y="165173"/>
                </a:moveTo>
                <a:lnTo>
                  <a:pt x="229512" y="171236"/>
                </a:lnTo>
                <a:lnTo>
                  <a:pt x="169011" y="171236"/>
                </a:lnTo>
                <a:lnTo>
                  <a:pt x="169011" y="165173"/>
                </a:lnTo>
                <a:cubicBezTo>
                  <a:pt x="177259" y="165008"/>
                  <a:pt x="181548" y="159936"/>
                  <a:pt x="181878" y="149955"/>
                </a:cubicBezTo>
                <a:lnTo>
                  <a:pt x="181878" y="20786"/>
                </a:lnTo>
                <a:cubicBezTo>
                  <a:pt x="181548" y="11218"/>
                  <a:pt x="177259" y="6310"/>
                  <a:pt x="169011" y="6063"/>
                </a:cubicBezTo>
                <a:lnTo>
                  <a:pt x="169011" y="0"/>
                </a:lnTo>
                <a:lnTo>
                  <a:pt x="217140" y="0"/>
                </a:lnTo>
                <a:lnTo>
                  <a:pt x="217140" y="149955"/>
                </a:lnTo>
                <a:cubicBezTo>
                  <a:pt x="217305" y="160101"/>
                  <a:pt x="221429" y="165173"/>
                  <a:pt x="229512" y="165173"/>
                </a:cubicBezTo>
                <a:close/>
                <a:moveTo>
                  <a:pt x="298964" y="51222"/>
                </a:moveTo>
                <a:cubicBezTo>
                  <a:pt x="313481" y="51222"/>
                  <a:pt x="325936" y="55974"/>
                  <a:pt x="336329" y="65478"/>
                </a:cubicBezTo>
                <a:cubicBezTo>
                  <a:pt x="349444" y="77546"/>
                  <a:pt x="356002" y="93415"/>
                  <a:pt x="356002" y="113085"/>
                </a:cubicBezTo>
                <a:cubicBezTo>
                  <a:pt x="356002" y="125731"/>
                  <a:pt x="353074" y="137095"/>
                  <a:pt x="347217" y="147179"/>
                </a:cubicBezTo>
                <a:cubicBezTo>
                  <a:pt x="342186" y="155938"/>
                  <a:pt x="335463" y="162755"/>
                  <a:pt x="327050" y="167632"/>
                </a:cubicBezTo>
                <a:cubicBezTo>
                  <a:pt x="318637" y="172509"/>
                  <a:pt x="309316" y="174948"/>
                  <a:pt x="299088" y="174948"/>
                </a:cubicBezTo>
                <a:cubicBezTo>
                  <a:pt x="280447" y="174948"/>
                  <a:pt x="265641" y="167757"/>
                  <a:pt x="254671" y="153377"/>
                </a:cubicBezTo>
                <a:cubicBezTo>
                  <a:pt x="246010" y="142053"/>
                  <a:pt x="241680" y="128458"/>
                  <a:pt x="241680" y="112590"/>
                </a:cubicBezTo>
                <a:cubicBezTo>
                  <a:pt x="241680" y="100274"/>
                  <a:pt x="244649" y="89157"/>
                  <a:pt x="250588" y="79238"/>
                </a:cubicBezTo>
                <a:cubicBezTo>
                  <a:pt x="255867" y="70230"/>
                  <a:pt x="262630" y="63329"/>
                  <a:pt x="270879" y="58538"/>
                </a:cubicBezTo>
                <a:cubicBezTo>
                  <a:pt x="279292" y="53661"/>
                  <a:pt x="288654" y="51222"/>
                  <a:pt x="298964" y="51222"/>
                </a:cubicBezTo>
                <a:moveTo>
                  <a:pt x="299212" y="59141"/>
                </a:moveTo>
                <a:cubicBezTo>
                  <a:pt x="292201" y="59141"/>
                  <a:pt x="287128" y="62523"/>
                  <a:pt x="283994" y="69286"/>
                </a:cubicBezTo>
                <a:cubicBezTo>
                  <a:pt x="281767" y="74235"/>
                  <a:pt x="280282" y="81535"/>
                  <a:pt x="279539" y="91186"/>
                </a:cubicBezTo>
                <a:cubicBezTo>
                  <a:pt x="279127" y="96217"/>
                  <a:pt x="278921" y="104795"/>
                  <a:pt x="278921" y="116920"/>
                </a:cubicBezTo>
                <a:cubicBezTo>
                  <a:pt x="278921" y="134572"/>
                  <a:pt x="279993" y="146573"/>
                  <a:pt x="282138" y="152924"/>
                </a:cubicBezTo>
                <a:cubicBezTo>
                  <a:pt x="285272" y="162328"/>
                  <a:pt x="290881" y="167029"/>
                  <a:pt x="298964" y="167029"/>
                </a:cubicBezTo>
                <a:cubicBezTo>
                  <a:pt x="305316" y="167029"/>
                  <a:pt x="309935" y="164348"/>
                  <a:pt x="312822" y="158987"/>
                </a:cubicBezTo>
                <a:cubicBezTo>
                  <a:pt x="316781" y="151646"/>
                  <a:pt x="318760" y="136881"/>
                  <a:pt x="318760" y="114693"/>
                </a:cubicBezTo>
                <a:cubicBezTo>
                  <a:pt x="318760" y="90196"/>
                  <a:pt x="316698" y="74276"/>
                  <a:pt x="312574" y="66935"/>
                </a:cubicBezTo>
                <a:cubicBezTo>
                  <a:pt x="309687" y="61739"/>
                  <a:pt x="305233" y="59141"/>
                  <a:pt x="299212" y="59141"/>
                </a:cubicBezTo>
                <a:close/>
                <a:moveTo>
                  <a:pt x="466489" y="143645"/>
                </a:moveTo>
                <a:lnTo>
                  <a:pt x="470943" y="148223"/>
                </a:lnTo>
                <a:cubicBezTo>
                  <a:pt x="464509" y="156510"/>
                  <a:pt x="458488" y="162435"/>
                  <a:pt x="452879" y="165997"/>
                </a:cubicBezTo>
                <a:cubicBezTo>
                  <a:pt x="443476" y="171964"/>
                  <a:pt x="433413" y="174948"/>
                  <a:pt x="422690" y="174948"/>
                </a:cubicBezTo>
                <a:cubicBezTo>
                  <a:pt x="404709" y="174948"/>
                  <a:pt x="390357" y="167675"/>
                  <a:pt x="379634" y="153129"/>
                </a:cubicBezTo>
                <a:cubicBezTo>
                  <a:pt x="372128" y="142798"/>
                  <a:pt x="368375" y="130029"/>
                  <a:pt x="368375" y="114821"/>
                </a:cubicBezTo>
                <a:cubicBezTo>
                  <a:pt x="368375" y="96638"/>
                  <a:pt x="373571" y="81844"/>
                  <a:pt x="383964" y="70438"/>
                </a:cubicBezTo>
                <a:cubicBezTo>
                  <a:pt x="389326" y="64569"/>
                  <a:pt x="395677" y="59982"/>
                  <a:pt x="403018" y="56678"/>
                </a:cubicBezTo>
                <a:cubicBezTo>
                  <a:pt x="411184" y="53041"/>
                  <a:pt x="419597" y="51222"/>
                  <a:pt x="428258" y="51222"/>
                </a:cubicBezTo>
                <a:cubicBezTo>
                  <a:pt x="437414" y="51222"/>
                  <a:pt x="445868" y="53373"/>
                  <a:pt x="453622" y="57675"/>
                </a:cubicBezTo>
                <a:cubicBezTo>
                  <a:pt x="462860" y="62885"/>
                  <a:pt x="467479" y="70080"/>
                  <a:pt x="467479" y="79262"/>
                </a:cubicBezTo>
                <a:cubicBezTo>
                  <a:pt x="467479" y="83979"/>
                  <a:pt x="466118" y="87701"/>
                  <a:pt x="463396" y="90428"/>
                </a:cubicBezTo>
                <a:cubicBezTo>
                  <a:pt x="460261" y="93655"/>
                  <a:pt x="455890" y="95268"/>
                  <a:pt x="450281" y="95268"/>
                </a:cubicBezTo>
                <a:cubicBezTo>
                  <a:pt x="440960" y="95268"/>
                  <a:pt x="436259" y="89206"/>
                  <a:pt x="436176" y="77081"/>
                </a:cubicBezTo>
                <a:cubicBezTo>
                  <a:pt x="436094" y="71225"/>
                  <a:pt x="435970" y="67843"/>
                  <a:pt x="435805" y="66935"/>
                </a:cubicBezTo>
                <a:cubicBezTo>
                  <a:pt x="434733" y="61739"/>
                  <a:pt x="431227" y="59141"/>
                  <a:pt x="425288" y="59141"/>
                </a:cubicBezTo>
                <a:cubicBezTo>
                  <a:pt x="419185" y="59141"/>
                  <a:pt x="414318" y="62358"/>
                  <a:pt x="410689" y="68791"/>
                </a:cubicBezTo>
                <a:cubicBezTo>
                  <a:pt x="406317" y="76462"/>
                  <a:pt x="404131" y="87268"/>
                  <a:pt x="404131" y="101207"/>
                </a:cubicBezTo>
                <a:cubicBezTo>
                  <a:pt x="404131" y="115972"/>
                  <a:pt x="406565" y="128303"/>
                  <a:pt x="411431" y="138201"/>
                </a:cubicBezTo>
                <a:cubicBezTo>
                  <a:pt x="417865" y="151316"/>
                  <a:pt x="427433" y="157873"/>
                  <a:pt x="440135" y="157873"/>
                </a:cubicBezTo>
                <a:cubicBezTo>
                  <a:pt x="446982" y="157873"/>
                  <a:pt x="453168" y="155688"/>
                  <a:pt x="458694" y="151316"/>
                </a:cubicBezTo>
                <a:cubicBezTo>
                  <a:pt x="460756" y="149666"/>
                  <a:pt x="463355" y="147109"/>
                  <a:pt x="466489" y="143645"/>
                </a:cubicBezTo>
                <a:close/>
                <a:moveTo>
                  <a:pt x="604604" y="54439"/>
                </a:moveTo>
                <a:lnTo>
                  <a:pt x="604604" y="60254"/>
                </a:lnTo>
                <a:cubicBezTo>
                  <a:pt x="598253" y="61409"/>
                  <a:pt x="593758" y="62523"/>
                  <a:pt x="591118" y="63595"/>
                </a:cubicBezTo>
                <a:cubicBezTo>
                  <a:pt x="587572" y="65080"/>
                  <a:pt x="582581" y="68668"/>
                  <a:pt x="576148" y="74359"/>
                </a:cubicBezTo>
                <a:cubicBezTo>
                  <a:pt x="567652" y="82030"/>
                  <a:pt x="561177" y="88381"/>
                  <a:pt x="556723" y="93413"/>
                </a:cubicBezTo>
                <a:lnTo>
                  <a:pt x="605842" y="161338"/>
                </a:lnTo>
                <a:cubicBezTo>
                  <a:pt x="607821" y="163895"/>
                  <a:pt x="609925" y="165173"/>
                  <a:pt x="612152" y="165173"/>
                </a:cubicBezTo>
                <a:lnTo>
                  <a:pt x="612152" y="171236"/>
                </a:lnTo>
                <a:lnTo>
                  <a:pt x="552887" y="171236"/>
                </a:lnTo>
                <a:lnTo>
                  <a:pt x="552887" y="165173"/>
                </a:lnTo>
                <a:cubicBezTo>
                  <a:pt x="559981" y="164926"/>
                  <a:pt x="563528" y="163317"/>
                  <a:pt x="563528" y="160348"/>
                </a:cubicBezTo>
                <a:cubicBezTo>
                  <a:pt x="563528" y="158451"/>
                  <a:pt x="561507" y="154657"/>
                  <a:pt x="557465" y="148965"/>
                </a:cubicBezTo>
                <a:lnTo>
                  <a:pt x="533339" y="114941"/>
                </a:lnTo>
                <a:lnTo>
                  <a:pt x="527524" y="121003"/>
                </a:lnTo>
                <a:lnTo>
                  <a:pt x="527524" y="149955"/>
                </a:lnTo>
                <a:cubicBezTo>
                  <a:pt x="527606" y="156719"/>
                  <a:pt x="528596" y="160760"/>
                  <a:pt x="530493" y="162080"/>
                </a:cubicBezTo>
                <a:cubicBezTo>
                  <a:pt x="532225" y="163317"/>
                  <a:pt x="535607" y="164348"/>
                  <a:pt x="540638" y="165173"/>
                </a:cubicBezTo>
                <a:lnTo>
                  <a:pt x="540638" y="171236"/>
                </a:lnTo>
                <a:lnTo>
                  <a:pt x="480137" y="171236"/>
                </a:lnTo>
                <a:lnTo>
                  <a:pt x="480137" y="165173"/>
                </a:lnTo>
                <a:cubicBezTo>
                  <a:pt x="487890" y="164926"/>
                  <a:pt x="491932" y="159853"/>
                  <a:pt x="492262" y="149955"/>
                </a:cubicBezTo>
                <a:lnTo>
                  <a:pt x="492262" y="20786"/>
                </a:lnTo>
                <a:cubicBezTo>
                  <a:pt x="492014" y="11300"/>
                  <a:pt x="487973" y="6392"/>
                  <a:pt x="480137" y="6063"/>
                </a:cubicBezTo>
                <a:lnTo>
                  <a:pt x="480137" y="0"/>
                </a:lnTo>
                <a:lnTo>
                  <a:pt x="527524" y="0"/>
                </a:lnTo>
                <a:lnTo>
                  <a:pt x="527524" y="109126"/>
                </a:lnTo>
                <a:lnTo>
                  <a:pt x="559940" y="76710"/>
                </a:lnTo>
                <a:cubicBezTo>
                  <a:pt x="563569" y="73163"/>
                  <a:pt x="565384" y="69905"/>
                  <a:pt x="565384" y="66935"/>
                </a:cubicBezTo>
                <a:cubicBezTo>
                  <a:pt x="565384" y="65286"/>
                  <a:pt x="564765" y="64090"/>
                  <a:pt x="563528" y="63347"/>
                </a:cubicBezTo>
                <a:cubicBezTo>
                  <a:pt x="562290" y="62523"/>
                  <a:pt x="557878" y="61491"/>
                  <a:pt x="550289" y="60254"/>
                </a:cubicBezTo>
                <a:lnTo>
                  <a:pt x="550289" y="54439"/>
                </a:lnTo>
                <a:lnTo>
                  <a:pt x="604604" y="54439"/>
                </a:lnTo>
                <a:close/>
                <a:moveTo>
                  <a:pt x="859935" y="164914"/>
                </a:moveTo>
                <a:lnTo>
                  <a:pt x="859935" y="171236"/>
                </a:lnTo>
                <a:lnTo>
                  <a:pt x="807970" y="171236"/>
                </a:lnTo>
                <a:lnTo>
                  <a:pt x="755511" y="91804"/>
                </a:lnTo>
                <a:lnTo>
                  <a:pt x="748706" y="91804"/>
                </a:lnTo>
                <a:lnTo>
                  <a:pt x="748706" y="141495"/>
                </a:lnTo>
                <a:cubicBezTo>
                  <a:pt x="748871" y="151161"/>
                  <a:pt x="750479" y="157315"/>
                  <a:pt x="753531" y="159957"/>
                </a:cubicBezTo>
                <a:cubicBezTo>
                  <a:pt x="756171" y="162022"/>
                  <a:pt x="761986" y="163674"/>
                  <a:pt x="770976" y="164914"/>
                </a:cubicBezTo>
                <a:lnTo>
                  <a:pt x="770976" y="171236"/>
                </a:lnTo>
                <a:lnTo>
                  <a:pt x="685358" y="171236"/>
                </a:lnTo>
                <a:lnTo>
                  <a:pt x="685358" y="164914"/>
                </a:lnTo>
                <a:cubicBezTo>
                  <a:pt x="694762" y="163839"/>
                  <a:pt x="700700" y="162187"/>
                  <a:pt x="703175" y="159957"/>
                </a:cubicBezTo>
                <a:cubicBezTo>
                  <a:pt x="705979" y="157480"/>
                  <a:pt x="707464" y="151326"/>
                  <a:pt x="707629" y="141495"/>
                </a:cubicBezTo>
                <a:lnTo>
                  <a:pt x="707629" y="29532"/>
                </a:lnTo>
                <a:cubicBezTo>
                  <a:pt x="707464" y="19564"/>
                  <a:pt x="705608" y="13138"/>
                  <a:pt x="702061" y="10254"/>
                </a:cubicBezTo>
                <a:cubicBezTo>
                  <a:pt x="699174" y="8197"/>
                  <a:pt x="693607" y="6880"/>
                  <a:pt x="685358" y="6302"/>
                </a:cubicBezTo>
                <a:lnTo>
                  <a:pt x="685358" y="0"/>
                </a:lnTo>
                <a:lnTo>
                  <a:pt x="766893" y="0"/>
                </a:lnTo>
                <a:cubicBezTo>
                  <a:pt x="788339" y="0"/>
                  <a:pt x="805454" y="3500"/>
                  <a:pt x="818239" y="10501"/>
                </a:cubicBezTo>
                <a:cubicBezTo>
                  <a:pt x="831684" y="17832"/>
                  <a:pt x="838407" y="29323"/>
                  <a:pt x="838407" y="44974"/>
                </a:cubicBezTo>
                <a:cubicBezTo>
                  <a:pt x="838407" y="56836"/>
                  <a:pt x="834612" y="66268"/>
                  <a:pt x="827024" y="73269"/>
                </a:cubicBezTo>
                <a:cubicBezTo>
                  <a:pt x="821003" y="78870"/>
                  <a:pt x="811517" y="83689"/>
                  <a:pt x="798567" y="87725"/>
                </a:cubicBezTo>
                <a:lnTo>
                  <a:pt x="849542" y="160081"/>
                </a:lnTo>
                <a:cubicBezTo>
                  <a:pt x="851934" y="163386"/>
                  <a:pt x="855398" y="164997"/>
                  <a:pt x="859935" y="164914"/>
                </a:cubicBezTo>
                <a:moveTo>
                  <a:pt x="748706" y="83650"/>
                </a:moveTo>
                <a:cubicBezTo>
                  <a:pt x="762728" y="83402"/>
                  <a:pt x="772791" y="82083"/>
                  <a:pt x="778895" y="79691"/>
                </a:cubicBezTo>
                <a:cubicBezTo>
                  <a:pt x="781864" y="78453"/>
                  <a:pt x="784504" y="76721"/>
                  <a:pt x="786813" y="74494"/>
                </a:cubicBezTo>
                <a:cubicBezTo>
                  <a:pt x="792340" y="68883"/>
                  <a:pt x="795103" y="59353"/>
                  <a:pt x="795103" y="45906"/>
                </a:cubicBezTo>
                <a:cubicBezTo>
                  <a:pt x="795103" y="31801"/>
                  <a:pt x="792133" y="21819"/>
                  <a:pt x="786195" y="15961"/>
                </a:cubicBezTo>
                <a:cubicBezTo>
                  <a:pt x="781163" y="10929"/>
                  <a:pt x="773245" y="8413"/>
                  <a:pt x="762439" y="8413"/>
                </a:cubicBezTo>
                <a:cubicBezTo>
                  <a:pt x="756006" y="8413"/>
                  <a:pt x="752046" y="9703"/>
                  <a:pt x="750562" y="12284"/>
                </a:cubicBezTo>
                <a:cubicBezTo>
                  <a:pt x="749324" y="14446"/>
                  <a:pt x="748706" y="16776"/>
                  <a:pt x="748706" y="19274"/>
                </a:cubicBezTo>
                <a:lnTo>
                  <a:pt x="748706" y="83650"/>
                </a:lnTo>
                <a:close/>
                <a:moveTo>
                  <a:pt x="963575" y="139562"/>
                </a:moveTo>
                <a:lnTo>
                  <a:pt x="969637" y="143150"/>
                </a:lnTo>
                <a:cubicBezTo>
                  <a:pt x="962296" y="153832"/>
                  <a:pt x="955780" y="161242"/>
                  <a:pt x="950089" y="165382"/>
                </a:cubicBezTo>
                <a:cubicBezTo>
                  <a:pt x="941428" y="171759"/>
                  <a:pt x="931489" y="174948"/>
                  <a:pt x="920271" y="174948"/>
                </a:cubicBezTo>
                <a:cubicBezTo>
                  <a:pt x="906166" y="174948"/>
                  <a:pt x="894454" y="170319"/>
                  <a:pt x="885133" y="161063"/>
                </a:cubicBezTo>
                <a:cubicBezTo>
                  <a:pt x="873750" y="149740"/>
                  <a:pt x="868059" y="133871"/>
                  <a:pt x="868059" y="113456"/>
                </a:cubicBezTo>
                <a:cubicBezTo>
                  <a:pt x="868059" y="92959"/>
                  <a:pt x="873874" y="76966"/>
                  <a:pt x="885504" y="65478"/>
                </a:cubicBezTo>
                <a:cubicBezTo>
                  <a:pt x="895072" y="55974"/>
                  <a:pt x="906867" y="51222"/>
                  <a:pt x="920890" y="51222"/>
                </a:cubicBezTo>
                <a:cubicBezTo>
                  <a:pt x="935242" y="51222"/>
                  <a:pt x="946583" y="56182"/>
                  <a:pt x="954914" y="66100"/>
                </a:cubicBezTo>
                <a:cubicBezTo>
                  <a:pt x="960276" y="72549"/>
                  <a:pt x="964070" y="81063"/>
                  <a:pt x="966297" y="91642"/>
                </a:cubicBezTo>
                <a:cubicBezTo>
                  <a:pt x="967122" y="95529"/>
                  <a:pt x="967823" y="101357"/>
                  <a:pt x="968400" y="109126"/>
                </a:cubicBezTo>
                <a:lnTo>
                  <a:pt x="904558" y="109126"/>
                </a:lnTo>
                <a:cubicBezTo>
                  <a:pt x="905218" y="119712"/>
                  <a:pt x="906331" y="127651"/>
                  <a:pt x="907899" y="132943"/>
                </a:cubicBezTo>
                <a:cubicBezTo>
                  <a:pt x="912683" y="148738"/>
                  <a:pt x="921632" y="156636"/>
                  <a:pt x="934747" y="156636"/>
                </a:cubicBezTo>
                <a:cubicBezTo>
                  <a:pt x="942088" y="156636"/>
                  <a:pt x="948975" y="153895"/>
                  <a:pt x="955409" y="148412"/>
                </a:cubicBezTo>
                <a:cubicBezTo>
                  <a:pt x="957636" y="146417"/>
                  <a:pt x="960358" y="143467"/>
                  <a:pt x="963575" y="139562"/>
                </a:cubicBezTo>
                <a:moveTo>
                  <a:pt x="903321" y="99723"/>
                </a:moveTo>
                <a:lnTo>
                  <a:pt x="937221" y="99723"/>
                </a:lnTo>
                <a:cubicBezTo>
                  <a:pt x="937221" y="98485"/>
                  <a:pt x="937180" y="97207"/>
                  <a:pt x="937098" y="95887"/>
                </a:cubicBezTo>
                <a:cubicBezTo>
                  <a:pt x="936850" y="83845"/>
                  <a:pt x="936149" y="75555"/>
                  <a:pt x="934994" y="71018"/>
                </a:cubicBezTo>
                <a:cubicBezTo>
                  <a:pt x="932932" y="63100"/>
                  <a:pt x="928272" y="59141"/>
                  <a:pt x="921013" y="59141"/>
                </a:cubicBezTo>
                <a:cubicBezTo>
                  <a:pt x="915652" y="59141"/>
                  <a:pt x="911775" y="61203"/>
                  <a:pt x="909383" y="65327"/>
                </a:cubicBezTo>
                <a:cubicBezTo>
                  <a:pt x="906496" y="70193"/>
                  <a:pt x="904764" y="75761"/>
                  <a:pt x="904187" y="82030"/>
                </a:cubicBezTo>
                <a:cubicBezTo>
                  <a:pt x="903774" y="87226"/>
                  <a:pt x="903486" y="93124"/>
                  <a:pt x="903321" y="99723"/>
                </a:cubicBezTo>
                <a:close/>
                <a:moveTo>
                  <a:pt x="1048241" y="217880"/>
                </a:moveTo>
                <a:lnTo>
                  <a:pt x="1048241" y="223200"/>
                </a:lnTo>
                <a:lnTo>
                  <a:pt x="979079" y="223200"/>
                </a:lnTo>
                <a:lnTo>
                  <a:pt x="979079" y="217138"/>
                </a:lnTo>
                <a:cubicBezTo>
                  <a:pt x="984275" y="216231"/>
                  <a:pt x="987863" y="215076"/>
                  <a:pt x="989843" y="213674"/>
                </a:cubicBezTo>
                <a:cubicBezTo>
                  <a:pt x="992070" y="212106"/>
                  <a:pt x="993225" y="208353"/>
                  <a:pt x="993307" y="202415"/>
                </a:cubicBezTo>
                <a:lnTo>
                  <a:pt x="993307" y="75472"/>
                </a:lnTo>
                <a:cubicBezTo>
                  <a:pt x="993225" y="69369"/>
                  <a:pt x="991987" y="65492"/>
                  <a:pt x="989595" y="63842"/>
                </a:cubicBezTo>
                <a:cubicBezTo>
                  <a:pt x="987616" y="62358"/>
                  <a:pt x="984275" y="61244"/>
                  <a:pt x="979574" y="60502"/>
                </a:cubicBezTo>
                <a:lnTo>
                  <a:pt x="979574" y="54439"/>
                </a:lnTo>
                <a:lnTo>
                  <a:pt x="1027950" y="54439"/>
                </a:lnTo>
                <a:lnTo>
                  <a:pt x="1027950" y="72008"/>
                </a:lnTo>
                <a:cubicBezTo>
                  <a:pt x="1031249" y="66033"/>
                  <a:pt x="1034466" y="61677"/>
                  <a:pt x="1037601" y="58940"/>
                </a:cubicBezTo>
                <a:cubicBezTo>
                  <a:pt x="1043457" y="53795"/>
                  <a:pt x="1050922" y="51222"/>
                  <a:pt x="1059995" y="51222"/>
                </a:cubicBezTo>
                <a:cubicBezTo>
                  <a:pt x="1074842" y="51222"/>
                  <a:pt x="1086802" y="57504"/>
                  <a:pt x="1095875" y="70067"/>
                </a:cubicBezTo>
                <a:cubicBezTo>
                  <a:pt x="1103299" y="80316"/>
                  <a:pt x="1107011" y="93829"/>
                  <a:pt x="1107011" y="110607"/>
                </a:cubicBezTo>
                <a:cubicBezTo>
                  <a:pt x="1107011" y="126062"/>
                  <a:pt x="1103835" y="139368"/>
                  <a:pt x="1097484" y="150523"/>
                </a:cubicBezTo>
                <a:cubicBezTo>
                  <a:pt x="1093030" y="158542"/>
                  <a:pt x="1087091" y="164659"/>
                  <a:pt x="1079667" y="168873"/>
                </a:cubicBezTo>
                <a:cubicBezTo>
                  <a:pt x="1073069" y="172758"/>
                  <a:pt x="1065934" y="174700"/>
                  <a:pt x="1058263" y="174700"/>
                </a:cubicBezTo>
                <a:cubicBezTo>
                  <a:pt x="1050922" y="174700"/>
                  <a:pt x="1044241" y="172455"/>
                  <a:pt x="1038219" y="167965"/>
                </a:cubicBezTo>
                <a:cubicBezTo>
                  <a:pt x="1035827" y="166217"/>
                  <a:pt x="1032610" y="163348"/>
                  <a:pt x="1028569" y="159358"/>
                </a:cubicBezTo>
                <a:lnTo>
                  <a:pt x="1028569" y="195115"/>
                </a:lnTo>
                <a:cubicBezTo>
                  <a:pt x="1028734" y="205673"/>
                  <a:pt x="1030920" y="212189"/>
                  <a:pt x="1035126" y="214663"/>
                </a:cubicBezTo>
                <a:cubicBezTo>
                  <a:pt x="1037848" y="216478"/>
                  <a:pt x="1042220" y="217550"/>
                  <a:pt x="1048241" y="217880"/>
                </a:cubicBezTo>
                <a:moveTo>
                  <a:pt x="1028569" y="145130"/>
                </a:moveTo>
                <a:cubicBezTo>
                  <a:pt x="1030136" y="149006"/>
                  <a:pt x="1032280" y="152306"/>
                  <a:pt x="1035002" y="155028"/>
                </a:cubicBezTo>
                <a:cubicBezTo>
                  <a:pt x="1038879" y="158740"/>
                  <a:pt x="1043210" y="160595"/>
                  <a:pt x="1047994" y="160595"/>
                </a:cubicBezTo>
                <a:cubicBezTo>
                  <a:pt x="1062346" y="160595"/>
                  <a:pt x="1069522" y="145130"/>
                  <a:pt x="1069522" y="114198"/>
                </a:cubicBezTo>
                <a:cubicBezTo>
                  <a:pt x="1069522" y="90856"/>
                  <a:pt x="1066387" y="76132"/>
                  <a:pt x="1060119" y="70029"/>
                </a:cubicBezTo>
                <a:cubicBezTo>
                  <a:pt x="1057232" y="67224"/>
                  <a:pt x="1053932" y="65822"/>
                  <a:pt x="1050221" y="65822"/>
                </a:cubicBezTo>
                <a:cubicBezTo>
                  <a:pt x="1044529" y="65822"/>
                  <a:pt x="1039085" y="68709"/>
                  <a:pt x="1033889" y="74483"/>
                </a:cubicBezTo>
                <a:cubicBezTo>
                  <a:pt x="1030342" y="78442"/>
                  <a:pt x="1028569" y="81494"/>
                  <a:pt x="1028569" y="83638"/>
                </a:cubicBezTo>
                <a:lnTo>
                  <a:pt x="1028569" y="145130"/>
                </a:lnTo>
                <a:close/>
                <a:moveTo>
                  <a:pt x="1201250" y="88587"/>
                </a:moveTo>
                <a:lnTo>
                  <a:pt x="1194940" y="88587"/>
                </a:lnTo>
                <a:cubicBezTo>
                  <a:pt x="1191559" y="79060"/>
                  <a:pt x="1187599" y="72102"/>
                  <a:pt x="1183063" y="67713"/>
                </a:cubicBezTo>
                <a:cubicBezTo>
                  <a:pt x="1177289" y="62328"/>
                  <a:pt x="1170938" y="59636"/>
                  <a:pt x="1164009" y="59636"/>
                </a:cubicBezTo>
                <a:cubicBezTo>
                  <a:pt x="1158565" y="59636"/>
                  <a:pt x="1154235" y="61413"/>
                  <a:pt x="1151018" y="64967"/>
                </a:cubicBezTo>
                <a:cubicBezTo>
                  <a:pt x="1148543" y="67612"/>
                  <a:pt x="1147306" y="70753"/>
                  <a:pt x="1147306" y="74390"/>
                </a:cubicBezTo>
                <a:cubicBezTo>
                  <a:pt x="1147306" y="77202"/>
                  <a:pt x="1148172" y="79972"/>
                  <a:pt x="1149904" y="82699"/>
                </a:cubicBezTo>
                <a:cubicBezTo>
                  <a:pt x="1152709" y="86996"/>
                  <a:pt x="1159967" y="91625"/>
                  <a:pt x="1171680" y="96587"/>
                </a:cubicBezTo>
                <a:cubicBezTo>
                  <a:pt x="1187517" y="103281"/>
                  <a:pt x="1197662" y="110514"/>
                  <a:pt x="1202116" y="118285"/>
                </a:cubicBezTo>
                <a:cubicBezTo>
                  <a:pt x="1205086" y="123574"/>
                  <a:pt x="1206570" y="129567"/>
                  <a:pt x="1206570" y="136264"/>
                </a:cubicBezTo>
                <a:cubicBezTo>
                  <a:pt x="1206570" y="148415"/>
                  <a:pt x="1202570" y="158086"/>
                  <a:pt x="1194569" y="165278"/>
                </a:cubicBezTo>
                <a:cubicBezTo>
                  <a:pt x="1187311" y="171724"/>
                  <a:pt x="1178279" y="174948"/>
                  <a:pt x="1167473" y="174948"/>
                </a:cubicBezTo>
                <a:cubicBezTo>
                  <a:pt x="1164009" y="174948"/>
                  <a:pt x="1160215" y="174478"/>
                  <a:pt x="1156091" y="173540"/>
                </a:cubicBezTo>
                <a:cubicBezTo>
                  <a:pt x="1149079" y="172006"/>
                  <a:pt x="1143759" y="170473"/>
                  <a:pt x="1140130" y="168939"/>
                </a:cubicBezTo>
                <a:cubicBezTo>
                  <a:pt x="1137656" y="167831"/>
                  <a:pt x="1135717" y="167277"/>
                  <a:pt x="1134315" y="167277"/>
                </a:cubicBezTo>
                <a:cubicBezTo>
                  <a:pt x="1132335" y="167277"/>
                  <a:pt x="1130150" y="169751"/>
                  <a:pt x="1127758" y="174700"/>
                </a:cubicBezTo>
                <a:lnTo>
                  <a:pt x="1121448" y="174700"/>
                </a:lnTo>
                <a:lnTo>
                  <a:pt x="1121448" y="132633"/>
                </a:lnTo>
                <a:lnTo>
                  <a:pt x="1128500" y="132633"/>
                </a:lnTo>
                <a:cubicBezTo>
                  <a:pt x="1130809" y="142189"/>
                  <a:pt x="1134232" y="149668"/>
                  <a:pt x="1138769" y="155070"/>
                </a:cubicBezTo>
                <a:cubicBezTo>
                  <a:pt x="1145038" y="162548"/>
                  <a:pt x="1153162" y="166287"/>
                  <a:pt x="1163143" y="166287"/>
                </a:cubicBezTo>
                <a:cubicBezTo>
                  <a:pt x="1169824" y="166287"/>
                  <a:pt x="1174773" y="164427"/>
                  <a:pt x="1177990" y="160708"/>
                </a:cubicBezTo>
                <a:cubicBezTo>
                  <a:pt x="1180794" y="157400"/>
                  <a:pt x="1182197" y="153763"/>
                  <a:pt x="1182197" y="149797"/>
                </a:cubicBezTo>
                <a:cubicBezTo>
                  <a:pt x="1182197" y="147069"/>
                  <a:pt x="1181413" y="144507"/>
                  <a:pt x="1179846" y="142110"/>
                </a:cubicBezTo>
                <a:cubicBezTo>
                  <a:pt x="1177124" y="137728"/>
                  <a:pt x="1169783" y="132934"/>
                  <a:pt x="1157823" y="127727"/>
                </a:cubicBezTo>
                <a:cubicBezTo>
                  <a:pt x="1141326" y="120535"/>
                  <a:pt x="1130768" y="112889"/>
                  <a:pt x="1126149" y="104788"/>
                </a:cubicBezTo>
                <a:cubicBezTo>
                  <a:pt x="1123345" y="99828"/>
                  <a:pt x="1121942" y="94332"/>
                  <a:pt x="1121942" y="88297"/>
                </a:cubicBezTo>
                <a:cubicBezTo>
                  <a:pt x="1121942" y="77219"/>
                  <a:pt x="1125860" y="68209"/>
                  <a:pt x="1133696" y="61267"/>
                </a:cubicBezTo>
                <a:cubicBezTo>
                  <a:pt x="1141285" y="54571"/>
                  <a:pt x="1150605" y="51222"/>
                  <a:pt x="1161658" y="51222"/>
                </a:cubicBezTo>
                <a:cubicBezTo>
                  <a:pt x="1166937" y="51222"/>
                  <a:pt x="1173536" y="52501"/>
                  <a:pt x="1181454" y="55058"/>
                </a:cubicBezTo>
                <a:cubicBezTo>
                  <a:pt x="1185331" y="56295"/>
                  <a:pt x="1188012" y="56914"/>
                  <a:pt x="1189496" y="56914"/>
                </a:cubicBezTo>
                <a:cubicBezTo>
                  <a:pt x="1192383" y="56914"/>
                  <a:pt x="1194445" y="55181"/>
                  <a:pt x="1195683" y="51717"/>
                </a:cubicBezTo>
                <a:lnTo>
                  <a:pt x="1201250" y="51717"/>
                </a:lnTo>
                <a:lnTo>
                  <a:pt x="1201250" y="88587"/>
                </a:lnTo>
                <a:close/>
                <a:moveTo>
                  <a:pt x="1245380" y="131891"/>
                </a:moveTo>
                <a:cubicBezTo>
                  <a:pt x="1251649" y="131891"/>
                  <a:pt x="1256969" y="134283"/>
                  <a:pt x="1261341" y="139067"/>
                </a:cubicBezTo>
                <a:cubicBezTo>
                  <a:pt x="1265053" y="143191"/>
                  <a:pt x="1266909" y="148017"/>
                  <a:pt x="1266909" y="153543"/>
                </a:cubicBezTo>
                <a:cubicBezTo>
                  <a:pt x="1266909" y="159812"/>
                  <a:pt x="1264599" y="165008"/>
                  <a:pt x="1259980" y="169132"/>
                </a:cubicBezTo>
                <a:cubicBezTo>
                  <a:pt x="1255856" y="172844"/>
                  <a:pt x="1250907" y="174700"/>
                  <a:pt x="1245133" y="174700"/>
                </a:cubicBezTo>
                <a:cubicBezTo>
                  <a:pt x="1238864" y="174700"/>
                  <a:pt x="1233668" y="172391"/>
                  <a:pt x="1229544" y="167771"/>
                </a:cubicBezTo>
                <a:cubicBezTo>
                  <a:pt x="1225914" y="163812"/>
                  <a:pt x="1224100" y="158946"/>
                  <a:pt x="1224100" y="153172"/>
                </a:cubicBezTo>
                <a:cubicBezTo>
                  <a:pt x="1224100" y="147068"/>
                  <a:pt x="1226492" y="141789"/>
                  <a:pt x="1231276" y="137335"/>
                </a:cubicBezTo>
                <a:cubicBezTo>
                  <a:pt x="1235235" y="133706"/>
                  <a:pt x="1239936" y="131891"/>
                  <a:pt x="1245380" y="13189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0AC39-8452-4440-9E40-4C43C9CD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22" y="1440167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D442E-3F98-4369-8DB8-6C40ED7F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122" y="1440167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128" name="Text REF">
            <a:extLst xmlns:a="http://schemas.openxmlformats.org/drawingml/2006/main">
              <a:ext uri="{FF2B5EF4-FFF2-40B4-BE49-F238E27FC236}">
                <a16:creationId xmlns:a16="http://schemas.microsoft.com/office/drawing/2014/main" id="{AACB4770-6E14-4927-884C-4407E0FB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258" y="1535806"/>
            <a:ext cx="493128" cy="171236"/>
          </a:xfrm>
          <a:custGeom xmlns:a="http://schemas.openxmlformats.org/drawingml/2006/main">
            <a:pathLst>
              <a:path w="493128" h="171236">
                <a:moveTo>
                  <a:pt x="174576" y="164914"/>
                </a:moveTo>
                <a:lnTo>
                  <a:pt x="174576" y="171236"/>
                </a:lnTo>
                <a:lnTo>
                  <a:pt x="122612" y="171236"/>
                </a:lnTo>
                <a:lnTo>
                  <a:pt x="70152" y="91804"/>
                </a:lnTo>
                <a:lnTo>
                  <a:pt x="63347" y="91804"/>
                </a:lnTo>
                <a:lnTo>
                  <a:pt x="63347" y="141495"/>
                </a:lnTo>
                <a:cubicBezTo>
                  <a:pt x="63512" y="151161"/>
                  <a:pt x="65121" y="157315"/>
                  <a:pt x="68173" y="159957"/>
                </a:cubicBezTo>
                <a:cubicBezTo>
                  <a:pt x="70812" y="162022"/>
                  <a:pt x="76627" y="163674"/>
                  <a:pt x="85618" y="164914"/>
                </a:cubicBezTo>
                <a:lnTo>
                  <a:pt x="85618" y="171236"/>
                </a:lnTo>
                <a:lnTo>
                  <a:pt x="0" y="171236"/>
                </a:lnTo>
                <a:lnTo>
                  <a:pt x="0" y="164914"/>
                </a:lnTo>
                <a:cubicBezTo>
                  <a:pt x="9403" y="163839"/>
                  <a:pt x="15342" y="162187"/>
                  <a:pt x="17816" y="159957"/>
                </a:cubicBezTo>
                <a:cubicBezTo>
                  <a:pt x="20621" y="157480"/>
                  <a:pt x="22106" y="151326"/>
                  <a:pt x="22271" y="141495"/>
                </a:cubicBezTo>
                <a:lnTo>
                  <a:pt x="22271" y="29532"/>
                </a:lnTo>
                <a:cubicBezTo>
                  <a:pt x="22106" y="19564"/>
                  <a:pt x="20250" y="13138"/>
                  <a:pt x="16703" y="10254"/>
                </a:cubicBezTo>
                <a:cubicBezTo>
                  <a:pt x="13816" y="8197"/>
                  <a:pt x="8248" y="6880"/>
                  <a:pt x="0" y="6302"/>
                </a:cubicBezTo>
                <a:lnTo>
                  <a:pt x="0" y="0"/>
                </a:lnTo>
                <a:lnTo>
                  <a:pt x="81535" y="0"/>
                </a:lnTo>
                <a:cubicBezTo>
                  <a:pt x="102981" y="0"/>
                  <a:pt x="120096" y="3500"/>
                  <a:pt x="132881" y="10501"/>
                </a:cubicBezTo>
                <a:cubicBezTo>
                  <a:pt x="146326" y="17832"/>
                  <a:pt x="153048" y="29323"/>
                  <a:pt x="153048" y="44974"/>
                </a:cubicBezTo>
                <a:cubicBezTo>
                  <a:pt x="153048" y="56836"/>
                  <a:pt x="149254" y="66268"/>
                  <a:pt x="141665" y="73269"/>
                </a:cubicBezTo>
                <a:cubicBezTo>
                  <a:pt x="135644" y="78870"/>
                  <a:pt x="126159" y="83689"/>
                  <a:pt x="113209" y="87725"/>
                </a:cubicBezTo>
                <a:lnTo>
                  <a:pt x="164183" y="160081"/>
                </a:lnTo>
                <a:cubicBezTo>
                  <a:pt x="166575" y="163386"/>
                  <a:pt x="170040" y="164997"/>
                  <a:pt x="174576" y="164914"/>
                </a:cubicBezTo>
                <a:moveTo>
                  <a:pt x="63347" y="83650"/>
                </a:moveTo>
                <a:cubicBezTo>
                  <a:pt x="77370" y="83402"/>
                  <a:pt x="87433" y="82083"/>
                  <a:pt x="93536" y="79691"/>
                </a:cubicBezTo>
                <a:cubicBezTo>
                  <a:pt x="96506" y="78453"/>
                  <a:pt x="99145" y="76721"/>
                  <a:pt x="101455" y="74494"/>
                </a:cubicBezTo>
                <a:cubicBezTo>
                  <a:pt x="106981" y="68883"/>
                  <a:pt x="109744" y="59353"/>
                  <a:pt x="109744" y="45906"/>
                </a:cubicBezTo>
                <a:cubicBezTo>
                  <a:pt x="109744" y="31801"/>
                  <a:pt x="106775" y="21819"/>
                  <a:pt x="100836" y="15961"/>
                </a:cubicBezTo>
                <a:cubicBezTo>
                  <a:pt x="95805" y="10929"/>
                  <a:pt x="87886" y="8413"/>
                  <a:pt x="77081" y="8413"/>
                </a:cubicBezTo>
                <a:cubicBezTo>
                  <a:pt x="70647" y="8413"/>
                  <a:pt x="66688" y="9703"/>
                  <a:pt x="65203" y="12284"/>
                </a:cubicBezTo>
                <a:cubicBezTo>
                  <a:pt x="63966" y="14446"/>
                  <a:pt x="63347" y="16776"/>
                  <a:pt x="63347" y="19274"/>
                </a:cubicBezTo>
                <a:lnTo>
                  <a:pt x="63347" y="83650"/>
                </a:lnTo>
                <a:close/>
                <a:moveTo>
                  <a:pt x="180473" y="6291"/>
                </a:moveTo>
                <a:lnTo>
                  <a:pt x="180473" y="0"/>
                </a:lnTo>
                <a:lnTo>
                  <a:pt x="326716" y="0"/>
                </a:lnTo>
                <a:lnTo>
                  <a:pt x="326716" y="50727"/>
                </a:lnTo>
                <a:lnTo>
                  <a:pt x="320406" y="50727"/>
                </a:lnTo>
                <a:cubicBezTo>
                  <a:pt x="318426" y="40417"/>
                  <a:pt x="316034" y="32870"/>
                  <a:pt x="313230" y="28086"/>
                </a:cubicBezTo>
                <a:cubicBezTo>
                  <a:pt x="309683" y="21982"/>
                  <a:pt x="305146" y="17487"/>
                  <a:pt x="299620" y="14600"/>
                </a:cubicBezTo>
                <a:cubicBezTo>
                  <a:pt x="291949" y="10475"/>
                  <a:pt x="278834" y="8413"/>
                  <a:pt x="260275" y="8413"/>
                </a:cubicBezTo>
                <a:cubicBezTo>
                  <a:pt x="254172" y="8413"/>
                  <a:pt x="250006" y="9077"/>
                  <a:pt x="247779" y="10405"/>
                </a:cubicBezTo>
                <a:cubicBezTo>
                  <a:pt x="245140" y="11897"/>
                  <a:pt x="243820" y="15213"/>
                  <a:pt x="243820" y="20353"/>
                </a:cubicBezTo>
                <a:lnTo>
                  <a:pt x="243820" y="79111"/>
                </a:lnTo>
                <a:cubicBezTo>
                  <a:pt x="252728" y="79028"/>
                  <a:pt x="259162" y="78326"/>
                  <a:pt x="263121" y="77004"/>
                </a:cubicBezTo>
                <a:cubicBezTo>
                  <a:pt x="270297" y="74444"/>
                  <a:pt x="275700" y="69695"/>
                  <a:pt x="279329" y="62756"/>
                </a:cubicBezTo>
                <a:cubicBezTo>
                  <a:pt x="281474" y="58544"/>
                  <a:pt x="283330" y="51400"/>
                  <a:pt x="284897" y="41324"/>
                </a:cubicBezTo>
                <a:lnTo>
                  <a:pt x="291454" y="41324"/>
                </a:lnTo>
                <a:lnTo>
                  <a:pt x="291454" y="127190"/>
                </a:lnTo>
                <a:lnTo>
                  <a:pt x="284897" y="127190"/>
                </a:lnTo>
                <a:cubicBezTo>
                  <a:pt x="283577" y="116946"/>
                  <a:pt x="281845" y="109636"/>
                  <a:pt x="279700" y="105259"/>
                </a:cubicBezTo>
                <a:cubicBezTo>
                  <a:pt x="276154" y="97990"/>
                  <a:pt x="270751" y="93034"/>
                  <a:pt x="263492" y="90389"/>
                </a:cubicBezTo>
                <a:cubicBezTo>
                  <a:pt x="259451" y="88902"/>
                  <a:pt x="252893" y="88034"/>
                  <a:pt x="243820" y="87787"/>
                </a:cubicBezTo>
                <a:lnTo>
                  <a:pt x="243820" y="149213"/>
                </a:lnTo>
                <a:cubicBezTo>
                  <a:pt x="243820" y="154528"/>
                  <a:pt x="245222" y="158207"/>
                  <a:pt x="248027" y="160251"/>
                </a:cubicBezTo>
                <a:cubicBezTo>
                  <a:pt x="250831" y="162295"/>
                  <a:pt x="256440" y="163317"/>
                  <a:pt x="264853" y="163317"/>
                </a:cubicBezTo>
                <a:cubicBezTo>
                  <a:pt x="283495" y="163317"/>
                  <a:pt x="298424" y="158876"/>
                  <a:pt x="309642" y="149994"/>
                </a:cubicBezTo>
                <a:cubicBezTo>
                  <a:pt x="314508" y="146045"/>
                  <a:pt x="318633" y="141644"/>
                  <a:pt x="322014" y="136790"/>
                </a:cubicBezTo>
                <a:cubicBezTo>
                  <a:pt x="324654" y="132841"/>
                  <a:pt x="327912" y="126754"/>
                  <a:pt x="331789" y="118529"/>
                </a:cubicBezTo>
                <a:lnTo>
                  <a:pt x="338841" y="118529"/>
                </a:lnTo>
                <a:lnTo>
                  <a:pt x="328696" y="171236"/>
                </a:lnTo>
                <a:lnTo>
                  <a:pt x="180473" y="171236"/>
                </a:lnTo>
                <a:lnTo>
                  <a:pt x="180473" y="164926"/>
                </a:lnTo>
                <a:cubicBezTo>
                  <a:pt x="189958" y="163936"/>
                  <a:pt x="196021" y="162328"/>
                  <a:pt x="198660" y="160101"/>
                </a:cubicBezTo>
                <a:cubicBezTo>
                  <a:pt x="201300" y="157708"/>
                  <a:pt x="202661" y="153337"/>
                  <a:pt x="202743" y="146986"/>
                </a:cubicBezTo>
                <a:lnTo>
                  <a:pt x="202743" y="24177"/>
                </a:lnTo>
                <a:cubicBezTo>
                  <a:pt x="202578" y="17681"/>
                  <a:pt x="200887" y="13076"/>
                  <a:pt x="197670" y="10362"/>
                </a:cubicBezTo>
                <a:cubicBezTo>
                  <a:pt x="194536" y="8140"/>
                  <a:pt x="188803" y="6783"/>
                  <a:pt x="180473" y="6291"/>
                </a:cubicBezTo>
                <a:close/>
                <a:moveTo>
                  <a:pt x="349483" y="6291"/>
                </a:moveTo>
                <a:lnTo>
                  <a:pt x="349483" y="0"/>
                </a:lnTo>
                <a:lnTo>
                  <a:pt x="493128" y="0"/>
                </a:lnTo>
                <a:lnTo>
                  <a:pt x="493128" y="50727"/>
                </a:lnTo>
                <a:lnTo>
                  <a:pt x="487066" y="50727"/>
                </a:lnTo>
                <a:cubicBezTo>
                  <a:pt x="484921" y="40994"/>
                  <a:pt x="482818" y="34066"/>
                  <a:pt x="480756" y="29942"/>
                </a:cubicBezTo>
                <a:cubicBezTo>
                  <a:pt x="477539" y="23343"/>
                  <a:pt x="473332" y="18600"/>
                  <a:pt x="468136" y="15713"/>
                </a:cubicBezTo>
                <a:cubicBezTo>
                  <a:pt x="459640" y="10847"/>
                  <a:pt x="446608" y="8413"/>
                  <a:pt x="429039" y="8413"/>
                </a:cubicBezTo>
                <a:cubicBezTo>
                  <a:pt x="423100" y="8413"/>
                  <a:pt x="419017" y="9077"/>
                  <a:pt x="416790" y="10405"/>
                </a:cubicBezTo>
                <a:cubicBezTo>
                  <a:pt x="414150" y="11897"/>
                  <a:pt x="412831" y="15213"/>
                  <a:pt x="412831" y="20353"/>
                </a:cubicBezTo>
                <a:lnTo>
                  <a:pt x="412831" y="79231"/>
                </a:lnTo>
                <a:cubicBezTo>
                  <a:pt x="420666" y="79066"/>
                  <a:pt x="426482" y="78281"/>
                  <a:pt x="430276" y="76876"/>
                </a:cubicBezTo>
                <a:cubicBezTo>
                  <a:pt x="437534" y="74151"/>
                  <a:pt x="442813" y="69280"/>
                  <a:pt x="446113" y="62261"/>
                </a:cubicBezTo>
                <a:cubicBezTo>
                  <a:pt x="448010" y="58132"/>
                  <a:pt x="449824" y="51153"/>
                  <a:pt x="451557" y="41324"/>
                </a:cubicBezTo>
                <a:lnTo>
                  <a:pt x="457990" y="41324"/>
                </a:lnTo>
                <a:lnTo>
                  <a:pt x="457990" y="127190"/>
                </a:lnTo>
                <a:lnTo>
                  <a:pt x="451557" y="127190"/>
                </a:lnTo>
                <a:cubicBezTo>
                  <a:pt x="450154" y="117194"/>
                  <a:pt x="448505" y="110088"/>
                  <a:pt x="446608" y="105874"/>
                </a:cubicBezTo>
                <a:cubicBezTo>
                  <a:pt x="443308" y="98605"/>
                  <a:pt x="438029" y="93483"/>
                  <a:pt x="430771" y="90509"/>
                </a:cubicBezTo>
                <a:cubicBezTo>
                  <a:pt x="426894" y="89022"/>
                  <a:pt x="420914" y="88113"/>
                  <a:pt x="412831" y="87783"/>
                </a:cubicBezTo>
                <a:lnTo>
                  <a:pt x="412831" y="146986"/>
                </a:lnTo>
                <a:cubicBezTo>
                  <a:pt x="412995" y="153502"/>
                  <a:pt x="414686" y="158038"/>
                  <a:pt x="417903" y="160595"/>
                </a:cubicBezTo>
                <a:cubicBezTo>
                  <a:pt x="420048" y="162245"/>
                  <a:pt x="423553" y="163400"/>
                  <a:pt x="428420" y="164060"/>
                </a:cubicBezTo>
                <a:cubicBezTo>
                  <a:pt x="428585" y="164225"/>
                  <a:pt x="432668" y="164513"/>
                  <a:pt x="440669" y="164926"/>
                </a:cubicBezTo>
                <a:lnTo>
                  <a:pt x="440669" y="171236"/>
                </a:lnTo>
                <a:lnTo>
                  <a:pt x="349483" y="171236"/>
                </a:lnTo>
                <a:lnTo>
                  <a:pt x="349483" y="164926"/>
                </a:lnTo>
                <a:cubicBezTo>
                  <a:pt x="358969" y="163936"/>
                  <a:pt x="365031" y="162328"/>
                  <a:pt x="367671" y="160101"/>
                </a:cubicBezTo>
                <a:cubicBezTo>
                  <a:pt x="370310" y="157708"/>
                  <a:pt x="371671" y="153337"/>
                  <a:pt x="371754" y="146986"/>
                </a:cubicBezTo>
                <a:lnTo>
                  <a:pt x="371754" y="24177"/>
                </a:lnTo>
                <a:cubicBezTo>
                  <a:pt x="371589" y="17599"/>
                  <a:pt x="369898" y="12994"/>
                  <a:pt x="366681" y="10362"/>
                </a:cubicBezTo>
                <a:cubicBezTo>
                  <a:pt x="363629" y="8140"/>
                  <a:pt x="357897" y="6783"/>
                  <a:pt x="349483" y="629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REF+TRR">
            <a:extLst xmlns:a="http://schemas.openxmlformats.org/drawingml/2006/main">
              <a:ext uri="{FF2B5EF4-FFF2-40B4-BE49-F238E27FC236}">
                <a16:creationId xmlns:a16="http://schemas.microsoft.com/office/drawing/2014/main" id="{4C30DA56-AE9A-4D0E-92AF-7730EA33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03" y="1536313"/>
            <a:ext cx="1304440" cy="171236"/>
          </a:xfrm>
          <a:custGeom xmlns:a="http://schemas.openxmlformats.org/drawingml/2006/main">
            <a:pathLst>
              <a:path w="1304440" h="171236">
                <a:moveTo>
                  <a:pt x="174576" y="164914"/>
                </a:moveTo>
                <a:lnTo>
                  <a:pt x="174576" y="171236"/>
                </a:lnTo>
                <a:lnTo>
                  <a:pt x="122612" y="171236"/>
                </a:lnTo>
                <a:lnTo>
                  <a:pt x="70152" y="91804"/>
                </a:lnTo>
                <a:lnTo>
                  <a:pt x="63347" y="91804"/>
                </a:lnTo>
                <a:lnTo>
                  <a:pt x="63347" y="141495"/>
                </a:lnTo>
                <a:cubicBezTo>
                  <a:pt x="63512" y="151161"/>
                  <a:pt x="65121" y="157315"/>
                  <a:pt x="68173" y="159957"/>
                </a:cubicBezTo>
                <a:cubicBezTo>
                  <a:pt x="70812" y="162022"/>
                  <a:pt x="76627" y="163674"/>
                  <a:pt x="85618" y="164914"/>
                </a:cubicBezTo>
                <a:lnTo>
                  <a:pt x="85618" y="171236"/>
                </a:lnTo>
                <a:lnTo>
                  <a:pt x="0" y="171236"/>
                </a:lnTo>
                <a:lnTo>
                  <a:pt x="0" y="164914"/>
                </a:lnTo>
                <a:cubicBezTo>
                  <a:pt x="9403" y="163839"/>
                  <a:pt x="15342" y="162187"/>
                  <a:pt x="17816" y="159957"/>
                </a:cubicBezTo>
                <a:cubicBezTo>
                  <a:pt x="20621" y="157480"/>
                  <a:pt x="22106" y="151326"/>
                  <a:pt x="22271" y="141495"/>
                </a:cubicBezTo>
                <a:lnTo>
                  <a:pt x="22271" y="29532"/>
                </a:lnTo>
                <a:cubicBezTo>
                  <a:pt x="22106" y="19564"/>
                  <a:pt x="20250" y="13138"/>
                  <a:pt x="16703" y="10254"/>
                </a:cubicBezTo>
                <a:cubicBezTo>
                  <a:pt x="13816" y="8197"/>
                  <a:pt x="8248" y="6880"/>
                  <a:pt x="0" y="6302"/>
                </a:cubicBezTo>
                <a:lnTo>
                  <a:pt x="0" y="0"/>
                </a:lnTo>
                <a:lnTo>
                  <a:pt x="81535" y="0"/>
                </a:lnTo>
                <a:cubicBezTo>
                  <a:pt x="102981" y="0"/>
                  <a:pt x="120096" y="3500"/>
                  <a:pt x="132881" y="10501"/>
                </a:cubicBezTo>
                <a:cubicBezTo>
                  <a:pt x="146326" y="17832"/>
                  <a:pt x="153048" y="29323"/>
                  <a:pt x="153048" y="44974"/>
                </a:cubicBezTo>
                <a:cubicBezTo>
                  <a:pt x="153048" y="56836"/>
                  <a:pt x="149254" y="66268"/>
                  <a:pt x="141665" y="73269"/>
                </a:cubicBezTo>
                <a:cubicBezTo>
                  <a:pt x="135644" y="78870"/>
                  <a:pt x="126159" y="83689"/>
                  <a:pt x="113209" y="87725"/>
                </a:cubicBezTo>
                <a:lnTo>
                  <a:pt x="164183" y="160081"/>
                </a:lnTo>
                <a:cubicBezTo>
                  <a:pt x="166575" y="163386"/>
                  <a:pt x="170040" y="164997"/>
                  <a:pt x="174576" y="164914"/>
                </a:cubicBezTo>
                <a:moveTo>
                  <a:pt x="63347" y="83650"/>
                </a:moveTo>
                <a:cubicBezTo>
                  <a:pt x="77370" y="83402"/>
                  <a:pt x="87433" y="82083"/>
                  <a:pt x="93536" y="79691"/>
                </a:cubicBezTo>
                <a:cubicBezTo>
                  <a:pt x="96506" y="78453"/>
                  <a:pt x="99145" y="76721"/>
                  <a:pt x="101455" y="74494"/>
                </a:cubicBezTo>
                <a:cubicBezTo>
                  <a:pt x="106981" y="68883"/>
                  <a:pt x="109744" y="59353"/>
                  <a:pt x="109744" y="45906"/>
                </a:cubicBezTo>
                <a:cubicBezTo>
                  <a:pt x="109744" y="31801"/>
                  <a:pt x="106775" y="21819"/>
                  <a:pt x="100836" y="15961"/>
                </a:cubicBezTo>
                <a:cubicBezTo>
                  <a:pt x="95805" y="10929"/>
                  <a:pt x="87886" y="8413"/>
                  <a:pt x="77081" y="8413"/>
                </a:cubicBezTo>
                <a:cubicBezTo>
                  <a:pt x="70647" y="8413"/>
                  <a:pt x="66688" y="9703"/>
                  <a:pt x="65203" y="12284"/>
                </a:cubicBezTo>
                <a:cubicBezTo>
                  <a:pt x="63966" y="14446"/>
                  <a:pt x="63347" y="16776"/>
                  <a:pt x="63347" y="19274"/>
                </a:cubicBezTo>
                <a:lnTo>
                  <a:pt x="63347" y="83650"/>
                </a:lnTo>
                <a:close/>
                <a:moveTo>
                  <a:pt x="180473" y="6291"/>
                </a:moveTo>
                <a:lnTo>
                  <a:pt x="180473" y="0"/>
                </a:lnTo>
                <a:lnTo>
                  <a:pt x="326716" y="0"/>
                </a:lnTo>
                <a:lnTo>
                  <a:pt x="326716" y="50727"/>
                </a:lnTo>
                <a:lnTo>
                  <a:pt x="320406" y="50727"/>
                </a:lnTo>
                <a:cubicBezTo>
                  <a:pt x="318426" y="40417"/>
                  <a:pt x="316034" y="32870"/>
                  <a:pt x="313230" y="28086"/>
                </a:cubicBezTo>
                <a:cubicBezTo>
                  <a:pt x="309683" y="21982"/>
                  <a:pt x="305147" y="17487"/>
                  <a:pt x="299620" y="14600"/>
                </a:cubicBezTo>
                <a:cubicBezTo>
                  <a:pt x="291949" y="10475"/>
                  <a:pt x="278834" y="8413"/>
                  <a:pt x="260276" y="8413"/>
                </a:cubicBezTo>
                <a:cubicBezTo>
                  <a:pt x="254172" y="8413"/>
                  <a:pt x="250006" y="9077"/>
                  <a:pt x="247779" y="10405"/>
                </a:cubicBezTo>
                <a:cubicBezTo>
                  <a:pt x="245140" y="11897"/>
                  <a:pt x="243820" y="15213"/>
                  <a:pt x="243820" y="20353"/>
                </a:cubicBezTo>
                <a:lnTo>
                  <a:pt x="243820" y="79111"/>
                </a:lnTo>
                <a:cubicBezTo>
                  <a:pt x="252728" y="79028"/>
                  <a:pt x="259162" y="78326"/>
                  <a:pt x="263121" y="77004"/>
                </a:cubicBezTo>
                <a:cubicBezTo>
                  <a:pt x="270297" y="74444"/>
                  <a:pt x="275700" y="69695"/>
                  <a:pt x="279329" y="62756"/>
                </a:cubicBezTo>
                <a:cubicBezTo>
                  <a:pt x="281474" y="58544"/>
                  <a:pt x="283330" y="51400"/>
                  <a:pt x="284897" y="41324"/>
                </a:cubicBezTo>
                <a:lnTo>
                  <a:pt x="291454" y="41324"/>
                </a:lnTo>
                <a:lnTo>
                  <a:pt x="291454" y="127190"/>
                </a:lnTo>
                <a:lnTo>
                  <a:pt x="284897" y="127190"/>
                </a:lnTo>
                <a:cubicBezTo>
                  <a:pt x="283577" y="116946"/>
                  <a:pt x="281845" y="109636"/>
                  <a:pt x="279700" y="105259"/>
                </a:cubicBezTo>
                <a:cubicBezTo>
                  <a:pt x="276154" y="97990"/>
                  <a:pt x="270751" y="93034"/>
                  <a:pt x="263492" y="90389"/>
                </a:cubicBezTo>
                <a:cubicBezTo>
                  <a:pt x="259451" y="88902"/>
                  <a:pt x="252893" y="88034"/>
                  <a:pt x="243820" y="87787"/>
                </a:cubicBezTo>
                <a:lnTo>
                  <a:pt x="243820" y="149213"/>
                </a:lnTo>
                <a:cubicBezTo>
                  <a:pt x="243820" y="154528"/>
                  <a:pt x="245222" y="158207"/>
                  <a:pt x="248027" y="160251"/>
                </a:cubicBezTo>
                <a:cubicBezTo>
                  <a:pt x="250831" y="162295"/>
                  <a:pt x="256440" y="163317"/>
                  <a:pt x="264853" y="163317"/>
                </a:cubicBezTo>
                <a:cubicBezTo>
                  <a:pt x="283495" y="163317"/>
                  <a:pt x="298424" y="158876"/>
                  <a:pt x="309642" y="149994"/>
                </a:cubicBezTo>
                <a:cubicBezTo>
                  <a:pt x="314508" y="146045"/>
                  <a:pt x="318633" y="141644"/>
                  <a:pt x="322014" y="136790"/>
                </a:cubicBezTo>
                <a:cubicBezTo>
                  <a:pt x="324654" y="132841"/>
                  <a:pt x="327912" y="126754"/>
                  <a:pt x="331789" y="118529"/>
                </a:cubicBezTo>
                <a:lnTo>
                  <a:pt x="338841" y="118529"/>
                </a:lnTo>
                <a:lnTo>
                  <a:pt x="328696" y="171236"/>
                </a:lnTo>
                <a:lnTo>
                  <a:pt x="180473" y="171236"/>
                </a:lnTo>
                <a:lnTo>
                  <a:pt x="180473" y="164926"/>
                </a:lnTo>
                <a:cubicBezTo>
                  <a:pt x="189958" y="163936"/>
                  <a:pt x="196021" y="162328"/>
                  <a:pt x="198660" y="160101"/>
                </a:cubicBezTo>
                <a:cubicBezTo>
                  <a:pt x="201300" y="157708"/>
                  <a:pt x="202661" y="153337"/>
                  <a:pt x="202743" y="146986"/>
                </a:cubicBezTo>
                <a:lnTo>
                  <a:pt x="202743" y="24177"/>
                </a:lnTo>
                <a:cubicBezTo>
                  <a:pt x="202578" y="17681"/>
                  <a:pt x="200887" y="13076"/>
                  <a:pt x="197671" y="10362"/>
                </a:cubicBezTo>
                <a:cubicBezTo>
                  <a:pt x="194536" y="8140"/>
                  <a:pt x="188804" y="6783"/>
                  <a:pt x="180473" y="6291"/>
                </a:cubicBezTo>
                <a:close/>
                <a:moveTo>
                  <a:pt x="349483" y="6291"/>
                </a:moveTo>
                <a:lnTo>
                  <a:pt x="349483" y="0"/>
                </a:lnTo>
                <a:lnTo>
                  <a:pt x="493128" y="0"/>
                </a:lnTo>
                <a:lnTo>
                  <a:pt x="493128" y="50727"/>
                </a:lnTo>
                <a:lnTo>
                  <a:pt x="487066" y="50727"/>
                </a:lnTo>
                <a:cubicBezTo>
                  <a:pt x="484921" y="40994"/>
                  <a:pt x="482818" y="34066"/>
                  <a:pt x="480756" y="29942"/>
                </a:cubicBezTo>
                <a:cubicBezTo>
                  <a:pt x="477539" y="23343"/>
                  <a:pt x="473332" y="18600"/>
                  <a:pt x="468136" y="15713"/>
                </a:cubicBezTo>
                <a:cubicBezTo>
                  <a:pt x="459640" y="10847"/>
                  <a:pt x="446608" y="8413"/>
                  <a:pt x="429039" y="8413"/>
                </a:cubicBezTo>
                <a:cubicBezTo>
                  <a:pt x="423100" y="8413"/>
                  <a:pt x="419017" y="9077"/>
                  <a:pt x="416790" y="10405"/>
                </a:cubicBezTo>
                <a:cubicBezTo>
                  <a:pt x="414150" y="11897"/>
                  <a:pt x="412831" y="15213"/>
                  <a:pt x="412831" y="20353"/>
                </a:cubicBezTo>
                <a:lnTo>
                  <a:pt x="412831" y="79231"/>
                </a:lnTo>
                <a:cubicBezTo>
                  <a:pt x="420667" y="79066"/>
                  <a:pt x="426482" y="78281"/>
                  <a:pt x="430276" y="76876"/>
                </a:cubicBezTo>
                <a:cubicBezTo>
                  <a:pt x="437534" y="74151"/>
                  <a:pt x="442813" y="69280"/>
                  <a:pt x="446113" y="62261"/>
                </a:cubicBezTo>
                <a:cubicBezTo>
                  <a:pt x="448010" y="58132"/>
                  <a:pt x="449825" y="51153"/>
                  <a:pt x="451557" y="41324"/>
                </a:cubicBezTo>
                <a:lnTo>
                  <a:pt x="457990" y="41324"/>
                </a:lnTo>
                <a:lnTo>
                  <a:pt x="457990" y="127190"/>
                </a:lnTo>
                <a:lnTo>
                  <a:pt x="451557" y="127190"/>
                </a:lnTo>
                <a:cubicBezTo>
                  <a:pt x="450154" y="117194"/>
                  <a:pt x="448505" y="110088"/>
                  <a:pt x="446608" y="105874"/>
                </a:cubicBezTo>
                <a:cubicBezTo>
                  <a:pt x="443308" y="98605"/>
                  <a:pt x="438029" y="93483"/>
                  <a:pt x="430771" y="90509"/>
                </a:cubicBezTo>
                <a:cubicBezTo>
                  <a:pt x="426894" y="89022"/>
                  <a:pt x="420914" y="88113"/>
                  <a:pt x="412831" y="87783"/>
                </a:cubicBezTo>
                <a:lnTo>
                  <a:pt x="412831" y="146986"/>
                </a:lnTo>
                <a:cubicBezTo>
                  <a:pt x="412996" y="153502"/>
                  <a:pt x="414687" y="158038"/>
                  <a:pt x="417903" y="160595"/>
                </a:cubicBezTo>
                <a:cubicBezTo>
                  <a:pt x="420048" y="162245"/>
                  <a:pt x="423554" y="163400"/>
                  <a:pt x="428420" y="164060"/>
                </a:cubicBezTo>
                <a:cubicBezTo>
                  <a:pt x="428585" y="164225"/>
                  <a:pt x="432668" y="164513"/>
                  <a:pt x="440669" y="164926"/>
                </a:cubicBezTo>
                <a:lnTo>
                  <a:pt x="440669" y="171236"/>
                </a:lnTo>
                <a:lnTo>
                  <a:pt x="349483" y="171236"/>
                </a:lnTo>
                <a:lnTo>
                  <a:pt x="349483" y="164926"/>
                </a:lnTo>
                <a:cubicBezTo>
                  <a:pt x="358969" y="163936"/>
                  <a:pt x="365031" y="162328"/>
                  <a:pt x="367671" y="160101"/>
                </a:cubicBezTo>
                <a:cubicBezTo>
                  <a:pt x="370310" y="157708"/>
                  <a:pt x="371671" y="153337"/>
                  <a:pt x="371754" y="146986"/>
                </a:cubicBezTo>
                <a:lnTo>
                  <a:pt x="371754" y="24177"/>
                </a:lnTo>
                <a:cubicBezTo>
                  <a:pt x="371589" y="17599"/>
                  <a:pt x="369898" y="12994"/>
                  <a:pt x="366681" y="10362"/>
                </a:cubicBezTo>
                <a:cubicBezTo>
                  <a:pt x="363629" y="8140"/>
                  <a:pt x="357897" y="6783"/>
                  <a:pt x="349483" y="6291"/>
                </a:cubicBezTo>
                <a:close/>
                <a:moveTo>
                  <a:pt x="624689" y="96011"/>
                </a:moveTo>
                <a:lnTo>
                  <a:pt x="624689" y="43056"/>
                </a:lnTo>
                <a:lnTo>
                  <a:pt x="646960" y="43056"/>
                </a:lnTo>
                <a:lnTo>
                  <a:pt x="646960" y="96011"/>
                </a:lnTo>
                <a:lnTo>
                  <a:pt x="699666" y="96011"/>
                </a:lnTo>
                <a:lnTo>
                  <a:pt x="699666" y="118281"/>
                </a:lnTo>
                <a:lnTo>
                  <a:pt x="646960" y="118281"/>
                </a:lnTo>
                <a:lnTo>
                  <a:pt x="646960" y="171236"/>
                </a:lnTo>
                <a:lnTo>
                  <a:pt x="624689" y="171236"/>
                </a:lnTo>
                <a:lnTo>
                  <a:pt x="624689" y="118281"/>
                </a:lnTo>
                <a:lnTo>
                  <a:pt x="571982" y="118281"/>
                </a:lnTo>
                <a:lnTo>
                  <a:pt x="571982" y="96011"/>
                </a:lnTo>
                <a:lnTo>
                  <a:pt x="624689" y="96011"/>
                </a:lnTo>
                <a:close/>
                <a:moveTo>
                  <a:pt x="901260" y="164918"/>
                </a:moveTo>
                <a:lnTo>
                  <a:pt x="901260" y="171236"/>
                </a:lnTo>
                <a:lnTo>
                  <a:pt x="810816" y="171236"/>
                </a:lnTo>
                <a:lnTo>
                  <a:pt x="810816" y="164918"/>
                </a:lnTo>
                <a:cubicBezTo>
                  <a:pt x="818487" y="164258"/>
                  <a:pt x="823560" y="163515"/>
                  <a:pt x="826035" y="162687"/>
                </a:cubicBezTo>
                <a:cubicBezTo>
                  <a:pt x="828674" y="161697"/>
                  <a:pt x="830695" y="160335"/>
                  <a:pt x="832097" y="158600"/>
                </a:cubicBezTo>
                <a:cubicBezTo>
                  <a:pt x="834242" y="156123"/>
                  <a:pt x="835355" y="150427"/>
                  <a:pt x="835438" y="141511"/>
                </a:cubicBezTo>
                <a:lnTo>
                  <a:pt x="835438" y="8023"/>
                </a:lnTo>
                <a:cubicBezTo>
                  <a:pt x="825540" y="8680"/>
                  <a:pt x="818157" y="9832"/>
                  <a:pt x="813291" y="11479"/>
                </a:cubicBezTo>
                <a:cubicBezTo>
                  <a:pt x="804300" y="14524"/>
                  <a:pt x="797413" y="20407"/>
                  <a:pt x="792629" y="29130"/>
                </a:cubicBezTo>
                <a:cubicBezTo>
                  <a:pt x="790154" y="33736"/>
                  <a:pt x="788092" y="40935"/>
                  <a:pt x="786443" y="50727"/>
                </a:cubicBezTo>
                <a:lnTo>
                  <a:pt x="779143" y="50727"/>
                </a:lnTo>
                <a:lnTo>
                  <a:pt x="779885" y="0"/>
                </a:lnTo>
                <a:lnTo>
                  <a:pt x="931943" y="0"/>
                </a:lnTo>
                <a:lnTo>
                  <a:pt x="932438" y="50727"/>
                </a:lnTo>
                <a:lnTo>
                  <a:pt x="925139" y="50727"/>
                </a:lnTo>
                <a:cubicBezTo>
                  <a:pt x="923489" y="40935"/>
                  <a:pt x="921427" y="33695"/>
                  <a:pt x="918952" y="29006"/>
                </a:cubicBezTo>
                <a:cubicBezTo>
                  <a:pt x="914168" y="20366"/>
                  <a:pt x="907281" y="14482"/>
                  <a:pt x="898290" y="11356"/>
                </a:cubicBezTo>
                <a:cubicBezTo>
                  <a:pt x="893506" y="9791"/>
                  <a:pt x="886248" y="8680"/>
                  <a:pt x="876515" y="8023"/>
                </a:cubicBezTo>
                <a:lnTo>
                  <a:pt x="876515" y="141511"/>
                </a:lnTo>
                <a:cubicBezTo>
                  <a:pt x="876680" y="151749"/>
                  <a:pt x="878412" y="158148"/>
                  <a:pt x="881711" y="160708"/>
                </a:cubicBezTo>
                <a:cubicBezTo>
                  <a:pt x="883361" y="162110"/>
                  <a:pt x="886000" y="163142"/>
                  <a:pt x="889629" y="163805"/>
                </a:cubicBezTo>
                <a:cubicBezTo>
                  <a:pt x="891114" y="164134"/>
                  <a:pt x="894991" y="164506"/>
                  <a:pt x="901260" y="164918"/>
                </a:cubicBezTo>
                <a:close/>
                <a:moveTo>
                  <a:pt x="1121493" y="164914"/>
                </a:moveTo>
                <a:lnTo>
                  <a:pt x="1121493" y="171236"/>
                </a:lnTo>
                <a:lnTo>
                  <a:pt x="1069528" y="171236"/>
                </a:lnTo>
                <a:lnTo>
                  <a:pt x="1017068" y="91804"/>
                </a:lnTo>
                <a:lnTo>
                  <a:pt x="1010264" y="91804"/>
                </a:lnTo>
                <a:lnTo>
                  <a:pt x="1010264" y="141495"/>
                </a:lnTo>
                <a:cubicBezTo>
                  <a:pt x="1010429" y="151161"/>
                  <a:pt x="1012037" y="157315"/>
                  <a:pt x="1015089" y="159957"/>
                </a:cubicBezTo>
                <a:cubicBezTo>
                  <a:pt x="1017728" y="162022"/>
                  <a:pt x="1023543" y="163674"/>
                  <a:pt x="1032534" y="164914"/>
                </a:cubicBezTo>
                <a:lnTo>
                  <a:pt x="1032534" y="171236"/>
                </a:lnTo>
                <a:lnTo>
                  <a:pt x="946916" y="171236"/>
                </a:lnTo>
                <a:lnTo>
                  <a:pt x="946916" y="164914"/>
                </a:lnTo>
                <a:cubicBezTo>
                  <a:pt x="956319" y="163839"/>
                  <a:pt x="962258" y="162187"/>
                  <a:pt x="964733" y="159957"/>
                </a:cubicBezTo>
                <a:cubicBezTo>
                  <a:pt x="967537" y="157480"/>
                  <a:pt x="969022" y="151326"/>
                  <a:pt x="969187" y="141495"/>
                </a:cubicBezTo>
                <a:lnTo>
                  <a:pt x="969187" y="29532"/>
                </a:lnTo>
                <a:cubicBezTo>
                  <a:pt x="969022" y="19564"/>
                  <a:pt x="967166" y="13138"/>
                  <a:pt x="963619" y="10254"/>
                </a:cubicBezTo>
                <a:cubicBezTo>
                  <a:pt x="960732" y="8197"/>
                  <a:pt x="955165" y="6880"/>
                  <a:pt x="946916" y="6302"/>
                </a:cubicBezTo>
                <a:lnTo>
                  <a:pt x="946916" y="0"/>
                </a:lnTo>
                <a:lnTo>
                  <a:pt x="1028451" y="0"/>
                </a:lnTo>
                <a:cubicBezTo>
                  <a:pt x="1049897" y="0"/>
                  <a:pt x="1067012" y="3500"/>
                  <a:pt x="1079797" y="10501"/>
                </a:cubicBezTo>
                <a:cubicBezTo>
                  <a:pt x="1093242" y="17832"/>
                  <a:pt x="1099964" y="29323"/>
                  <a:pt x="1099964" y="44974"/>
                </a:cubicBezTo>
                <a:cubicBezTo>
                  <a:pt x="1099964" y="56836"/>
                  <a:pt x="1096170" y="66268"/>
                  <a:pt x="1088582" y="73269"/>
                </a:cubicBezTo>
                <a:cubicBezTo>
                  <a:pt x="1082560" y="78870"/>
                  <a:pt x="1073075" y="83689"/>
                  <a:pt x="1060125" y="87725"/>
                </a:cubicBezTo>
                <a:lnTo>
                  <a:pt x="1111100" y="160081"/>
                </a:lnTo>
                <a:cubicBezTo>
                  <a:pt x="1113492" y="163386"/>
                  <a:pt x="1116956" y="164997"/>
                  <a:pt x="1121493" y="164914"/>
                </a:cubicBezTo>
                <a:moveTo>
                  <a:pt x="1010264" y="83650"/>
                </a:moveTo>
                <a:cubicBezTo>
                  <a:pt x="1024286" y="83402"/>
                  <a:pt x="1034349" y="82083"/>
                  <a:pt x="1040453" y="79691"/>
                </a:cubicBezTo>
                <a:cubicBezTo>
                  <a:pt x="1043422" y="78453"/>
                  <a:pt x="1046061" y="76721"/>
                  <a:pt x="1048371" y="74494"/>
                </a:cubicBezTo>
                <a:cubicBezTo>
                  <a:pt x="1053897" y="68883"/>
                  <a:pt x="1056661" y="59353"/>
                  <a:pt x="1056661" y="45906"/>
                </a:cubicBezTo>
                <a:cubicBezTo>
                  <a:pt x="1056661" y="31801"/>
                  <a:pt x="1053691" y="21819"/>
                  <a:pt x="1047752" y="15961"/>
                </a:cubicBezTo>
                <a:cubicBezTo>
                  <a:pt x="1042721" y="10929"/>
                  <a:pt x="1034802" y="8413"/>
                  <a:pt x="1023997" y="8413"/>
                </a:cubicBezTo>
                <a:cubicBezTo>
                  <a:pt x="1017563" y="8413"/>
                  <a:pt x="1013604" y="9703"/>
                  <a:pt x="1012119" y="12284"/>
                </a:cubicBezTo>
                <a:cubicBezTo>
                  <a:pt x="1010882" y="14446"/>
                  <a:pt x="1010264" y="16776"/>
                  <a:pt x="1010264" y="19274"/>
                </a:cubicBezTo>
                <a:lnTo>
                  <a:pt x="1010264" y="83650"/>
                </a:lnTo>
                <a:close/>
                <a:moveTo>
                  <a:pt x="1304440" y="164914"/>
                </a:moveTo>
                <a:lnTo>
                  <a:pt x="1304440" y="171236"/>
                </a:lnTo>
                <a:lnTo>
                  <a:pt x="1252475" y="171236"/>
                </a:lnTo>
                <a:lnTo>
                  <a:pt x="1200016" y="91804"/>
                </a:lnTo>
                <a:lnTo>
                  <a:pt x="1193211" y="91804"/>
                </a:lnTo>
                <a:lnTo>
                  <a:pt x="1193211" y="141495"/>
                </a:lnTo>
                <a:cubicBezTo>
                  <a:pt x="1193376" y="151161"/>
                  <a:pt x="1194984" y="157315"/>
                  <a:pt x="1198036" y="159957"/>
                </a:cubicBezTo>
                <a:cubicBezTo>
                  <a:pt x="1200675" y="162022"/>
                  <a:pt x="1206491" y="163674"/>
                  <a:pt x="1215481" y="164914"/>
                </a:cubicBezTo>
                <a:lnTo>
                  <a:pt x="1215481" y="171236"/>
                </a:lnTo>
                <a:lnTo>
                  <a:pt x="1129863" y="171236"/>
                </a:lnTo>
                <a:lnTo>
                  <a:pt x="1129863" y="164914"/>
                </a:lnTo>
                <a:cubicBezTo>
                  <a:pt x="1139266" y="163839"/>
                  <a:pt x="1145205" y="162187"/>
                  <a:pt x="1147680" y="159957"/>
                </a:cubicBezTo>
                <a:cubicBezTo>
                  <a:pt x="1150484" y="157480"/>
                  <a:pt x="1151969" y="151326"/>
                  <a:pt x="1152134" y="141495"/>
                </a:cubicBezTo>
                <a:lnTo>
                  <a:pt x="1152134" y="29532"/>
                </a:lnTo>
                <a:cubicBezTo>
                  <a:pt x="1151969" y="19564"/>
                  <a:pt x="1150113" y="13138"/>
                  <a:pt x="1146566" y="10254"/>
                </a:cubicBezTo>
                <a:cubicBezTo>
                  <a:pt x="1143679" y="8197"/>
                  <a:pt x="1138112" y="6880"/>
                  <a:pt x="1129863" y="6302"/>
                </a:cubicBezTo>
                <a:lnTo>
                  <a:pt x="1129863" y="0"/>
                </a:lnTo>
                <a:lnTo>
                  <a:pt x="1211398" y="0"/>
                </a:lnTo>
                <a:cubicBezTo>
                  <a:pt x="1232844" y="0"/>
                  <a:pt x="1249959" y="3500"/>
                  <a:pt x="1262744" y="10501"/>
                </a:cubicBezTo>
                <a:cubicBezTo>
                  <a:pt x="1276189" y="17832"/>
                  <a:pt x="1282912" y="29323"/>
                  <a:pt x="1282912" y="44974"/>
                </a:cubicBezTo>
                <a:cubicBezTo>
                  <a:pt x="1282912" y="56836"/>
                  <a:pt x="1279117" y="66268"/>
                  <a:pt x="1271529" y="73269"/>
                </a:cubicBezTo>
                <a:cubicBezTo>
                  <a:pt x="1265508" y="78870"/>
                  <a:pt x="1256022" y="83689"/>
                  <a:pt x="1243072" y="87725"/>
                </a:cubicBezTo>
                <a:lnTo>
                  <a:pt x="1294047" y="160081"/>
                </a:lnTo>
                <a:cubicBezTo>
                  <a:pt x="1296439" y="163386"/>
                  <a:pt x="1299903" y="164997"/>
                  <a:pt x="1304440" y="164914"/>
                </a:cubicBezTo>
                <a:moveTo>
                  <a:pt x="1193211" y="83650"/>
                </a:moveTo>
                <a:cubicBezTo>
                  <a:pt x="1207233" y="83402"/>
                  <a:pt x="1217296" y="82083"/>
                  <a:pt x="1223400" y="79691"/>
                </a:cubicBezTo>
                <a:cubicBezTo>
                  <a:pt x="1226369" y="78453"/>
                  <a:pt x="1229009" y="76721"/>
                  <a:pt x="1231318" y="74494"/>
                </a:cubicBezTo>
                <a:cubicBezTo>
                  <a:pt x="1236844" y="68883"/>
                  <a:pt x="1239608" y="59353"/>
                  <a:pt x="1239608" y="45906"/>
                </a:cubicBezTo>
                <a:cubicBezTo>
                  <a:pt x="1239608" y="31801"/>
                  <a:pt x="1236638" y="21819"/>
                  <a:pt x="1230699" y="15961"/>
                </a:cubicBezTo>
                <a:cubicBezTo>
                  <a:pt x="1225668" y="10929"/>
                  <a:pt x="1217750" y="8413"/>
                  <a:pt x="1206944" y="8413"/>
                </a:cubicBezTo>
                <a:cubicBezTo>
                  <a:pt x="1200510" y="8413"/>
                  <a:pt x="1196551" y="9703"/>
                  <a:pt x="1195067" y="12284"/>
                </a:cubicBezTo>
                <a:cubicBezTo>
                  <a:pt x="1193829" y="14446"/>
                  <a:pt x="1193211" y="16776"/>
                  <a:pt x="1193211" y="19274"/>
                </a:cubicBezTo>
                <a:lnTo>
                  <a:pt x="1193211" y="8365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37B50-0E38-4FEA-9106-1BF66D54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82" y="1440668"/>
            <a:ext cx="366007" cy="366007"/>
          </a:xfrm>
          <a:custGeom xmlns:a="http://schemas.openxmlformats.org/drawingml/2006/main">
            <a:pathLst>
              <a:path w="366007" h="366007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</a:path>
            </a:pathLst>
          </a:custGeom>
          <a:solidFill xmlns:a="http://schemas.openxmlformats.org/drawingml/2006/main">
            <a:srgbClr val="F79F8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9E7D4-F402-46F8-8EDB-EE998FF6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82" y="1440668"/>
            <a:ext cx="366007" cy="366007"/>
          </a:xfrm>
          <a:custGeom xmlns:a="http://schemas.openxmlformats.org/drawingml/2006/main">
            <a:pathLst>
              <a:path w="366007" h="366007" fill="none">
                <a:moveTo>
                  <a:pt x="327830" y="366007"/>
                </a:moveTo>
                <a:lnTo>
                  <a:pt x="38205" y="366007"/>
                </a:lnTo>
                <a:cubicBezTo>
                  <a:pt x="17118" y="366007"/>
                  <a:pt x="0" y="348917"/>
                  <a:pt x="0" y="327830"/>
                </a:cubicBezTo>
                <a:lnTo>
                  <a:pt x="0" y="38177"/>
                </a:lnTo>
                <a:cubicBezTo>
                  <a:pt x="0" y="17090"/>
                  <a:pt x="17118" y="0"/>
                  <a:pt x="38205" y="0"/>
                </a:cubicBezTo>
                <a:lnTo>
                  <a:pt x="327830" y="0"/>
                </a:lnTo>
                <a:cubicBezTo>
                  <a:pt x="348917" y="0"/>
                  <a:pt x="366007" y="17090"/>
                  <a:pt x="366007" y="38177"/>
                </a:cubicBezTo>
                <a:lnTo>
                  <a:pt x="366007" y="327830"/>
                </a:lnTo>
                <a:cubicBezTo>
                  <a:pt x="366007" y="348917"/>
                  <a:pt x="348917" y="366007"/>
                  <a:pt x="327830" y="3660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03" cap="flat">
            <a:solidFill>
              <a:srgbClr val="231F2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9592C-CC76-48E3-9D8B-5B7C130E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5" y="1516837"/>
            <a:ext cx="198939" cy="213664"/>
          </a:xfrm>
          <a:custGeom xmlns:a="http://schemas.openxmlformats.org/drawingml/2006/main">
            <a:pathLst>
              <a:path w="198939" h="213664">
                <a:moveTo>
                  <a:pt x="99469" y="0"/>
                </a:moveTo>
                <a:cubicBezTo>
                  <a:pt x="99469" y="0"/>
                  <a:pt x="52057" y="32180"/>
                  <a:pt x="0" y="32180"/>
                </a:cubicBezTo>
                <a:lnTo>
                  <a:pt x="0" y="55295"/>
                </a:lnTo>
                <a:cubicBezTo>
                  <a:pt x="0" y="85195"/>
                  <a:pt x="10924" y="117235"/>
                  <a:pt x="26662" y="141785"/>
                </a:cubicBezTo>
                <a:cubicBezTo>
                  <a:pt x="31843" y="149894"/>
                  <a:pt x="38487" y="156932"/>
                  <a:pt x="45582" y="163295"/>
                </a:cubicBezTo>
                <a:lnTo>
                  <a:pt x="99469" y="213664"/>
                </a:lnTo>
                <a:lnTo>
                  <a:pt x="152625" y="163943"/>
                </a:lnTo>
                <a:cubicBezTo>
                  <a:pt x="161831" y="155694"/>
                  <a:pt x="170052" y="146178"/>
                  <a:pt x="176218" y="135254"/>
                </a:cubicBezTo>
                <a:cubicBezTo>
                  <a:pt x="189451" y="111717"/>
                  <a:pt x="198939" y="82605"/>
                  <a:pt x="198939" y="55295"/>
                </a:cubicBezTo>
                <a:lnTo>
                  <a:pt x="198939" y="32180"/>
                </a:lnTo>
                <a:cubicBezTo>
                  <a:pt x="146487" y="32180"/>
                  <a:pt x="99469" y="0"/>
                  <a:pt x="99469" y="0"/>
                </a:cubicBezTo>
              </a:path>
            </a:pathLst>
          </a:custGeom>
          <a:solidFill xmlns:a="http://schemas.openxmlformats.org/drawingml/2006/main">
            <a:srgbClr val="DB62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9B63E-1061-4746-AEAC-CB99351E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5" y="1516837"/>
            <a:ext cx="198939" cy="213664"/>
          </a:xfrm>
          <a:custGeom xmlns:a="http://schemas.openxmlformats.org/drawingml/2006/main">
            <a:pathLst>
              <a:path w="198939" h="213664" fill="none">
                <a:moveTo>
                  <a:pt x="99469" y="0"/>
                </a:moveTo>
                <a:cubicBezTo>
                  <a:pt x="99469" y="0"/>
                  <a:pt x="52057" y="32180"/>
                  <a:pt x="0" y="32180"/>
                </a:cubicBezTo>
                <a:lnTo>
                  <a:pt x="0" y="55295"/>
                </a:lnTo>
                <a:cubicBezTo>
                  <a:pt x="0" y="85195"/>
                  <a:pt x="10924" y="117235"/>
                  <a:pt x="26662" y="141785"/>
                </a:cubicBezTo>
                <a:cubicBezTo>
                  <a:pt x="31843" y="149894"/>
                  <a:pt x="38487" y="156932"/>
                  <a:pt x="45582" y="163295"/>
                </a:cubicBezTo>
                <a:lnTo>
                  <a:pt x="99469" y="213664"/>
                </a:lnTo>
                <a:lnTo>
                  <a:pt x="152625" y="163943"/>
                </a:lnTo>
                <a:cubicBezTo>
                  <a:pt x="161831" y="155694"/>
                  <a:pt x="170052" y="146178"/>
                  <a:pt x="176218" y="135254"/>
                </a:cubicBezTo>
                <a:cubicBezTo>
                  <a:pt x="189451" y="111717"/>
                  <a:pt x="198939" y="82605"/>
                  <a:pt x="198939" y="55295"/>
                </a:cubicBezTo>
                <a:lnTo>
                  <a:pt x="198939" y="32180"/>
                </a:lnTo>
                <a:cubicBezTo>
                  <a:pt x="146487" y="32180"/>
                  <a:pt x="99469" y="0"/>
                  <a:pt x="9946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46" cap="flat">
            <a:solidFill>
              <a:srgbClr val="231F20"/>
            </a:solidFill>
            <a:miter/>
          </a:ln>
        </p:spPr>
      </p:sp>
      <p:sp>
        <p:nvSpPr>
          <p:cNvPr id="134" name="Text Rowsinitialization">
            <a:extLst xmlns:a="http://schemas.openxmlformats.org/drawingml/2006/main">
              <a:ext uri="{FF2B5EF4-FFF2-40B4-BE49-F238E27FC236}">
                <a16:creationId xmlns:a16="http://schemas.microsoft.com/office/drawing/2014/main" id="{D53F06B1-3B11-4431-B17E-A3469DD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95" y="1533745"/>
            <a:ext cx="2009424" cy="178907"/>
          </a:xfrm>
          <a:custGeom xmlns:a="http://schemas.openxmlformats.org/drawingml/2006/main">
            <a:pathLst>
              <a:path w="2009424" h="178907">
                <a:moveTo>
                  <a:pt x="174576" y="168873"/>
                </a:moveTo>
                <a:lnTo>
                  <a:pt x="174576" y="175195"/>
                </a:lnTo>
                <a:lnTo>
                  <a:pt x="122612" y="175195"/>
                </a:lnTo>
                <a:lnTo>
                  <a:pt x="70152" y="95763"/>
                </a:lnTo>
                <a:lnTo>
                  <a:pt x="63347" y="95763"/>
                </a:lnTo>
                <a:lnTo>
                  <a:pt x="63347" y="145455"/>
                </a:lnTo>
                <a:cubicBezTo>
                  <a:pt x="63512" y="155121"/>
                  <a:pt x="65121" y="161275"/>
                  <a:pt x="68173" y="163917"/>
                </a:cubicBezTo>
                <a:cubicBezTo>
                  <a:pt x="70812" y="165981"/>
                  <a:pt x="76627" y="167634"/>
                  <a:pt x="85618" y="168873"/>
                </a:cubicBezTo>
                <a:lnTo>
                  <a:pt x="85618" y="175195"/>
                </a:lnTo>
                <a:lnTo>
                  <a:pt x="0" y="175195"/>
                </a:lnTo>
                <a:lnTo>
                  <a:pt x="0" y="168873"/>
                </a:lnTo>
                <a:cubicBezTo>
                  <a:pt x="9403" y="167799"/>
                  <a:pt x="15342" y="166146"/>
                  <a:pt x="17816" y="163917"/>
                </a:cubicBezTo>
                <a:cubicBezTo>
                  <a:pt x="20621" y="161440"/>
                  <a:pt x="22106" y="155286"/>
                  <a:pt x="22271" y="145455"/>
                </a:cubicBezTo>
                <a:lnTo>
                  <a:pt x="22271" y="33491"/>
                </a:lnTo>
                <a:cubicBezTo>
                  <a:pt x="22106" y="23523"/>
                  <a:pt x="20250" y="17097"/>
                  <a:pt x="16703" y="14213"/>
                </a:cubicBezTo>
                <a:cubicBezTo>
                  <a:pt x="13816" y="12156"/>
                  <a:pt x="8248" y="10839"/>
                  <a:pt x="0" y="10261"/>
                </a:cubicBezTo>
                <a:lnTo>
                  <a:pt x="0" y="3959"/>
                </a:lnTo>
                <a:lnTo>
                  <a:pt x="81535" y="3959"/>
                </a:lnTo>
                <a:cubicBezTo>
                  <a:pt x="102981" y="3959"/>
                  <a:pt x="120096" y="7460"/>
                  <a:pt x="132881" y="14460"/>
                </a:cubicBezTo>
                <a:cubicBezTo>
                  <a:pt x="146326" y="21791"/>
                  <a:pt x="153048" y="33282"/>
                  <a:pt x="153048" y="48933"/>
                </a:cubicBezTo>
                <a:cubicBezTo>
                  <a:pt x="153048" y="60796"/>
                  <a:pt x="149254" y="70227"/>
                  <a:pt x="141665" y="77228"/>
                </a:cubicBezTo>
                <a:cubicBezTo>
                  <a:pt x="135644" y="82829"/>
                  <a:pt x="126159" y="87648"/>
                  <a:pt x="113209" y="91684"/>
                </a:cubicBezTo>
                <a:lnTo>
                  <a:pt x="164183" y="164040"/>
                </a:lnTo>
                <a:cubicBezTo>
                  <a:pt x="166575" y="167345"/>
                  <a:pt x="170040" y="168956"/>
                  <a:pt x="174576" y="168873"/>
                </a:cubicBezTo>
                <a:moveTo>
                  <a:pt x="63347" y="87609"/>
                </a:moveTo>
                <a:cubicBezTo>
                  <a:pt x="77370" y="87362"/>
                  <a:pt x="87433" y="86042"/>
                  <a:pt x="93536" y="83650"/>
                </a:cubicBezTo>
                <a:cubicBezTo>
                  <a:pt x="96506" y="82413"/>
                  <a:pt x="99145" y="80680"/>
                  <a:pt x="101455" y="78453"/>
                </a:cubicBezTo>
                <a:cubicBezTo>
                  <a:pt x="106981" y="72842"/>
                  <a:pt x="109744" y="63313"/>
                  <a:pt x="109744" y="49865"/>
                </a:cubicBezTo>
                <a:cubicBezTo>
                  <a:pt x="109744" y="35760"/>
                  <a:pt x="106775" y="25779"/>
                  <a:pt x="100836" y="19920"/>
                </a:cubicBezTo>
                <a:cubicBezTo>
                  <a:pt x="95805" y="14888"/>
                  <a:pt x="87886" y="12373"/>
                  <a:pt x="77081" y="12373"/>
                </a:cubicBezTo>
                <a:cubicBezTo>
                  <a:pt x="70647" y="12373"/>
                  <a:pt x="66688" y="13663"/>
                  <a:pt x="65203" y="16243"/>
                </a:cubicBezTo>
                <a:cubicBezTo>
                  <a:pt x="63966" y="18405"/>
                  <a:pt x="63347" y="20736"/>
                  <a:pt x="63347" y="23233"/>
                </a:cubicBezTo>
                <a:lnTo>
                  <a:pt x="63347" y="87609"/>
                </a:lnTo>
                <a:close/>
                <a:moveTo>
                  <a:pt x="239985" y="55181"/>
                </a:moveTo>
                <a:cubicBezTo>
                  <a:pt x="254502" y="55181"/>
                  <a:pt x="266957" y="59933"/>
                  <a:pt x="277350" y="69437"/>
                </a:cubicBezTo>
                <a:cubicBezTo>
                  <a:pt x="290464" y="81505"/>
                  <a:pt x="297022" y="97374"/>
                  <a:pt x="297022" y="117044"/>
                </a:cubicBezTo>
                <a:cubicBezTo>
                  <a:pt x="297022" y="129690"/>
                  <a:pt x="294094" y="141055"/>
                  <a:pt x="288237" y="151138"/>
                </a:cubicBezTo>
                <a:cubicBezTo>
                  <a:pt x="283206" y="159897"/>
                  <a:pt x="276483" y="166715"/>
                  <a:pt x="268070" y="171591"/>
                </a:cubicBezTo>
                <a:cubicBezTo>
                  <a:pt x="259657" y="176468"/>
                  <a:pt x="250336" y="178907"/>
                  <a:pt x="240108" y="178907"/>
                </a:cubicBezTo>
                <a:cubicBezTo>
                  <a:pt x="221467" y="178907"/>
                  <a:pt x="206661" y="171717"/>
                  <a:pt x="195691" y="157336"/>
                </a:cubicBezTo>
                <a:cubicBezTo>
                  <a:pt x="187030" y="146013"/>
                  <a:pt x="182700" y="132417"/>
                  <a:pt x="182700" y="116549"/>
                </a:cubicBezTo>
                <a:cubicBezTo>
                  <a:pt x="182700" y="104233"/>
                  <a:pt x="185669" y="93116"/>
                  <a:pt x="191608" y="83198"/>
                </a:cubicBezTo>
                <a:cubicBezTo>
                  <a:pt x="196887" y="74189"/>
                  <a:pt x="203651" y="67289"/>
                  <a:pt x="211899" y="62497"/>
                </a:cubicBezTo>
                <a:cubicBezTo>
                  <a:pt x="220312" y="57620"/>
                  <a:pt x="229674" y="55181"/>
                  <a:pt x="239985" y="55181"/>
                </a:cubicBezTo>
                <a:moveTo>
                  <a:pt x="240232" y="63100"/>
                </a:moveTo>
                <a:cubicBezTo>
                  <a:pt x="233221" y="63100"/>
                  <a:pt x="228148" y="66482"/>
                  <a:pt x="225014" y="73245"/>
                </a:cubicBezTo>
                <a:cubicBezTo>
                  <a:pt x="222787" y="78194"/>
                  <a:pt x="221302" y="85494"/>
                  <a:pt x="220560" y="95145"/>
                </a:cubicBezTo>
                <a:cubicBezTo>
                  <a:pt x="220147" y="100176"/>
                  <a:pt x="219941" y="108755"/>
                  <a:pt x="219941" y="120880"/>
                </a:cubicBezTo>
                <a:cubicBezTo>
                  <a:pt x="219941" y="138531"/>
                  <a:pt x="221013" y="150532"/>
                  <a:pt x="223158" y="156884"/>
                </a:cubicBezTo>
                <a:cubicBezTo>
                  <a:pt x="226292" y="166287"/>
                  <a:pt x="231901" y="170988"/>
                  <a:pt x="239985" y="170988"/>
                </a:cubicBezTo>
                <a:cubicBezTo>
                  <a:pt x="246336" y="170988"/>
                  <a:pt x="250955" y="168308"/>
                  <a:pt x="253842" y="162946"/>
                </a:cubicBezTo>
                <a:cubicBezTo>
                  <a:pt x="257801" y="155605"/>
                  <a:pt x="259781" y="140841"/>
                  <a:pt x="259781" y="118653"/>
                </a:cubicBezTo>
                <a:cubicBezTo>
                  <a:pt x="259781" y="94155"/>
                  <a:pt x="257718" y="78236"/>
                  <a:pt x="253594" y="70895"/>
                </a:cubicBezTo>
                <a:cubicBezTo>
                  <a:pt x="250707" y="65698"/>
                  <a:pt x="246253" y="63100"/>
                  <a:pt x="240232" y="63100"/>
                </a:cubicBezTo>
                <a:close/>
                <a:moveTo>
                  <a:pt x="482239" y="58398"/>
                </a:moveTo>
                <a:lnTo>
                  <a:pt x="482239" y="64461"/>
                </a:lnTo>
                <a:cubicBezTo>
                  <a:pt x="479847" y="64956"/>
                  <a:pt x="478032" y="65533"/>
                  <a:pt x="476795" y="66193"/>
                </a:cubicBezTo>
                <a:cubicBezTo>
                  <a:pt x="474320" y="67515"/>
                  <a:pt x="471887" y="71150"/>
                  <a:pt x="469495" y="77096"/>
                </a:cubicBezTo>
                <a:lnTo>
                  <a:pt x="430274" y="178907"/>
                </a:lnTo>
                <a:lnTo>
                  <a:pt x="424459" y="178907"/>
                </a:lnTo>
                <a:lnTo>
                  <a:pt x="398477" y="100217"/>
                </a:lnTo>
                <a:lnTo>
                  <a:pt x="366927" y="178907"/>
                </a:lnTo>
                <a:lnTo>
                  <a:pt x="360864" y="178907"/>
                </a:lnTo>
                <a:lnTo>
                  <a:pt x="323376" y="84029"/>
                </a:lnTo>
                <a:cubicBezTo>
                  <a:pt x="319251" y="73955"/>
                  <a:pt x="316365" y="68259"/>
                  <a:pt x="314715" y="66939"/>
                </a:cubicBezTo>
                <a:cubicBezTo>
                  <a:pt x="313478" y="65864"/>
                  <a:pt x="311539" y="65038"/>
                  <a:pt x="308900" y="64461"/>
                </a:cubicBezTo>
                <a:lnTo>
                  <a:pt x="308900" y="58398"/>
                </a:lnTo>
                <a:lnTo>
                  <a:pt x="365195" y="58398"/>
                </a:lnTo>
                <a:lnTo>
                  <a:pt x="365195" y="64461"/>
                </a:lnTo>
                <a:cubicBezTo>
                  <a:pt x="358761" y="65368"/>
                  <a:pt x="355544" y="67760"/>
                  <a:pt x="355544" y="71637"/>
                </a:cubicBezTo>
                <a:cubicBezTo>
                  <a:pt x="355544" y="73864"/>
                  <a:pt x="357565" y="80298"/>
                  <a:pt x="361607" y="90938"/>
                </a:cubicBezTo>
                <a:lnTo>
                  <a:pt x="370639" y="114322"/>
                </a:lnTo>
                <a:lnTo>
                  <a:pt x="376825" y="130654"/>
                </a:lnTo>
                <a:lnTo>
                  <a:pt x="394023" y="87226"/>
                </a:lnTo>
                <a:cubicBezTo>
                  <a:pt x="393280" y="84834"/>
                  <a:pt x="392827" y="83267"/>
                  <a:pt x="392662" y="82525"/>
                </a:cubicBezTo>
                <a:cubicBezTo>
                  <a:pt x="390022" y="73534"/>
                  <a:pt x="387837" y="68255"/>
                  <a:pt x="386104" y="66688"/>
                </a:cubicBezTo>
                <a:cubicBezTo>
                  <a:pt x="384867" y="65698"/>
                  <a:pt x="382021" y="64956"/>
                  <a:pt x="377567" y="64461"/>
                </a:cubicBezTo>
                <a:lnTo>
                  <a:pt x="377567" y="58398"/>
                </a:lnTo>
                <a:lnTo>
                  <a:pt x="436832" y="58398"/>
                </a:lnTo>
                <a:lnTo>
                  <a:pt x="436832" y="64461"/>
                </a:lnTo>
                <a:cubicBezTo>
                  <a:pt x="431883" y="64873"/>
                  <a:pt x="428583" y="65574"/>
                  <a:pt x="426934" y="66564"/>
                </a:cubicBezTo>
                <a:cubicBezTo>
                  <a:pt x="425449" y="67389"/>
                  <a:pt x="424707" y="68709"/>
                  <a:pt x="424707" y="70523"/>
                </a:cubicBezTo>
                <a:cubicBezTo>
                  <a:pt x="424707" y="72586"/>
                  <a:pt x="426975" y="81576"/>
                  <a:pt x="431512" y="97496"/>
                </a:cubicBezTo>
                <a:cubicBezTo>
                  <a:pt x="435388" y="111435"/>
                  <a:pt x="438234" y="122158"/>
                  <a:pt x="440049" y="129664"/>
                </a:cubicBezTo>
                <a:cubicBezTo>
                  <a:pt x="442606" y="122488"/>
                  <a:pt x="445616" y="114570"/>
                  <a:pt x="449081" y="105909"/>
                </a:cubicBezTo>
                <a:cubicBezTo>
                  <a:pt x="456504" y="86938"/>
                  <a:pt x="460216" y="76050"/>
                  <a:pt x="460216" y="73245"/>
                </a:cubicBezTo>
                <a:cubicBezTo>
                  <a:pt x="460216" y="70853"/>
                  <a:pt x="459556" y="68915"/>
                  <a:pt x="458236" y="67430"/>
                </a:cubicBezTo>
                <a:cubicBezTo>
                  <a:pt x="456834" y="66028"/>
                  <a:pt x="453411" y="65038"/>
                  <a:pt x="447967" y="64461"/>
                </a:cubicBezTo>
                <a:lnTo>
                  <a:pt x="447967" y="58398"/>
                </a:lnTo>
                <a:lnTo>
                  <a:pt x="482239" y="58398"/>
                </a:lnTo>
                <a:close/>
                <a:moveTo>
                  <a:pt x="572145" y="92547"/>
                </a:moveTo>
                <a:lnTo>
                  <a:pt x="565835" y="92547"/>
                </a:lnTo>
                <a:cubicBezTo>
                  <a:pt x="562453" y="83020"/>
                  <a:pt x="558494" y="76061"/>
                  <a:pt x="553957" y="71672"/>
                </a:cubicBezTo>
                <a:cubicBezTo>
                  <a:pt x="548183" y="66287"/>
                  <a:pt x="541832" y="63595"/>
                  <a:pt x="534903" y="63595"/>
                </a:cubicBezTo>
                <a:cubicBezTo>
                  <a:pt x="529459" y="63595"/>
                  <a:pt x="525129" y="65372"/>
                  <a:pt x="521912" y="68927"/>
                </a:cubicBezTo>
                <a:cubicBezTo>
                  <a:pt x="519438" y="71571"/>
                  <a:pt x="518200" y="74712"/>
                  <a:pt x="518200" y="78349"/>
                </a:cubicBezTo>
                <a:cubicBezTo>
                  <a:pt x="518200" y="81161"/>
                  <a:pt x="519066" y="83931"/>
                  <a:pt x="520799" y="86658"/>
                </a:cubicBezTo>
                <a:cubicBezTo>
                  <a:pt x="523603" y="90955"/>
                  <a:pt x="530862" y="95584"/>
                  <a:pt x="542574" y="100546"/>
                </a:cubicBezTo>
                <a:cubicBezTo>
                  <a:pt x="558411" y="107240"/>
                  <a:pt x="568557" y="114473"/>
                  <a:pt x="573011" y="122244"/>
                </a:cubicBezTo>
                <a:cubicBezTo>
                  <a:pt x="575980" y="127534"/>
                  <a:pt x="577465" y="133527"/>
                  <a:pt x="577465" y="140223"/>
                </a:cubicBezTo>
                <a:cubicBezTo>
                  <a:pt x="577465" y="152374"/>
                  <a:pt x="573464" y="162045"/>
                  <a:pt x="565463" y="169237"/>
                </a:cubicBezTo>
                <a:cubicBezTo>
                  <a:pt x="558205" y="175683"/>
                  <a:pt x="549173" y="178907"/>
                  <a:pt x="538368" y="178907"/>
                </a:cubicBezTo>
                <a:cubicBezTo>
                  <a:pt x="534903" y="178907"/>
                  <a:pt x="531109" y="178438"/>
                  <a:pt x="526985" y="177499"/>
                </a:cubicBezTo>
                <a:cubicBezTo>
                  <a:pt x="519974" y="175966"/>
                  <a:pt x="514654" y="174432"/>
                  <a:pt x="511024" y="172898"/>
                </a:cubicBezTo>
                <a:cubicBezTo>
                  <a:pt x="508550" y="171790"/>
                  <a:pt x="506611" y="171236"/>
                  <a:pt x="505209" y="171236"/>
                </a:cubicBezTo>
                <a:cubicBezTo>
                  <a:pt x="503230" y="171236"/>
                  <a:pt x="501044" y="173710"/>
                  <a:pt x="498652" y="178659"/>
                </a:cubicBezTo>
                <a:lnTo>
                  <a:pt x="492342" y="178659"/>
                </a:lnTo>
                <a:lnTo>
                  <a:pt x="492342" y="136593"/>
                </a:lnTo>
                <a:lnTo>
                  <a:pt x="499394" y="136593"/>
                </a:lnTo>
                <a:cubicBezTo>
                  <a:pt x="501704" y="146148"/>
                  <a:pt x="505127" y="153627"/>
                  <a:pt x="509663" y="159030"/>
                </a:cubicBezTo>
                <a:cubicBezTo>
                  <a:pt x="515932" y="166507"/>
                  <a:pt x="524057" y="170246"/>
                  <a:pt x="534037" y="170246"/>
                </a:cubicBezTo>
                <a:cubicBezTo>
                  <a:pt x="540718" y="170246"/>
                  <a:pt x="545667" y="168386"/>
                  <a:pt x="548884" y="164667"/>
                </a:cubicBezTo>
                <a:cubicBezTo>
                  <a:pt x="551689" y="161360"/>
                  <a:pt x="553091" y="157723"/>
                  <a:pt x="553091" y="153756"/>
                </a:cubicBezTo>
                <a:cubicBezTo>
                  <a:pt x="553091" y="151029"/>
                  <a:pt x="552307" y="148466"/>
                  <a:pt x="550740" y="146069"/>
                </a:cubicBezTo>
                <a:cubicBezTo>
                  <a:pt x="548018" y="141687"/>
                  <a:pt x="540677" y="136893"/>
                  <a:pt x="528717" y="131686"/>
                </a:cubicBezTo>
                <a:cubicBezTo>
                  <a:pt x="512220" y="124495"/>
                  <a:pt x="501662" y="116848"/>
                  <a:pt x="497043" y="108747"/>
                </a:cubicBezTo>
                <a:cubicBezTo>
                  <a:pt x="494239" y="103787"/>
                  <a:pt x="492837" y="98291"/>
                  <a:pt x="492837" y="92257"/>
                </a:cubicBezTo>
                <a:cubicBezTo>
                  <a:pt x="492837" y="81178"/>
                  <a:pt x="496755" y="72168"/>
                  <a:pt x="504591" y="65226"/>
                </a:cubicBezTo>
                <a:cubicBezTo>
                  <a:pt x="512179" y="58530"/>
                  <a:pt x="521500" y="55181"/>
                  <a:pt x="532553" y="55181"/>
                </a:cubicBezTo>
                <a:cubicBezTo>
                  <a:pt x="537831" y="55181"/>
                  <a:pt x="544430" y="56460"/>
                  <a:pt x="552349" y="59017"/>
                </a:cubicBezTo>
                <a:cubicBezTo>
                  <a:pt x="556225" y="60254"/>
                  <a:pt x="558906" y="60873"/>
                  <a:pt x="560391" y="60873"/>
                </a:cubicBezTo>
                <a:cubicBezTo>
                  <a:pt x="563278" y="60873"/>
                  <a:pt x="565340" y="59141"/>
                  <a:pt x="566577" y="55676"/>
                </a:cubicBezTo>
                <a:lnTo>
                  <a:pt x="572145" y="55676"/>
                </a:lnTo>
                <a:lnTo>
                  <a:pt x="572145" y="92547"/>
                </a:lnTo>
                <a:close/>
                <a:moveTo>
                  <a:pt x="712532" y="169132"/>
                </a:moveTo>
                <a:lnTo>
                  <a:pt x="712532" y="175195"/>
                </a:lnTo>
                <a:lnTo>
                  <a:pt x="652031" y="175195"/>
                </a:lnTo>
                <a:lnTo>
                  <a:pt x="652031" y="169132"/>
                </a:lnTo>
                <a:cubicBezTo>
                  <a:pt x="657062" y="167895"/>
                  <a:pt x="660485" y="166575"/>
                  <a:pt x="662300" y="165173"/>
                </a:cubicBezTo>
                <a:cubicBezTo>
                  <a:pt x="664362" y="163689"/>
                  <a:pt x="665434" y="159936"/>
                  <a:pt x="665517" y="153914"/>
                </a:cubicBezTo>
                <a:lnTo>
                  <a:pt x="665517" y="79432"/>
                </a:lnTo>
                <a:cubicBezTo>
                  <a:pt x="665434" y="73410"/>
                  <a:pt x="664238" y="69575"/>
                  <a:pt x="661929" y="67925"/>
                </a:cubicBezTo>
                <a:cubicBezTo>
                  <a:pt x="660032" y="66605"/>
                  <a:pt x="656732" y="65451"/>
                  <a:pt x="652031" y="64461"/>
                </a:cubicBezTo>
                <a:lnTo>
                  <a:pt x="652031" y="58398"/>
                </a:lnTo>
                <a:lnTo>
                  <a:pt x="700778" y="58398"/>
                </a:lnTo>
                <a:lnTo>
                  <a:pt x="700778" y="154657"/>
                </a:lnTo>
                <a:cubicBezTo>
                  <a:pt x="700861" y="160513"/>
                  <a:pt x="702181" y="164431"/>
                  <a:pt x="704738" y="166410"/>
                </a:cubicBezTo>
                <a:cubicBezTo>
                  <a:pt x="706552" y="167730"/>
                  <a:pt x="709151" y="168638"/>
                  <a:pt x="712532" y="169132"/>
                </a:cubicBezTo>
                <a:moveTo>
                  <a:pt x="682838" y="0"/>
                </a:moveTo>
                <a:cubicBezTo>
                  <a:pt x="688695" y="0"/>
                  <a:pt x="693561" y="2145"/>
                  <a:pt x="697438" y="6434"/>
                </a:cubicBezTo>
                <a:cubicBezTo>
                  <a:pt x="700820" y="10228"/>
                  <a:pt x="702511" y="14723"/>
                  <a:pt x="702511" y="19920"/>
                </a:cubicBezTo>
                <a:cubicBezTo>
                  <a:pt x="702511" y="25776"/>
                  <a:pt x="700407" y="30601"/>
                  <a:pt x="696201" y="34396"/>
                </a:cubicBezTo>
                <a:cubicBezTo>
                  <a:pt x="692489" y="37695"/>
                  <a:pt x="687952" y="39345"/>
                  <a:pt x="682591" y="39345"/>
                </a:cubicBezTo>
                <a:cubicBezTo>
                  <a:pt x="676735" y="39345"/>
                  <a:pt x="671909" y="37241"/>
                  <a:pt x="668115" y="33035"/>
                </a:cubicBezTo>
                <a:cubicBezTo>
                  <a:pt x="664816" y="29405"/>
                  <a:pt x="663166" y="24910"/>
                  <a:pt x="663166" y="19549"/>
                </a:cubicBezTo>
                <a:cubicBezTo>
                  <a:pt x="663166" y="13857"/>
                  <a:pt x="665352" y="9032"/>
                  <a:pt x="669723" y="5073"/>
                </a:cubicBezTo>
                <a:cubicBezTo>
                  <a:pt x="673435" y="1691"/>
                  <a:pt x="677807" y="0"/>
                  <a:pt x="682838" y="0"/>
                </a:cubicBezTo>
                <a:close/>
                <a:moveTo>
                  <a:pt x="854983" y="169132"/>
                </a:moveTo>
                <a:lnTo>
                  <a:pt x="854983" y="175195"/>
                </a:lnTo>
                <a:lnTo>
                  <a:pt x="795471" y="175195"/>
                </a:lnTo>
                <a:lnTo>
                  <a:pt x="795471" y="169132"/>
                </a:lnTo>
                <a:cubicBezTo>
                  <a:pt x="798770" y="168720"/>
                  <a:pt x="801327" y="167854"/>
                  <a:pt x="803142" y="166534"/>
                </a:cubicBezTo>
                <a:cubicBezTo>
                  <a:pt x="805864" y="164472"/>
                  <a:pt x="807266" y="160513"/>
                  <a:pt x="807349" y="154657"/>
                </a:cubicBezTo>
                <a:lnTo>
                  <a:pt x="807349" y="93413"/>
                </a:lnTo>
                <a:cubicBezTo>
                  <a:pt x="807349" y="79308"/>
                  <a:pt x="802977" y="72256"/>
                  <a:pt x="794234" y="72256"/>
                </a:cubicBezTo>
                <a:cubicBezTo>
                  <a:pt x="788295" y="72256"/>
                  <a:pt x="782480" y="75184"/>
                  <a:pt x="776789" y="81040"/>
                </a:cubicBezTo>
                <a:cubicBezTo>
                  <a:pt x="773902" y="84009"/>
                  <a:pt x="772458" y="85989"/>
                  <a:pt x="772458" y="86979"/>
                </a:cubicBezTo>
                <a:lnTo>
                  <a:pt x="772458" y="154657"/>
                </a:lnTo>
                <a:cubicBezTo>
                  <a:pt x="772541" y="160265"/>
                  <a:pt x="773860" y="164101"/>
                  <a:pt x="776417" y="166163"/>
                </a:cubicBezTo>
                <a:cubicBezTo>
                  <a:pt x="778397" y="167565"/>
                  <a:pt x="781202" y="168555"/>
                  <a:pt x="784831" y="169132"/>
                </a:cubicBezTo>
                <a:lnTo>
                  <a:pt x="784831" y="175195"/>
                </a:lnTo>
                <a:lnTo>
                  <a:pt x="723710" y="175195"/>
                </a:lnTo>
                <a:lnTo>
                  <a:pt x="723710" y="169132"/>
                </a:lnTo>
                <a:cubicBezTo>
                  <a:pt x="729072" y="168143"/>
                  <a:pt x="732577" y="166823"/>
                  <a:pt x="734227" y="165173"/>
                </a:cubicBezTo>
                <a:cubicBezTo>
                  <a:pt x="736124" y="163359"/>
                  <a:pt x="737114" y="159606"/>
                  <a:pt x="737197" y="153914"/>
                </a:cubicBezTo>
                <a:lnTo>
                  <a:pt x="737197" y="79432"/>
                </a:lnTo>
                <a:cubicBezTo>
                  <a:pt x="737114" y="73163"/>
                  <a:pt x="735918" y="69245"/>
                  <a:pt x="733609" y="67678"/>
                </a:cubicBezTo>
                <a:cubicBezTo>
                  <a:pt x="731711" y="66358"/>
                  <a:pt x="728412" y="65286"/>
                  <a:pt x="723710" y="64461"/>
                </a:cubicBezTo>
                <a:lnTo>
                  <a:pt x="723710" y="58398"/>
                </a:lnTo>
                <a:lnTo>
                  <a:pt x="772087" y="58398"/>
                </a:lnTo>
                <a:lnTo>
                  <a:pt x="772087" y="77452"/>
                </a:lnTo>
                <a:cubicBezTo>
                  <a:pt x="781655" y="62605"/>
                  <a:pt x="793739" y="55181"/>
                  <a:pt x="808339" y="55181"/>
                </a:cubicBezTo>
                <a:cubicBezTo>
                  <a:pt x="818484" y="55181"/>
                  <a:pt x="826732" y="58369"/>
                  <a:pt x="833084" y="64743"/>
                </a:cubicBezTo>
                <a:cubicBezTo>
                  <a:pt x="839435" y="71032"/>
                  <a:pt x="842610" y="79805"/>
                  <a:pt x="842610" y="91062"/>
                </a:cubicBezTo>
                <a:lnTo>
                  <a:pt x="842610" y="154657"/>
                </a:lnTo>
                <a:cubicBezTo>
                  <a:pt x="842693" y="159853"/>
                  <a:pt x="843600" y="163482"/>
                  <a:pt x="845332" y="165544"/>
                </a:cubicBezTo>
                <a:cubicBezTo>
                  <a:pt x="847312" y="167607"/>
                  <a:pt x="850529" y="168803"/>
                  <a:pt x="854983" y="169132"/>
                </a:cubicBezTo>
                <a:close/>
                <a:moveTo>
                  <a:pt x="923859" y="169132"/>
                </a:moveTo>
                <a:lnTo>
                  <a:pt x="923859" y="175195"/>
                </a:lnTo>
                <a:lnTo>
                  <a:pt x="863357" y="175195"/>
                </a:lnTo>
                <a:lnTo>
                  <a:pt x="863357" y="169132"/>
                </a:lnTo>
                <a:cubicBezTo>
                  <a:pt x="868389" y="167895"/>
                  <a:pt x="871812" y="166575"/>
                  <a:pt x="873627" y="165173"/>
                </a:cubicBezTo>
                <a:cubicBezTo>
                  <a:pt x="875689" y="163689"/>
                  <a:pt x="876761" y="159936"/>
                  <a:pt x="876843" y="153914"/>
                </a:cubicBezTo>
                <a:lnTo>
                  <a:pt x="876843" y="79432"/>
                </a:lnTo>
                <a:cubicBezTo>
                  <a:pt x="876761" y="73410"/>
                  <a:pt x="875565" y="69575"/>
                  <a:pt x="873255" y="67925"/>
                </a:cubicBezTo>
                <a:cubicBezTo>
                  <a:pt x="871358" y="66605"/>
                  <a:pt x="868059" y="65451"/>
                  <a:pt x="863357" y="64461"/>
                </a:cubicBezTo>
                <a:lnTo>
                  <a:pt x="863357" y="58398"/>
                </a:lnTo>
                <a:lnTo>
                  <a:pt x="912105" y="58398"/>
                </a:lnTo>
                <a:lnTo>
                  <a:pt x="912105" y="154657"/>
                </a:lnTo>
                <a:cubicBezTo>
                  <a:pt x="912188" y="160513"/>
                  <a:pt x="913507" y="164431"/>
                  <a:pt x="916064" y="166410"/>
                </a:cubicBezTo>
                <a:cubicBezTo>
                  <a:pt x="917879" y="167730"/>
                  <a:pt x="920477" y="168638"/>
                  <a:pt x="923859" y="169132"/>
                </a:cubicBezTo>
                <a:moveTo>
                  <a:pt x="894165" y="0"/>
                </a:moveTo>
                <a:cubicBezTo>
                  <a:pt x="900021" y="0"/>
                  <a:pt x="904888" y="2145"/>
                  <a:pt x="908765" y="6434"/>
                </a:cubicBezTo>
                <a:cubicBezTo>
                  <a:pt x="912146" y="10228"/>
                  <a:pt x="913837" y="14723"/>
                  <a:pt x="913837" y="19920"/>
                </a:cubicBezTo>
                <a:cubicBezTo>
                  <a:pt x="913837" y="25776"/>
                  <a:pt x="911734" y="30601"/>
                  <a:pt x="907527" y="34396"/>
                </a:cubicBezTo>
                <a:cubicBezTo>
                  <a:pt x="903816" y="37695"/>
                  <a:pt x="899279" y="39345"/>
                  <a:pt x="893918" y="39345"/>
                </a:cubicBezTo>
                <a:cubicBezTo>
                  <a:pt x="888061" y="39345"/>
                  <a:pt x="883236" y="37241"/>
                  <a:pt x="879442" y="33035"/>
                </a:cubicBezTo>
                <a:cubicBezTo>
                  <a:pt x="876142" y="29405"/>
                  <a:pt x="874493" y="24910"/>
                  <a:pt x="874493" y="19549"/>
                </a:cubicBezTo>
                <a:cubicBezTo>
                  <a:pt x="874493" y="13857"/>
                  <a:pt x="876679" y="9032"/>
                  <a:pt x="881050" y="5073"/>
                </a:cubicBezTo>
                <a:cubicBezTo>
                  <a:pt x="884762" y="1691"/>
                  <a:pt x="889134" y="0"/>
                  <a:pt x="894165" y="0"/>
                </a:cubicBezTo>
                <a:close/>
                <a:moveTo>
                  <a:pt x="1007045" y="58398"/>
                </a:moveTo>
                <a:lnTo>
                  <a:pt x="1007045" y="69534"/>
                </a:lnTo>
                <a:lnTo>
                  <a:pt x="983166" y="69534"/>
                </a:lnTo>
                <a:lnTo>
                  <a:pt x="983166" y="145748"/>
                </a:lnTo>
                <a:cubicBezTo>
                  <a:pt x="983166" y="155481"/>
                  <a:pt x="986424" y="160348"/>
                  <a:pt x="992941" y="160348"/>
                </a:cubicBezTo>
                <a:cubicBezTo>
                  <a:pt x="997972" y="160348"/>
                  <a:pt x="1002839" y="155935"/>
                  <a:pt x="1007540" y="147109"/>
                </a:cubicBezTo>
                <a:lnTo>
                  <a:pt x="1013850" y="149831"/>
                </a:lnTo>
                <a:cubicBezTo>
                  <a:pt x="1009231" y="159193"/>
                  <a:pt x="1004488" y="165986"/>
                  <a:pt x="999622" y="170211"/>
                </a:cubicBezTo>
                <a:cubicBezTo>
                  <a:pt x="993436" y="175678"/>
                  <a:pt x="985641" y="178412"/>
                  <a:pt x="976238" y="178412"/>
                </a:cubicBezTo>
                <a:cubicBezTo>
                  <a:pt x="964443" y="178412"/>
                  <a:pt x="956277" y="174393"/>
                  <a:pt x="951740" y="166356"/>
                </a:cubicBezTo>
                <a:cubicBezTo>
                  <a:pt x="949183" y="161964"/>
                  <a:pt x="947905" y="157074"/>
                  <a:pt x="947905" y="151687"/>
                </a:cubicBezTo>
                <a:lnTo>
                  <a:pt x="947905" y="69534"/>
                </a:lnTo>
                <a:lnTo>
                  <a:pt x="934790" y="69534"/>
                </a:lnTo>
                <a:lnTo>
                  <a:pt x="934790" y="62729"/>
                </a:lnTo>
                <a:cubicBezTo>
                  <a:pt x="949307" y="50356"/>
                  <a:pt x="963329" y="34643"/>
                  <a:pt x="976856" y="15589"/>
                </a:cubicBezTo>
                <a:lnTo>
                  <a:pt x="983166" y="15589"/>
                </a:lnTo>
                <a:lnTo>
                  <a:pt x="983166" y="58398"/>
                </a:lnTo>
                <a:lnTo>
                  <a:pt x="1007045" y="58398"/>
                </a:lnTo>
                <a:close/>
                <a:moveTo>
                  <a:pt x="1078679" y="169132"/>
                </a:moveTo>
                <a:lnTo>
                  <a:pt x="1078679" y="175195"/>
                </a:lnTo>
                <a:lnTo>
                  <a:pt x="1018177" y="175195"/>
                </a:lnTo>
                <a:lnTo>
                  <a:pt x="1018177" y="169132"/>
                </a:lnTo>
                <a:cubicBezTo>
                  <a:pt x="1023209" y="167895"/>
                  <a:pt x="1026632" y="166575"/>
                  <a:pt x="1028447" y="165173"/>
                </a:cubicBezTo>
                <a:cubicBezTo>
                  <a:pt x="1030509" y="163689"/>
                  <a:pt x="1031581" y="159936"/>
                  <a:pt x="1031663" y="153914"/>
                </a:cubicBezTo>
                <a:lnTo>
                  <a:pt x="1031663" y="79432"/>
                </a:lnTo>
                <a:cubicBezTo>
                  <a:pt x="1031581" y="73410"/>
                  <a:pt x="1030385" y="69575"/>
                  <a:pt x="1028075" y="67925"/>
                </a:cubicBezTo>
                <a:cubicBezTo>
                  <a:pt x="1026178" y="66605"/>
                  <a:pt x="1022879" y="65451"/>
                  <a:pt x="1018177" y="64461"/>
                </a:cubicBezTo>
                <a:lnTo>
                  <a:pt x="1018177" y="58398"/>
                </a:lnTo>
                <a:lnTo>
                  <a:pt x="1066925" y="58398"/>
                </a:lnTo>
                <a:lnTo>
                  <a:pt x="1066925" y="154657"/>
                </a:lnTo>
                <a:cubicBezTo>
                  <a:pt x="1067008" y="160513"/>
                  <a:pt x="1068327" y="164431"/>
                  <a:pt x="1070884" y="166410"/>
                </a:cubicBezTo>
                <a:cubicBezTo>
                  <a:pt x="1072699" y="167730"/>
                  <a:pt x="1075297" y="168638"/>
                  <a:pt x="1078679" y="169132"/>
                </a:cubicBezTo>
                <a:moveTo>
                  <a:pt x="1048985" y="0"/>
                </a:moveTo>
                <a:cubicBezTo>
                  <a:pt x="1054841" y="0"/>
                  <a:pt x="1059708" y="2145"/>
                  <a:pt x="1063585" y="6434"/>
                </a:cubicBezTo>
                <a:cubicBezTo>
                  <a:pt x="1066966" y="10228"/>
                  <a:pt x="1068657" y="14723"/>
                  <a:pt x="1068657" y="19920"/>
                </a:cubicBezTo>
                <a:cubicBezTo>
                  <a:pt x="1068657" y="25776"/>
                  <a:pt x="1066554" y="30601"/>
                  <a:pt x="1062347" y="34396"/>
                </a:cubicBezTo>
                <a:cubicBezTo>
                  <a:pt x="1058636" y="37695"/>
                  <a:pt x="1054099" y="39345"/>
                  <a:pt x="1048737" y="39345"/>
                </a:cubicBezTo>
                <a:cubicBezTo>
                  <a:pt x="1042881" y="39345"/>
                  <a:pt x="1038056" y="37241"/>
                  <a:pt x="1034262" y="33035"/>
                </a:cubicBezTo>
                <a:cubicBezTo>
                  <a:pt x="1030962" y="29405"/>
                  <a:pt x="1029313" y="24910"/>
                  <a:pt x="1029313" y="19549"/>
                </a:cubicBezTo>
                <a:cubicBezTo>
                  <a:pt x="1029313" y="13857"/>
                  <a:pt x="1031498" y="9032"/>
                  <a:pt x="1035870" y="5073"/>
                </a:cubicBezTo>
                <a:cubicBezTo>
                  <a:pt x="1039582" y="1691"/>
                  <a:pt x="1043953" y="0"/>
                  <a:pt x="1048985" y="0"/>
                </a:cubicBezTo>
                <a:close/>
                <a:moveTo>
                  <a:pt x="1204303" y="158987"/>
                </a:moveTo>
                <a:lnTo>
                  <a:pt x="1208139" y="164307"/>
                </a:lnTo>
                <a:cubicBezTo>
                  <a:pt x="1203272" y="169633"/>
                  <a:pt x="1198694" y="173397"/>
                  <a:pt x="1194405" y="175601"/>
                </a:cubicBezTo>
                <a:cubicBezTo>
                  <a:pt x="1190116" y="177805"/>
                  <a:pt x="1185167" y="178907"/>
                  <a:pt x="1179558" y="178907"/>
                </a:cubicBezTo>
                <a:cubicBezTo>
                  <a:pt x="1172300" y="178907"/>
                  <a:pt x="1167021" y="176913"/>
                  <a:pt x="1163721" y="172925"/>
                </a:cubicBezTo>
                <a:cubicBezTo>
                  <a:pt x="1161659" y="170435"/>
                  <a:pt x="1160051" y="166449"/>
                  <a:pt x="1158896" y="160967"/>
                </a:cubicBezTo>
                <a:cubicBezTo>
                  <a:pt x="1152050" y="167197"/>
                  <a:pt x="1145905" y="171515"/>
                  <a:pt x="1140461" y="173923"/>
                </a:cubicBezTo>
                <a:cubicBezTo>
                  <a:pt x="1133120" y="177245"/>
                  <a:pt x="1125903" y="178907"/>
                  <a:pt x="1118809" y="178907"/>
                </a:cubicBezTo>
                <a:cubicBezTo>
                  <a:pt x="1109901" y="178907"/>
                  <a:pt x="1102725" y="175891"/>
                  <a:pt x="1097281" y="169859"/>
                </a:cubicBezTo>
                <a:cubicBezTo>
                  <a:pt x="1092909" y="165068"/>
                  <a:pt x="1090723" y="159077"/>
                  <a:pt x="1090723" y="151888"/>
                </a:cubicBezTo>
                <a:cubicBezTo>
                  <a:pt x="1090723" y="141315"/>
                  <a:pt x="1096126" y="132310"/>
                  <a:pt x="1106931" y="124874"/>
                </a:cubicBezTo>
                <a:cubicBezTo>
                  <a:pt x="1115180" y="119172"/>
                  <a:pt x="1132501" y="112314"/>
                  <a:pt x="1158896" y="104300"/>
                </a:cubicBezTo>
                <a:lnTo>
                  <a:pt x="1158896" y="85742"/>
                </a:lnTo>
                <a:cubicBezTo>
                  <a:pt x="1158896" y="77658"/>
                  <a:pt x="1157205" y="71967"/>
                  <a:pt x="1153823" y="68668"/>
                </a:cubicBezTo>
                <a:cubicBezTo>
                  <a:pt x="1150194" y="65121"/>
                  <a:pt x="1144833" y="63347"/>
                  <a:pt x="1137739" y="63347"/>
                </a:cubicBezTo>
                <a:cubicBezTo>
                  <a:pt x="1133285" y="63347"/>
                  <a:pt x="1129614" y="64170"/>
                  <a:pt x="1126728" y="65814"/>
                </a:cubicBezTo>
                <a:cubicBezTo>
                  <a:pt x="1123346" y="67624"/>
                  <a:pt x="1121655" y="69927"/>
                  <a:pt x="1121655" y="72723"/>
                </a:cubicBezTo>
                <a:cubicBezTo>
                  <a:pt x="1121655" y="74038"/>
                  <a:pt x="1122645" y="75929"/>
                  <a:pt x="1124624" y="78395"/>
                </a:cubicBezTo>
                <a:cubicBezTo>
                  <a:pt x="1127759" y="82262"/>
                  <a:pt x="1129326" y="85840"/>
                  <a:pt x="1129326" y="89129"/>
                </a:cubicBezTo>
                <a:cubicBezTo>
                  <a:pt x="1129326" y="93322"/>
                  <a:pt x="1127717" y="96899"/>
                  <a:pt x="1124500" y="99858"/>
                </a:cubicBezTo>
                <a:cubicBezTo>
                  <a:pt x="1121531" y="102572"/>
                  <a:pt x="1117324" y="103929"/>
                  <a:pt x="1111881" y="103929"/>
                </a:cubicBezTo>
                <a:cubicBezTo>
                  <a:pt x="1108334" y="103929"/>
                  <a:pt x="1105282" y="103187"/>
                  <a:pt x="1102725" y="101702"/>
                </a:cubicBezTo>
                <a:cubicBezTo>
                  <a:pt x="1097941" y="98980"/>
                  <a:pt x="1095549" y="94114"/>
                  <a:pt x="1095549" y="87103"/>
                </a:cubicBezTo>
                <a:cubicBezTo>
                  <a:pt x="1095549" y="78029"/>
                  <a:pt x="1099714" y="70482"/>
                  <a:pt x="1108045" y="64461"/>
                </a:cubicBezTo>
                <a:cubicBezTo>
                  <a:pt x="1116623" y="58275"/>
                  <a:pt x="1128460" y="55181"/>
                  <a:pt x="1143554" y="55181"/>
                </a:cubicBezTo>
                <a:cubicBezTo>
                  <a:pt x="1162113" y="55181"/>
                  <a:pt x="1175929" y="59610"/>
                  <a:pt x="1185002" y="68466"/>
                </a:cubicBezTo>
                <a:cubicBezTo>
                  <a:pt x="1190776" y="74178"/>
                  <a:pt x="1193663" y="81380"/>
                  <a:pt x="1193663" y="90072"/>
                </a:cubicBezTo>
                <a:lnTo>
                  <a:pt x="1193663" y="156141"/>
                </a:lnTo>
                <a:cubicBezTo>
                  <a:pt x="1193663" y="160430"/>
                  <a:pt x="1195478" y="162575"/>
                  <a:pt x="1199107" y="162575"/>
                </a:cubicBezTo>
                <a:cubicBezTo>
                  <a:pt x="1200179" y="162575"/>
                  <a:pt x="1201086" y="162204"/>
                  <a:pt x="1201829" y="161461"/>
                </a:cubicBezTo>
                <a:lnTo>
                  <a:pt x="1204303" y="158987"/>
                </a:lnTo>
                <a:moveTo>
                  <a:pt x="1158649" y="149831"/>
                </a:moveTo>
                <a:lnTo>
                  <a:pt x="1158649" y="113085"/>
                </a:lnTo>
                <a:cubicBezTo>
                  <a:pt x="1138028" y="118611"/>
                  <a:pt x="1127717" y="128839"/>
                  <a:pt x="1127717" y="143769"/>
                </a:cubicBezTo>
                <a:cubicBezTo>
                  <a:pt x="1127717" y="149955"/>
                  <a:pt x="1129408" y="154615"/>
                  <a:pt x="1132790" y="157750"/>
                </a:cubicBezTo>
                <a:cubicBezTo>
                  <a:pt x="1134935" y="159812"/>
                  <a:pt x="1137574" y="160843"/>
                  <a:pt x="1140708" y="160843"/>
                </a:cubicBezTo>
                <a:cubicBezTo>
                  <a:pt x="1146317" y="160843"/>
                  <a:pt x="1152297" y="157172"/>
                  <a:pt x="1158649" y="149831"/>
                </a:cubicBezTo>
                <a:close/>
                <a:moveTo>
                  <a:pt x="1275817" y="169132"/>
                </a:moveTo>
                <a:lnTo>
                  <a:pt x="1275817" y="175195"/>
                </a:lnTo>
                <a:lnTo>
                  <a:pt x="1215315" y="175195"/>
                </a:lnTo>
                <a:lnTo>
                  <a:pt x="1215315" y="169132"/>
                </a:lnTo>
                <a:cubicBezTo>
                  <a:pt x="1223563" y="168967"/>
                  <a:pt x="1227853" y="163895"/>
                  <a:pt x="1228183" y="153914"/>
                </a:cubicBezTo>
                <a:lnTo>
                  <a:pt x="1228183" y="24745"/>
                </a:lnTo>
                <a:cubicBezTo>
                  <a:pt x="1227853" y="15177"/>
                  <a:pt x="1223563" y="10269"/>
                  <a:pt x="1215315" y="10022"/>
                </a:cubicBezTo>
                <a:lnTo>
                  <a:pt x="1215315" y="3959"/>
                </a:lnTo>
                <a:lnTo>
                  <a:pt x="1263444" y="3959"/>
                </a:lnTo>
                <a:lnTo>
                  <a:pt x="1263444" y="153914"/>
                </a:lnTo>
                <a:cubicBezTo>
                  <a:pt x="1263609" y="164060"/>
                  <a:pt x="1267733" y="169132"/>
                  <a:pt x="1275817" y="169132"/>
                </a:cubicBezTo>
                <a:close/>
                <a:moveTo>
                  <a:pt x="1346258" y="169132"/>
                </a:moveTo>
                <a:lnTo>
                  <a:pt x="1346258" y="175195"/>
                </a:lnTo>
                <a:lnTo>
                  <a:pt x="1285757" y="175195"/>
                </a:lnTo>
                <a:lnTo>
                  <a:pt x="1285757" y="169132"/>
                </a:lnTo>
                <a:cubicBezTo>
                  <a:pt x="1290788" y="167895"/>
                  <a:pt x="1294211" y="166575"/>
                  <a:pt x="1296026" y="165173"/>
                </a:cubicBezTo>
                <a:cubicBezTo>
                  <a:pt x="1298088" y="163689"/>
                  <a:pt x="1299160" y="159936"/>
                  <a:pt x="1299243" y="153914"/>
                </a:cubicBezTo>
                <a:lnTo>
                  <a:pt x="1299243" y="79432"/>
                </a:lnTo>
                <a:cubicBezTo>
                  <a:pt x="1299160" y="73410"/>
                  <a:pt x="1297964" y="69575"/>
                  <a:pt x="1295655" y="67925"/>
                </a:cubicBezTo>
                <a:cubicBezTo>
                  <a:pt x="1293758" y="66605"/>
                  <a:pt x="1290458" y="65451"/>
                  <a:pt x="1285757" y="64461"/>
                </a:cubicBezTo>
                <a:lnTo>
                  <a:pt x="1285757" y="58398"/>
                </a:lnTo>
                <a:lnTo>
                  <a:pt x="1334505" y="58398"/>
                </a:lnTo>
                <a:lnTo>
                  <a:pt x="1334505" y="154657"/>
                </a:lnTo>
                <a:cubicBezTo>
                  <a:pt x="1334587" y="160513"/>
                  <a:pt x="1335907" y="164431"/>
                  <a:pt x="1338464" y="166410"/>
                </a:cubicBezTo>
                <a:cubicBezTo>
                  <a:pt x="1340278" y="167730"/>
                  <a:pt x="1342877" y="168638"/>
                  <a:pt x="1346258" y="169132"/>
                </a:cubicBezTo>
                <a:moveTo>
                  <a:pt x="1316564" y="0"/>
                </a:moveTo>
                <a:cubicBezTo>
                  <a:pt x="1322421" y="0"/>
                  <a:pt x="1327287" y="2145"/>
                  <a:pt x="1331164" y="6434"/>
                </a:cubicBezTo>
                <a:cubicBezTo>
                  <a:pt x="1334546" y="10228"/>
                  <a:pt x="1336237" y="14723"/>
                  <a:pt x="1336237" y="19920"/>
                </a:cubicBezTo>
                <a:cubicBezTo>
                  <a:pt x="1336237" y="25776"/>
                  <a:pt x="1334133" y="30601"/>
                  <a:pt x="1329927" y="34396"/>
                </a:cubicBezTo>
                <a:cubicBezTo>
                  <a:pt x="1326215" y="37695"/>
                  <a:pt x="1321678" y="39345"/>
                  <a:pt x="1316317" y="39345"/>
                </a:cubicBezTo>
                <a:cubicBezTo>
                  <a:pt x="1310461" y="39345"/>
                  <a:pt x="1305635" y="37241"/>
                  <a:pt x="1301841" y="33035"/>
                </a:cubicBezTo>
                <a:cubicBezTo>
                  <a:pt x="1298542" y="29405"/>
                  <a:pt x="1296892" y="24910"/>
                  <a:pt x="1296892" y="19549"/>
                </a:cubicBezTo>
                <a:cubicBezTo>
                  <a:pt x="1296892" y="13857"/>
                  <a:pt x="1299078" y="9032"/>
                  <a:pt x="1303450" y="5073"/>
                </a:cubicBezTo>
                <a:cubicBezTo>
                  <a:pt x="1307161" y="1691"/>
                  <a:pt x="1311533" y="0"/>
                  <a:pt x="1316564" y="0"/>
                </a:cubicBezTo>
                <a:close/>
                <a:moveTo>
                  <a:pt x="1458520" y="134613"/>
                </a:moveTo>
                <a:lnTo>
                  <a:pt x="1454437" y="175195"/>
                </a:lnTo>
                <a:lnTo>
                  <a:pt x="1357437" y="175195"/>
                </a:lnTo>
                <a:lnTo>
                  <a:pt x="1357437" y="168788"/>
                </a:lnTo>
                <a:lnTo>
                  <a:pt x="1416701" y="66537"/>
                </a:lnTo>
                <a:cubicBezTo>
                  <a:pt x="1403669" y="66620"/>
                  <a:pt x="1394802" y="67154"/>
                  <a:pt x="1390100" y="68142"/>
                </a:cubicBezTo>
                <a:cubicBezTo>
                  <a:pt x="1384821" y="69456"/>
                  <a:pt x="1380862" y="71346"/>
                  <a:pt x="1378222" y="73810"/>
                </a:cubicBezTo>
                <a:cubicBezTo>
                  <a:pt x="1375335" y="76607"/>
                  <a:pt x="1373150" y="79896"/>
                  <a:pt x="1371665" y="83677"/>
                </a:cubicBezTo>
                <a:cubicBezTo>
                  <a:pt x="1370593" y="86471"/>
                  <a:pt x="1369479" y="90005"/>
                  <a:pt x="1368324" y="94279"/>
                </a:cubicBezTo>
                <a:lnTo>
                  <a:pt x="1361767" y="94279"/>
                </a:lnTo>
                <a:lnTo>
                  <a:pt x="1363499" y="58398"/>
                </a:lnTo>
                <a:lnTo>
                  <a:pt x="1457530" y="58398"/>
                </a:lnTo>
                <a:lnTo>
                  <a:pt x="1457530" y="64933"/>
                </a:lnTo>
                <a:lnTo>
                  <a:pt x="1399008" y="167029"/>
                </a:lnTo>
                <a:lnTo>
                  <a:pt x="1406432" y="167029"/>
                </a:lnTo>
                <a:cubicBezTo>
                  <a:pt x="1421361" y="166864"/>
                  <a:pt x="1431301" y="164522"/>
                  <a:pt x="1436250" y="160004"/>
                </a:cubicBezTo>
                <a:cubicBezTo>
                  <a:pt x="1443673" y="153676"/>
                  <a:pt x="1448746" y="145212"/>
                  <a:pt x="1451468" y="134613"/>
                </a:cubicBezTo>
                <a:lnTo>
                  <a:pt x="1458520" y="134613"/>
                </a:lnTo>
                <a:close/>
                <a:moveTo>
                  <a:pt x="1584387" y="158987"/>
                </a:moveTo>
                <a:lnTo>
                  <a:pt x="1588222" y="164307"/>
                </a:lnTo>
                <a:cubicBezTo>
                  <a:pt x="1583356" y="169633"/>
                  <a:pt x="1578778" y="173397"/>
                  <a:pt x="1574489" y="175601"/>
                </a:cubicBezTo>
                <a:cubicBezTo>
                  <a:pt x="1570200" y="177805"/>
                  <a:pt x="1565251" y="178907"/>
                  <a:pt x="1559642" y="178907"/>
                </a:cubicBezTo>
                <a:cubicBezTo>
                  <a:pt x="1552383" y="178907"/>
                  <a:pt x="1547104" y="176913"/>
                  <a:pt x="1543805" y="172925"/>
                </a:cubicBezTo>
                <a:cubicBezTo>
                  <a:pt x="1541743" y="170435"/>
                  <a:pt x="1540134" y="166449"/>
                  <a:pt x="1538980" y="160967"/>
                </a:cubicBezTo>
                <a:cubicBezTo>
                  <a:pt x="1532133" y="167197"/>
                  <a:pt x="1525988" y="171515"/>
                  <a:pt x="1520545" y="173923"/>
                </a:cubicBezTo>
                <a:cubicBezTo>
                  <a:pt x="1513204" y="177245"/>
                  <a:pt x="1505986" y="178907"/>
                  <a:pt x="1498893" y="178907"/>
                </a:cubicBezTo>
                <a:cubicBezTo>
                  <a:pt x="1489984" y="178907"/>
                  <a:pt x="1482808" y="175891"/>
                  <a:pt x="1477364" y="169859"/>
                </a:cubicBezTo>
                <a:cubicBezTo>
                  <a:pt x="1472993" y="165068"/>
                  <a:pt x="1470807" y="159077"/>
                  <a:pt x="1470807" y="151888"/>
                </a:cubicBezTo>
                <a:cubicBezTo>
                  <a:pt x="1470807" y="141315"/>
                  <a:pt x="1476210" y="132310"/>
                  <a:pt x="1487015" y="124874"/>
                </a:cubicBezTo>
                <a:cubicBezTo>
                  <a:pt x="1495263" y="119172"/>
                  <a:pt x="1512585" y="112314"/>
                  <a:pt x="1538980" y="104300"/>
                </a:cubicBezTo>
                <a:lnTo>
                  <a:pt x="1538980" y="85742"/>
                </a:lnTo>
                <a:cubicBezTo>
                  <a:pt x="1538980" y="77658"/>
                  <a:pt x="1537289" y="71967"/>
                  <a:pt x="1533907" y="68668"/>
                </a:cubicBezTo>
                <a:cubicBezTo>
                  <a:pt x="1530278" y="65121"/>
                  <a:pt x="1524916" y="63347"/>
                  <a:pt x="1517823" y="63347"/>
                </a:cubicBezTo>
                <a:cubicBezTo>
                  <a:pt x="1513368" y="63347"/>
                  <a:pt x="1509698" y="64170"/>
                  <a:pt x="1506811" y="65814"/>
                </a:cubicBezTo>
                <a:cubicBezTo>
                  <a:pt x="1503429" y="67624"/>
                  <a:pt x="1501738" y="69927"/>
                  <a:pt x="1501738" y="72723"/>
                </a:cubicBezTo>
                <a:cubicBezTo>
                  <a:pt x="1501738" y="74038"/>
                  <a:pt x="1502728" y="75929"/>
                  <a:pt x="1504708" y="78395"/>
                </a:cubicBezTo>
                <a:cubicBezTo>
                  <a:pt x="1507842" y="82262"/>
                  <a:pt x="1509409" y="85840"/>
                  <a:pt x="1509409" y="89129"/>
                </a:cubicBezTo>
                <a:cubicBezTo>
                  <a:pt x="1509409" y="93322"/>
                  <a:pt x="1507801" y="96899"/>
                  <a:pt x="1504584" y="99858"/>
                </a:cubicBezTo>
                <a:cubicBezTo>
                  <a:pt x="1501615" y="102572"/>
                  <a:pt x="1497408" y="103929"/>
                  <a:pt x="1491964" y="103929"/>
                </a:cubicBezTo>
                <a:cubicBezTo>
                  <a:pt x="1488417" y="103929"/>
                  <a:pt x="1485365" y="103187"/>
                  <a:pt x="1482808" y="101702"/>
                </a:cubicBezTo>
                <a:cubicBezTo>
                  <a:pt x="1478024" y="98980"/>
                  <a:pt x="1475632" y="94114"/>
                  <a:pt x="1475632" y="87103"/>
                </a:cubicBezTo>
                <a:cubicBezTo>
                  <a:pt x="1475632" y="78029"/>
                  <a:pt x="1479798" y="70482"/>
                  <a:pt x="1488129" y="64461"/>
                </a:cubicBezTo>
                <a:cubicBezTo>
                  <a:pt x="1496707" y="58275"/>
                  <a:pt x="1508543" y="55181"/>
                  <a:pt x="1523638" y="55181"/>
                </a:cubicBezTo>
                <a:cubicBezTo>
                  <a:pt x="1542196" y="55181"/>
                  <a:pt x="1556012" y="59610"/>
                  <a:pt x="1565086" y="68466"/>
                </a:cubicBezTo>
                <a:cubicBezTo>
                  <a:pt x="1570859" y="74178"/>
                  <a:pt x="1573746" y="81380"/>
                  <a:pt x="1573746" y="90072"/>
                </a:cubicBezTo>
                <a:lnTo>
                  <a:pt x="1573746" y="156141"/>
                </a:lnTo>
                <a:cubicBezTo>
                  <a:pt x="1573746" y="160430"/>
                  <a:pt x="1575561" y="162575"/>
                  <a:pt x="1579190" y="162575"/>
                </a:cubicBezTo>
                <a:cubicBezTo>
                  <a:pt x="1580263" y="162575"/>
                  <a:pt x="1581170" y="162204"/>
                  <a:pt x="1581912" y="161461"/>
                </a:cubicBezTo>
                <a:lnTo>
                  <a:pt x="1584387" y="158987"/>
                </a:lnTo>
                <a:moveTo>
                  <a:pt x="1538732" y="149831"/>
                </a:moveTo>
                <a:lnTo>
                  <a:pt x="1538732" y="113085"/>
                </a:lnTo>
                <a:cubicBezTo>
                  <a:pt x="1518111" y="118611"/>
                  <a:pt x="1507801" y="128839"/>
                  <a:pt x="1507801" y="143769"/>
                </a:cubicBezTo>
                <a:cubicBezTo>
                  <a:pt x="1507801" y="149955"/>
                  <a:pt x="1509492" y="154615"/>
                  <a:pt x="1512874" y="157750"/>
                </a:cubicBezTo>
                <a:cubicBezTo>
                  <a:pt x="1515018" y="159812"/>
                  <a:pt x="1517658" y="160843"/>
                  <a:pt x="1520792" y="160843"/>
                </a:cubicBezTo>
                <a:cubicBezTo>
                  <a:pt x="1526401" y="160843"/>
                  <a:pt x="1532381" y="157172"/>
                  <a:pt x="1538732" y="149831"/>
                </a:cubicBezTo>
                <a:close/>
                <a:moveTo>
                  <a:pt x="1668644" y="58398"/>
                </a:moveTo>
                <a:lnTo>
                  <a:pt x="1668644" y="69534"/>
                </a:lnTo>
                <a:lnTo>
                  <a:pt x="1644765" y="69534"/>
                </a:lnTo>
                <a:lnTo>
                  <a:pt x="1644765" y="145748"/>
                </a:lnTo>
                <a:cubicBezTo>
                  <a:pt x="1644765" y="155481"/>
                  <a:pt x="1648023" y="160348"/>
                  <a:pt x="1654540" y="160348"/>
                </a:cubicBezTo>
                <a:cubicBezTo>
                  <a:pt x="1659571" y="160348"/>
                  <a:pt x="1664438" y="155935"/>
                  <a:pt x="1669139" y="147109"/>
                </a:cubicBezTo>
                <a:lnTo>
                  <a:pt x="1675449" y="149831"/>
                </a:lnTo>
                <a:cubicBezTo>
                  <a:pt x="1670830" y="159193"/>
                  <a:pt x="1666087" y="165986"/>
                  <a:pt x="1661221" y="170211"/>
                </a:cubicBezTo>
                <a:cubicBezTo>
                  <a:pt x="1655035" y="175678"/>
                  <a:pt x="1647240" y="178412"/>
                  <a:pt x="1637837" y="178412"/>
                </a:cubicBezTo>
                <a:cubicBezTo>
                  <a:pt x="1626042" y="178412"/>
                  <a:pt x="1617876" y="174393"/>
                  <a:pt x="1613339" y="166356"/>
                </a:cubicBezTo>
                <a:cubicBezTo>
                  <a:pt x="1610782" y="161964"/>
                  <a:pt x="1609504" y="157074"/>
                  <a:pt x="1609504" y="151687"/>
                </a:cubicBezTo>
                <a:lnTo>
                  <a:pt x="1609504" y="69534"/>
                </a:lnTo>
                <a:lnTo>
                  <a:pt x="1596389" y="69534"/>
                </a:lnTo>
                <a:lnTo>
                  <a:pt x="1596389" y="62729"/>
                </a:lnTo>
                <a:cubicBezTo>
                  <a:pt x="1610906" y="50356"/>
                  <a:pt x="1624928" y="34643"/>
                  <a:pt x="1638455" y="15589"/>
                </a:cubicBezTo>
                <a:lnTo>
                  <a:pt x="1644765" y="15589"/>
                </a:lnTo>
                <a:lnTo>
                  <a:pt x="1644765" y="58398"/>
                </a:lnTo>
                <a:lnTo>
                  <a:pt x="1668644" y="58398"/>
                </a:lnTo>
                <a:close/>
                <a:moveTo>
                  <a:pt x="1740279" y="169132"/>
                </a:moveTo>
                <a:lnTo>
                  <a:pt x="1740279" y="175195"/>
                </a:lnTo>
                <a:lnTo>
                  <a:pt x="1679777" y="175195"/>
                </a:lnTo>
                <a:lnTo>
                  <a:pt x="1679777" y="169132"/>
                </a:lnTo>
                <a:cubicBezTo>
                  <a:pt x="1684809" y="167895"/>
                  <a:pt x="1688232" y="166575"/>
                  <a:pt x="1690047" y="165173"/>
                </a:cubicBezTo>
                <a:cubicBezTo>
                  <a:pt x="1692109" y="163689"/>
                  <a:pt x="1693181" y="159936"/>
                  <a:pt x="1693264" y="153914"/>
                </a:cubicBezTo>
                <a:lnTo>
                  <a:pt x="1693264" y="79432"/>
                </a:lnTo>
                <a:cubicBezTo>
                  <a:pt x="1693181" y="73410"/>
                  <a:pt x="1691985" y="69575"/>
                  <a:pt x="1689675" y="67925"/>
                </a:cubicBezTo>
                <a:cubicBezTo>
                  <a:pt x="1687778" y="66605"/>
                  <a:pt x="1684479" y="65451"/>
                  <a:pt x="1679777" y="64461"/>
                </a:cubicBezTo>
                <a:lnTo>
                  <a:pt x="1679777" y="58398"/>
                </a:lnTo>
                <a:lnTo>
                  <a:pt x="1728525" y="58398"/>
                </a:lnTo>
                <a:lnTo>
                  <a:pt x="1728525" y="154657"/>
                </a:lnTo>
                <a:cubicBezTo>
                  <a:pt x="1728608" y="160513"/>
                  <a:pt x="1729927" y="164431"/>
                  <a:pt x="1732484" y="166410"/>
                </a:cubicBezTo>
                <a:cubicBezTo>
                  <a:pt x="1734299" y="167730"/>
                  <a:pt x="1736897" y="168638"/>
                  <a:pt x="1740279" y="169132"/>
                </a:cubicBezTo>
                <a:moveTo>
                  <a:pt x="1710585" y="0"/>
                </a:moveTo>
                <a:cubicBezTo>
                  <a:pt x="1716441" y="0"/>
                  <a:pt x="1721308" y="2145"/>
                  <a:pt x="1725185" y="6434"/>
                </a:cubicBezTo>
                <a:cubicBezTo>
                  <a:pt x="1728566" y="10228"/>
                  <a:pt x="1730257" y="14723"/>
                  <a:pt x="1730257" y="19920"/>
                </a:cubicBezTo>
                <a:cubicBezTo>
                  <a:pt x="1730257" y="25776"/>
                  <a:pt x="1728154" y="30601"/>
                  <a:pt x="1723947" y="34396"/>
                </a:cubicBezTo>
                <a:cubicBezTo>
                  <a:pt x="1720236" y="37695"/>
                  <a:pt x="1715699" y="39345"/>
                  <a:pt x="1710338" y="39345"/>
                </a:cubicBezTo>
                <a:cubicBezTo>
                  <a:pt x="1704481" y="39345"/>
                  <a:pt x="1699656" y="37241"/>
                  <a:pt x="1695862" y="33035"/>
                </a:cubicBezTo>
                <a:cubicBezTo>
                  <a:pt x="1692562" y="29405"/>
                  <a:pt x="1690913" y="24910"/>
                  <a:pt x="1690913" y="19549"/>
                </a:cubicBezTo>
                <a:cubicBezTo>
                  <a:pt x="1690913" y="13857"/>
                  <a:pt x="1693099" y="9032"/>
                  <a:pt x="1697470" y="5073"/>
                </a:cubicBezTo>
                <a:cubicBezTo>
                  <a:pt x="1701182" y="1691"/>
                  <a:pt x="1705554" y="0"/>
                  <a:pt x="1710585" y="0"/>
                </a:cubicBezTo>
                <a:close/>
                <a:moveTo>
                  <a:pt x="1809731" y="55181"/>
                </a:moveTo>
                <a:cubicBezTo>
                  <a:pt x="1824248" y="55181"/>
                  <a:pt x="1836703" y="59933"/>
                  <a:pt x="1847096" y="69437"/>
                </a:cubicBezTo>
                <a:cubicBezTo>
                  <a:pt x="1860211" y="81505"/>
                  <a:pt x="1866768" y="97374"/>
                  <a:pt x="1866768" y="117044"/>
                </a:cubicBezTo>
                <a:cubicBezTo>
                  <a:pt x="1866768" y="129690"/>
                  <a:pt x="1863840" y="141055"/>
                  <a:pt x="1857984" y="151138"/>
                </a:cubicBezTo>
                <a:cubicBezTo>
                  <a:pt x="1852952" y="159897"/>
                  <a:pt x="1846230" y="166715"/>
                  <a:pt x="1837817" y="171591"/>
                </a:cubicBezTo>
                <a:cubicBezTo>
                  <a:pt x="1829403" y="176468"/>
                  <a:pt x="1820083" y="178907"/>
                  <a:pt x="1809855" y="178907"/>
                </a:cubicBezTo>
                <a:cubicBezTo>
                  <a:pt x="1791213" y="178907"/>
                  <a:pt x="1776408" y="171717"/>
                  <a:pt x="1765437" y="157336"/>
                </a:cubicBezTo>
                <a:cubicBezTo>
                  <a:pt x="1756777" y="146013"/>
                  <a:pt x="1752446" y="132417"/>
                  <a:pt x="1752446" y="116549"/>
                </a:cubicBezTo>
                <a:cubicBezTo>
                  <a:pt x="1752446" y="104233"/>
                  <a:pt x="1755416" y="93116"/>
                  <a:pt x="1761354" y="83198"/>
                </a:cubicBezTo>
                <a:cubicBezTo>
                  <a:pt x="1766633" y="74189"/>
                  <a:pt x="1773397" y="67289"/>
                  <a:pt x="1781645" y="62497"/>
                </a:cubicBezTo>
                <a:cubicBezTo>
                  <a:pt x="1790059" y="57620"/>
                  <a:pt x="1799421" y="55181"/>
                  <a:pt x="1809731" y="55181"/>
                </a:cubicBezTo>
                <a:moveTo>
                  <a:pt x="1809978" y="63100"/>
                </a:moveTo>
                <a:cubicBezTo>
                  <a:pt x="1802967" y="63100"/>
                  <a:pt x="1797895" y="66482"/>
                  <a:pt x="1794760" y="73245"/>
                </a:cubicBezTo>
                <a:cubicBezTo>
                  <a:pt x="1792533" y="78194"/>
                  <a:pt x="1791048" y="85494"/>
                  <a:pt x="1790306" y="95145"/>
                </a:cubicBezTo>
                <a:cubicBezTo>
                  <a:pt x="1789894" y="100176"/>
                  <a:pt x="1789687" y="108755"/>
                  <a:pt x="1789687" y="120880"/>
                </a:cubicBezTo>
                <a:cubicBezTo>
                  <a:pt x="1789687" y="138531"/>
                  <a:pt x="1790760" y="150532"/>
                  <a:pt x="1792904" y="156884"/>
                </a:cubicBezTo>
                <a:cubicBezTo>
                  <a:pt x="1796039" y="166287"/>
                  <a:pt x="1801648" y="170988"/>
                  <a:pt x="1809731" y="170988"/>
                </a:cubicBezTo>
                <a:cubicBezTo>
                  <a:pt x="1816082" y="170988"/>
                  <a:pt x="1820701" y="168308"/>
                  <a:pt x="1823588" y="162946"/>
                </a:cubicBezTo>
                <a:cubicBezTo>
                  <a:pt x="1827547" y="155605"/>
                  <a:pt x="1829527" y="140841"/>
                  <a:pt x="1829527" y="118653"/>
                </a:cubicBezTo>
                <a:cubicBezTo>
                  <a:pt x="1829527" y="94155"/>
                  <a:pt x="1827465" y="78236"/>
                  <a:pt x="1823341" y="70895"/>
                </a:cubicBezTo>
                <a:cubicBezTo>
                  <a:pt x="1820454" y="65698"/>
                  <a:pt x="1816000" y="63100"/>
                  <a:pt x="1809978" y="63100"/>
                </a:cubicBezTo>
                <a:close/>
                <a:moveTo>
                  <a:pt x="2009424" y="169132"/>
                </a:moveTo>
                <a:lnTo>
                  <a:pt x="2009424" y="175195"/>
                </a:lnTo>
                <a:lnTo>
                  <a:pt x="1949912" y="175195"/>
                </a:lnTo>
                <a:lnTo>
                  <a:pt x="1949912" y="169132"/>
                </a:lnTo>
                <a:cubicBezTo>
                  <a:pt x="1953212" y="168720"/>
                  <a:pt x="1955769" y="167854"/>
                  <a:pt x="1957583" y="166534"/>
                </a:cubicBezTo>
                <a:cubicBezTo>
                  <a:pt x="1960305" y="164472"/>
                  <a:pt x="1961707" y="160513"/>
                  <a:pt x="1961790" y="154657"/>
                </a:cubicBezTo>
                <a:lnTo>
                  <a:pt x="1961790" y="93413"/>
                </a:lnTo>
                <a:cubicBezTo>
                  <a:pt x="1961790" y="79308"/>
                  <a:pt x="1957418" y="72256"/>
                  <a:pt x="1948675" y="72256"/>
                </a:cubicBezTo>
                <a:cubicBezTo>
                  <a:pt x="1942736" y="72256"/>
                  <a:pt x="1936921" y="75184"/>
                  <a:pt x="1931230" y="81040"/>
                </a:cubicBezTo>
                <a:cubicBezTo>
                  <a:pt x="1928343" y="84009"/>
                  <a:pt x="1926899" y="85989"/>
                  <a:pt x="1926899" y="86979"/>
                </a:cubicBezTo>
                <a:lnTo>
                  <a:pt x="1926899" y="154657"/>
                </a:lnTo>
                <a:cubicBezTo>
                  <a:pt x="1926982" y="160265"/>
                  <a:pt x="1928302" y="164101"/>
                  <a:pt x="1930859" y="166163"/>
                </a:cubicBezTo>
                <a:cubicBezTo>
                  <a:pt x="1932838" y="167565"/>
                  <a:pt x="1935643" y="168555"/>
                  <a:pt x="1939272" y="169132"/>
                </a:cubicBezTo>
                <a:lnTo>
                  <a:pt x="1939272" y="175195"/>
                </a:lnTo>
                <a:lnTo>
                  <a:pt x="1878152" y="175195"/>
                </a:lnTo>
                <a:lnTo>
                  <a:pt x="1878152" y="169132"/>
                </a:lnTo>
                <a:cubicBezTo>
                  <a:pt x="1883513" y="168143"/>
                  <a:pt x="1887019" y="166823"/>
                  <a:pt x="1888668" y="165173"/>
                </a:cubicBezTo>
                <a:cubicBezTo>
                  <a:pt x="1890565" y="163359"/>
                  <a:pt x="1891555" y="159606"/>
                  <a:pt x="1891638" y="153914"/>
                </a:cubicBezTo>
                <a:lnTo>
                  <a:pt x="1891638" y="79432"/>
                </a:lnTo>
                <a:cubicBezTo>
                  <a:pt x="1891555" y="73163"/>
                  <a:pt x="1890359" y="69245"/>
                  <a:pt x="1888050" y="67678"/>
                </a:cubicBezTo>
                <a:cubicBezTo>
                  <a:pt x="1886153" y="66358"/>
                  <a:pt x="1882853" y="65286"/>
                  <a:pt x="1878152" y="64461"/>
                </a:cubicBezTo>
                <a:lnTo>
                  <a:pt x="1878152" y="58398"/>
                </a:lnTo>
                <a:lnTo>
                  <a:pt x="1926528" y="58398"/>
                </a:lnTo>
                <a:lnTo>
                  <a:pt x="1926528" y="77452"/>
                </a:lnTo>
                <a:cubicBezTo>
                  <a:pt x="1936096" y="62605"/>
                  <a:pt x="1948180" y="55181"/>
                  <a:pt x="1962780" y="55181"/>
                </a:cubicBezTo>
                <a:cubicBezTo>
                  <a:pt x="1972925" y="55181"/>
                  <a:pt x="1981174" y="58369"/>
                  <a:pt x="1987525" y="64743"/>
                </a:cubicBezTo>
                <a:cubicBezTo>
                  <a:pt x="1993876" y="71032"/>
                  <a:pt x="1997052" y="79805"/>
                  <a:pt x="1997052" y="91062"/>
                </a:cubicBezTo>
                <a:lnTo>
                  <a:pt x="1997052" y="154657"/>
                </a:lnTo>
                <a:cubicBezTo>
                  <a:pt x="1997134" y="159853"/>
                  <a:pt x="1998041" y="163482"/>
                  <a:pt x="1999774" y="165544"/>
                </a:cubicBezTo>
                <a:cubicBezTo>
                  <a:pt x="2001753" y="167607"/>
                  <a:pt x="2004970" y="168803"/>
                  <a:pt x="2009424" y="169132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E4A5B-3BB1-4A9C-972A-8EBA7D92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48" y="1495093"/>
            <a:ext cx="256149" cy="256149"/>
          </a:xfrm>
          <a:custGeom xmlns:a="http://schemas.openxmlformats.org/drawingml/2006/main">
            <a:pathLst>
              <a:path w="256149" h="256149">
                <a:moveTo>
                  <a:pt x="128074" y="256149"/>
                </a:moveTo>
                <a:cubicBezTo>
                  <a:pt x="198798" y="256149"/>
                  <a:pt x="256149" y="198798"/>
                  <a:pt x="256149" y="128074"/>
                </a:cubicBezTo>
                <a:cubicBezTo>
                  <a:pt x="256149" y="57350"/>
                  <a:pt x="198798" y="0"/>
                  <a:pt x="128074" y="0"/>
                </a:cubicBezTo>
                <a:cubicBezTo>
                  <a:pt x="57350" y="0"/>
                  <a:pt x="0" y="57350"/>
                  <a:pt x="0" y="128074"/>
                </a:cubicBezTo>
                <a:cubicBezTo>
                  <a:pt x="0" y="198798"/>
                  <a:pt x="57350" y="256149"/>
                  <a:pt x="128074" y="256149"/>
                </a:cubicBezTo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1E5B8-014E-473C-898D-22463192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48" y="1495093"/>
            <a:ext cx="256149" cy="256149"/>
          </a:xfrm>
          <a:custGeom xmlns:a="http://schemas.openxmlformats.org/drawingml/2006/main">
            <a:pathLst>
              <a:path w="256149" h="256149" fill="none">
                <a:moveTo>
                  <a:pt x="128074" y="256149"/>
                </a:moveTo>
                <a:cubicBezTo>
                  <a:pt x="198798" y="256149"/>
                  <a:pt x="256149" y="198798"/>
                  <a:pt x="256149" y="128074"/>
                </a:cubicBezTo>
                <a:cubicBezTo>
                  <a:pt x="256149" y="57350"/>
                  <a:pt x="198798" y="0"/>
                  <a:pt x="128074" y="0"/>
                </a:cubicBezTo>
                <a:cubicBezTo>
                  <a:pt x="57350" y="0"/>
                  <a:pt x="0" y="57350"/>
                  <a:pt x="0" y="128074"/>
                </a:cubicBezTo>
                <a:cubicBezTo>
                  <a:pt x="0" y="198798"/>
                  <a:pt x="57350" y="256149"/>
                  <a:pt x="128074" y="2561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73" cap="sq">
            <a:solidFill>
              <a:srgbClr val="231F20"/>
            </a:solidFill>
            <a:bevel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35B27-EA01-4307-9D9B-040B1E4B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434" y="1477393"/>
            <a:ext cx="292552" cy="292552"/>
          </a:xfrm>
          <a:custGeom xmlns:a="http://schemas.openxmlformats.org/drawingml/2006/main">
            <a:pathLst>
              <a:path w="292552" h="292552">
                <a:moveTo>
                  <a:pt x="257190" y="210313"/>
                </a:moveTo>
                <a:cubicBezTo>
                  <a:pt x="292552" y="149049"/>
                  <a:pt x="271577" y="70724"/>
                  <a:pt x="210313" y="35362"/>
                </a:cubicBezTo>
                <a:cubicBezTo>
                  <a:pt x="149049" y="0"/>
                  <a:pt x="70724" y="20975"/>
                  <a:pt x="35362" y="82239"/>
                </a:cubicBezTo>
                <a:cubicBezTo>
                  <a:pt x="0" y="143503"/>
                  <a:pt x="20975" y="221828"/>
                  <a:pt x="82239" y="257190"/>
                </a:cubicBezTo>
                <a:cubicBezTo>
                  <a:pt x="143503" y="292552"/>
                  <a:pt x="221828" y="271577"/>
                  <a:pt x="257190" y="210313"/>
                </a:cubicBezTo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469B4-9E07-4308-B955-47C7D023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434" y="1477393"/>
            <a:ext cx="292552" cy="292552"/>
          </a:xfrm>
          <a:custGeom xmlns:a="http://schemas.openxmlformats.org/drawingml/2006/main">
            <a:pathLst>
              <a:path w="292552" h="292552" fill="none">
                <a:moveTo>
                  <a:pt x="257190" y="210313"/>
                </a:moveTo>
                <a:cubicBezTo>
                  <a:pt x="292552" y="149049"/>
                  <a:pt x="271577" y="70724"/>
                  <a:pt x="210313" y="35362"/>
                </a:cubicBezTo>
                <a:cubicBezTo>
                  <a:pt x="149049" y="0"/>
                  <a:pt x="70724" y="20975"/>
                  <a:pt x="35362" y="82239"/>
                </a:cubicBezTo>
                <a:cubicBezTo>
                  <a:pt x="0" y="143503"/>
                  <a:pt x="20975" y="221828"/>
                  <a:pt x="82239" y="257190"/>
                </a:cubicBezTo>
                <a:cubicBezTo>
                  <a:pt x="143503" y="292552"/>
                  <a:pt x="221828" y="271577"/>
                  <a:pt x="257190" y="2103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73" cap="sq">
            <a:solidFill>
              <a:srgbClr val="231F20"/>
            </a:solidFill>
            <a:bevel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723C9-8868-4590-A1EE-DFA24C55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078" y="1431873"/>
            <a:ext cx="363839" cy="382618"/>
          </a:xfrm>
          <a:custGeom xmlns:a="http://schemas.openxmlformats.org/drawingml/2006/main">
            <a:pathLst>
              <a:path w="363839" h="382618">
                <a:moveTo>
                  <a:pt x="143700" y="324226"/>
                </a:moveTo>
                <a:lnTo>
                  <a:pt x="149443" y="382618"/>
                </a:lnTo>
                <a:lnTo>
                  <a:pt x="214396" y="382618"/>
                </a:lnTo>
                <a:lnTo>
                  <a:pt x="220111" y="324479"/>
                </a:lnTo>
                <a:cubicBezTo>
                  <a:pt x="231007" y="321410"/>
                  <a:pt x="241733" y="317103"/>
                  <a:pt x="251982" y="311190"/>
                </a:cubicBezTo>
                <a:cubicBezTo>
                  <a:pt x="261864" y="305503"/>
                  <a:pt x="270620" y="298662"/>
                  <a:pt x="278531" y="291144"/>
                </a:cubicBezTo>
                <a:lnTo>
                  <a:pt x="331349" y="315076"/>
                </a:lnTo>
                <a:lnTo>
                  <a:pt x="363839" y="258823"/>
                </a:lnTo>
                <a:lnTo>
                  <a:pt x="317103" y="225348"/>
                </a:lnTo>
                <a:cubicBezTo>
                  <a:pt x="322790" y="203190"/>
                  <a:pt x="322987" y="179653"/>
                  <a:pt x="317272" y="156848"/>
                </a:cubicBezTo>
                <a:lnTo>
                  <a:pt x="363839" y="123485"/>
                </a:lnTo>
                <a:lnTo>
                  <a:pt x="331349" y="67233"/>
                </a:lnTo>
                <a:lnTo>
                  <a:pt x="279179" y="90882"/>
                </a:lnTo>
                <a:cubicBezTo>
                  <a:pt x="262342" y="74553"/>
                  <a:pt x="241959" y="63009"/>
                  <a:pt x="219998" y="56844"/>
                </a:cubicBezTo>
                <a:lnTo>
                  <a:pt x="214396" y="0"/>
                </a:lnTo>
                <a:lnTo>
                  <a:pt x="149443" y="0"/>
                </a:lnTo>
                <a:lnTo>
                  <a:pt x="143813" y="57210"/>
                </a:lnTo>
                <a:cubicBezTo>
                  <a:pt x="133227" y="60279"/>
                  <a:pt x="122838" y="64474"/>
                  <a:pt x="112871" y="70245"/>
                </a:cubicBezTo>
                <a:cubicBezTo>
                  <a:pt x="102510" y="76214"/>
                  <a:pt x="93360" y="83421"/>
                  <a:pt x="85195" y="91417"/>
                </a:cubicBezTo>
                <a:lnTo>
                  <a:pt x="32490" y="67514"/>
                </a:lnTo>
                <a:lnTo>
                  <a:pt x="0" y="123767"/>
                </a:lnTo>
                <a:lnTo>
                  <a:pt x="47384" y="157721"/>
                </a:lnTo>
                <a:cubicBezTo>
                  <a:pt x="42091" y="179372"/>
                  <a:pt x="41978" y="202261"/>
                  <a:pt x="47553" y="224475"/>
                </a:cubicBezTo>
                <a:lnTo>
                  <a:pt x="0" y="258542"/>
                </a:lnTo>
                <a:lnTo>
                  <a:pt x="32490" y="314794"/>
                </a:lnTo>
                <a:lnTo>
                  <a:pt x="85758" y="290638"/>
                </a:lnTo>
                <a:cubicBezTo>
                  <a:pt x="102285" y="306629"/>
                  <a:pt x="122218" y="318004"/>
                  <a:pt x="143700" y="324226"/>
                </a:cubicBezTo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CD4CE-7537-446F-846E-AB9524E4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078" y="1431873"/>
            <a:ext cx="363839" cy="382618"/>
          </a:xfrm>
          <a:custGeom xmlns:a="http://schemas.openxmlformats.org/drawingml/2006/main">
            <a:pathLst>
              <a:path w="363839" h="382618" fill="none">
                <a:moveTo>
                  <a:pt x="143700" y="324226"/>
                </a:moveTo>
                <a:lnTo>
                  <a:pt x="149443" y="382618"/>
                </a:lnTo>
                <a:lnTo>
                  <a:pt x="214396" y="382618"/>
                </a:lnTo>
                <a:lnTo>
                  <a:pt x="220111" y="324479"/>
                </a:lnTo>
                <a:cubicBezTo>
                  <a:pt x="231007" y="321410"/>
                  <a:pt x="241733" y="317103"/>
                  <a:pt x="251982" y="311190"/>
                </a:cubicBezTo>
                <a:cubicBezTo>
                  <a:pt x="261864" y="305503"/>
                  <a:pt x="270620" y="298662"/>
                  <a:pt x="278531" y="291144"/>
                </a:cubicBezTo>
                <a:lnTo>
                  <a:pt x="331349" y="315076"/>
                </a:lnTo>
                <a:lnTo>
                  <a:pt x="363839" y="258823"/>
                </a:lnTo>
                <a:lnTo>
                  <a:pt x="317103" y="225348"/>
                </a:lnTo>
                <a:cubicBezTo>
                  <a:pt x="322790" y="203190"/>
                  <a:pt x="322987" y="179653"/>
                  <a:pt x="317272" y="156848"/>
                </a:cubicBezTo>
                <a:lnTo>
                  <a:pt x="363839" y="123485"/>
                </a:lnTo>
                <a:lnTo>
                  <a:pt x="331349" y="67233"/>
                </a:lnTo>
                <a:lnTo>
                  <a:pt x="279179" y="90882"/>
                </a:lnTo>
                <a:cubicBezTo>
                  <a:pt x="262342" y="74553"/>
                  <a:pt x="241959" y="63009"/>
                  <a:pt x="219998" y="56844"/>
                </a:cubicBezTo>
                <a:lnTo>
                  <a:pt x="214396" y="0"/>
                </a:lnTo>
                <a:lnTo>
                  <a:pt x="149443" y="0"/>
                </a:lnTo>
                <a:lnTo>
                  <a:pt x="143813" y="57210"/>
                </a:lnTo>
                <a:cubicBezTo>
                  <a:pt x="133227" y="60279"/>
                  <a:pt x="122838" y="64474"/>
                  <a:pt x="112871" y="70245"/>
                </a:cubicBezTo>
                <a:cubicBezTo>
                  <a:pt x="102510" y="76214"/>
                  <a:pt x="93360" y="83421"/>
                  <a:pt x="85195" y="91417"/>
                </a:cubicBezTo>
                <a:lnTo>
                  <a:pt x="32490" y="67514"/>
                </a:lnTo>
                <a:lnTo>
                  <a:pt x="0" y="123767"/>
                </a:lnTo>
                <a:lnTo>
                  <a:pt x="47384" y="157721"/>
                </a:lnTo>
                <a:cubicBezTo>
                  <a:pt x="42091" y="179372"/>
                  <a:pt x="41978" y="202261"/>
                  <a:pt x="47553" y="224475"/>
                </a:cubicBezTo>
                <a:lnTo>
                  <a:pt x="0" y="258542"/>
                </a:lnTo>
                <a:lnTo>
                  <a:pt x="32490" y="314794"/>
                </a:lnTo>
                <a:lnTo>
                  <a:pt x="85758" y="290638"/>
                </a:lnTo>
                <a:cubicBezTo>
                  <a:pt x="102285" y="306629"/>
                  <a:pt x="122218" y="318004"/>
                  <a:pt x="143700" y="32422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73" cap="sq">
            <a:solidFill>
              <a:srgbClr val="231F20"/>
            </a:solidFill>
            <a:bevel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AA397-9EAD-411F-AA27-CD5050B7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782" y="1541973"/>
            <a:ext cx="162423" cy="162394"/>
          </a:xfrm>
          <a:custGeom xmlns:a="http://schemas.openxmlformats.org/drawingml/2006/main">
            <a:pathLst>
              <a:path w="162423" h="162394">
                <a:moveTo>
                  <a:pt x="162423" y="81197"/>
                </a:moveTo>
                <a:cubicBezTo>
                  <a:pt x="162423" y="36347"/>
                  <a:pt x="126075" y="0"/>
                  <a:pt x="81225" y="0"/>
                </a:cubicBezTo>
                <a:cubicBezTo>
                  <a:pt x="36375" y="0"/>
                  <a:pt x="0" y="36347"/>
                  <a:pt x="0" y="81197"/>
                </a:cubicBezTo>
                <a:cubicBezTo>
                  <a:pt x="0" y="126047"/>
                  <a:pt x="36375" y="162394"/>
                  <a:pt x="81225" y="162394"/>
                </a:cubicBezTo>
                <a:cubicBezTo>
                  <a:pt x="126075" y="162394"/>
                  <a:pt x="162423" y="126047"/>
                  <a:pt x="162423" y="81197"/>
                </a:cubicBezTo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9F51D-791A-42BB-A6B5-8685BC97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782" y="1541973"/>
            <a:ext cx="162423" cy="162394"/>
          </a:xfrm>
          <a:custGeom xmlns:a="http://schemas.openxmlformats.org/drawingml/2006/main">
            <a:pathLst>
              <a:path w="162423" h="162394" fill="none">
                <a:moveTo>
                  <a:pt x="162423" y="81197"/>
                </a:moveTo>
                <a:cubicBezTo>
                  <a:pt x="162423" y="36347"/>
                  <a:pt x="126075" y="0"/>
                  <a:pt x="81225" y="0"/>
                </a:cubicBezTo>
                <a:cubicBezTo>
                  <a:pt x="36375" y="0"/>
                  <a:pt x="0" y="36347"/>
                  <a:pt x="0" y="81197"/>
                </a:cubicBezTo>
                <a:cubicBezTo>
                  <a:pt x="0" y="126047"/>
                  <a:pt x="36375" y="162394"/>
                  <a:pt x="81225" y="162394"/>
                </a:cubicBezTo>
                <a:cubicBezTo>
                  <a:pt x="126075" y="162394"/>
                  <a:pt x="162423" y="126047"/>
                  <a:pt x="162423" y="811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73" cap="sq">
            <a:solidFill>
              <a:srgbClr val="231F20"/>
            </a:solidFill>
            <a:bevel/>
          </a:ln>
        </p:spPr>
      </p:sp>
      <p:sp>
        <p:nvSpPr>
          <p:cNvPr id="143" name="Text Bitf">
            <a:extLst xmlns:a="http://schemas.openxmlformats.org/drawingml/2006/main">
              <a:ext uri="{FF2B5EF4-FFF2-40B4-BE49-F238E27FC236}">
                <a16:creationId xmlns:a16="http://schemas.microsoft.com/office/drawing/2014/main" id="{E2E95154-C5E4-4ABA-A2A4-BC5053D7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62" y="2002828"/>
            <a:ext cx="481829" cy="178412"/>
          </a:xfrm>
          <a:custGeom xmlns:a="http://schemas.openxmlformats.org/drawingml/2006/main">
            <a:pathLst>
              <a:path w="481829" h="178412">
                <a:moveTo>
                  <a:pt x="0" y="175195"/>
                </a:moveTo>
                <a:lnTo>
                  <a:pt x="0" y="168885"/>
                </a:lnTo>
                <a:cubicBezTo>
                  <a:pt x="9321" y="167895"/>
                  <a:pt x="15383" y="166204"/>
                  <a:pt x="18188" y="163812"/>
                </a:cubicBezTo>
                <a:cubicBezTo>
                  <a:pt x="20827" y="161420"/>
                  <a:pt x="22188" y="157131"/>
                  <a:pt x="22271" y="150945"/>
                </a:cubicBezTo>
                <a:lnTo>
                  <a:pt x="22271" y="28333"/>
                </a:lnTo>
                <a:cubicBezTo>
                  <a:pt x="22106" y="21734"/>
                  <a:pt x="20415" y="17074"/>
                  <a:pt x="17198" y="14352"/>
                </a:cubicBezTo>
                <a:cubicBezTo>
                  <a:pt x="14063" y="12125"/>
                  <a:pt x="8331" y="10764"/>
                  <a:pt x="0" y="10269"/>
                </a:cubicBezTo>
                <a:lnTo>
                  <a:pt x="0" y="3959"/>
                </a:lnTo>
                <a:lnTo>
                  <a:pt x="78318" y="3959"/>
                </a:lnTo>
                <a:cubicBezTo>
                  <a:pt x="98279" y="3959"/>
                  <a:pt x="114157" y="7176"/>
                  <a:pt x="125952" y="13610"/>
                </a:cubicBezTo>
                <a:cubicBezTo>
                  <a:pt x="138160" y="20373"/>
                  <a:pt x="144264" y="30643"/>
                  <a:pt x="144264" y="44417"/>
                </a:cubicBezTo>
                <a:cubicBezTo>
                  <a:pt x="144264" y="54563"/>
                  <a:pt x="140923" y="62564"/>
                  <a:pt x="134242" y="68420"/>
                </a:cubicBezTo>
                <a:cubicBezTo>
                  <a:pt x="127973" y="73946"/>
                  <a:pt x="117910" y="78731"/>
                  <a:pt x="104053" y="82772"/>
                </a:cubicBezTo>
                <a:cubicBezTo>
                  <a:pt x="115436" y="85164"/>
                  <a:pt x="124220" y="88175"/>
                  <a:pt x="130406" y="91804"/>
                </a:cubicBezTo>
                <a:cubicBezTo>
                  <a:pt x="145336" y="100465"/>
                  <a:pt x="152801" y="112425"/>
                  <a:pt x="152801" y="127684"/>
                </a:cubicBezTo>
                <a:cubicBezTo>
                  <a:pt x="152801" y="141377"/>
                  <a:pt x="146779" y="152553"/>
                  <a:pt x="134737" y="161214"/>
                </a:cubicBezTo>
                <a:cubicBezTo>
                  <a:pt x="131602" y="163441"/>
                  <a:pt x="128262" y="165338"/>
                  <a:pt x="124715" y="166905"/>
                </a:cubicBezTo>
                <a:cubicBezTo>
                  <a:pt x="112013" y="172432"/>
                  <a:pt x="97660" y="175195"/>
                  <a:pt x="81659" y="175195"/>
                </a:cubicBezTo>
                <a:lnTo>
                  <a:pt x="0" y="175195"/>
                </a:lnTo>
                <a:moveTo>
                  <a:pt x="62852" y="88340"/>
                </a:moveTo>
                <a:lnTo>
                  <a:pt x="62852" y="151687"/>
                </a:lnTo>
                <a:cubicBezTo>
                  <a:pt x="62852" y="157252"/>
                  <a:pt x="64048" y="161179"/>
                  <a:pt x="66440" y="163468"/>
                </a:cubicBezTo>
                <a:cubicBezTo>
                  <a:pt x="68750" y="165842"/>
                  <a:pt x="72709" y="167029"/>
                  <a:pt x="78318" y="167029"/>
                </a:cubicBezTo>
                <a:cubicBezTo>
                  <a:pt x="98939" y="167029"/>
                  <a:pt x="109249" y="154593"/>
                  <a:pt x="109249" y="129722"/>
                </a:cubicBezTo>
                <a:cubicBezTo>
                  <a:pt x="109249" y="102134"/>
                  <a:pt x="96300" y="88340"/>
                  <a:pt x="70400" y="88340"/>
                </a:cubicBezTo>
                <a:lnTo>
                  <a:pt x="62852" y="88340"/>
                </a:lnTo>
                <a:moveTo>
                  <a:pt x="62852" y="80793"/>
                </a:moveTo>
                <a:cubicBezTo>
                  <a:pt x="73823" y="80545"/>
                  <a:pt x="81700" y="79513"/>
                  <a:pt x="86484" y="77696"/>
                </a:cubicBezTo>
                <a:cubicBezTo>
                  <a:pt x="90691" y="76123"/>
                  <a:pt x="94072" y="73809"/>
                  <a:pt x="96629" y="70752"/>
                </a:cubicBezTo>
                <a:cubicBezTo>
                  <a:pt x="100506" y="66125"/>
                  <a:pt x="102445" y="57945"/>
                  <a:pt x="102445" y="46211"/>
                </a:cubicBezTo>
                <a:cubicBezTo>
                  <a:pt x="102445" y="33733"/>
                  <a:pt x="100300" y="24851"/>
                  <a:pt x="96011" y="19564"/>
                </a:cubicBezTo>
                <a:cubicBezTo>
                  <a:pt x="91474" y="14110"/>
                  <a:pt x="84958" y="11383"/>
                  <a:pt x="76462" y="11383"/>
                </a:cubicBezTo>
                <a:cubicBezTo>
                  <a:pt x="71348" y="11383"/>
                  <a:pt x="67760" y="12424"/>
                  <a:pt x="65698" y="14507"/>
                </a:cubicBezTo>
                <a:cubicBezTo>
                  <a:pt x="63801" y="16339"/>
                  <a:pt x="62852" y="19505"/>
                  <a:pt x="62852" y="24003"/>
                </a:cubicBezTo>
                <a:lnTo>
                  <a:pt x="62852" y="80793"/>
                </a:lnTo>
                <a:close/>
                <a:moveTo>
                  <a:pt x="229512" y="169132"/>
                </a:moveTo>
                <a:lnTo>
                  <a:pt x="229512" y="175195"/>
                </a:lnTo>
                <a:lnTo>
                  <a:pt x="169011" y="175195"/>
                </a:lnTo>
                <a:lnTo>
                  <a:pt x="169011" y="169132"/>
                </a:lnTo>
                <a:cubicBezTo>
                  <a:pt x="174042" y="167895"/>
                  <a:pt x="177465" y="166575"/>
                  <a:pt x="179280" y="165173"/>
                </a:cubicBezTo>
                <a:cubicBezTo>
                  <a:pt x="181342" y="163689"/>
                  <a:pt x="182414" y="159936"/>
                  <a:pt x="182497" y="153914"/>
                </a:cubicBezTo>
                <a:lnTo>
                  <a:pt x="182497" y="79432"/>
                </a:lnTo>
                <a:cubicBezTo>
                  <a:pt x="182414" y="73410"/>
                  <a:pt x="181218" y="69575"/>
                  <a:pt x="178909" y="67925"/>
                </a:cubicBezTo>
                <a:cubicBezTo>
                  <a:pt x="177012" y="66605"/>
                  <a:pt x="173712" y="65451"/>
                  <a:pt x="169011" y="64461"/>
                </a:cubicBezTo>
                <a:lnTo>
                  <a:pt x="169011" y="58398"/>
                </a:lnTo>
                <a:lnTo>
                  <a:pt x="217758" y="58398"/>
                </a:lnTo>
                <a:lnTo>
                  <a:pt x="217758" y="154657"/>
                </a:lnTo>
                <a:cubicBezTo>
                  <a:pt x="217841" y="160513"/>
                  <a:pt x="219161" y="164431"/>
                  <a:pt x="221718" y="166410"/>
                </a:cubicBezTo>
                <a:cubicBezTo>
                  <a:pt x="223532" y="167730"/>
                  <a:pt x="226131" y="168638"/>
                  <a:pt x="229512" y="169132"/>
                </a:cubicBezTo>
                <a:moveTo>
                  <a:pt x="199818" y="0"/>
                </a:moveTo>
                <a:cubicBezTo>
                  <a:pt x="205675" y="0"/>
                  <a:pt x="210541" y="2145"/>
                  <a:pt x="214418" y="6434"/>
                </a:cubicBezTo>
                <a:cubicBezTo>
                  <a:pt x="217800" y="10228"/>
                  <a:pt x="219491" y="14723"/>
                  <a:pt x="219491" y="19920"/>
                </a:cubicBezTo>
                <a:cubicBezTo>
                  <a:pt x="219491" y="25776"/>
                  <a:pt x="217387" y="30601"/>
                  <a:pt x="213181" y="34396"/>
                </a:cubicBezTo>
                <a:cubicBezTo>
                  <a:pt x="209469" y="37695"/>
                  <a:pt x="204932" y="39345"/>
                  <a:pt x="199571" y="39345"/>
                </a:cubicBezTo>
                <a:cubicBezTo>
                  <a:pt x="193715" y="39345"/>
                  <a:pt x="188889" y="37241"/>
                  <a:pt x="185095" y="33035"/>
                </a:cubicBezTo>
                <a:cubicBezTo>
                  <a:pt x="181796" y="29405"/>
                  <a:pt x="180146" y="24910"/>
                  <a:pt x="180146" y="19549"/>
                </a:cubicBezTo>
                <a:cubicBezTo>
                  <a:pt x="180146" y="13857"/>
                  <a:pt x="182332" y="9032"/>
                  <a:pt x="186703" y="5073"/>
                </a:cubicBezTo>
                <a:cubicBezTo>
                  <a:pt x="190415" y="1691"/>
                  <a:pt x="194787" y="0"/>
                  <a:pt x="199818" y="0"/>
                </a:cubicBezTo>
                <a:close/>
                <a:moveTo>
                  <a:pt x="312698" y="58398"/>
                </a:moveTo>
                <a:lnTo>
                  <a:pt x="312698" y="69534"/>
                </a:lnTo>
                <a:lnTo>
                  <a:pt x="288819" y="69534"/>
                </a:lnTo>
                <a:lnTo>
                  <a:pt x="288819" y="145748"/>
                </a:lnTo>
                <a:cubicBezTo>
                  <a:pt x="288819" y="155481"/>
                  <a:pt x="292077" y="160348"/>
                  <a:pt x="298594" y="160348"/>
                </a:cubicBezTo>
                <a:cubicBezTo>
                  <a:pt x="303625" y="160348"/>
                  <a:pt x="308492" y="155935"/>
                  <a:pt x="313193" y="147109"/>
                </a:cubicBezTo>
                <a:lnTo>
                  <a:pt x="319503" y="149831"/>
                </a:lnTo>
                <a:cubicBezTo>
                  <a:pt x="314884" y="159193"/>
                  <a:pt x="310141" y="165986"/>
                  <a:pt x="305275" y="170211"/>
                </a:cubicBezTo>
                <a:cubicBezTo>
                  <a:pt x="299089" y="175678"/>
                  <a:pt x="291294" y="178412"/>
                  <a:pt x="281891" y="178412"/>
                </a:cubicBezTo>
                <a:cubicBezTo>
                  <a:pt x="270096" y="178412"/>
                  <a:pt x="261930" y="174393"/>
                  <a:pt x="257393" y="166356"/>
                </a:cubicBezTo>
                <a:cubicBezTo>
                  <a:pt x="254836" y="161964"/>
                  <a:pt x="253558" y="157074"/>
                  <a:pt x="253558" y="151687"/>
                </a:cubicBezTo>
                <a:lnTo>
                  <a:pt x="253558" y="69534"/>
                </a:lnTo>
                <a:lnTo>
                  <a:pt x="240443" y="69534"/>
                </a:lnTo>
                <a:lnTo>
                  <a:pt x="240443" y="62729"/>
                </a:lnTo>
                <a:cubicBezTo>
                  <a:pt x="254960" y="50356"/>
                  <a:pt x="268982" y="34643"/>
                  <a:pt x="282509" y="15589"/>
                </a:cubicBezTo>
                <a:lnTo>
                  <a:pt x="288819" y="15589"/>
                </a:lnTo>
                <a:lnTo>
                  <a:pt x="288819" y="58398"/>
                </a:lnTo>
                <a:lnTo>
                  <a:pt x="312698" y="58398"/>
                </a:lnTo>
                <a:close/>
                <a:moveTo>
                  <a:pt x="386684" y="175195"/>
                </a:moveTo>
                <a:lnTo>
                  <a:pt x="386684" y="169132"/>
                </a:lnTo>
                <a:cubicBezTo>
                  <a:pt x="392128" y="168555"/>
                  <a:pt x="395798" y="167400"/>
                  <a:pt x="397696" y="165668"/>
                </a:cubicBezTo>
                <a:cubicBezTo>
                  <a:pt x="399923" y="163689"/>
                  <a:pt x="401077" y="159771"/>
                  <a:pt x="401160" y="153914"/>
                </a:cubicBezTo>
                <a:lnTo>
                  <a:pt x="401160" y="69534"/>
                </a:lnTo>
                <a:lnTo>
                  <a:pt x="386684" y="69534"/>
                </a:lnTo>
                <a:lnTo>
                  <a:pt x="386684" y="58398"/>
                </a:lnTo>
                <a:lnTo>
                  <a:pt x="401160" y="58398"/>
                </a:lnTo>
                <a:cubicBezTo>
                  <a:pt x="401160" y="45835"/>
                  <a:pt x="401902" y="36578"/>
                  <a:pt x="403387" y="30626"/>
                </a:cubicBezTo>
                <a:cubicBezTo>
                  <a:pt x="408253" y="10209"/>
                  <a:pt x="422317" y="0"/>
                  <a:pt x="445577" y="0"/>
                </a:cubicBezTo>
                <a:cubicBezTo>
                  <a:pt x="454898" y="0"/>
                  <a:pt x="462816" y="1815"/>
                  <a:pt x="469333" y="5444"/>
                </a:cubicBezTo>
                <a:cubicBezTo>
                  <a:pt x="477663" y="10228"/>
                  <a:pt x="481829" y="16827"/>
                  <a:pt x="481829" y="25240"/>
                </a:cubicBezTo>
                <a:cubicBezTo>
                  <a:pt x="481829" y="30354"/>
                  <a:pt x="480179" y="34354"/>
                  <a:pt x="476880" y="37241"/>
                </a:cubicBezTo>
                <a:cubicBezTo>
                  <a:pt x="474075" y="39798"/>
                  <a:pt x="470446" y="41077"/>
                  <a:pt x="465992" y="41077"/>
                </a:cubicBezTo>
                <a:cubicBezTo>
                  <a:pt x="461125" y="41077"/>
                  <a:pt x="457249" y="39468"/>
                  <a:pt x="454362" y="36252"/>
                </a:cubicBezTo>
                <a:cubicBezTo>
                  <a:pt x="451970" y="33612"/>
                  <a:pt x="450774" y="30560"/>
                  <a:pt x="450774" y="27096"/>
                </a:cubicBezTo>
                <a:cubicBezTo>
                  <a:pt x="450774" y="24621"/>
                  <a:pt x="451887" y="21569"/>
                  <a:pt x="454114" y="17940"/>
                </a:cubicBezTo>
                <a:cubicBezTo>
                  <a:pt x="455599" y="15548"/>
                  <a:pt x="456341" y="13775"/>
                  <a:pt x="456341" y="12620"/>
                </a:cubicBezTo>
                <a:cubicBezTo>
                  <a:pt x="456341" y="9486"/>
                  <a:pt x="453908" y="7918"/>
                  <a:pt x="449042" y="7918"/>
                </a:cubicBezTo>
                <a:cubicBezTo>
                  <a:pt x="444258" y="7918"/>
                  <a:pt x="440876" y="9703"/>
                  <a:pt x="438896" y="13273"/>
                </a:cubicBezTo>
                <a:cubicBezTo>
                  <a:pt x="437246" y="16261"/>
                  <a:pt x="436422" y="20992"/>
                  <a:pt x="436422" y="27467"/>
                </a:cubicBezTo>
                <a:lnTo>
                  <a:pt x="436422" y="58398"/>
                </a:lnTo>
                <a:lnTo>
                  <a:pt x="458445" y="58398"/>
                </a:lnTo>
                <a:lnTo>
                  <a:pt x="458445" y="69534"/>
                </a:lnTo>
                <a:lnTo>
                  <a:pt x="436422" y="69534"/>
                </a:lnTo>
                <a:lnTo>
                  <a:pt x="436422" y="149089"/>
                </a:lnTo>
                <a:cubicBezTo>
                  <a:pt x="436587" y="158080"/>
                  <a:pt x="438113" y="163647"/>
                  <a:pt x="440999" y="165792"/>
                </a:cubicBezTo>
                <a:cubicBezTo>
                  <a:pt x="443721" y="167689"/>
                  <a:pt x="449083" y="168803"/>
                  <a:pt x="457084" y="169132"/>
                </a:cubicBezTo>
                <a:lnTo>
                  <a:pt x="457084" y="175195"/>
                </a:lnTo>
                <a:lnTo>
                  <a:pt x="386684" y="17519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lipscheck">
            <a:extLst xmlns:a="http://schemas.openxmlformats.org/drawingml/2006/main">
              <a:ext uri="{FF2B5EF4-FFF2-40B4-BE49-F238E27FC236}">
                <a16:creationId xmlns:a16="http://schemas.microsoft.com/office/drawing/2014/main" id="{31B5EC2B-4524-47D4-B0A1-95BE07C6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19" y="2002828"/>
            <a:ext cx="1055584" cy="227160"/>
          </a:xfrm>
          <a:custGeom xmlns:a="http://schemas.openxmlformats.org/drawingml/2006/main">
            <a:pathLst>
              <a:path w="1055584" h="227160">
                <a:moveTo>
                  <a:pt x="60502" y="169132"/>
                </a:moveTo>
                <a:lnTo>
                  <a:pt x="60502" y="175195"/>
                </a:lnTo>
                <a:lnTo>
                  <a:pt x="0" y="175195"/>
                </a:lnTo>
                <a:lnTo>
                  <a:pt x="0" y="169132"/>
                </a:lnTo>
                <a:cubicBezTo>
                  <a:pt x="8248" y="168967"/>
                  <a:pt x="12537" y="163895"/>
                  <a:pt x="12867" y="153914"/>
                </a:cubicBezTo>
                <a:lnTo>
                  <a:pt x="12867" y="24745"/>
                </a:lnTo>
                <a:cubicBezTo>
                  <a:pt x="12537" y="15177"/>
                  <a:pt x="8248" y="10269"/>
                  <a:pt x="0" y="10022"/>
                </a:cubicBezTo>
                <a:lnTo>
                  <a:pt x="0" y="3959"/>
                </a:lnTo>
                <a:lnTo>
                  <a:pt x="48129" y="3959"/>
                </a:lnTo>
                <a:lnTo>
                  <a:pt x="48129" y="153914"/>
                </a:lnTo>
                <a:cubicBezTo>
                  <a:pt x="48294" y="164060"/>
                  <a:pt x="52418" y="169132"/>
                  <a:pt x="60502" y="169132"/>
                </a:cubicBezTo>
                <a:close/>
                <a:moveTo>
                  <a:pt x="130944" y="169132"/>
                </a:moveTo>
                <a:lnTo>
                  <a:pt x="130944" y="175195"/>
                </a:lnTo>
                <a:lnTo>
                  <a:pt x="70442" y="175195"/>
                </a:lnTo>
                <a:lnTo>
                  <a:pt x="70442" y="169132"/>
                </a:lnTo>
                <a:cubicBezTo>
                  <a:pt x="75474" y="167895"/>
                  <a:pt x="78897" y="166575"/>
                  <a:pt x="80712" y="165173"/>
                </a:cubicBezTo>
                <a:cubicBezTo>
                  <a:pt x="82774" y="163689"/>
                  <a:pt x="83846" y="159936"/>
                  <a:pt x="83928" y="153914"/>
                </a:cubicBezTo>
                <a:lnTo>
                  <a:pt x="83928" y="79432"/>
                </a:lnTo>
                <a:cubicBezTo>
                  <a:pt x="83846" y="73410"/>
                  <a:pt x="82650" y="69575"/>
                  <a:pt x="80340" y="67925"/>
                </a:cubicBezTo>
                <a:cubicBezTo>
                  <a:pt x="78443" y="66605"/>
                  <a:pt x="75144" y="65451"/>
                  <a:pt x="70442" y="64461"/>
                </a:cubicBezTo>
                <a:lnTo>
                  <a:pt x="70442" y="58398"/>
                </a:lnTo>
                <a:lnTo>
                  <a:pt x="119190" y="58398"/>
                </a:lnTo>
                <a:lnTo>
                  <a:pt x="119190" y="154657"/>
                </a:lnTo>
                <a:cubicBezTo>
                  <a:pt x="119273" y="160513"/>
                  <a:pt x="120592" y="164431"/>
                  <a:pt x="123149" y="166410"/>
                </a:cubicBezTo>
                <a:cubicBezTo>
                  <a:pt x="124964" y="167730"/>
                  <a:pt x="127562" y="168638"/>
                  <a:pt x="130944" y="169132"/>
                </a:cubicBezTo>
                <a:moveTo>
                  <a:pt x="101250" y="0"/>
                </a:moveTo>
                <a:cubicBezTo>
                  <a:pt x="107106" y="0"/>
                  <a:pt x="111973" y="2145"/>
                  <a:pt x="115850" y="6434"/>
                </a:cubicBezTo>
                <a:cubicBezTo>
                  <a:pt x="119231" y="10228"/>
                  <a:pt x="120922" y="14723"/>
                  <a:pt x="120922" y="19920"/>
                </a:cubicBezTo>
                <a:cubicBezTo>
                  <a:pt x="120922" y="25776"/>
                  <a:pt x="118819" y="30601"/>
                  <a:pt x="114612" y="34396"/>
                </a:cubicBezTo>
                <a:cubicBezTo>
                  <a:pt x="110901" y="37695"/>
                  <a:pt x="106364" y="39345"/>
                  <a:pt x="101003" y="39345"/>
                </a:cubicBezTo>
                <a:cubicBezTo>
                  <a:pt x="95146" y="39345"/>
                  <a:pt x="90321" y="37241"/>
                  <a:pt x="86527" y="33035"/>
                </a:cubicBezTo>
                <a:cubicBezTo>
                  <a:pt x="83227" y="29405"/>
                  <a:pt x="81578" y="24910"/>
                  <a:pt x="81578" y="19549"/>
                </a:cubicBezTo>
                <a:cubicBezTo>
                  <a:pt x="81578" y="13857"/>
                  <a:pt x="83763" y="9032"/>
                  <a:pt x="88135" y="5073"/>
                </a:cubicBezTo>
                <a:cubicBezTo>
                  <a:pt x="91847" y="1691"/>
                  <a:pt x="96218" y="0"/>
                  <a:pt x="101250" y="0"/>
                </a:cubicBezTo>
                <a:close/>
                <a:moveTo>
                  <a:pt x="210789" y="221839"/>
                </a:moveTo>
                <a:lnTo>
                  <a:pt x="210789" y="227160"/>
                </a:lnTo>
                <a:lnTo>
                  <a:pt x="141627" y="227160"/>
                </a:lnTo>
                <a:lnTo>
                  <a:pt x="141627" y="221097"/>
                </a:lnTo>
                <a:cubicBezTo>
                  <a:pt x="146823" y="220190"/>
                  <a:pt x="150411" y="219035"/>
                  <a:pt x="152391" y="217633"/>
                </a:cubicBezTo>
                <a:cubicBezTo>
                  <a:pt x="154618" y="216066"/>
                  <a:pt x="155773" y="212313"/>
                  <a:pt x="155855" y="206374"/>
                </a:cubicBezTo>
                <a:lnTo>
                  <a:pt x="155855" y="79432"/>
                </a:lnTo>
                <a:cubicBezTo>
                  <a:pt x="155773" y="73328"/>
                  <a:pt x="154535" y="69451"/>
                  <a:pt x="152143" y="67801"/>
                </a:cubicBezTo>
                <a:cubicBezTo>
                  <a:pt x="150164" y="66317"/>
                  <a:pt x="146823" y="65203"/>
                  <a:pt x="142122" y="64461"/>
                </a:cubicBezTo>
                <a:lnTo>
                  <a:pt x="142122" y="58398"/>
                </a:lnTo>
                <a:lnTo>
                  <a:pt x="190498" y="58398"/>
                </a:lnTo>
                <a:lnTo>
                  <a:pt x="190498" y="75967"/>
                </a:lnTo>
                <a:cubicBezTo>
                  <a:pt x="193798" y="69992"/>
                  <a:pt x="197014" y="65636"/>
                  <a:pt x="200149" y="62899"/>
                </a:cubicBezTo>
                <a:cubicBezTo>
                  <a:pt x="206005" y="57754"/>
                  <a:pt x="213470" y="55181"/>
                  <a:pt x="222543" y="55181"/>
                </a:cubicBezTo>
                <a:cubicBezTo>
                  <a:pt x="237390" y="55181"/>
                  <a:pt x="249350" y="61463"/>
                  <a:pt x="258423" y="74026"/>
                </a:cubicBezTo>
                <a:cubicBezTo>
                  <a:pt x="265847" y="84275"/>
                  <a:pt x="269559" y="97788"/>
                  <a:pt x="269559" y="114566"/>
                </a:cubicBezTo>
                <a:cubicBezTo>
                  <a:pt x="269559" y="130021"/>
                  <a:pt x="266383" y="143327"/>
                  <a:pt x="260032" y="154483"/>
                </a:cubicBezTo>
                <a:cubicBezTo>
                  <a:pt x="255578" y="162502"/>
                  <a:pt x="249639" y="168618"/>
                  <a:pt x="242215" y="172833"/>
                </a:cubicBezTo>
                <a:cubicBezTo>
                  <a:pt x="235617" y="176717"/>
                  <a:pt x="228482" y="178659"/>
                  <a:pt x="220811" y="178659"/>
                </a:cubicBezTo>
                <a:cubicBezTo>
                  <a:pt x="213470" y="178659"/>
                  <a:pt x="206789" y="176414"/>
                  <a:pt x="200767" y="171924"/>
                </a:cubicBezTo>
                <a:cubicBezTo>
                  <a:pt x="198375" y="170176"/>
                  <a:pt x="195159" y="167308"/>
                  <a:pt x="191117" y="163317"/>
                </a:cubicBezTo>
                <a:lnTo>
                  <a:pt x="191117" y="199074"/>
                </a:lnTo>
                <a:cubicBezTo>
                  <a:pt x="191282" y="209632"/>
                  <a:pt x="193468" y="216148"/>
                  <a:pt x="197674" y="218623"/>
                </a:cubicBezTo>
                <a:cubicBezTo>
                  <a:pt x="200396" y="220437"/>
                  <a:pt x="204768" y="221509"/>
                  <a:pt x="210789" y="221839"/>
                </a:cubicBezTo>
                <a:moveTo>
                  <a:pt x="191117" y="149089"/>
                </a:moveTo>
                <a:cubicBezTo>
                  <a:pt x="192684" y="152966"/>
                  <a:pt x="194829" y="156265"/>
                  <a:pt x="197551" y="158987"/>
                </a:cubicBezTo>
                <a:cubicBezTo>
                  <a:pt x="201427" y="162699"/>
                  <a:pt x="205758" y="164555"/>
                  <a:pt x="210542" y="164555"/>
                </a:cubicBezTo>
                <a:cubicBezTo>
                  <a:pt x="224894" y="164555"/>
                  <a:pt x="232070" y="149089"/>
                  <a:pt x="232070" y="118158"/>
                </a:cubicBezTo>
                <a:cubicBezTo>
                  <a:pt x="232070" y="94815"/>
                  <a:pt x="228936" y="80091"/>
                  <a:pt x="222667" y="73988"/>
                </a:cubicBezTo>
                <a:cubicBezTo>
                  <a:pt x="219780" y="71183"/>
                  <a:pt x="216481" y="69781"/>
                  <a:pt x="212769" y="69781"/>
                </a:cubicBezTo>
                <a:cubicBezTo>
                  <a:pt x="207077" y="69781"/>
                  <a:pt x="201634" y="72668"/>
                  <a:pt x="196437" y="78442"/>
                </a:cubicBezTo>
                <a:cubicBezTo>
                  <a:pt x="192890" y="82401"/>
                  <a:pt x="191117" y="85453"/>
                  <a:pt x="191117" y="87597"/>
                </a:cubicBezTo>
                <a:lnTo>
                  <a:pt x="191117" y="149089"/>
                </a:lnTo>
                <a:close/>
                <a:moveTo>
                  <a:pt x="363799" y="92547"/>
                </a:moveTo>
                <a:lnTo>
                  <a:pt x="357489" y="92547"/>
                </a:lnTo>
                <a:cubicBezTo>
                  <a:pt x="354107" y="83020"/>
                  <a:pt x="350148" y="76061"/>
                  <a:pt x="345611" y="71672"/>
                </a:cubicBezTo>
                <a:cubicBezTo>
                  <a:pt x="339838" y="66287"/>
                  <a:pt x="333486" y="63595"/>
                  <a:pt x="326558" y="63595"/>
                </a:cubicBezTo>
                <a:cubicBezTo>
                  <a:pt x="321114" y="63595"/>
                  <a:pt x="316783" y="65372"/>
                  <a:pt x="313567" y="68927"/>
                </a:cubicBezTo>
                <a:cubicBezTo>
                  <a:pt x="311092" y="71571"/>
                  <a:pt x="309855" y="74712"/>
                  <a:pt x="309855" y="78349"/>
                </a:cubicBezTo>
                <a:cubicBezTo>
                  <a:pt x="309855" y="81161"/>
                  <a:pt x="310721" y="83931"/>
                  <a:pt x="312453" y="86658"/>
                </a:cubicBezTo>
                <a:cubicBezTo>
                  <a:pt x="315257" y="90955"/>
                  <a:pt x="322516" y="95584"/>
                  <a:pt x="334229" y="100546"/>
                </a:cubicBezTo>
                <a:cubicBezTo>
                  <a:pt x="350065" y="107240"/>
                  <a:pt x="360211" y="114473"/>
                  <a:pt x="364665" y="122244"/>
                </a:cubicBezTo>
                <a:cubicBezTo>
                  <a:pt x="367634" y="127534"/>
                  <a:pt x="369119" y="133527"/>
                  <a:pt x="369119" y="140223"/>
                </a:cubicBezTo>
                <a:cubicBezTo>
                  <a:pt x="369119" y="152374"/>
                  <a:pt x="365119" y="162045"/>
                  <a:pt x="357118" y="169237"/>
                </a:cubicBezTo>
                <a:cubicBezTo>
                  <a:pt x="349859" y="175683"/>
                  <a:pt x="340827" y="178907"/>
                  <a:pt x="330022" y="178907"/>
                </a:cubicBezTo>
                <a:cubicBezTo>
                  <a:pt x="326558" y="178907"/>
                  <a:pt x="322763" y="178438"/>
                  <a:pt x="318639" y="177499"/>
                </a:cubicBezTo>
                <a:cubicBezTo>
                  <a:pt x="311628" y="175966"/>
                  <a:pt x="306308" y="174432"/>
                  <a:pt x="302679" y="172898"/>
                </a:cubicBezTo>
                <a:cubicBezTo>
                  <a:pt x="300204" y="171790"/>
                  <a:pt x="298266" y="171236"/>
                  <a:pt x="296864" y="171236"/>
                </a:cubicBezTo>
                <a:cubicBezTo>
                  <a:pt x="294884" y="171236"/>
                  <a:pt x="292698" y="173710"/>
                  <a:pt x="290306" y="178659"/>
                </a:cubicBezTo>
                <a:lnTo>
                  <a:pt x="283996" y="178659"/>
                </a:lnTo>
                <a:lnTo>
                  <a:pt x="283996" y="136593"/>
                </a:lnTo>
                <a:lnTo>
                  <a:pt x="291049" y="136593"/>
                </a:lnTo>
                <a:cubicBezTo>
                  <a:pt x="293358" y="146148"/>
                  <a:pt x="296781" y="153627"/>
                  <a:pt x="301318" y="159030"/>
                </a:cubicBezTo>
                <a:cubicBezTo>
                  <a:pt x="307586" y="166507"/>
                  <a:pt x="315711" y="170246"/>
                  <a:pt x="325692" y="170246"/>
                </a:cubicBezTo>
                <a:cubicBezTo>
                  <a:pt x="332373" y="170246"/>
                  <a:pt x="337322" y="168386"/>
                  <a:pt x="340539" y="164667"/>
                </a:cubicBezTo>
                <a:cubicBezTo>
                  <a:pt x="343343" y="161360"/>
                  <a:pt x="344745" y="157723"/>
                  <a:pt x="344745" y="153756"/>
                </a:cubicBezTo>
                <a:cubicBezTo>
                  <a:pt x="344745" y="151029"/>
                  <a:pt x="343962" y="148466"/>
                  <a:pt x="342395" y="146069"/>
                </a:cubicBezTo>
                <a:cubicBezTo>
                  <a:pt x="339673" y="141687"/>
                  <a:pt x="332332" y="136893"/>
                  <a:pt x="320371" y="131686"/>
                </a:cubicBezTo>
                <a:cubicBezTo>
                  <a:pt x="303875" y="124495"/>
                  <a:pt x="293317" y="116848"/>
                  <a:pt x="288698" y="108747"/>
                </a:cubicBezTo>
                <a:cubicBezTo>
                  <a:pt x="285893" y="103787"/>
                  <a:pt x="284491" y="98291"/>
                  <a:pt x="284491" y="92257"/>
                </a:cubicBezTo>
                <a:cubicBezTo>
                  <a:pt x="284491" y="81178"/>
                  <a:pt x="288409" y="72168"/>
                  <a:pt x="296245" y="65226"/>
                </a:cubicBezTo>
                <a:cubicBezTo>
                  <a:pt x="303833" y="58530"/>
                  <a:pt x="313154" y="55181"/>
                  <a:pt x="324207" y="55181"/>
                </a:cubicBezTo>
                <a:cubicBezTo>
                  <a:pt x="329486" y="55181"/>
                  <a:pt x="336085" y="56460"/>
                  <a:pt x="344003" y="59017"/>
                </a:cubicBezTo>
                <a:cubicBezTo>
                  <a:pt x="347880" y="60254"/>
                  <a:pt x="350560" y="60873"/>
                  <a:pt x="352045" y="60873"/>
                </a:cubicBezTo>
                <a:cubicBezTo>
                  <a:pt x="354932" y="60873"/>
                  <a:pt x="356994" y="59141"/>
                  <a:pt x="358231" y="55676"/>
                </a:cubicBezTo>
                <a:lnTo>
                  <a:pt x="363799" y="55676"/>
                </a:lnTo>
                <a:lnTo>
                  <a:pt x="363799" y="92547"/>
                </a:lnTo>
                <a:close/>
                <a:moveTo>
                  <a:pt x="544026" y="147604"/>
                </a:moveTo>
                <a:lnTo>
                  <a:pt x="548480" y="152182"/>
                </a:lnTo>
                <a:cubicBezTo>
                  <a:pt x="542046" y="160469"/>
                  <a:pt x="536025" y="166394"/>
                  <a:pt x="530416" y="169956"/>
                </a:cubicBezTo>
                <a:cubicBezTo>
                  <a:pt x="521013" y="175923"/>
                  <a:pt x="510950" y="178907"/>
                  <a:pt x="500227" y="178907"/>
                </a:cubicBezTo>
                <a:cubicBezTo>
                  <a:pt x="482246" y="178907"/>
                  <a:pt x="467894" y="171634"/>
                  <a:pt x="457171" y="157089"/>
                </a:cubicBezTo>
                <a:cubicBezTo>
                  <a:pt x="449665" y="146758"/>
                  <a:pt x="445912" y="133988"/>
                  <a:pt x="445912" y="118780"/>
                </a:cubicBezTo>
                <a:cubicBezTo>
                  <a:pt x="445912" y="100598"/>
                  <a:pt x="451108" y="85803"/>
                  <a:pt x="461501" y="74398"/>
                </a:cubicBezTo>
                <a:cubicBezTo>
                  <a:pt x="466863" y="68528"/>
                  <a:pt x="473214" y="63941"/>
                  <a:pt x="480555" y="60637"/>
                </a:cubicBezTo>
                <a:cubicBezTo>
                  <a:pt x="488721" y="57000"/>
                  <a:pt x="497134" y="55181"/>
                  <a:pt x="505795" y="55181"/>
                </a:cubicBezTo>
                <a:cubicBezTo>
                  <a:pt x="514951" y="55181"/>
                  <a:pt x="523405" y="57332"/>
                  <a:pt x="531159" y="61635"/>
                </a:cubicBezTo>
                <a:cubicBezTo>
                  <a:pt x="540397" y="66844"/>
                  <a:pt x="545016" y="74039"/>
                  <a:pt x="545016" y="83221"/>
                </a:cubicBezTo>
                <a:cubicBezTo>
                  <a:pt x="545016" y="87938"/>
                  <a:pt x="543655" y="91660"/>
                  <a:pt x="540933" y="94387"/>
                </a:cubicBezTo>
                <a:cubicBezTo>
                  <a:pt x="537799" y="97614"/>
                  <a:pt x="533427" y="99228"/>
                  <a:pt x="527818" y="99228"/>
                </a:cubicBezTo>
                <a:cubicBezTo>
                  <a:pt x="518497" y="99228"/>
                  <a:pt x="513796" y="93165"/>
                  <a:pt x="513713" y="81040"/>
                </a:cubicBezTo>
                <a:cubicBezTo>
                  <a:pt x="513631" y="75184"/>
                  <a:pt x="513507" y="71802"/>
                  <a:pt x="513342" y="70895"/>
                </a:cubicBezTo>
                <a:cubicBezTo>
                  <a:pt x="512270" y="65698"/>
                  <a:pt x="508764" y="63100"/>
                  <a:pt x="502826" y="63100"/>
                </a:cubicBezTo>
                <a:cubicBezTo>
                  <a:pt x="496722" y="63100"/>
                  <a:pt x="491855" y="66317"/>
                  <a:pt x="488226" y="72750"/>
                </a:cubicBezTo>
                <a:cubicBezTo>
                  <a:pt x="483854" y="80421"/>
                  <a:pt x="481669" y="91227"/>
                  <a:pt x="481669" y="105166"/>
                </a:cubicBezTo>
                <a:cubicBezTo>
                  <a:pt x="481669" y="119931"/>
                  <a:pt x="484102" y="132262"/>
                  <a:pt x="488968" y="142160"/>
                </a:cubicBezTo>
                <a:cubicBezTo>
                  <a:pt x="495402" y="155275"/>
                  <a:pt x="504970" y="161833"/>
                  <a:pt x="517673" y="161833"/>
                </a:cubicBezTo>
                <a:cubicBezTo>
                  <a:pt x="524519" y="161833"/>
                  <a:pt x="530705" y="159647"/>
                  <a:pt x="536231" y="155275"/>
                </a:cubicBezTo>
                <a:cubicBezTo>
                  <a:pt x="538293" y="153626"/>
                  <a:pt x="540892" y="151069"/>
                  <a:pt x="544026" y="147604"/>
                </a:cubicBezTo>
                <a:close/>
                <a:moveTo>
                  <a:pt x="687462" y="169132"/>
                </a:moveTo>
                <a:lnTo>
                  <a:pt x="687462" y="175195"/>
                </a:lnTo>
                <a:lnTo>
                  <a:pt x="627950" y="175195"/>
                </a:lnTo>
                <a:lnTo>
                  <a:pt x="627950" y="169132"/>
                </a:lnTo>
                <a:cubicBezTo>
                  <a:pt x="631250" y="168720"/>
                  <a:pt x="633807" y="167854"/>
                  <a:pt x="635621" y="166534"/>
                </a:cubicBezTo>
                <a:cubicBezTo>
                  <a:pt x="638343" y="164472"/>
                  <a:pt x="639746" y="160513"/>
                  <a:pt x="639828" y="154657"/>
                </a:cubicBezTo>
                <a:lnTo>
                  <a:pt x="639828" y="93413"/>
                </a:lnTo>
                <a:cubicBezTo>
                  <a:pt x="639828" y="79308"/>
                  <a:pt x="635456" y="72256"/>
                  <a:pt x="626713" y="72256"/>
                </a:cubicBezTo>
                <a:cubicBezTo>
                  <a:pt x="620774" y="72256"/>
                  <a:pt x="614959" y="75184"/>
                  <a:pt x="609268" y="81040"/>
                </a:cubicBezTo>
                <a:cubicBezTo>
                  <a:pt x="606381" y="84009"/>
                  <a:pt x="604938" y="85989"/>
                  <a:pt x="604938" y="86979"/>
                </a:cubicBezTo>
                <a:lnTo>
                  <a:pt x="604938" y="154657"/>
                </a:lnTo>
                <a:cubicBezTo>
                  <a:pt x="605020" y="160265"/>
                  <a:pt x="606340" y="164101"/>
                  <a:pt x="608897" y="166163"/>
                </a:cubicBezTo>
                <a:cubicBezTo>
                  <a:pt x="610876" y="167565"/>
                  <a:pt x="613681" y="168555"/>
                  <a:pt x="617310" y="169132"/>
                </a:cubicBezTo>
                <a:lnTo>
                  <a:pt x="617310" y="175195"/>
                </a:lnTo>
                <a:lnTo>
                  <a:pt x="556190" y="175195"/>
                </a:lnTo>
                <a:lnTo>
                  <a:pt x="556190" y="169132"/>
                </a:lnTo>
                <a:cubicBezTo>
                  <a:pt x="561551" y="168143"/>
                  <a:pt x="565057" y="166823"/>
                  <a:pt x="566706" y="165173"/>
                </a:cubicBezTo>
                <a:cubicBezTo>
                  <a:pt x="568604" y="163359"/>
                  <a:pt x="569593" y="159606"/>
                  <a:pt x="569676" y="153914"/>
                </a:cubicBezTo>
                <a:lnTo>
                  <a:pt x="569676" y="24745"/>
                </a:lnTo>
                <a:cubicBezTo>
                  <a:pt x="569593" y="18641"/>
                  <a:pt x="568521" y="14930"/>
                  <a:pt x="566459" y="13610"/>
                </a:cubicBezTo>
                <a:cubicBezTo>
                  <a:pt x="564727" y="12290"/>
                  <a:pt x="561304" y="11094"/>
                  <a:pt x="556190" y="10022"/>
                </a:cubicBezTo>
                <a:lnTo>
                  <a:pt x="556190" y="3959"/>
                </a:lnTo>
                <a:lnTo>
                  <a:pt x="604938" y="3959"/>
                </a:lnTo>
                <a:lnTo>
                  <a:pt x="604938" y="75101"/>
                </a:lnTo>
                <a:cubicBezTo>
                  <a:pt x="610959" y="68379"/>
                  <a:pt x="616073" y="63731"/>
                  <a:pt x="620279" y="61159"/>
                </a:cubicBezTo>
                <a:cubicBezTo>
                  <a:pt x="626713" y="57174"/>
                  <a:pt x="633601" y="55181"/>
                  <a:pt x="640942" y="55181"/>
                </a:cubicBezTo>
                <a:cubicBezTo>
                  <a:pt x="651005" y="55181"/>
                  <a:pt x="659212" y="58369"/>
                  <a:pt x="665563" y="64743"/>
                </a:cubicBezTo>
                <a:cubicBezTo>
                  <a:pt x="671914" y="71032"/>
                  <a:pt x="675090" y="79805"/>
                  <a:pt x="675090" y="91062"/>
                </a:cubicBezTo>
                <a:lnTo>
                  <a:pt x="675090" y="153914"/>
                </a:lnTo>
                <a:cubicBezTo>
                  <a:pt x="675007" y="163812"/>
                  <a:pt x="679131" y="168885"/>
                  <a:pt x="687462" y="169132"/>
                </a:cubicBezTo>
                <a:close/>
                <a:moveTo>
                  <a:pt x="794817" y="143521"/>
                </a:moveTo>
                <a:lnTo>
                  <a:pt x="800880" y="147109"/>
                </a:lnTo>
                <a:cubicBezTo>
                  <a:pt x="793539" y="157791"/>
                  <a:pt x="787023" y="165202"/>
                  <a:pt x="781331" y="169341"/>
                </a:cubicBezTo>
                <a:cubicBezTo>
                  <a:pt x="772670" y="175718"/>
                  <a:pt x="762731" y="178907"/>
                  <a:pt x="751513" y="178907"/>
                </a:cubicBezTo>
                <a:cubicBezTo>
                  <a:pt x="737409" y="178907"/>
                  <a:pt x="725696" y="174279"/>
                  <a:pt x="716375" y="165022"/>
                </a:cubicBezTo>
                <a:cubicBezTo>
                  <a:pt x="704993" y="153699"/>
                  <a:pt x="699301" y="137830"/>
                  <a:pt x="699301" y="117415"/>
                </a:cubicBezTo>
                <a:cubicBezTo>
                  <a:pt x="699301" y="96918"/>
                  <a:pt x="705116" y="80925"/>
                  <a:pt x="716747" y="69437"/>
                </a:cubicBezTo>
                <a:cubicBezTo>
                  <a:pt x="726315" y="59933"/>
                  <a:pt x="738110" y="55181"/>
                  <a:pt x="752132" y="55181"/>
                </a:cubicBezTo>
                <a:cubicBezTo>
                  <a:pt x="766484" y="55181"/>
                  <a:pt x="777826" y="60141"/>
                  <a:pt x="786156" y="70059"/>
                </a:cubicBezTo>
                <a:cubicBezTo>
                  <a:pt x="791518" y="76509"/>
                  <a:pt x="795312" y="85022"/>
                  <a:pt x="797539" y="95601"/>
                </a:cubicBezTo>
                <a:cubicBezTo>
                  <a:pt x="798364" y="99488"/>
                  <a:pt x="799065" y="105316"/>
                  <a:pt x="799643" y="113085"/>
                </a:cubicBezTo>
                <a:lnTo>
                  <a:pt x="735800" y="113085"/>
                </a:lnTo>
                <a:cubicBezTo>
                  <a:pt x="736460" y="123671"/>
                  <a:pt x="737574" y="131610"/>
                  <a:pt x="739141" y="136902"/>
                </a:cubicBezTo>
                <a:cubicBezTo>
                  <a:pt x="743925" y="152698"/>
                  <a:pt x="752874" y="160595"/>
                  <a:pt x="765989" y="160595"/>
                </a:cubicBezTo>
                <a:cubicBezTo>
                  <a:pt x="773330" y="160595"/>
                  <a:pt x="780218" y="157854"/>
                  <a:pt x="786651" y="152372"/>
                </a:cubicBezTo>
                <a:cubicBezTo>
                  <a:pt x="788878" y="150376"/>
                  <a:pt x="791600" y="147426"/>
                  <a:pt x="794817" y="143521"/>
                </a:cubicBezTo>
                <a:moveTo>
                  <a:pt x="734563" y="103682"/>
                </a:moveTo>
                <a:lnTo>
                  <a:pt x="768464" y="103682"/>
                </a:lnTo>
                <a:cubicBezTo>
                  <a:pt x="768464" y="102445"/>
                  <a:pt x="768423" y="101166"/>
                  <a:pt x="768340" y="99846"/>
                </a:cubicBezTo>
                <a:cubicBezTo>
                  <a:pt x="768093" y="87804"/>
                  <a:pt x="767391" y="79514"/>
                  <a:pt x="766237" y="74978"/>
                </a:cubicBezTo>
                <a:cubicBezTo>
                  <a:pt x="764175" y="67059"/>
                  <a:pt x="759514" y="63100"/>
                  <a:pt x="752256" y="63100"/>
                </a:cubicBezTo>
                <a:cubicBezTo>
                  <a:pt x="746894" y="63100"/>
                  <a:pt x="743018" y="65162"/>
                  <a:pt x="740626" y="69286"/>
                </a:cubicBezTo>
                <a:cubicBezTo>
                  <a:pt x="737739" y="74153"/>
                  <a:pt x="736006" y="79720"/>
                  <a:pt x="735429" y="85989"/>
                </a:cubicBezTo>
                <a:cubicBezTo>
                  <a:pt x="735017" y="91186"/>
                  <a:pt x="734728" y="97083"/>
                  <a:pt x="734563" y="103682"/>
                </a:cubicBezTo>
                <a:close/>
                <a:moveTo>
                  <a:pt x="909920" y="147604"/>
                </a:moveTo>
                <a:lnTo>
                  <a:pt x="914374" y="152182"/>
                </a:lnTo>
                <a:cubicBezTo>
                  <a:pt x="907941" y="160469"/>
                  <a:pt x="901919" y="166394"/>
                  <a:pt x="896311" y="169956"/>
                </a:cubicBezTo>
                <a:cubicBezTo>
                  <a:pt x="886907" y="175923"/>
                  <a:pt x="876844" y="178907"/>
                  <a:pt x="866122" y="178907"/>
                </a:cubicBezTo>
                <a:cubicBezTo>
                  <a:pt x="848140" y="178907"/>
                  <a:pt x="833788" y="171634"/>
                  <a:pt x="823065" y="157089"/>
                </a:cubicBezTo>
                <a:cubicBezTo>
                  <a:pt x="815559" y="146758"/>
                  <a:pt x="811806" y="133988"/>
                  <a:pt x="811806" y="118780"/>
                </a:cubicBezTo>
                <a:cubicBezTo>
                  <a:pt x="811806" y="100598"/>
                  <a:pt x="817003" y="85803"/>
                  <a:pt x="827396" y="74398"/>
                </a:cubicBezTo>
                <a:cubicBezTo>
                  <a:pt x="832757" y="68528"/>
                  <a:pt x="839108" y="63941"/>
                  <a:pt x="846449" y="60637"/>
                </a:cubicBezTo>
                <a:cubicBezTo>
                  <a:pt x="854615" y="57000"/>
                  <a:pt x="863028" y="55181"/>
                  <a:pt x="871689" y="55181"/>
                </a:cubicBezTo>
                <a:cubicBezTo>
                  <a:pt x="880845" y="55181"/>
                  <a:pt x="889299" y="57332"/>
                  <a:pt x="897053" y="61635"/>
                </a:cubicBezTo>
                <a:cubicBezTo>
                  <a:pt x="906291" y="66844"/>
                  <a:pt x="910910" y="74039"/>
                  <a:pt x="910910" y="83221"/>
                </a:cubicBezTo>
                <a:cubicBezTo>
                  <a:pt x="910910" y="87938"/>
                  <a:pt x="909549" y="91660"/>
                  <a:pt x="906827" y="94387"/>
                </a:cubicBezTo>
                <a:cubicBezTo>
                  <a:pt x="903693" y="97614"/>
                  <a:pt x="899321" y="99228"/>
                  <a:pt x="893712" y="99228"/>
                </a:cubicBezTo>
                <a:cubicBezTo>
                  <a:pt x="884392" y="99228"/>
                  <a:pt x="879690" y="93165"/>
                  <a:pt x="879608" y="81040"/>
                </a:cubicBezTo>
                <a:cubicBezTo>
                  <a:pt x="879525" y="75184"/>
                  <a:pt x="879401" y="71802"/>
                  <a:pt x="879236" y="70895"/>
                </a:cubicBezTo>
                <a:cubicBezTo>
                  <a:pt x="878164" y="65698"/>
                  <a:pt x="874659" y="63100"/>
                  <a:pt x="868720" y="63100"/>
                </a:cubicBezTo>
                <a:cubicBezTo>
                  <a:pt x="862616" y="63100"/>
                  <a:pt x="857750" y="66317"/>
                  <a:pt x="854120" y="72750"/>
                </a:cubicBezTo>
                <a:cubicBezTo>
                  <a:pt x="849749" y="80421"/>
                  <a:pt x="847563" y="91227"/>
                  <a:pt x="847563" y="105166"/>
                </a:cubicBezTo>
                <a:cubicBezTo>
                  <a:pt x="847563" y="119931"/>
                  <a:pt x="849996" y="132262"/>
                  <a:pt x="854863" y="142160"/>
                </a:cubicBezTo>
                <a:cubicBezTo>
                  <a:pt x="861296" y="155275"/>
                  <a:pt x="870864" y="161833"/>
                  <a:pt x="883567" y="161833"/>
                </a:cubicBezTo>
                <a:cubicBezTo>
                  <a:pt x="890413" y="161833"/>
                  <a:pt x="896599" y="159647"/>
                  <a:pt x="902126" y="155275"/>
                </a:cubicBezTo>
                <a:cubicBezTo>
                  <a:pt x="904188" y="153626"/>
                  <a:pt x="906786" y="151069"/>
                  <a:pt x="909920" y="147604"/>
                </a:cubicBezTo>
                <a:close/>
                <a:moveTo>
                  <a:pt x="1048036" y="58398"/>
                </a:moveTo>
                <a:lnTo>
                  <a:pt x="1048036" y="64213"/>
                </a:lnTo>
                <a:cubicBezTo>
                  <a:pt x="1041685" y="65368"/>
                  <a:pt x="1037190" y="66482"/>
                  <a:pt x="1034550" y="67554"/>
                </a:cubicBezTo>
                <a:cubicBezTo>
                  <a:pt x="1031004" y="69039"/>
                  <a:pt x="1026013" y="72627"/>
                  <a:pt x="1019580" y="78318"/>
                </a:cubicBezTo>
                <a:cubicBezTo>
                  <a:pt x="1011084" y="85989"/>
                  <a:pt x="1004609" y="92340"/>
                  <a:pt x="1000155" y="97372"/>
                </a:cubicBezTo>
                <a:lnTo>
                  <a:pt x="1049274" y="165297"/>
                </a:lnTo>
                <a:cubicBezTo>
                  <a:pt x="1051253" y="167854"/>
                  <a:pt x="1053357" y="169132"/>
                  <a:pt x="1055584" y="169132"/>
                </a:cubicBezTo>
                <a:lnTo>
                  <a:pt x="1055584" y="175195"/>
                </a:lnTo>
                <a:lnTo>
                  <a:pt x="996319" y="175195"/>
                </a:lnTo>
                <a:lnTo>
                  <a:pt x="996319" y="169132"/>
                </a:lnTo>
                <a:cubicBezTo>
                  <a:pt x="1003413" y="168885"/>
                  <a:pt x="1006960" y="167277"/>
                  <a:pt x="1006960" y="164307"/>
                </a:cubicBezTo>
                <a:cubicBezTo>
                  <a:pt x="1006960" y="162410"/>
                  <a:pt x="1004939" y="158616"/>
                  <a:pt x="1000897" y="152924"/>
                </a:cubicBezTo>
                <a:lnTo>
                  <a:pt x="976771" y="118900"/>
                </a:lnTo>
                <a:lnTo>
                  <a:pt x="970956" y="124963"/>
                </a:lnTo>
                <a:lnTo>
                  <a:pt x="970956" y="153914"/>
                </a:lnTo>
                <a:cubicBezTo>
                  <a:pt x="971038" y="160678"/>
                  <a:pt x="972028" y="164720"/>
                  <a:pt x="973925" y="166039"/>
                </a:cubicBezTo>
                <a:cubicBezTo>
                  <a:pt x="975657" y="167277"/>
                  <a:pt x="979039" y="168308"/>
                  <a:pt x="984070" y="169132"/>
                </a:cubicBezTo>
                <a:lnTo>
                  <a:pt x="984070" y="175195"/>
                </a:lnTo>
                <a:lnTo>
                  <a:pt x="923569" y="175195"/>
                </a:lnTo>
                <a:lnTo>
                  <a:pt x="923569" y="169132"/>
                </a:lnTo>
                <a:cubicBezTo>
                  <a:pt x="931322" y="168885"/>
                  <a:pt x="935364" y="163812"/>
                  <a:pt x="935694" y="153914"/>
                </a:cubicBezTo>
                <a:lnTo>
                  <a:pt x="935694" y="24745"/>
                </a:lnTo>
                <a:cubicBezTo>
                  <a:pt x="935446" y="15259"/>
                  <a:pt x="931405" y="10352"/>
                  <a:pt x="923569" y="10022"/>
                </a:cubicBezTo>
                <a:lnTo>
                  <a:pt x="923569" y="3959"/>
                </a:lnTo>
                <a:lnTo>
                  <a:pt x="970956" y="3959"/>
                </a:lnTo>
                <a:lnTo>
                  <a:pt x="970956" y="113085"/>
                </a:lnTo>
                <a:lnTo>
                  <a:pt x="1003372" y="80669"/>
                </a:lnTo>
                <a:cubicBezTo>
                  <a:pt x="1007001" y="77122"/>
                  <a:pt x="1008816" y="73864"/>
                  <a:pt x="1008816" y="70895"/>
                </a:cubicBezTo>
                <a:cubicBezTo>
                  <a:pt x="1008816" y="69245"/>
                  <a:pt x="1008197" y="68049"/>
                  <a:pt x="1006960" y="67307"/>
                </a:cubicBezTo>
                <a:cubicBezTo>
                  <a:pt x="1005722" y="66482"/>
                  <a:pt x="1001310" y="65451"/>
                  <a:pt x="993721" y="64213"/>
                </a:cubicBezTo>
                <a:lnTo>
                  <a:pt x="993721" y="58398"/>
                </a:lnTo>
                <a:lnTo>
                  <a:pt x="1048036" y="5839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6D3F3-6E6E-4B04-A13B-7208F239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74" y="1944586"/>
            <a:ext cx="205105" cy="205133"/>
          </a:xfrm>
          <a:custGeom xmlns:a="http://schemas.openxmlformats.org/drawingml/2006/main">
            <a:pathLst>
              <a:path w="205105" h="205133" fill="none">
                <a:moveTo>
                  <a:pt x="205105" y="102566"/>
                </a:moveTo>
                <a:cubicBezTo>
                  <a:pt x="205105" y="159213"/>
                  <a:pt x="159185" y="205133"/>
                  <a:pt x="102538" y="205133"/>
                </a:cubicBezTo>
                <a:cubicBezTo>
                  <a:pt x="45920" y="205133"/>
                  <a:pt x="0" y="159213"/>
                  <a:pt x="0" y="102566"/>
                </a:cubicBezTo>
                <a:cubicBezTo>
                  <a:pt x="0" y="45920"/>
                  <a:pt x="45920" y="0"/>
                  <a:pt x="102538" y="0"/>
                </a:cubicBezTo>
                <a:cubicBezTo>
                  <a:pt x="159185" y="0"/>
                  <a:pt x="205105" y="45920"/>
                  <a:pt x="205105" y="102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53" cap="flat">
            <a:solidFill>
              <a:srgbClr val="231F2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33ADB-ED88-4A1A-9A6B-98D58569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14" y="1954688"/>
            <a:ext cx="205105" cy="205133"/>
          </a:xfrm>
          <a:custGeom xmlns:a="http://schemas.openxmlformats.org/drawingml/2006/main">
            <a:pathLst>
              <a:path w="205105" h="205133">
                <a:moveTo>
                  <a:pt x="205105" y="102566"/>
                </a:moveTo>
                <a:cubicBezTo>
                  <a:pt x="205105" y="159213"/>
                  <a:pt x="159185" y="205133"/>
                  <a:pt x="102538" y="205133"/>
                </a:cubicBezTo>
                <a:cubicBezTo>
                  <a:pt x="45920" y="205133"/>
                  <a:pt x="0" y="159213"/>
                  <a:pt x="0" y="102566"/>
                </a:cubicBezTo>
                <a:cubicBezTo>
                  <a:pt x="0" y="45920"/>
                  <a:pt x="45920" y="0"/>
                  <a:pt x="102538" y="0"/>
                </a:cubicBezTo>
                <a:cubicBezTo>
                  <a:pt x="159185" y="0"/>
                  <a:pt x="205105" y="45920"/>
                  <a:pt x="205105" y="10256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D915E-55E3-4F8D-A3E1-D14AE870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14" y="1954688"/>
            <a:ext cx="205105" cy="205133"/>
          </a:xfrm>
          <a:custGeom xmlns:a="http://schemas.openxmlformats.org/drawingml/2006/main">
            <a:pathLst>
              <a:path w="205105" h="205133" fill="none">
                <a:moveTo>
                  <a:pt x="205105" y="102566"/>
                </a:moveTo>
                <a:cubicBezTo>
                  <a:pt x="205105" y="159213"/>
                  <a:pt x="159185" y="205133"/>
                  <a:pt x="102538" y="205133"/>
                </a:cubicBezTo>
                <a:cubicBezTo>
                  <a:pt x="45920" y="205133"/>
                  <a:pt x="0" y="159213"/>
                  <a:pt x="0" y="102566"/>
                </a:cubicBezTo>
                <a:cubicBezTo>
                  <a:pt x="0" y="45920"/>
                  <a:pt x="45920" y="0"/>
                  <a:pt x="102538" y="0"/>
                </a:cubicBezTo>
                <a:cubicBezTo>
                  <a:pt x="159185" y="0"/>
                  <a:pt x="205105" y="45920"/>
                  <a:pt x="205105" y="1025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53" cap="flat">
            <a:solidFill>
              <a:srgbClr val="231F2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14EBF-74F8-407D-9C57-03B05D63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01" y="2100739"/>
            <a:ext cx="58871" cy="59715"/>
          </a:xfrm>
          <a:custGeom xmlns:a="http://schemas.openxmlformats.org/drawingml/2006/main">
            <a:pathLst>
              <a:path w="58871" h="59715">
                <a:moveTo>
                  <a:pt x="31054" y="59715"/>
                </a:moveTo>
                <a:lnTo>
                  <a:pt x="0" y="35137"/>
                </a:lnTo>
                <a:lnTo>
                  <a:pt x="27817" y="0"/>
                </a:lnTo>
                <a:lnTo>
                  <a:pt x="58871" y="24551"/>
                </a:lnTo>
                <a:lnTo>
                  <a:pt x="31054" y="59715"/>
                </a:lnTo>
                <a:close/>
              </a:path>
            </a:pathLst>
          </a:custGeom>
          <a:solidFill xmlns:a="http://schemas.openxmlformats.org/drawingml/2006/main">
            <a:srgbClr val="D1D3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5A806-8AF0-4EDE-984F-E5F42A10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01" y="2100739"/>
            <a:ext cx="58871" cy="59715"/>
          </a:xfrm>
          <a:custGeom xmlns:a="http://schemas.openxmlformats.org/drawingml/2006/main">
            <a:pathLst>
              <a:path w="58871" h="59715" fill="none">
                <a:moveTo>
                  <a:pt x="31054" y="59715"/>
                </a:moveTo>
                <a:lnTo>
                  <a:pt x="0" y="35137"/>
                </a:lnTo>
                <a:lnTo>
                  <a:pt x="27817" y="0"/>
                </a:lnTo>
                <a:lnTo>
                  <a:pt x="58871" y="24551"/>
                </a:lnTo>
                <a:lnTo>
                  <a:pt x="31054" y="597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008" cap="flat">
            <a:solidFill>
              <a:srgbClr val="231F2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1093D-E94D-433B-A290-61AD66F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11" y="2113808"/>
            <a:ext cx="193899" cy="176809"/>
          </a:xfrm>
          <a:custGeom xmlns:a="http://schemas.openxmlformats.org/drawingml/2006/main">
            <a:pathLst>
              <a:path w="193899" h="176809">
                <a:moveTo>
                  <a:pt x="184693" y="102369"/>
                </a:moveTo>
                <a:lnTo>
                  <a:pt x="63178" y="6222"/>
                </a:lnTo>
                <a:cubicBezTo>
                  <a:pt x="55323" y="0"/>
                  <a:pt x="43893" y="1323"/>
                  <a:pt x="37671" y="9206"/>
                </a:cubicBezTo>
                <a:lnTo>
                  <a:pt x="6222" y="48932"/>
                </a:lnTo>
                <a:cubicBezTo>
                  <a:pt x="0" y="56787"/>
                  <a:pt x="1351" y="68218"/>
                  <a:pt x="9206" y="74440"/>
                </a:cubicBezTo>
                <a:lnTo>
                  <a:pt x="130721" y="170587"/>
                </a:lnTo>
                <a:cubicBezTo>
                  <a:pt x="138576" y="176809"/>
                  <a:pt x="150007" y="175486"/>
                  <a:pt x="156229" y="167603"/>
                </a:cubicBezTo>
                <a:lnTo>
                  <a:pt x="187677" y="127877"/>
                </a:lnTo>
                <a:cubicBezTo>
                  <a:pt x="193899" y="120022"/>
                  <a:pt x="192548" y="108591"/>
                  <a:pt x="184693" y="102369"/>
                </a:cubicBezTo>
              </a:path>
            </a:pathLst>
          </a:custGeom>
          <a:solidFill xmlns:a="http://schemas.openxmlformats.org/drawingml/2006/main">
            <a:srgbClr val="C2B5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4D4DD-A73D-40DA-9DB7-AF5256DA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11" y="2113808"/>
            <a:ext cx="193899" cy="176809"/>
          </a:xfrm>
          <a:custGeom xmlns:a="http://schemas.openxmlformats.org/drawingml/2006/main">
            <a:pathLst>
              <a:path w="193899" h="176809" fill="none">
                <a:moveTo>
                  <a:pt x="184693" y="102369"/>
                </a:moveTo>
                <a:lnTo>
                  <a:pt x="63178" y="6222"/>
                </a:lnTo>
                <a:cubicBezTo>
                  <a:pt x="55323" y="0"/>
                  <a:pt x="43893" y="1323"/>
                  <a:pt x="37671" y="9206"/>
                </a:cubicBezTo>
                <a:lnTo>
                  <a:pt x="6222" y="48932"/>
                </a:lnTo>
                <a:cubicBezTo>
                  <a:pt x="0" y="56787"/>
                  <a:pt x="1351" y="68218"/>
                  <a:pt x="9206" y="74440"/>
                </a:cubicBezTo>
                <a:lnTo>
                  <a:pt x="130721" y="170587"/>
                </a:lnTo>
                <a:cubicBezTo>
                  <a:pt x="138576" y="176809"/>
                  <a:pt x="150007" y="175486"/>
                  <a:pt x="156229" y="167603"/>
                </a:cubicBezTo>
                <a:lnTo>
                  <a:pt x="187677" y="127877"/>
                </a:lnTo>
                <a:cubicBezTo>
                  <a:pt x="193899" y="120022"/>
                  <a:pt x="192548" y="108591"/>
                  <a:pt x="184693" y="1023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922" cap="flat">
            <a:solidFill>
              <a:srgbClr val="231F2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775439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2026-09-08T03:29:16.2460000Z</dcterms:created>
  <dcterms:modified xsi:type="dcterms:W3CDTF">2026-09-08T03:29:16.2460000Z</dcterms:modified>
</coreProperties>
</file>