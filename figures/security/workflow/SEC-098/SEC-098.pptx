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6579d9b5c243c5" /><Relationship Type="http://schemas.openxmlformats.org/officeDocument/2006/relationships/extended-properties" Target="/docProps/app.xml" Id="Rc36d9a2c9f82446a" /><Relationship Type="http://schemas.openxmlformats.org/officeDocument/2006/relationships/officeDocument" Target="/ppt/presentation.xml" Id="R4df3a7351fc843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8dd6ddc8949e8"/>
  </p:sldMasterIdLst>
  <p:notesMasterIdLst>
    <p:notesMasterId xmlns:r="http://schemas.openxmlformats.org/officeDocument/2006/relationships" r:id="Rb8b7dd9d0f514f6a"/>
  </p:notesMasterIdLst>
  <p:sldIdLst>
    <p:sldId xmlns:r="http://schemas.openxmlformats.org/officeDocument/2006/relationships" id="256" r:id="Rbc9c40fdea88473b"/>
  </p:sldIdLst>
  <p:sldSz cx="19050000" cy="9886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1b2e09a7044745" /><Relationship Type="http://schemas.openxmlformats.org/officeDocument/2006/relationships/slideMaster" Target="/ppt/slideMasters/slideMaster1.xml" Id="R4b88dd6ddc8949e8" /><Relationship Type="http://schemas.openxmlformats.org/officeDocument/2006/relationships/notesMaster" Target="/ppt/notesMasters/notesMaster1.xml" Id="Rb8b7dd9d0f514f6a" /><Relationship Type="http://schemas.openxmlformats.org/officeDocument/2006/relationships/presProps" Target="/ppt/presProps.xml" Id="Rd603c3f30fcf4548" /><Relationship Type="http://schemas.openxmlformats.org/officeDocument/2006/relationships/tableStyles" Target="/ppt/tableStyles.xml" Id="R004e5845f79a48fb" /><Relationship Type="http://schemas.openxmlformats.org/officeDocument/2006/relationships/slide" Target="/ppt/slides/slide1.xml" Id="Rbc9c40fdea88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cbe98ceec43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3bc08ce23e40d3" /><Relationship Type="http://schemas.openxmlformats.org/officeDocument/2006/relationships/notesMaster" Target="/ppt/notesMasters/notesMaster1.xml" Id="R8b305345987d4a7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素材ID：SEC-098</ns1:t>
            </ns1:r>
          </ns1:p>
          <ns1:p>
            <ns1:r>
              <ns1:t>论文：The Harder You Try, The Harder You Fail: The KeyTrap Denial-of-Service Algorithmic Complexity Attacks on DNSSEC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10，PDF第12页</ns1:t>
            </ns1:r>
          </ns1:p>
          <ns1:p>
            <ns1:r>
              <ns1:t>类型：研究流程</ns1:t>
            </ns1:r>
          </ns1:p>
          <ns1:p>
            <ns1:r>
              <ns1:t>借鉴点：上方披露节点与下方补丁/绕过迭代对应，失败叉号和攻击名称明确定位每次修复进程。</ns1:t>
            </ns1:r>
          </ns1:p>
          <ns1:p>
            <ns1:r>
              <ns1:t>论文URL：https://arxiv.org/pdf/2406.03133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518ca4a8f4c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a59877e07348e8" /><Relationship Type="http://schemas.openxmlformats.org/officeDocument/2006/relationships/slideLayout" Target="/ppt/slideLayouts/slideLayout1.xml" Id="R15534907bf564f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534907bf564f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43415283d4b74" /><Relationship Type="http://schemas.openxmlformats.org/officeDocument/2006/relationships/notesSlide" Target="/ppt/notesSlides/notesSlide1.xml" Id="R99cc14a81a1a4d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EC-098-1">
            <a:extLst xmlns:a="http://schemas.openxmlformats.org/drawingml/2006/main">
              <a:ext uri="{FF2B5EF4-FFF2-40B4-BE49-F238E27FC236}">
                <a16:creationId xmlns:a16="http://schemas.microsoft.com/office/drawing/2014/main" id="{05BDC5ED-2597-45BF-A5AF-777CE3CE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828675"/>
            <a:ext cx="182880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6E73"/>
            </a:solidFill>
          </a:ln>
        </p:spPr>
      </p:sp>
      <p:sp>
        <p:nvSpPr>
          <p:cNvPr id="2" name="SEC-098-2">
            <a:extLst xmlns:a="http://schemas.openxmlformats.org/drawingml/2006/main">
              <a:ext uri="{FF2B5EF4-FFF2-40B4-BE49-F238E27FC236}">
                <a16:creationId xmlns:a16="http://schemas.microsoft.com/office/drawing/2014/main" id="{CEA9D853-36C9-4525-9030-5E13CDC7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1725" y="666750"/>
            <a:ext cx="20859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SEC-098-3">
            <a:extLst xmlns:a="http://schemas.openxmlformats.org/drawingml/2006/main">
              <a:ext uri="{FF2B5EF4-FFF2-40B4-BE49-F238E27FC236}">
                <a16:creationId xmlns:a16="http://schemas.microsoft.com/office/drawing/2014/main" id="{D12D24B0-FC83-494B-8A8E-4B40E86C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0" y="6667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SEC-098-4">
            <a:extLst xmlns:a="http://schemas.openxmlformats.org/drawingml/2006/main">
              <a:ext uri="{FF2B5EF4-FFF2-40B4-BE49-F238E27FC236}">
                <a16:creationId xmlns:a16="http://schemas.microsoft.com/office/drawing/2014/main" id="{9862CA6B-4A31-46D9-91AD-EE3F19E9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</a:t>
            </a:r>
          </a:p>
        </p:txBody>
      </p:sp>
      <p:sp>
        <p:nvSpPr>
          <p:cNvPr id="5" name="SEC-098-5">
            <a:extLst xmlns:a="http://schemas.openxmlformats.org/drawingml/2006/main">
              <a:ext uri="{FF2B5EF4-FFF2-40B4-BE49-F238E27FC236}">
                <a16:creationId xmlns:a16="http://schemas.microsoft.com/office/drawing/2014/main" id="{A68A6782-3D67-47CB-8C41-5E7A9A92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425" y="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11/7</a:t>
            </a:r>
          </a:p>
        </p:txBody>
      </p:sp>
      <p:sp>
        <p:nvSpPr>
          <p:cNvPr id="6" name="SEC-098-6">
            <a:extLst xmlns:a="http://schemas.openxmlformats.org/drawingml/2006/main">
              <a:ext uri="{FF2B5EF4-FFF2-40B4-BE49-F238E27FC236}">
                <a16:creationId xmlns:a16="http://schemas.microsoft.com/office/drawing/2014/main" id="{3E7F48CC-1928-4F06-864A-35A7B6B6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225" y="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</a:t>
            </a:r>
          </a:p>
        </p:txBody>
      </p:sp>
      <p:sp>
        <p:nvSpPr>
          <p:cNvPr id="7" name="SEC-098-7">
            <a:extLst xmlns:a="http://schemas.openxmlformats.org/drawingml/2006/main">
              <a:ext uri="{FF2B5EF4-FFF2-40B4-BE49-F238E27FC236}">
                <a16:creationId xmlns:a16="http://schemas.microsoft.com/office/drawing/2014/main" id="{FC5683CF-60DB-4A30-B6DF-FB486809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12/8</a:t>
            </a:r>
          </a:p>
        </p:txBody>
      </p:sp>
      <p:sp>
        <p:nvSpPr>
          <p:cNvPr id="8" name="SEC-098-8">
            <a:extLst xmlns:a="http://schemas.openxmlformats.org/drawingml/2006/main">
              <a:ext uri="{FF2B5EF4-FFF2-40B4-BE49-F238E27FC236}">
                <a16:creationId xmlns:a16="http://schemas.microsoft.com/office/drawing/2014/main" id="{24E11E8C-CF27-4207-A6C7-917F2077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0" y="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12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01/2</a:t>
            </a:r>
          </a:p>
        </p:txBody>
      </p:sp>
      <p:sp>
        <p:nvSpPr>
          <p:cNvPr id="9" name="SEC-098-9">
            <a:extLst xmlns:a="http://schemas.openxmlformats.org/drawingml/2006/main">
              <a:ext uri="{FF2B5EF4-FFF2-40B4-BE49-F238E27FC236}">
                <a16:creationId xmlns:a16="http://schemas.microsoft.com/office/drawing/2014/main" id="{9E5A92DD-0BC5-4AC5-AF91-517FB0B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96202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0" name="SEC-098-10">
            <a:extLst xmlns:a="http://schemas.openxmlformats.org/drawingml/2006/main">
              <a:ext uri="{FF2B5EF4-FFF2-40B4-BE49-F238E27FC236}">
                <a16:creationId xmlns:a16="http://schemas.microsoft.com/office/drawing/2014/main" id="{AE4FCE3D-DBCB-4C85-BA44-93CC66AC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1304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1" name="SEC-098-11">
            <a:extLst xmlns:a="http://schemas.openxmlformats.org/drawingml/2006/main">
              <a:ext uri="{FF2B5EF4-FFF2-40B4-BE49-F238E27FC236}">
                <a16:creationId xmlns:a16="http://schemas.microsoft.com/office/drawing/2014/main" id="{4193CC27-E3A2-4753-BDAE-EEC94760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2350" y="1304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" name="SEC-098-12">
            <a:extLst xmlns:a="http://schemas.openxmlformats.org/drawingml/2006/main">
              <a:ext uri="{FF2B5EF4-FFF2-40B4-BE49-F238E27FC236}">
                <a16:creationId xmlns:a16="http://schemas.microsoft.com/office/drawing/2014/main" id="{F513755C-715F-4313-8959-613D80CA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7675" y="1304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" name="SEC-098-13">
            <a:extLst xmlns:a="http://schemas.openxmlformats.org/drawingml/2006/main">
              <a:ext uri="{FF2B5EF4-FFF2-40B4-BE49-F238E27FC236}">
                <a16:creationId xmlns:a16="http://schemas.microsoft.com/office/drawing/2014/main" id="{CA6A254E-0EAA-46A6-B3CF-FF21F84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7650" y="1304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" name="SEC-098-14">
            <a:extLst xmlns:a="http://schemas.openxmlformats.org/drawingml/2006/main">
              <a:ext uri="{FF2B5EF4-FFF2-40B4-BE49-F238E27FC236}">
                <a16:creationId xmlns:a16="http://schemas.microsoft.com/office/drawing/2014/main" id="{AE024DEE-7AED-4189-8BE1-DE54A13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0" y="1304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5" name="SEC-098-15">
            <a:extLst xmlns:a="http://schemas.openxmlformats.org/drawingml/2006/main">
              <a:ext uri="{FF2B5EF4-FFF2-40B4-BE49-F238E27FC236}">
                <a16:creationId xmlns:a16="http://schemas.microsoft.com/office/drawing/2014/main" id="{963243A9-9B13-4773-B92F-772E632B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7350" y="1304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6" name="SEC-098-16">
            <a:extLst xmlns:a="http://schemas.openxmlformats.org/drawingml/2006/main">
              <a:ext uri="{FF2B5EF4-FFF2-40B4-BE49-F238E27FC236}">
                <a16:creationId xmlns:a16="http://schemas.microsoft.com/office/drawing/2014/main" id="{A4CCA680-F88A-4826-98A5-956571B1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438" y="1809750"/>
            <a:ext cx="285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EC3B6BB4-74B0-4F17-8D89-CFC658C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65" y="1809750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0"/>
                </a:moveTo>
                <a:lnTo>
                  <a:pt x="119121" y="129868"/>
                </a:lnTo>
                <a:lnTo>
                  <a:pt x="0" y="12986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8" name="SEC-098-18">
            <a:extLst xmlns:a="http://schemas.openxmlformats.org/drawingml/2006/main">
              <a:ext uri="{FF2B5EF4-FFF2-40B4-BE49-F238E27FC236}">
                <a16:creationId xmlns:a16="http://schemas.microsoft.com/office/drawing/2014/main" id="{266FA0AA-3004-4573-A5DF-9DEBCF8F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4463" y="1809750"/>
            <a:ext cx="285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9AEF4CD9-1321-4A06-ABAA-DA7EF828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90" y="1809750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0"/>
                </a:moveTo>
                <a:lnTo>
                  <a:pt x="119121" y="129868"/>
                </a:lnTo>
                <a:lnTo>
                  <a:pt x="0" y="12986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0" name="SEC-098-20">
            <a:extLst xmlns:a="http://schemas.openxmlformats.org/drawingml/2006/main">
              <a:ext uri="{FF2B5EF4-FFF2-40B4-BE49-F238E27FC236}">
                <a16:creationId xmlns:a16="http://schemas.microsoft.com/office/drawing/2014/main" id="{62CFD608-2420-4D0A-AE83-9AC87C49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5863" y="1809750"/>
            <a:ext cx="285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C322E305-C4E8-421B-9FBF-7A50F0FA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590" y="1809750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0"/>
                </a:moveTo>
                <a:lnTo>
                  <a:pt x="119121" y="129868"/>
                </a:lnTo>
                <a:lnTo>
                  <a:pt x="0" y="12986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2" name="SEC-098-22">
            <a:extLst xmlns:a="http://schemas.openxmlformats.org/drawingml/2006/main">
              <a:ext uri="{FF2B5EF4-FFF2-40B4-BE49-F238E27FC236}">
                <a16:creationId xmlns:a16="http://schemas.microsoft.com/office/drawing/2014/main" id="{7455C694-7CBC-4FDD-BA64-8FAAC7B4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2638" y="1809750"/>
            <a:ext cx="285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AD937532-531B-4731-9770-9DB80D03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365" y="1809750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0"/>
                </a:moveTo>
                <a:lnTo>
                  <a:pt x="119121" y="129868"/>
                </a:lnTo>
                <a:lnTo>
                  <a:pt x="0" y="12986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4" name="SEC-098-24">
            <a:extLst xmlns:a="http://schemas.openxmlformats.org/drawingml/2006/main">
              <a:ext uri="{FF2B5EF4-FFF2-40B4-BE49-F238E27FC236}">
                <a16:creationId xmlns:a16="http://schemas.microsoft.com/office/drawing/2014/main" id="{3EB546CA-95D8-451E-91EB-898B5447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0288" y="1809750"/>
            <a:ext cx="285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BE246289-7F58-425D-B690-E4809CE4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5015" y="1809750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0"/>
                </a:moveTo>
                <a:lnTo>
                  <a:pt x="119121" y="129868"/>
                </a:lnTo>
                <a:lnTo>
                  <a:pt x="0" y="129868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6" name="SEC-098-26">
            <a:extLst xmlns:a="http://schemas.openxmlformats.org/drawingml/2006/main">
              <a:ext uri="{FF2B5EF4-FFF2-40B4-BE49-F238E27FC236}">
                <a16:creationId xmlns:a16="http://schemas.microsoft.com/office/drawing/2014/main" id="{A60213F2-6DE7-4D71-9E41-B3BF939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457450"/>
            <a:ext cx="33432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disclosure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confirmation: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Few key experts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 IETF</a:t>
            </a:r>
          </a:p>
        </p:txBody>
      </p:sp>
      <p:sp>
        <p:nvSpPr>
          <p:cNvPr id="27" name="SEC-098-27">
            <a:extLst xmlns:a="http://schemas.openxmlformats.org/drawingml/2006/main">
              <a:ext uri="{FF2B5EF4-FFF2-40B4-BE49-F238E27FC236}">
                <a16:creationId xmlns:a16="http://schemas.microsoft.com/office/drawing/2014/main" id="{407DD1CB-8A41-43EE-8CFB-E893FFF6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457450"/>
            <a:ext cx="3048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Disclosure 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operators and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vendors: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28" name="SEC-098-28">
            <a:extLst xmlns:a="http://schemas.openxmlformats.org/drawingml/2006/main">
              <a:ext uri="{FF2B5EF4-FFF2-40B4-BE49-F238E27FC236}">
                <a16:creationId xmlns:a16="http://schemas.microsoft.com/office/drawing/2014/main" id="{69E00B26-815B-4847-B639-B414120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457450"/>
            <a:ext cx="30765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Provide attack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zonefiles 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developers</a:t>
            </a:r>
          </a:p>
        </p:txBody>
      </p:sp>
      <p:sp>
        <p:nvSpPr>
          <p:cNvPr id="29" name="SEC-098-29">
            <a:extLst xmlns:a="http://schemas.openxmlformats.org/drawingml/2006/main">
              <a:ext uri="{FF2B5EF4-FFF2-40B4-BE49-F238E27FC236}">
                <a16:creationId xmlns:a16="http://schemas.microsoft.com/office/drawing/2014/main" id="{C20A1EB7-D223-4A20-9D14-C49BE725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457450"/>
            <a:ext cx="40862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Assigned umbrella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CVE-ID: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CVE-2023-50387</a:t>
            </a:r>
          </a:p>
        </p:txBody>
      </p:sp>
      <p:sp>
        <p:nvSpPr>
          <p:cNvPr id="30" name="SEC-098-30">
            <a:extLst xmlns:a="http://schemas.openxmlformats.org/drawingml/2006/main">
              <a:ext uri="{FF2B5EF4-FFF2-40B4-BE49-F238E27FC236}">
                <a16:creationId xmlns:a16="http://schemas.microsoft.com/office/drawing/2014/main" id="{0EFCB556-A337-4A6A-ACBA-7FF04DB8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4900" y="2457450"/>
            <a:ext cx="26860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Provide test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environment for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developers</a:t>
            </a:r>
          </a:p>
        </p:txBody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07E97B26-E6FF-49E5-A1BA-EE060041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066925"/>
            <a:ext cx="11010900" cy="5743575"/>
          </a:xfrm>
          <a:custGeom xmlns:a="http://schemas.openxmlformats.org/drawingml/2006/main">
            <a:pathLst>
              <a:path w="11010900" h="5743575">
                <a:moveTo>
                  <a:pt x="11010900" y="0"/>
                </a:moveTo>
                <a:lnTo>
                  <a:pt x="11010900" y="2733675"/>
                </a:lnTo>
                <a:lnTo>
                  <a:pt x="0" y="2733675"/>
                </a:lnTo>
                <a:lnTo>
                  <a:pt x="0" y="5743575"/>
                </a:lnTo>
                <a:lnTo>
                  <a:pt x="504825" y="57435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2" name="SEC-098-32">
            <a:extLst xmlns:a="http://schemas.openxmlformats.org/drawingml/2006/main">
              <a:ext uri="{FF2B5EF4-FFF2-40B4-BE49-F238E27FC236}">
                <a16:creationId xmlns:a16="http://schemas.microsoft.com/office/drawing/2014/main" id="{61D907DE-A054-431B-B8E3-B472366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7796213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10C38CC8-7137-4DD7-91B2-F4AAABE1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74" y="7746969"/>
            <a:ext cx="138526" cy="127062"/>
          </a:xfrm>
          <a:custGeom xmlns:a="http://schemas.openxmlformats.org/drawingml/2006/main">
            <a:pathLst>
              <a:path w="138526" h="127062">
                <a:moveTo>
                  <a:pt x="138526" y="63531"/>
                </a:moveTo>
                <a:lnTo>
                  <a:pt x="0" y="127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4" name="SEC-098-34">
            <a:extLst xmlns:a="http://schemas.openxmlformats.org/drawingml/2006/main">
              <a:ext uri="{FF2B5EF4-FFF2-40B4-BE49-F238E27FC236}">
                <a16:creationId xmlns:a16="http://schemas.microsoft.com/office/drawing/2014/main" id="{C7E9C981-CB77-4CEE-AE56-7278F99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81600"/>
            <a:ext cx="2476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Patches</a:t>
            </a:r>
          </a:p>
        </p:txBody>
      </p:sp>
      <p:sp>
        <p:nvSpPr>
          <p:cNvPr id="35" name="SEC-098-35">
            <a:extLst xmlns:a="http://schemas.openxmlformats.org/drawingml/2006/main">
              <a:ext uri="{FF2B5EF4-FFF2-40B4-BE49-F238E27FC236}">
                <a16:creationId xmlns:a16="http://schemas.microsoft.com/office/drawing/2014/main" id="{7469E1D8-B594-4499-99C9-582BB15F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6572250"/>
            <a:ext cx="2276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25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11/13</a:t>
            </a:r>
          </a:p>
        </p:txBody>
      </p:sp>
      <p:sp>
        <p:nvSpPr>
          <p:cNvPr id="36" name="SEC-098-36">
            <a:extLst xmlns:a="http://schemas.openxmlformats.org/drawingml/2006/main">
              <a:ext uri="{FF2B5EF4-FFF2-40B4-BE49-F238E27FC236}">
                <a16:creationId xmlns:a16="http://schemas.microsoft.com/office/drawing/2014/main" id="{DF07EDD2-2A41-4AD1-BE93-D70C84E7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5562600"/>
            <a:ext cx="2095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failures</a:t>
            </a:r>
          </a:p>
        </p:txBody>
      </p:sp>
      <p:sp>
        <p:nvSpPr>
          <p:cNvPr id="37" name="SEC-098-37">
            <a:extLst xmlns:a="http://schemas.openxmlformats.org/drawingml/2006/main">
              <a:ext uri="{FF2B5EF4-FFF2-40B4-BE49-F238E27FC236}">
                <a16:creationId xmlns:a16="http://schemas.microsoft.com/office/drawing/2014/main" id="{93BAA261-C5F8-4B6E-B209-AAAE5F44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5562600"/>
            <a:ext cx="21145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Zero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failures</a:t>
            </a:r>
          </a:p>
        </p:txBody>
      </p:sp>
      <p:sp>
        <p:nvSpPr>
          <p:cNvPr id="38" name="SEC-098-38">
            <a:extLst xmlns:a="http://schemas.openxmlformats.org/drawingml/2006/main">
              <a:ext uri="{FF2B5EF4-FFF2-40B4-BE49-F238E27FC236}">
                <a16:creationId xmlns:a16="http://schemas.microsoft.com/office/drawing/2014/main" id="{2F81A6D9-3924-4C69-B7FA-E0D58690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562600"/>
            <a:ext cx="25812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Limiting Key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0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collisions</a:t>
            </a:r>
          </a:p>
        </p:txBody>
      </p:sp>
      <p:sp>
        <p:nvSpPr>
          <p:cNvPr id="39" name="SEC-098-39">
            <a:extLst xmlns:a="http://schemas.openxmlformats.org/drawingml/2006/main">
              <a:ext uri="{FF2B5EF4-FFF2-40B4-BE49-F238E27FC236}">
                <a16:creationId xmlns:a16="http://schemas.microsoft.com/office/drawing/2014/main" id="{1F45A31F-A27E-4BED-A770-B1A5423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0" y="5124450"/>
            <a:ext cx="50387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Limiting validations, failures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8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key collisions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8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prioritization of threads</a:t>
            </a:r>
          </a:p>
        </p:txBody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54A55A5F-D20E-40E8-8FD2-99222545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3436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0" y="0"/>
                </a:moveTo>
                <a:lnTo>
                  <a:pt x="4762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60000"/>
            </a:solidFill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02FB2BE6-3100-448D-B2CE-BA111EAD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3436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7625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60000"/>
            </a:solidFill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AE6A5985-87F6-44AE-854E-C6C22562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3436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0" y="0"/>
                </a:moveTo>
                <a:lnTo>
                  <a:pt x="4762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60000"/>
            </a:solidFill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D62F3FCF-C669-4694-B9A0-6ADB1395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3436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7625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60000"/>
            </a:solidFill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A0B27AA8-B5A7-4C74-AC5F-CBC4877B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3436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0" y="0"/>
                </a:moveTo>
                <a:lnTo>
                  <a:pt x="4762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60000"/>
            </a:solidFill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246CF0FA-3BDE-4E44-80E8-3FB8C0E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3436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47625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60000"/>
            </a:solidFill>
          </a:ln>
        </p:spPr>
      </p:sp>
      <p:sp>
        <p:nvSpPr>
          <p:cNvPr id="46" name="SEC-098-46">
            <a:extLst xmlns:a="http://schemas.openxmlformats.org/drawingml/2006/main">
              <a:ext uri="{FF2B5EF4-FFF2-40B4-BE49-F238E27FC236}">
                <a16:creationId xmlns:a16="http://schemas.microsoft.com/office/drawing/2014/main" id="{1ED41940-F548-471B-BE72-20EFA0B8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8588" y="6753225"/>
            <a:ext cx="285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58B1F08D-4AA4-4540-A17B-1B98D6D1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315" y="7185332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129868"/>
                </a:moveTo>
                <a:lnTo>
                  <a:pt x="0" y="0"/>
                </a:lnTo>
                <a:lnTo>
                  <a:pt x="119121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48" name="SEC-098-48">
            <a:extLst xmlns:a="http://schemas.openxmlformats.org/drawingml/2006/main">
              <a:ext uri="{FF2B5EF4-FFF2-40B4-BE49-F238E27FC236}">
                <a16:creationId xmlns:a16="http://schemas.microsoft.com/office/drawing/2014/main" id="{8485103C-EC1A-4E3E-9258-499A5552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138" y="6753225"/>
            <a:ext cx="285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2D21B2BA-91B5-4930-B1E3-5D39E37C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865" y="7185332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129868"/>
                </a:moveTo>
                <a:lnTo>
                  <a:pt x="0" y="0"/>
                </a:lnTo>
                <a:lnTo>
                  <a:pt x="119121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50" name="SEC-098-50">
            <a:extLst xmlns:a="http://schemas.openxmlformats.org/drawingml/2006/main">
              <a:ext uri="{FF2B5EF4-FFF2-40B4-BE49-F238E27FC236}">
                <a16:creationId xmlns:a16="http://schemas.microsoft.com/office/drawing/2014/main" id="{385E6730-1D88-4FFE-A8D8-895D4D7D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9088" y="6753225"/>
            <a:ext cx="285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CD006719-4B82-4E18-A42C-E1713C67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3815" y="7185332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129868"/>
                </a:moveTo>
                <a:lnTo>
                  <a:pt x="0" y="0"/>
                </a:lnTo>
                <a:lnTo>
                  <a:pt x="119121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52" name="SEC-098-52">
            <a:extLst xmlns:a="http://schemas.openxmlformats.org/drawingml/2006/main">
              <a:ext uri="{FF2B5EF4-FFF2-40B4-BE49-F238E27FC236}">
                <a16:creationId xmlns:a16="http://schemas.microsoft.com/office/drawing/2014/main" id="{0A0FD910-A75E-4A52-B777-1855E75F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11713" y="6753225"/>
            <a:ext cx="285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E1790618-DCA6-4C7F-88F2-1E469865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440" y="7185332"/>
            <a:ext cx="119121" cy="129868"/>
          </a:xfrm>
          <a:custGeom xmlns:a="http://schemas.openxmlformats.org/drawingml/2006/main">
            <a:pathLst>
              <a:path w="119121" h="129868">
                <a:moveTo>
                  <a:pt x="59560" y="129868"/>
                </a:moveTo>
                <a:lnTo>
                  <a:pt x="0" y="0"/>
                </a:lnTo>
                <a:lnTo>
                  <a:pt x="119121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54" name="SEC-098-54">
            <a:extLst xmlns:a="http://schemas.openxmlformats.org/drawingml/2006/main">
              <a:ext uri="{FF2B5EF4-FFF2-40B4-BE49-F238E27FC236}">
                <a16:creationId xmlns:a16="http://schemas.microsoft.com/office/drawing/2014/main" id="{C2DBE1F4-B261-4546-8794-A08AB183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1275" y="6562725"/>
            <a:ext cx="10763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0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01/3</a:t>
            </a:r>
          </a:p>
        </p:txBody>
      </p:sp>
      <p:sp>
        <p:nvSpPr>
          <p:cNvPr id="55" name="SEC-098-55">
            <a:extLst xmlns:a="http://schemas.openxmlformats.org/drawingml/2006/main">
              <a:ext uri="{FF2B5EF4-FFF2-40B4-BE49-F238E27FC236}">
                <a16:creationId xmlns:a16="http://schemas.microsoft.com/office/drawing/2014/main" id="{EEC7A051-E5C9-4AFC-B441-7DDBE0D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7324725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6E73"/>
            </a:solidFill>
          </a:ln>
        </p:spPr>
      </p:sp>
      <p:sp>
        <p:nvSpPr>
          <p:cNvPr id="56" name="SEC-098-56">
            <a:extLst xmlns:a="http://schemas.openxmlformats.org/drawingml/2006/main">
              <a:ext uri="{FF2B5EF4-FFF2-40B4-BE49-F238E27FC236}">
                <a16:creationId xmlns:a16="http://schemas.microsoft.com/office/drawing/2014/main" id="{B80466C8-61E6-4B00-B3DD-195E458D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7391400"/>
            <a:ext cx="12172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Iterations with Vendors on Patches</a:t>
            </a:r>
          </a:p>
        </p:txBody>
      </p:sp>
      <p:sp>
        <p:nvSpPr>
          <p:cNvPr id="57" name="SEC-098-57">
            <a:extLst xmlns:a="http://schemas.openxmlformats.org/drawingml/2006/main">
              <a:ext uri="{FF2B5EF4-FFF2-40B4-BE49-F238E27FC236}">
                <a16:creationId xmlns:a16="http://schemas.microsoft.com/office/drawing/2014/main" id="{B59BABE2-4C66-4F3B-BD24-C9E1E32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8886825"/>
            <a:ext cx="2266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8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Attacks</a:t>
            </a:r>
          </a:p>
        </p:txBody>
      </p:sp>
      <p:sp>
        <p:nvSpPr>
          <p:cNvPr id="58" name="SEC-098-58">
            <a:extLst xmlns:a="http://schemas.openxmlformats.org/drawingml/2006/main">
              <a:ext uri="{FF2B5EF4-FFF2-40B4-BE49-F238E27FC236}">
                <a16:creationId xmlns:a16="http://schemas.microsoft.com/office/drawing/2014/main" id="{ECB498F4-5A46-4954-9138-ACE3D031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2063" y="831532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723"/>
          </a:solidFill>
          <a:ln xmlns:a="http://schemas.openxmlformats.org/drawingml/2006/main" w="0">
            <a:noFill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DB9E08F5-457D-4B28-AB4C-C7DAA46D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520" y="8315325"/>
            <a:ext cx="174711" cy="190474"/>
          </a:xfrm>
          <a:custGeom xmlns:a="http://schemas.openxmlformats.org/drawingml/2006/main">
            <a:pathLst>
              <a:path w="174711" h="190474">
                <a:moveTo>
                  <a:pt x="87355" y="0"/>
                </a:moveTo>
                <a:lnTo>
                  <a:pt x="174711" y="190474"/>
                </a:lnTo>
                <a:lnTo>
                  <a:pt x="0" y="190474"/>
                </a:lnTo>
                <a:close/>
              </a:path>
            </a:pathLst>
          </a:custGeom>
          <a:solidFill xmlns:a="http://schemas.openxmlformats.org/drawingml/2006/main">
            <a:srgbClr val="C92723"/>
          </a:solidFill>
          <a:ln xmlns:a="http://schemas.openxmlformats.org/drawingml/2006/main" w="0">
            <a:solidFill>
              <a:srgbClr val="C92723"/>
            </a:solidFill>
          </a:ln>
        </p:spPr>
      </p:sp>
      <p:sp>
        <p:nvSpPr>
          <p:cNvPr id="60" name="SEC-098-60">
            <a:extLst xmlns:a="http://schemas.openxmlformats.org/drawingml/2006/main">
              <a:ext uri="{FF2B5EF4-FFF2-40B4-BE49-F238E27FC236}">
                <a16:creationId xmlns:a16="http://schemas.microsoft.com/office/drawing/2014/main" id="{BD27EBE7-8039-49C1-BF9D-64F319DB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713" y="831532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723"/>
          </a:solidFill>
          <a:ln xmlns:a="http://schemas.openxmlformats.org/drawingml/2006/main" w="0">
            <a:noFill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5FAEF252-DE3A-4DDA-8F95-1AD4BB9F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170" y="8315325"/>
            <a:ext cx="174711" cy="190474"/>
          </a:xfrm>
          <a:custGeom xmlns:a="http://schemas.openxmlformats.org/drawingml/2006/main">
            <a:pathLst>
              <a:path w="174711" h="190474">
                <a:moveTo>
                  <a:pt x="87355" y="0"/>
                </a:moveTo>
                <a:lnTo>
                  <a:pt x="174711" y="190474"/>
                </a:lnTo>
                <a:lnTo>
                  <a:pt x="0" y="190474"/>
                </a:lnTo>
                <a:close/>
              </a:path>
            </a:pathLst>
          </a:custGeom>
          <a:solidFill xmlns:a="http://schemas.openxmlformats.org/drawingml/2006/main">
            <a:srgbClr val="C92723"/>
          </a:solidFill>
          <a:ln xmlns:a="http://schemas.openxmlformats.org/drawingml/2006/main" w="0">
            <a:solidFill>
              <a:srgbClr val="C92723"/>
            </a:solidFill>
          </a:ln>
        </p:spPr>
      </p:sp>
      <p:sp>
        <p:nvSpPr>
          <p:cNvPr id="62" name="SEC-098-62">
            <a:extLst xmlns:a="http://schemas.openxmlformats.org/drawingml/2006/main">
              <a:ext uri="{FF2B5EF4-FFF2-40B4-BE49-F238E27FC236}">
                <a16:creationId xmlns:a16="http://schemas.microsoft.com/office/drawing/2014/main" id="{C063C791-6065-44A6-AC6A-05A287C0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7363" y="8315325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723"/>
          </a:solidFill>
          <a:ln xmlns:a="http://schemas.openxmlformats.org/drawingml/2006/main" w="0">
            <a:noFill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98CF822D-7281-4924-82A9-B163004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3820" y="8315325"/>
            <a:ext cx="174711" cy="190474"/>
          </a:xfrm>
          <a:custGeom xmlns:a="http://schemas.openxmlformats.org/drawingml/2006/main">
            <a:pathLst>
              <a:path w="174711" h="190474">
                <a:moveTo>
                  <a:pt x="87355" y="0"/>
                </a:moveTo>
                <a:lnTo>
                  <a:pt x="174711" y="190474"/>
                </a:lnTo>
                <a:lnTo>
                  <a:pt x="0" y="190474"/>
                </a:lnTo>
                <a:close/>
              </a:path>
            </a:pathLst>
          </a:custGeom>
          <a:solidFill xmlns:a="http://schemas.openxmlformats.org/drawingml/2006/main">
            <a:srgbClr val="C92723"/>
          </a:solidFill>
          <a:ln xmlns:a="http://schemas.openxmlformats.org/drawingml/2006/main" w="0">
            <a:solidFill>
              <a:srgbClr val="C92723"/>
            </a:solidFill>
          </a:ln>
        </p:spPr>
      </p:sp>
      <p:sp>
        <p:nvSpPr>
          <p:cNvPr id="64" name="SEC-098-64">
            <a:extLst xmlns:a="http://schemas.openxmlformats.org/drawingml/2006/main">
              <a:ext uri="{FF2B5EF4-FFF2-40B4-BE49-F238E27FC236}">
                <a16:creationId xmlns:a16="http://schemas.microsoft.com/office/drawing/2014/main" id="{B58F3229-D861-4359-9E63-D4DA9601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8915400"/>
            <a:ext cx="26765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Extended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KeyTrap</a:t>
            </a:r>
          </a:p>
        </p:txBody>
      </p:sp>
      <p:sp>
        <p:nvSpPr>
          <p:cNvPr id="65" name="SEC-098-65">
            <a:extLst xmlns:a="http://schemas.openxmlformats.org/drawingml/2006/main">
              <a:ext uri="{FF2B5EF4-FFF2-40B4-BE49-F238E27FC236}">
                <a16:creationId xmlns:a16="http://schemas.microsoft.com/office/drawing/2014/main" id="{649D0E6B-05E3-4B2F-A1B8-C0B6A29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902017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HashTrap</a:t>
            </a:r>
          </a:p>
        </p:txBody>
      </p:sp>
      <p:sp>
        <p:nvSpPr>
          <p:cNvPr id="66" name="SEC-098-66">
            <a:extLst xmlns:a="http://schemas.openxmlformats.org/drawingml/2006/main">
              <a:ext uri="{FF2B5EF4-FFF2-40B4-BE49-F238E27FC236}">
                <a16:creationId xmlns:a16="http://schemas.microsoft.com/office/drawing/2014/main" id="{6D7997D7-ECDC-4F38-ABA1-64B0B1B0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0" y="902017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4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SigJam</a:t>
            </a:r>
          </a:p>
        </p:txBody>
      </p:sp>
    </p:spTree>
    <p:extLst>
      <p:ext uri="{BB962C8B-B14F-4D97-AF65-F5344CB8AC3E}">
        <p14:creationId xmlns:p14="http://schemas.microsoft.com/office/powerpoint/2010/main" val="1711721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2026-09-08T03:01:18.9300000Z</dcterms:created>
  <dcterms:modified xsi:type="dcterms:W3CDTF">2026-09-08T03:01:18.9300000Z</dcterms:modified>
</coreProperties>
</file>