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3eb24c0b274809" /><Relationship Type="http://schemas.openxmlformats.org/officeDocument/2006/relationships/extended-properties" Target="/docProps/app.xml" Id="Reec91998c6fd44aa" /><Relationship Type="http://schemas.openxmlformats.org/officeDocument/2006/relationships/officeDocument" Target="/ppt/presentation.xml" Id="Rb0094ed1643e42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e176c804f64a11"/>
  </p:sldMasterIdLst>
  <p:notesMasterIdLst>
    <p:notesMasterId xmlns:r="http://schemas.openxmlformats.org/officeDocument/2006/relationships" r:id="Ra2dbab18c72e4e39"/>
  </p:notesMasterIdLst>
  <p:sldIdLst>
    <p:sldId xmlns:r="http://schemas.openxmlformats.org/officeDocument/2006/relationships" id="256" r:id="R23fc39a8cc9a4e0e"/>
  </p:sldIdLst>
  <p:sldSz cx="13773150" cy="35147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3a47357bd2432d" /><Relationship Type="http://schemas.openxmlformats.org/officeDocument/2006/relationships/slideMaster" Target="/ppt/slideMasters/slideMaster1.xml" Id="R11e176c804f64a11" /><Relationship Type="http://schemas.openxmlformats.org/officeDocument/2006/relationships/notesMaster" Target="/ppt/notesMasters/notesMaster1.xml" Id="Ra2dbab18c72e4e39" /><Relationship Type="http://schemas.openxmlformats.org/officeDocument/2006/relationships/presProps" Target="/ppt/presProps.xml" Id="Re5467fbee34c41da" /><Relationship Type="http://schemas.openxmlformats.org/officeDocument/2006/relationships/tableStyles" Target="/ppt/tableStyles.xml" Id="Raf3001805c504d95" /><Relationship Type="http://schemas.openxmlformats.org/officeDocument/2006/relationships/slide" Target="/ppt/slides/slide1.xml" Id="R23fc39a8cc9a4e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ec323430564f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d9eb7a3fc1486d" /><Relationship Type="http://schemas.openxmlformats.org/officeDocument/2006/relationships/notesMaster" Target="/ppt/notesMasters/notesMaster1.xml" Id="R29fe3e275485429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素材ID：SEC-068</ns1:t>
            </ns1:r>
          </ns1:p>
          <ns1:p>
            <ns1:r>
              <ns1:t>论文：A Decade-long Landscape of Advanced Persistent Threats: Longitudinal Analysis and Global Trends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3，PDF第6页</ns1:t>
            </ns1:r>
          </ns1:p>
          <ns1:p>
            <ns1:r>
              <ns1:t>类型：研究流程</ns1:t>
            </ns1:r>
          </ns1:p>
          <ns1:p>
            <ns1:r>
              <ns1:t>借鉴点：十个年份箭头和上下交错卡片逐年对齐，每卡固定六类真实字段，适合纵向研究史、测量趋势和演化综述。</ns1:t>
            </ns1:r>
          </ns1:p>
          <ns1:p>
            <ns1:r>
              <ns1:t>论文URL：https://www.securitee.org/files/apt_ccs2025.pdf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ee786bea340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bf987216434378" /><Relationship Type="http://schemas.openxmlformats.org/officeDocument/2006/relationships/slideLayout" Target="/ppt/slideLayouts/slideLayout1.xml" Id="R1d3c46e79d4840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3c46e79d4840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e5b2310c040e8" /><Relationship Type="http://schemas.openxmlformats.org/officeDocument/2006/relationships/notesSlide" Target="/ppt/notesSlides/notesSlide1.xml" Id="R81d3bd40e4f041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C87F9-3CB4-4349-B817-FBA5F886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73150" cy="3514725"/>
          </a:xfrm>
          <a:custGeom xmlns:a="http://schemas.openxmlformats.org/drawingml/2006/main">
            <a:pathLst>
              <a:path w="13773150" h="3514725">
                <a:moveTo>
                  <a:pt x="13773150" y="0"/>
                </a:moveTo>
                <a:lnTo>
                  <a:pt x="13773150" y="3514725"/>
                </a:lnTo>
                <a:lnTo>
                  <a:pt x="0" y="3514725"/>
                </a:lnTo>
                <a:lnTo>
                  <a:pt x="0" y="0"/>
                </a:lnTo>
                <a:lnTo>
                  <a:pt x="137731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FE82D-C701-4385-A790-474C6CDF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91" y="1614890"/>
            <a:ext cx="10" cy="259596"/>
          </a:xfrm>
          <a:custGeom xmlns:a="http://schemas.openxmlformats.org/drawingml/2006/main">
            <a:pathLst>
              <a:path w="1" h="259596" fill="none">
                <a:moveTo>
                  <a:pt x="0" y="0"/>
                </a:moveTo>
                <a:lnTo>
                  <a:pt x="0" y="259596"/>
                </a:lnTo>
              </a:path>
            </a:pathLst>
          </a:custGeom>
          <a:noFill xmlns:a="http://schemas.openxmlformats.org/drawingml/2006/main"/>
          <a:ln xmlns:a="http://schemas.openxmlformats.org/drawingml/2006/main" w="27417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7F0A1-4584-49A3-98D7-2F418B15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57" y="1522614"/>
            <a:ext cx="1421089" cy="444149"/>
          </a:xfrm>
          <a:custGeom xmlns:a="http://schemas.openxmlformats.org/drawingml/2006/main">
            <a:pathLst>
              <a:path w="1421089" h="444149">
                <a:moveTo>
                  <a:pt x="0" y="0"/>
                </a:moveTo>
                <a:lnTo>
                  <a:pt x="1254552" y="0"/>
                </a:lnTo>
                <a:lnTo>
                  <a:pt x="1421089" y="221996"/>
                </a:lnTo>
                <a:lnTo>
                  <a:pt x="1254552" y="444149"/>
                </a:lnTo>
                <a:lnTo>
                  <a:pt x="0" y="444149"/>
                </a:lnTo>
                <a:lnTo>
                  <a:pt x="166536" y="221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49C45-F929-4102-B1C4-78D08233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7" y="1558945"/>
            <a:ext cx="944478" cy="371628"/>
          </a:xfrm>
          <a:custGeom xmlns:a="http://schemas.openxmlformats.org/drawingml/2006/main">
            <a:pathLst>
              <a:path w="944478" h="371628">
                <a:moveTo>
                  <a:pt x="0" y="371628"/>
                </a:moveTo>
                <a:lnTo>
                  <a:pt x="0" y="0"/>
                </a:lnTo>
                <a:lnTo>
                  <a:pt x="944478" y="0"/>
                </a:lnTo>
                <a:lnTo>
                  <a:pt x="944478" y="371628"/>
                </a:lnTo>
                <a:lnTo>
                  <a:pt x="0" y="37162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2014">
            <a:extLst xmlns:a="http://schemas.openxmlformats.org/drawingml/2006/main">
              <a:ext uri="{FF2B5EF4-FFF2-40B4-BE49-F238E27FC236}">
                <a16:creationId xmlns:a16="http://schemas.microsoft.com/office/drawing/2014/main" id="{AF939153-97BC-4D2D-ADC6-52A611C7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21" y="1675723"/>
            <a:ext cx="520595" cy="174643"/>
          </a:xfrm>
          <a:custGeom xmlns:a="http://schemas.openxmlformats.org/drawingml/2006/main">
            <a:pathLst>
              <a:path w="520595" h="174643">
                <a:moveTo>
                  <a:pt x="33850" y="144694"/>
                </a:moveTo>
                <a:lnTo>
                  <a:pt x="105451" y="144694"/>
                </a:lnTo>
                <a:lnTo>
                  <a:pt x="105451" y="171660"/>
                </a:lnTo>
                <a:lnTo>
                  <a:pt x="0" y="171660"/>
                </a:lnTo>
                <a:lnTo>
                  <a:pt x="0" y="158923"/>
                </a:lnTo>
                <a:cubicBezTo>
                  <a:pt x="0" y="149820"/>
                  <a:pt x="1549" y="141424"/>
                  <a:pt x="4647" y="133736"/>
                </a:cubicBezTo>
                <a:cubicBezTo>
                  <a:pt x="7745" y="126048"/>
                  <a:pt x="12182" y="118858"/>
                  <a:pt x="17958" y="112164"/>
                </a:cubicBezTo>
                <a:cubicBezTo>
                  <a:pt x="23733" y="105471"/>
                  <a:pt x="35877" y="95201"/>
                  <a:pt x="54390" y="81355"/>
                </a:cubicBezTo>
                <a:cubicBezTo>
                  <a:pt x="61580" y="76000"/>
                  <a:pt x="66744" y="70875"/>
                  <a:pt x="69880" y="65979"/>
                </a:cubicBezTo>
                <a:cubicBezTo>
                  <a:pt x="73017" y="61083"/>
                  <a:pt x="74585" y="55613"/>
                  <a:pt x="74585" y="49570"/>
                </a:cubicBezTo>
                <a:cubicBezTo>
                  <a:pt x="74585" y="42073"/>
                  <a:pt x="72385" y="36241"/>
                  <a:pt x="67987" y="32071"/>
                </a:cubicBezTo>
                <a:cubicBezTo>
                  <a:pt x="63588" y="27902"/>
                  <a:pt x="56761" y="25818"/>
                  <a:pt x="47505" y="25818"/>
                </a:cubicBezTo>
                <a:cubicBezTo>
                  <a:pt x="33047" y="25818"/>
                  <a:pt x="19163" y="31555"/>
                  <a:pt x="5852" y="43030"/>
                </a:cubicBezTo>
                <a:lnTo>
                  <a:pt x="5852" y="14228"/>
                </a:lnTo>
                <a:cubicBezTo>
                  <a:pt x="19469" y="4743"/>
                  <a:pt x="34883" y="0"/>
                  <a:pt x="52095" y="0"/>
                </a:cubicBezTo>
                <a:cubicBezTo>
                  <a:pt x="69536" y="0"/>
                  <a:pt x="83019" y="4246"/>
                  <a:pt x="92543" y="12737"/>
                </a:cubicBezTo>
                <a:cubicBezTo>
                  <a:pt x="102066" y="21228"/>
                  <a:pt x="106828" y="32970"/>
                  <a:pt x="106828" y="47964"/>
                </a:cubicBezTo>
                <a:cubicBezTo>
                  <a:pt x="106828" y="55690"/>
                  <a:pt x="105585" y="62536"/>
                  <a:pt x="103099" y="68503"/>
                </a:cubicBezTo>
                <a:cubicBezTo>
                  <a:pt x="100613" y="74470"/>
                  <a:pt x="97324" y="79882"/>
                  <a:pt x="93231" y="84740"/>
                </a:cubicBezTo>
                <a:cubicBezTo>
                  <a:pt x="89138" y="89597"/>
                  <a:pt x="84434" y="94111"/>
                  <a:pt x="79117" y="98280"/>
                </a:cubicBezTo>
                <a:cubicBezTo>
                  <a:pt x="73801" y="102449"/>
                  <a:pt x="68350" y="106599"/>
                  <a:pt x="62766" y="110730"/>
                </a:cubicBezTo>
                <a:cubicBezTo>
                  <a:pt x="52439" y="118379"/>
                  <a:pt x="45038" y="124920"/>
                  <a:pt x="40563" y="130351"/>
                </a:cubicBezTo>
                <a:cubicBezTo>
                  <a:pt x="36088" y="135783"/>
                  <a:pt x="33850" y="140564"/>
                  <a:pt x="33850" y="144694"/>
                </a:cubicBezTo>
                <a:close/>
                <a:moveTo>
                  <a:pt x="129508" y="90075"/>
                </a:moveTo>
                <a:cubicBezTo>
                  <a:pt x="129508" y="60701"/>
                  <a:pt x="134767" y="38344"/>
                  <a:pt x="145285" y="23007"/>
                </a:cubicBezTo>
                <a:cubicBezTo>
                  <a:pt x="155804" y="7669"/>
                  <a:pt x="171084" y="0"/>
                  <a:pt x="191126" y="0"/>
                </a:cubicBezTo>
                <a:cubicBezTo>
                  <a:pt x="229222" y="0"/>
                  <a:pt x="248270" y="28725"/>
                  <a:pt x="248270" y="86174"/>
                </a:cubicBezTo>
                <a:cubicBezTo>
                  <a:pt x="248270" y="114478"/>
                  <a:pt x="243087" y="136299"/>
                  <a:pt x="232721" y="151637"/>
                </a:cubicBezTo>
                <a:cubicBezTo>
                  <a:pt x="222356" y="166974"/>
                  <a:pt x="207344" y="174643"/>
                  <a:pt x="187684" y="174643"/>
                </a:cubicBezTo>
                <a:cubicBezTo>
                  <a:pt x="148900" y="174643"/>
                  <a:pt x="129508" y="146454"/>
                  <a:pt x="129508" y="90075"/>
                </a:cubicBezTo>
                <a:moveTo>
                  <a:pt x="161981" y="89272"/>
                </a:moveTo>
                <a:cubicBezTo>
                  <a:pt x="161981" y="129510"/>
                  <a:pt x="171007" y="149629"/>
                  <a:pt x="189061" y="149629"/>
                </a:cubicBezTo>
                <a:cubicBezTo>
                  <a:pt x="206732" y="149629"/>
                  <a:pt x="215567" y="128974"/>
                  <a:pt x="215567" y="87666"/>
                </a:cubicBezTo>
                <a:cubicBezTo>
                  <a:pt x="215567" y="45822"/>
                  <a:pt x="206923" y="24900"/>
                  <a:pt x="189634" y="24900"/>
                </a:cubicBezTo>
                <a:cubicBezTo>
                  <a:pt x="171199" y="24900"/>
                  <a:pt x="161981" y="46357"/>
                  <a:pt x="161981" y="89272"/>
                </a:cubicBezTo>
                <a:close/>
                <a:moveTo>
                  <a:pt x="349091" y="0"/>
                </a:moveTo>
                <a:lnTo>
                  <a:pt x="349091" y="171660"/>
                </a:lnTo>
                <a:lnTo>
                  <a:pt x="317077" y="171660"/>
                </a:lnTo>
                <a:lnTo>
                  <a:pt x="317077" y="38899"/>
                </a:lnTo>
                <a:cubicBezTo>
                  <a:pt x="313481" y="42188"/>
                  <a:pt x="308394" y="45248"/>
                  <a:pt x="301815" y="48079"/>
                </a:cubicBezTo>
                <a:cubicBezTo>
                  <a:pt x="295237" y="50909"/>
                  <a:pt x="288390" y="52745"/>
                  <a:pt x="281276" y="53586"/>
                </a:cubicBezTo>
                <a:lnTo>
                  <a:pt x="281276" y="25244"/>
                </a:lnTo>
                <a:cubicBezTo>
                  <a:pt x="298105" y="20195"/>
                  <a:pt x="313979" y="11781"/>
                  <a:pt x="328895" y="0"/>
                </a:cubicBezTo>
                <a:lnTo>
                  <a:pt x="349091" y="0"/>
                </a:lnTo>
                <a:close/>
                <a:moveTo>
                  <a:pt x="500400" y="2754"/>
                </a:moveTo>
                <a:lnTo>
                  <a:pt x="500400" y="110959"/>
                </a:lnTo>
                <a:lnTo>
                  <a:pt x="520595" y="110959"/>
                </a:lnTo>
                <a:lnTo>
                  <a:pt x="520595" y="134367"/>
                </a:lnTo>
                <a:lnTo>
                  <a:pt x="500400" y="134367"/>
                </a:lnTo>
                <a:lnTo>
                  <a:pt x="500400" y="171660"/>
                </a:lnTo>
                <a:lnTo>
                  <a:pt x="470796" y="171660"/>
                </a:lnTo>
                <a:lnTo>
                  <a:pt x="470796" y="134367"/>
                </a:lnTo>
                <a:lnTo>
                  <a:pt x="397243" y="134367"/>
                </a:lnTo>
                <a:lnTo>
                  <a:pt x="397243" y="109697"/>
                </a:lnTo>
                <a:cubicBezTo>
                  <a:pt x="412619" y="92103"/>
                  <a:pt x="426886" y="73724"/>
                  <a:pt x="440044" y="54562"/>
                </a:cubicBezTo>
                <a:cubicBezTo>
                  <a:pt x="453201" y="35399"/>
                  <a:pt x="463261" y="18130"/>
                  <a:pt x="470222" y="2754"/>
                </a:cubicBezTo>
                <a:lnTo>
                  <a:pt x="500400" y="2754"/>
                </a:lnTo>
                <a:moveTo>
                  <a:pt x="424438" y="110959"/>
                </a:moveTo>
                <a:lnTo>
                  <a:pt x="470796" y="110959"/>
                </a:lnTo>
                <a:lnTo>
                  <a:pt x="470796" y="45554"/>
                </a:lnTo>
                <a:cubicBezTo>
                  <a:pt x="466129" y="53892"/>
                  <a:pt x="459512" y="64200"/>
                  <a:pt x="450945" y="76478"/>
                </a:cubicBezTo>
                <a:cubicBezTo>
                  <a:pt x="442377" y="88756"/>
                  <a:pt x="433541" y="100250"/>
                  <a:pt x="424438" y="11095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02CC8-754A-4E33-AE95-EFADED3B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6598" y="1522614"/>
            <a:ext cx="1421120" cy="444149"/>
          </a:xfrm>
          <a:custGeom xmlns:a="http://schemas.openxmlformats.org/drawingml/2006/main">
            <a:pathLst>
              <a:path w="1421120" h="444149">
                <a:moveTo>
                  <a:pt x="0" y="0"/>
                </a:moveTo>
                <a:lnTo>
                  <a:pt x="1254584" y="0"/>
                </a:lnTo>
                <a:lnTo>
                  <a:pt x="1421120" y="221996"/>
                </a:lnTo>
                <a:lnTo>
                  <a:pt x="1254584" y="444149"/>
                </a:lnTo>
                <a:lnTo>
                  <a:pt x="0" y="444149"/>
                </a:lnTo>
                <a:lnTo>
                  <a:pt x="166536" y="221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31722-0808-46AC-9340-BCD23ECE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1441" y="1558788"/>
            <a:ext cx="944478" cy="371628"/>
          </a:xfrm>
          <a:custGeom xmlns:a="http://schemas.openxmlformats.org/drawingml/2006/main">
            <a:pathLst>
              <a:path w="944478" h="371628">
                <a:moveTo>
                  <a:pt x="0" y="371628"/>
                </a:moveTo>
                <a:lnTo>
                  <a:pt x="0" y="0"/>
                </a:lnTo>
                <a:lnTo>
                  <a:pt x="944478" y="0"/>
                </a:lnTo>
                <a:lnTo>
                  <a:pt x="944478" y="371628"/>
                </a:lnTo>
                <a:lnTo>
                  <a:pt x="0" y="37162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2023">
            <a:extLst xmlns:a="http://schemas.openxmlformats.org/drawingml/2006/main">
              <a:ext uri="{FF2B5EF4-FFF2-40B4-BE49-F238E27FC236}">
                <a16:creationId xmlns:a16="http://schemas.microsoft.com/office/drawing/2014/main" id="{F7340DF0-81F0-4B4C-B4BA-E0D6E5A6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854" y="1675723"/>
            <a:ext cx="512909" cy="174643"/>
          </a:xfrm>
          <a:custGeom xmlns:a="http://schemas.openxmlformats.org/drawingml/2006/main">
            <a:pathLst>
              <a:path w="512909" h="174643">
                <a:moveTo>
                  <a:pt x="33850" y="144694"/>
                </a:moveTo>
                <a:lnTo>
                  <a:pt x="105451" y="144694"/>
                </a:lnTo>
                <a:lnTo>
                  <a:pt x="105451" y="171660"/>
                </a:lnTo>
                <a:lnTo>
                  <a:pt x="0" y="171660"/>
                </a:lnTo>
                <a:lnTo>
                  <a:pt x="0" y="158923"/>
                </a:lnTo>
                <a:cubicBezTo>
                  <a:pt x="0" y="149820"/>
                  <a:pt x="1549" y="141424"/>
                  <a:pt x="4647" y="133736"/>
                </a:cubicBezTo>
                <a:cubicBezTo>
                  <a:pt x="7745" y="126048"/>
                  <a:pt x="12182" y="118858"/>
                  <a:pt x="17958" y="112164"/>
                </a:cubicBezTo>
                <a:cubicBezTo>
                  <a:pt x="23733" y="105471"/>
                  <a:pt x="35877" y="95201"/>
                  <a:pt x="54390" y="81355"/>
                </a:cubicBezTo>
                <a:cubicBezTo>
                  <a:pt x="61580" y="76000"/>
                  <a:pt x="66744" y="70875"/>
                  <a:pt x="69880" y="65979"/>
                </a:cubicBezTo>
                <a:cubicBezTo>
                  <a:pt x="73017" y="61083"/>
                  <a:pt x="74585" y="55613"/>
                  <a:pt x="74585" y="49570"/>
                </a:cubicBezTo>
                <a:cubicBezTo>
                  <a:pt x="74585" y="42073"/>
                  <a:pt x="72385" y="36241"/>
                  <a:pt x="67987" y="32071"/>
                </a:cubicBezTo>
                <a:cubicBezTo>
                  <a:pt x="63588" y="27902"/>
                  <a:pt x="56761" y="25818"/>
                  <a:pt x="47505" y="25818"/>
                </a:cubicBezTo>
                <a:cubicBezTo>
                  <a:pt x="33047" y="25818"/>
                  <a:pt x="19163" y="31555"/>
                  <a:pt x="5852" y="43030"/>
                </a:cubicBezTo>
                <a:lnTo>
                  <a:pt x="5852" y="14228"/>
                </a:lnTo>
                <a:cubicBezTo>
                  <a:pt x="19469" y="4743"/>
                  <a:pt x="34883" y="0"/>
                  <a:pt x="52095" y="0"/>
                </a:cubicBezTo>
                <a:cubicBezTo>
                  <a:pt x="69536" y="0"/>
                  <a:pt x="83019" y="4246"/>
                  <a:pt x="92543" y="12737"/>
                </a:cubicBezTo>
                <a:cubicBezTo>
                  <a:pt x="102066" y="21228"/>
                  <a:pt x="106828" y="32970"/>
                  <a:pt x="106828" y="47964"/>
                </a:cubicBezTo>
                <a:cubicBezTo>
                  <a:pt x="106828" y="55690"/>
                  <a:pt x="105585" y="62536"/>
                  <a:pt x="103099" y="68503"/>
                </a:cubicBezTo>
                <a:cubicBezTo>
                  <a:pt x="100613" y="74470"/>
                  <a:pt x="97324" y="79882"/>
                  <a:pt x="93231" y="84740"/>
                </a:cubicBezTo>
                <a:cubicBezTo>
                  <a:pt x="89138" y="89597"/>
                  <a:pt x="84434" y="94111"/>
                  <a:pt x="79117" y="98280"/>
                </a:cubicBezTo>
                <a:cubicBezTo>
                  <a:pt x="73801" y="102449"/>
                  <a:pt x="68350" y="106599"/>
                  <a:pt x="62766" y="110730"/>
                </a:cubicBezTo>
                <a:cubicBezTo>
                  <a:pt x="52439" y="118379"/>
                  <a:pt x="45038" y="124920"/>
                  <a:pt x="40563" y="130351"/>
                </a:cubicBezTo>
                <a:cubicBezTo>
                  <a:pt x="36088" y="135783"/>
                  <a:pt x="33850" y="140564"/>
                  <a:pt x="33850" y="144694"/>
                </a:cubicBezTo>
                <a:close/>
                <a:moveTo>
                  <a:pt x="129508" y="90075"/>
                </a:moveTo>
                <a:cubicBezTo>
                  <a:pt x="129508" y="60701"/>
                  <a:pt x="134767" y="38344"/>
                  <a:pt x="145285" y="23007"/>
                </a:cubicBezTo>
                <a:cubicBezTo>
                  <a:pt x="155804" y="7669"/>
                  <a:pt x="171084" y="0"/>
                  <a:pt x="191126" y="0"/>
                </a:cubicBezTo>
                <a:cubicBezTo>
                  <a:pt x="229222" y="0"/>
                  <a:pt x="248270" y="28725"/>
                  <a:pt x="248270" y="86174"/>
                </a:cubicBezTo>
                <a:cubicBezTo>
                  <a:pt x="248270" y="114478"/>
                  <a:pt x="243087" y="136299"/>
                  <a:pt x="232722" y="151637"/>
                </a:cubicBezTo>
                <a:cubicBezTo>
                  <a:pt x="222356" y="166974"/>
                  <a:pt x="207344" y="174643"/>
                  <a:pt x="187684" y="174643"/>
                </a:cubicBezTo>
                <a:cubicBezTo>
                  <a:pt x="148900" y="174643"/>
                  <a:pt x="129508" y="146454"/>
                  <a:pt x="129508" y="90075"/>
                </a:cubicBezTo>
                <a:moveTo>
                  <a:pt x="161981" y="89272"/>
                </a:moveTo>
                <a:cubicBezTo>
                  <a:pt x="161981" y="129510"/>
                  <a:pt x="171007" y="149629"/>
                  <a:pt x="189061" y="149629"/>
                </a:cubicBezTo>
                <a:cubicBezTo>
                  <a:pt x="206732" y="149629"/>
                  <a:pt x="215567" y="128974"/>
                  <a:pt x="215567" y="87666"/>
                </a:cubicBezTo>
                <a:cubicBezTo>
                  <a:pt x="215567" y="45822"/>
                  <a:pt x="206923" y="24900"/>
                  <a:pt x="189635" y="24900"/>
                </a:cubicBezTo>
                <a:cubicBezTo>
                  <a:pt x="171199" y="24900"/>
                  <a:pt x="161981" y="46357"/>
                  <a:pt x="161981" y="89272"/>
                </a:cubicBezTo>
                <a:close/>
                <a:moveTo>
                  <a:pt x="304571" y="144694"/>
                </a:moveTo>
                <a:lnTo>
                  <a:pt x="376172" y="144694"/>
                </a:lnTo>
                <a:lnTo>
                  <a:pt x="376172" y="171660"/>
                </a:lnTo>
                <a:lnTo>
                  <a:pt x="270721" y="171660"/>
                </a:lnTo>
                <a:lnTo>
                  <a:pt x="270721" y="158923"/>
                </a:lnTo>
                <a:cubicBezTo>
                  <a:pt x="270721" y="149820"/>
                  <a:pt x="272270" y="141424"/>
                  <a:pt x="275368" y="133736"/>
                </a:cubicBezTo>
                <a:cubicBezTo>
                  <a:pt x="278466" y="126048"/>
                  <a:pt x="282903" y="118858"/>
                  <a:pt x="288679" y="112164"/>
                </a:cubicBezTo>
                <a:cubicBezTo>
                  <a:pt x="294454" y="105471"/>
                  <a:pt x="306598" y="95201"/>
                  <a:pt x="325110" y="81355"/>
                </a:cubicBezTo>
                <a:cubicBezTo>
                  <a:pt x="332301" y="76000"/>
                  <a:pt x="337465" y="70875"/>
                  <a:pt x="340601" y="65979"/>
                </a:cubicBezTo>
                <a:cubicBezTo>
                  <a:pt x="343738" y="61083"/>
                  <a:pt x="345306" y="55613"/>
                  <a:pt x="345306" y="49570"/>
                </a:cubicBezTo>
                <a:cubicBezTo>
                  <a:pt x="345306" y="42073"/>
                  <a:pt x="343106" y="36241"/>
                  <a:pt x="338708" y="32071"/>
                </a:cubicBezTo>
                <a:cubicBezTo>
                  <a:pt x="334309" y="27902"/>
                  <a:pt x="327482" y="25818"/>
                  <a:pt x="318226" y="25818"/>
                </a:cubicBezTo>
                <a:cubicBezTo>
                  <a:pt x="303768" y="25818"/>
                  <a:pt x="289884" y="31555"/>
                  <a:pt x="276573" y="43030"/>
                </a:cubicBezTo>
                <a:lnTo>
                  <a:pt x="276573" y="14228"/>
                </a:lnTo>
                <a:cubicBezTo>
                  <a:pt x="290190" y="4743"/>
                  <a:pt x="305604" y="0"/>
                  <a:pt x="322816" y="0"/>
                </a:cubicBezTo>
                <a:cubicBezTo>
                  <a:pt x="340257" y="0"/>
                  <a:pt x="353740" y="4246"/>
                  <a:pt x="363263" y="12737"/>
                </a:cubicBezTo>
                <a:cubicBezTo>
                  <a:pt x="372787" y="21228"/>
                  <a:pt x="377549" y="32970"/>
                  <a:pt x="377549" y="47964"/>
                </a:cubicBezTo>
                <a:cubicBezTo>
                  <a:pt x="377549" y="55690"/>
                  <a:pt x="376306" y="62536"/>
                  <a:pt x="373820" y="68503"/>
                </a:cubicBezTo>
                <a:cubicBezTo>
                  <a:pt x="371334" y="74470"/>
                  <a:pt x="368045" y="79882"/>
                  <a:pt x="363952" y="84740"/>
                </a:cubicBezTo>
                <a:cubicBezTo>
                  <a:pt x="359859" y="89597"/>
                  <a:pt x="355155" y="94111"/>
                  <a:pt x="349838" y="98280"/>
                </a:cubicBezTo>
                <a:cubicBezTo>
                  <a:pt x="344522" y="102449"/>
                  <a:pt x="339071" y="106599"/>
                  <a:pt x="333487" y="110730"/>
                </a:cubicBezTo>
                <a:cubicBezTo>
                  <a:pt x="323160" y="118379"/>
                  <a:pt x="315759" y="124920"/>
                  <a:pt x="311284" y="130351"/>
                </a:cubicBezTo>
                <a:cubicBezTo>
                  <a:pt x="306809" y="135783"/>
                  <a:pt x="304571" y="140564"/>
                  <a:pt x="304571" y="144694"/>
                </a:cubicBezTo>
                <a:close/>
                <a:moveTo>
                  <a:pt x="408146" y="136892"/>
                </a:moveTo>
                <a:cubicBezTo>
                  <a:pt x="419544" y="145383"/>
                  <a:pt x="432702" y="149629"/>
                  <a:pt x="447619" y="149629"/>
                </a:cubicBezTo>
                <a:cubicBezTo>
                  <a:pt x="457410" y="149629"/>
                  <a:pt x="465290" y="147391"/>
                  <a:pt x="471256" y="142916"/>
                </a:cubicBezTo>
                <a:cubicBezTo>
                  <a:pt x="477223" y="138441"/>
                  <a:pt x="480207" y="132034"/>
                  <a:pt x="480207" y="123696"/>
                </a:cubicBezTo>
                <a:cubicBezTo>
                  <a:pt x="480207" y="106178"/>
                  <a:pt x="466973" y="97419"/>
                  <a:pt x="440504" y="97419"/>
                </a:cubicBezTo>
                <a:lnTo>
                  <a:pt x="425588" y="97419"/>
                </a:lnTo>
                <a:lnTo>
                  <a:pt x="425588" y="72405"/>
                </a:lnTo>
                <a:lnTo>
                  <a:pt x="439472" y="72405"/>
                </a:lnTo>
                <a:cubicBezTo>
                  <a:pt x="463186" y="72405"/>
                  <a:pt x="475043" y="64219"/>
                  <a:pt x="475043" y="47849"/>
                </a:cubicBezTo>
                <a:cubicBezTo>
                  <a:pt x="475043" y="32550"/>
                  <a:pt x="465940" y="24900"/>
                  <a:pt x="447733" y="24900"/>
                </a:cubicBezTo>
                <a:cubicBezTo>
                  <a:pt x="436335" y="24900"/>
                  <a:pt x="425282" y="28648"/>
                  <a:pt x="414572" y="36145"/>
                </a:cubicBezTo>
                <a:lnTo>
                  <a:pt x="414572" y="9180"/>
                </a:lnTo>
                <a:cubicBezTo>
                  <a:pt x="426047" y="3060"/>
                  <a:pt x="439587" y="0"/>
                  <a:pt x="455192" y="0"/>
                </a:cubicBezTo>
                <a:cubicBezTo>
                  <a:pt x="470721" y="0"/>
                  <a:pt x="483343" y="3672"/>
                  <a:pt x="493058" y="11016"/>
                </a:cubicBezTo>
                <a:cubicBezTo>
                  <a:pt x="502773" y="18359"/>
                  <a:pt x="507631" y="28533"/>
                  <a:pt x="507631" y="41538"/>
                </a:cubicBezTo>
                <a:cubicBezTo>
                  <a:pt x="507631" y="63493"/>
                  <a:pt x="496424" y="77415"/>
                  <a:pt x="474010" y="83305"/>
                </a:cubicBezTo>
                <a:lnTo>
                  <a:pt x="474010" y="83764"/>
                </a:lnTo>
                <a:cubicBezTo>
                  <a:pt x="485714" y="84988"/>
                  <a:pt x="495124" y="89291"/>
                  <a:pt x="502238" y="96673"/>
                </a:cubicBezTo>
                <a:cubicBezTo>
                  <a:pt x="509352" y="104055"/>
                  <a:pt x="512909" y="112986"/>
                  <a:pt x="512909" y="123467"/>
                </a:cubicBezTo>
                <a:cubicBezTo>
                  <a:pt x="512909" y="139454"/>
                  <a:pt x="507114" y="151981"/>
                  <a:pt x="495525" y="161046"/>
                </a:cubicBezTo>
                <a:cubicBezTo>
                  <a:pt x="483936" y="170111"/>
                  <a:pt x="468579" y="174643"/>
                  <a:pt x="449455" y="174643"/>
                </a:cubicBezTo>
                <a:cubicBezTo>
                  <a:pt x="432625" y="174643"/>
                  <a:pt x="418856" y="171736"/>
                  <a:pt x="408146" y="165922"/>
                </a:cubicBezTo>
                <a:lnTo>
                  <a:pt x="408146" y="1368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25281-AB5F-48F6-BB60-47DE72E7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361" y="1522614"/>
            <a:ext cx="1420963" cy="444149"/>
          </a:xfrm>
          <a:custGeom xmlns:a="http://schemas.openxmlformats.org/drawingml/2006/main">
            <a:pathLst>
              <a:path w="1420963" h="444149">
                <a:moveTo>
                  <a:pt x="0" y="0"/>
                </a:moveTo>
                <a:lnTo>
                  <a:pt x="1254427" y="0"/>
                </a:lnTo>
                <a:lnTo>
                  <a:pt x="1420963" y="221996"/>
                </a:lnTo>
                <a:lnTo>
                  <a:pt x="1254427" y="444149"/>
                </a:lnTo>
                <a:lnTo>
                  <a:pt x="0" y="444149"/>
                </a:lnTo>
                <a:lnTo>
                  <a:pt x="166536" y="221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D17F3-B9A9-426A-A876-27CF3E07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9047" y="1558788"/>
            <a:ext cx="944478" cy="371628"/>
          </a:xfrm>
          <a:custGeom xmlns:a="http://schemas.openxmlformats.org/drawingml/2006/main">
            <a:pathLst>
              <a:path w="944478" h="371628">
                <a:moveTo>
                  <a:pt x="0" y="371628"/>
                </a:moveTo>
                <a:lnTo>
                  <a:pt x="0" y="0"/>
                </a:lnTo>
                <a:lnTo>
                  <a:pt x="944478" y="0"/>
                </a:lnTo>
                <a:lnTo>
                  <a:pt x="944478" y="371628"/>
                </a:lnTo>
                <a:lnTo>
                  <a:pt x="0" y="37162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2022">
            <a:extLst xmlns:a="http://schemas.openxmlformats.org/drawingml/2006/main">
              <a:ext uri="{FF2B5EF4-FFF2-40B4-BE49-F238E27FC236}">
                <a16:creationId xmlns:a16="http://schemas.microsoft.com/office/drawing/2014/main" id="{A3EFB08C-901F-4ED3-A022-3265B3AB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6617" y="1675723"/>
            <a:ext cx="512908" cy="174643"/>
          </a:xfrm>
          <a:custGeom xmlns:a="http://schemas.openxmlformats.org/drawingml/2006/main">
            <a:pathLst>
              <a:path w="512908" h="174643">
                <a:moveTo>
                  <a:pt x="33850" y="144694"/>
                </a:moveTo>
                <a:lnTo>
                  <a:pt x="105451" y="144694"/>
                </a:lnTo>
                <a:lnTo>
                  <a:pt x="105451" y="171660"/>
                </a:lnTo>
                <a:lnTo>
                  <a:pt x="0" y="171660"/>
                </a:lnTo>
                <a:lnTo>
                  <a:pt x="0" y="158923"/>
                </a:lnTo>
                <a:cubicBezTo>
                  <a:pt x="0" y="149820"/>
                  <a:pt x="1549" y="141424"/>
                  <a:pt x="4647" y="133736"/>
                </a:cubicBezTo>
                <a:cubicBezTo>
                  <a:pt x="7745" y="126048"/>
                  <a:pt x="12182" y="118858"/>
                  <a:pt x="17958" y="112164"/>
                </a:cubicBezTo>
                <a:cubicBezTo>
                  <a:pt x="23733" y="105471"/>
                  <a:pt x="35877" y="95201"/>
                  <a:pt x="54390" y="81355"/>
                </a:cubicBezTo>
                <a:cubicBezTo>
                  <a:pt x="61580" y="76000"/>
                  <a:pt x="66744" y="70875"/>
                  <a:pt x="69880" y="65979"/>
                </a:cubicBezTo>
                <a:cubicBezTo>
                  <a:pt x="73017" y="61083"/>
                  <a:pt x="74585" y="55613"/>
                  <a:pt x="74585" y="49570"/>
                </a:cubicBezTo>
                <a:cubicBezTo>
                  <a:pt x="74585" y="42073"/>
                  <a:pt x="72385" y="36241"/>
                  <a:pt x="67987" y="32071"/>
                </a:cubicBezTo>
                <a:cubicBezTo>
                  <a:pt x="63588" y="27902"/>
                  <a:pt x="56761" y="25818"/>
                  <a:pt x="47505" y="25818"/>
                </a:cubicBezTo>
                <a:cubicBezTo>
                  <a:pt x="33047" y="25818"/>
                  <a:pt x="19163" y="31555"/>
                  <a:pt x="5852" y="43030"/>
                </a:cubicBezTo>
                <a:lnTo>
                  <a:pt x="5852" y="14228"/>
                </a:lnTo>
                <a:cubicBezTo>
                  <a:pt x="19469" y="4743"/>
                  <a:pt x="34883" y="0"/>
                  <a:pt x="52095" y="0"/>
                </a:cubicBezTo>
                <a:cubicBezTo>
                  <a:pt x="69536" y="0"/>
                  <a:pt x="83019" y="4246"/>
                  <a:pt x="92543" y="12737"/>
                </a:cubicBezTo>
                <a:cubicBezTo>
                  <a:pt x="102066" y="21228"/>
                  <a:pt x="106828" y="32970"/>
                  <a:pt x="106828" y="47964"/>
                </a:cubicBezTo>
                <a:cubicBezTo>
                  <a:pt x="106828" y="55690"/>
                  <a:pt x="105585" y="62536"/>
                  <a:pt x="103099" y="68503"/>
                </a:cubicBezTo>
                <a:cubicBezTo>
                  <a:pt x="100613" y="74470"/>
                  <a:pt x="97324" y="79882"/>
                  <a:pt x="93231" y="84740"/>
                </a:cubicBezTo>
                <a:cubicBezTo>
                  <a:pt x="89138" y="89597"/>
                  <a:pt x="84434" y="94111"/>
                  <a:pt x="79117" y="98280"/>
                </a:cubicBezTo>
                <a:cubicBezTo>
                  <a:pt x="73801" y="102449"/>
                  <a:pt x="68350" y="106599"/>
                  <a:pt x="62766" y="110730"/>
                </a:cubicBezTo>
                <a:cubicBezTo>
                  <a:pt x="52439" y="118379"/>
                  <a:pt x="45038" y="124920"/>
                  <a:pt x="40563" y="130351"/>
                </a:cubicBezTo>
                <a:cubicBezTo>
                  <a:pt x="36088" y="135783"/>
                  <a:pt x="33850" y="140564"/>
                  <a:pt x="33850" y="144694"/>
                </a:cubicBezTo>
                <a:close/>
                <a:moveTo>
                  <a:pt x="129508" y="90075"/>
                </a:moveTo>
                <a:cubicBezTo>
                  <a:pt x="129508" y="60701"/>
                  <a:pt x="134767" y="38344"/>
                  <a:pt x="145285" y="23007"/>
                </a:cubicBezTo>
                <a:cubicBezTo>
                  <a:pt x="155804" y="7669"/>
                  <a:pt x="171084" y="0"/>
                  <a:pt x="191126" y="0"/>
                </a:cubicBezTo>
                <a:cubicBezTo>
                  <a:pt x="229222" y="0"/>
                  <a:pt x="248270" y="28725"/>
                  <a:pt x="248270" y="86174"/>
                </a:cubicBezTo>
                <a:cubicBezTo>
                  <a:pt x="248270" y="114478"/>
                  <a:pt x="243087" y="136299"/>
                  <a:pt x="232722" y="151637"/>
                </a:cubicBezTo>
                <a:cubicBezTo>
                  <a:pt x="222356" y="166974"/>
                  <a:pt x="207344" y="174643"/>
                  <a:pt x="187684" y="174643"/>
                </a:cubicBezTo>
                <a:cubicBezTo>
                  <a:pt x="148900" y="174643"/>
                  <a:pt x="129508" y="146454"/>
                  <a:pt x="129508" y="90075"/>
                </a:cubicBezTo>
                <a:moveTo>
                  <a:pt x="161981" y="89272"/>
                </a:moveTo>
                <a:cubicBezTo>
                  <a:pt x="161981" y="129510"/>
                  <a:pt x="171007" y="149629"/>
                  <a:pt x="189061" y="149629"/>
                </a:cubicBezTo>
                <a:cubicBezTo>
                  <a:pt x="206732" y="149629"/>
                  <a:pt x="215567" y="128974"/>
                  <a:pt x="215567" y="87666"/>
                </a:cubicBezTo>
                <a:cubicBezTo>
                  <a:pt x="215567" y="45822"/>
                  <a:pt x="206923" y="24900"/>
                  <a:pt x="189635" y="24900"/>
                </a:cubicBezTo>
                <a:cubicBezTo>
                  <a:pt x="171199" y="24900"/>
                  <a:pt x="161981" y="46357"/>
                  <a:pt x="161981" y="89272"/>
                </a:cubicBezTo>
                <a:close/>
                <a:moveTo>
                  <a:pt x="304570" y="144694"/>
                </a:moveTo>
                <a:lnTo>
                  <a:pt x="376171" y="144694"/>
                </a:lnTo>
                <a:lnTo>
                  <a:pt x="376171" y="171660"/>
                </a:lnTo>
                <a:lnTo>
                  <a:pt x="270720" y="171660"/>
                </a:lnTo>
                <a:lnTo>
                  <a:pt x="270720" y="158923"/>
                </a:lnTo>
                <a:cubicBezTo>
                  <a:pt x="270720" y="149820"/>
                  <a:pt x="272269" y="141424"/>
                  <a:pt x="275367" y="133736"/>
                </a:cubicBezTo>
                <a:cubicBezTo>
                  <a:pt x="278465" y="126048"/>
                  <a:pt x="282902" y="118858"/>
                  <a:pt x="288677" y="112164"/>
                </a:cubicBezTo>
                <a:cubicBezTo>
                  <a:pt x="294453" y="105471"/>
                  <a:pt x="306597" y="95201"/>
                  <a:pt x="325109" y="81355"/>
                </a:cubicBezTo>
                <a:cubicBezTo>
                  <a:pt x="332300" y="76000"/>
                  <a:pt x="337463" y="70875"/>
                  <a:pt x="340600" y="65979"/>
                </a:cubicBezTo>
                <a:cubicBezTo>
                  <a:pt x="343736" y="61083"/>
                  <a:pt x="345304" y="55613"/>
                  <a:pt x="345304" y="49570"/>
                </a:cubicBezTo>
                <a:cubicBezTo>
                  <a:pt x="345304" y="42073"/>
                  <a:pt x="343105" y="36241"/>
                  <a:pt x="338706" y="32071"/>
                </a:cubicBezTo>
                <a:cubicBezTo>
                  <a:pt x="334308" y="27902"/>
                  <a:pt x="327480" y="25818"/>
                  <a:pt x="318224" y="25818"/>
                </a:cubicBezTo>
                <a:cubicBezTo>
                  <a:pt x="303766" y="25818"/>
                  <a:pt x="289882" y="31555"/>
                  <a:pt x="276572" y="43030"/>
                </a:cubicBezTo>
                <a:lnTo>
                  <a:pt x="276572" y="14228"/>
                </a:lnTo>
                <a:cubicBezTo>
                  <a:pt x="290188" y="4743"/>
                  <a:pt x="305602" y="0"/>
                  <a:pt x="322814" y="0"/>
                </a:cubicBezTo>
                <a:cubicBezTo>
                  <a:pt x="340256" y="0"/>
                  <a:pt x="353738" y="4246"/>
                  <a:pt x="363262" y="12737"/>
                </a:cubicBezTo>
                <a:cubicBezTo>
                  <a:pt x="372786" y="21228"/>
                  <a:pt x="377548" y="32970"/>
                  <a:pt x="377548" y="47964"/>
                </a:cubicBezTo>
                <a:cubicBezTo>
                  <a:pt x="377548" y="55690"/>
                  <a:pt x="376305" y="62536"/>
                  <a:pt x="373819" y="68503"/>
                </a:cubicBezTo>
                <a:cubicBezTo>
                  <a:pt x="371333" y="74470"/>
                  <a:pt x="368043" y="79882"/>
                  <a:pt x="363951" y="84740"/>
                </a:cubicBezTo>
                <a:cubicBezTo>
                  <a:pt x="359858" y="89597"/>
                  <a:pt x="355153" y="94111"/>
                  <a:pt x="349837" y="98280"/>
                </a:cubicBezTo>
                <a:cubicBezTo>
                  <a:pt x="344520" y="102449"/>
                  <a:pt x="339070" y="106599"/>
                  <a:pt x="333486" y="110730"/>
                </a:cubicBezTo>
                <a:cubicBezTo>
                  <a:pt x="323158" y="118379"/>
                  <a:pt x="315757" y="124920"/>
                  <a:pt x="311282" y="130351"/>
                </a:cubicBezTo>
                <a:cubicBezTo>
                  <a:pt x="306807" y="135783"/>
                  <a:pt x="304570" y="140564"/>
                  <a:pt x="304570" y="144694"/>
                </a:cubicBezTo>
                <a:close/>
                <a:moveTo>
                  <a:pt x="439929" y="144694"/>
                </a:moveTo>
                <a:lnTo>
                  <a:pt x="511531" y="144694"/>
                </a:lnTo>
                <a:lnTo>
                  <a:pt x="511531" y="171660"/>
                </a:lnTo>
                <a:lnTo>
                  <a:pt x="406079" y="171660"/>
                </a:lnTo>
                <a:lnTo>
                  <a:pt x="406079" y="158923"/>
                </a:lnTo>
                <a:cubicBezTo>
                  <a:pt x="406079" y="149820"/>
                  <a:pt x="407628" y="141424"/>
                  <a:pt x="410727" y="133736"/>
                </a:cubicBezTo>
                <a:cubicBezTo>
                  <a:pt x="413825" y="126048"/>
                  <a:pt x="418262" y="118858"/>
                  <a:pt x="424037" y="112164"/>
                </a:cubicBezTo>
                <a:cubicBezTo>
                  <a:pt x="429813" y="105471"/>
                  <a:pt x="441957" y="95201"/>
                  <a:pt x="460469" y="81355"/>
                </a:cubicBezTo>
                <a:cubicBezTo>
                  <a:pt x="467660" y="76000"/>
                  <a:pt x="472823" y="70875"/>
                  <a:pt x="475960" y="65979"/>
                </a:cubicBezTo>
                <a:cubicBezTo>
                  <a:pt x="479096" y="61083"/>
                  <a:pt x="480664" y="55613"/>
                  <a:pt x="480664" y="49570"/>
                </a:cubicBezTo>
                <a:cubicBezTo>
                  <a:pt x="480664" y="42073"/>
                  <a:pt x="478465" y="36241"/>
                  <a:pt x="474066" y="32071"/>
                </a:cubicBezTo>
                <a:cubicBezTo>
                  <a:pt x="469668" y="27902"/>
                  <a:pt x="462840" y="25818"/>
                  <a:pt x="453584" y="25818"/>
                </a:cubicBezTo>
                <a:cubicBezTo>
                  <a:pt x="439126" y="25818"/>
                  <a:pt x="425242" y="31555"/>
                  <a:pt x="411931" y="43030"/>
                </a:cubicBezTo>
                <a:lnTo>
                  <a:pt x="411931" y="14228"/>
                </a:lnTo>
                <a:cubicBezTo>
                  <a:pt x="425548" y="4743"/>
                  <a:pt x="440962" y="0"/>
                  <a:pt x="458174" y="0"/>
                </a:cubicBezTo>
                <a:cubicBezTo>
                  <a:pt x="475615" y="0"/>
                  <a:pt x="489098" y="4246"/>
                  <a:pt x="498622" y="12737"/>
                </a:cubicBezTo>
                <a:cubicBezTo>
                  <a:pt x="508146" y="21228"/>
                  <a:pt x="512908" y="32970"/>
                  <a:pt x="512908" y="47964"/>
                </a:cubicBezTo>
                <a:cubicBezTo>
                  <a:pt x="512908" y="55690"/>
                  <a:pt x="511665" y="62536"/>
                  <a:pt x="509178" y="68503"/>
                </a:cubicBezTo>
                <a:cubicBezTo>
                  <a:pt x="506692" y="74470"/>
                  <a:pt x="503403" y="79882"/>
                  <a:pt x="499310" y="84740"/>
                </a:cubicBezTo>
                <a:cubicBezTo>
                  <a:pt x="495218" y="89597"/>
                  <a:pt x="490513" y="94111"/>
                  <a:pt x="485197" y="98280"/>
                </a:cubicBezTo>
                <a:cubicBezTo>
                  <a:pt x="479880" y="102449"/>
                  <a:pt x="474430" y="106599"/>
                  <a:pt x="468845" y="110730"/>
                </a:cubicBezTo>
                <a:cubicBezTo>
                  <a:pt x="458518" y="118379"/>
                  <a:pt x="451117" y="124920"/>
                  <a:pt x="446642" y="130351"/>
                </a:cubicBezTo>
                <a:cubicBezTo>
                  <a:pt x="442167" y="135783"/>
                  <a:pt x="439929" y="140564"/>
                  <a:pt x="439929" y="14469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8866D-571E-43BD-ABA2-09C59C57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968" y="1522614"/>
            <a:ext cx="1421120" cy="444149"/>
          </a:xfrm>
          <a:custGeom xmlns:a="http://schemas.openxmlformats.org/drawingml/2006/main">
            <a:pathLst>
              <a:path w="1421120" h="444149">
                <a:moveTo>
                  <a:pt x="0" y="0"/>
                </a:moveTo>
                <a:lnTo>
                  <a:pt x="1254584" y="0"/>
                </a:lnTo>
                <a:lnTo>
                  <a:pt x="1421120" y="221996"/>
                </a:lnTo>
                <a:lnTo>
                  <a:pt x="1254584" y="444149"/>
                </a:lnTo>
                <a:lnTo>
                  <a:pt x="0" y="444149"/>
                </a:lnTo>
                <a:lnTo>
                  <a:pt x="166536" y="221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D88AD-CC5D-4EE9-A48F-CAE8024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810" y="1558788"/>
            <a:ext cx="944478" cy="371628"/>
          </a:xfrm>
          <a:custGeom xmlns:a="http://schemas.openxmlformats.org/drawingml/2006/main">
            <a:pathLst>
              <a:path w="944478" h="371628">
                <a:moveTo>
                  <a:pt x="0" y="371628"/>
                </a:moveTo>
                <a:lnTo>
                  <a:pt x="0" y="0"/>
                </a:lnTo>
                <a:lnTo>
                  <a:pt x="944478" y="0"/>
                </a:lnTo>
                <a:lnTo>
                  <a:pt x="944478" y="371628"/>
                </a:lnTo>
                <a:lnTo>
                  <a:pt x="0" y="37162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2021">
            <a:extLst xmlns:a="http://schemas.openxmlformats.org/drawingml/2006/main">
              <a:ext uri="{FF2B5EF4-FFF2-40B4-BE49-F238E27FC236}">
                <a16:creationId xmlns:a16="http://schemas.microsoft.com/office/drawing/2014/main" id="{83B6F1CD-1918-48A8-AF45-44880824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067" y="1675723"/>
            <a:ext cx="484452" cy="174643"/>
          </a:xfrm>
          <a:custGeom xmlns:a="http://schemas.openxmlformats.org/drawingml/2006/main">
            <a:pathLst>
              <a:path w="484452" h="174643">
                <a:moveTo>
                  <a:pt x="33850" y="144694"/>
                </a:moveTo>
                <a:lnTo>
                  <a:pt x="105451" y="144694"/>
                </a:lnTo>
                <a:lnTo>
                  <a:pt x="105451" y="171660"/>
                </a:lnTo>
                <a:lnTo>
                  <a:pt x="0" y="171660"/>
                </a:lnTo>
                <a:lnTo>
                  <a:pt x="0" y="158923"/>
                </a:lnTo>
                <a:cubicBezTo>
                  <a:pt x="0" y="149820"/>
                  <a:pt x="1549" y="141424"/>
                  <a:pt x="4647" y="133736"/>
                </a:cubicBezTo>
                <a:cubicBezTo>
                  <a:pt x="7745" y="126048"/>
                  <a:pt x="12182" y="118858"/>
                  <a:pt x="17958" y="112164"/>
                </a:cubicBezTo>
                <a:cubicBezTo>
                  <a:pt x="23733" y="105471"/>
                  <a:pt x="35877" y="95201"/>
                  <a:pt x="54390" y="81355"/>
                </a:cubicBezTo>
                <a:cubicBezTo>
                  <a:pt x="61580" y="76000"/>
                  <a:pt x="66744" y="70875"/>
                  <a:pt x="69880" y="65979"/>
                </a:cubicBezTo>
                <a:cubicBezTo>
                  <a:pt x="73017" y="61083"/>
                  <a:pt x="74585" y="55613"/>
                  <a:pt x="74585" y="49570"/>
                </a:cubicBezTo>
                <a:cubicBezTo>
                  <a:pt x="74585" y="42073"/>
                  <a:pt x="72385" y="36241"/>
                  <a:pt x="67987" y="32071"/>
                </a:cubicBezTo>
                <a:cubicBezTo>
                  <a:pt x="63588" y="27902"/>
                  <a:pt x="56761" y="25818"/>
                  <a:pt x="47505" y="25818"/>
                </a:cubicBezTo>
                <a:cubicBezTo>
                  <a:pt x="33047" y="25818"/>
                  <a:pt x="19163" y="31555"/>
                  <a:pt x="5852" y="43030"/>
                </a:cubicBezTo>
                <a:lnTo>
                  <a:pt x="5852" y="14228"/>
                </a:lnTo>
                <a:cubicBezTo>
                  <a:pt x="19469" y="4743"/>
                  <a:pt x="34883" y="0"/>
                  <a:pt x="52095" y="0"/>
                </a:cubicBezTo>
                <a:cubicBezTo>
                  <a:pt x="69536" y="0"/>
                  <a:pt x="83019" y="4246"/>
                  <a:pt x="92543" y="12737"/>
                </a:cubicBezTo>
                <a:cubicBezTo>
                  <a:pt x="102066" y="21228"/>
                  <a:pt x="106828" y="32970"/>
                  <a:pt x="106828" y="47964"/>
                </a:cubicBezTo>
                <a:cubicBezTo>
                  <a:pt x="106828" y="55690"/>
                  <a:pt x="105585" y="62536"/>
                  <a:pt x="103099" y="68503"/>
                </a:cubicBezTo>
                <a:cubicBezTo>
                  <a:pt x="100613" y="74470"/>
                  <a:pt x="97324" y="79882"/>
                  <a:pt x="93231" y="84740"/>
                </a:cubicBezTo>
                <a:cubicBezTo>
                  <a:pt x="89138" y="89597"/>
                  <a:pt x="84434" y="94111"/>
                  <a:pt x="79117" y="98280"/>
                </a:cubicBezTo>
                <a:cubicBezTo>
                  <a:pt x="73801" y="102449"/>
                  <a:pt x="68350" y="106599"/>
                  <a:pt x="62766" y="110730"/>
                </a:cubicBezTo>
                <a:cubicBezTo>
                  <a:pt x="52439" y="118379"/>
                  <a:pt x="45038" y="124920"/>
                  <a:pt x="40563" y="130351"/>
                </a:cubicBezTo>
                <a:cubicBezTo>
                  <a:pt x="36088" y="135783"/>
                  <a:pt x="33850" y="140564"/>
                  <a:pt x="33850" y="144694"/>
                </a:cubicBezTo>
                <a:close/>
                <a:moveTo>
                  <a:pt x="129508" y="90075"/>
                </a:moveTo>
                <a:cubicBezTo>
                  <a:pt x="129508" y="60701"/>
                  <a:pt x="134767" y="38344"/>
                  <a:pt x="145285" y="23007"/>
                </a:cubicBezTo>
                <a:cubicBezTo>
                  <a:pt x="155804" y="7669"/>
                  <a:pt x="171084" y="0"/>
                  <a:pt x="191126" y="0"/>
                </a:cubicBezTo>
                <a:cubicBezTo>
                  <a:pt x="229222" y="0"/>
                  <a:pt x="248270" y="28725"/>
                  <a:pt x="248270" y="86174"/>
                </a:cubicBezTo>
                <a:cubicBezTo>
                  <a:pt x="248270" y="114478"/>
                  <a:pt x="243087" y="136299"/>
                  <a:pt x="232722" y="151637"/>
                </a:cubicBezTo>
                <a:cubicBezTo>
                  <a:pt x="222356" y="166974"/>
                  <a:pt x="207344" y="174643"/>
                  <a:pt x="187684" y="174643"/>
                </a:cubicBezTo>
                <a:cubicBezTo>
                  <a:pt x="148900" y="174643"/>
                  <a:pt x="129508" y="146454"/>
                  <a:pt x="129508" y="90075"/>
                </a:cubicBezTo>
                <a:moveTo>
                  <a:pt x="161981" y="89272"/>
                </a:moveTo>
                <a:cubicBezTo>
                  <a:pt x="161981" y="129510"/>
                  <a:pt x="171007" y="149629"/>
                  <a:pt x="189061" y="149629"/>
                </a:cubicBezTo>
                <a:cubicBezTo>
                  <a:pt x="206732" y="149629"/>
                  <a:pt x="215567" y="128974"/>
                  <a:pt x="215567" y="87666"/>
                </a:cubicBezTo>
                <a:cubicBezTo>
                  <a:pt x="215567" y="45822"/>
                  <a:pt x="206923" y="24900"/>
                  <a:pt x="189635" y="24900"/>
                </a:cubicBezTo>
                <a:cubicBezTo>
                  <a:pt x="171199" y="24900"/>
                  <a:pt x="161981" y="46357"/>
                  <a:pt x="161981" y="89272"/>
                </a:cubicBezTo>
                <a:close/>
                <a:moveTo>
                  <a:pt x="304570" y="144694"/>
                </a:moveTo>
                <a:lnTo>
                  <a:pt x="376171" y="144694"/>
                </a:lnTo>
                <a:lnTo>
                  <a:pt x="376171" y="171660"/>
                </a:lnTo>
                <a:lnTo>
                  <a:pt x="270720" y="171660"/>
                </a:lnTo>
                <a:lnTo>
                  <a:pt x="270720" y="158923"/>
                </a:lnTo>
                <a:cubicBezTo>
                  <a:pt x="270720" y="149820"/>
                  <a:pt x="272269" y="141424"/>
                  <a:pt x="275367" y="133736"/>
                </a:cubicBezTo>
                <a:cubicBezTo>
                  <a:pt x="278465" y="126048"/>
                  <a:pt x="282902" y="118858"/>
                  <a:pt x="288677" y="112164"/>
                </a:cubicBezTo>
                <a:cubicBezTo>
                  <a:pt x="294453" y="105471"/>
                  <a:pt x="306597" y="95201"/>
                  <a:pt x="325109" y="81355"/>
                </a:cubicBezTo>
                <a:cubicBezTo>
                  <a:pt x="332300" y="76000"/>
                  <a:pt x="337463" y="70875"/>
                  <a:pt x="340600" y="65979"/>
                </a:cubicBezTo>
                <a:cubicBezTo>
                  <a:pt x="343736" y="61083"/>
                  <a:pt x="345304" y="55613"/>
                  <a:pt x="345304" y="49570"/>
                </a:cubicBezTo>
                <a:cubicBezTo>
                  <a:pt x="345304" y="42073"/>
                  <a:pt x="343105" y="36241"/>
                  <a:pt x="338706" y="32071"/>
                </a:cubicBezTo>
                <a:cubicBezTo>
                  <a:pt x="334308" y="27902"/>
                  <a:pt x="327480" y="25818"/>
                  <a:pt x="318224" y="25818"/>
                </a:cubicBezTo>
                <a:cubicBezTo>
                  <a:pt x="303766" y="25818"/>
                  <a:pt x="289882" y="31555"/>
                  <a:pt x="276572" y="43030"/>
                </a:cubicBezTo>
                <a:lnTo>
                  <a:pt x="276572" y="14228"/>
                </a:lnTo>
                <a:cubicBezTo>
                  <a:pt x="290188" y="4743"/>
                  <a:pt x="305602" y="0"/>
                  <a:pt x="322814" y="0"/>
                </a:cubicBezTo>
                <a:cubicBezTo>
                  <a:pt x="340256" y="0"/>
                  <a:pt x="353738" y="4246"/>
                  <a:pt x="363262" y="12737"/>
                </a:cubicBezTo>
                <a:cubicBezTo>
                  <a:pt x="372786" y="21228"/>
                  <a:pt x="377548" y="32970"/>
                  <a:pt x="377548" y="47964"/>
                </a:cubicBezTo>
                <a:cubicBezTo>
                  <a:pt x="377548" y="55690"/>
                  <a:pt x="376305" y="62536"/>
                  <a:pt x="373819" y="68503"/>
                </a:cubicBezTo>
                <a:cubicBezTo>
                  <a:pt x="371333" y="74470"/>
                  <a:pt x="368043" y="79882"/>
                  <a:pt x="363951" y="84740"/>
                </a:cubicBezTo>
                <a:cubicBezTo>
                  <a:pt x="359858" y="89597"/>
                  <a:pt x="355153" y="94111"/>
                  <a:pt x="349837" y="98280"/>
                </a:cubicBezTo>
                <a:cubicBezTo>
                  <a:pt x="344520" y="102449"/>
                  <a:pt x="339070" y="106599"/>
                  <a:pt x="333486" y="110730"/>
                </a:cubicBezTo>
                <a:cubicBezTo>
                  <a:pt x="323158" y="118379"/>
                  <a:pt x="315757" y="124920"/>
                  <a:pt x="311282" y="130351"/>
                </a:cubicBezTo>
                <a:cubicBezTo>
                  <a:pt x="306807" y="135783"/>
                  <a:pt x="304570" y="140564"/>
                  <a:pt x="304570" y="144694"/>
                </a:cubicBezTo>
                <a:close/>
                <a:moveTo>
                  <a:pt x="484452" y="0"/>
                </a:moveTo>
                <a:lnTo>
                  <a:pt x="484452" y="171660"/>
                </a:lnTo>
                <a:lnTo>
                  <a:pt x="452437" y="171660"/>
                </a:lnTo>
                <a:lnTo>
                  <a:pt x="452437" y="38899"/>
                </a:lnTo>
                <a:cubicBezTo>
                  <a:pt x="448842" y="42188"/>
                  <a:pt x="443755" y="45248"/>
                  <a:pt x="437176" y="48079"/>
                </a:cubicBezTo>
                <a:cubicBezTo>
                  <a:pt x="430598" y="50909"/>
                  <a:pt x="423751" y="52745"/>
                  <a:pt x="416637" y="53586"/>
                </a:cubicBezTo>
                <a:lnTo>
                  <a:pt x="416637" y="25244"/>
                </a:lnTo>
                <a:cubicBezTo>
                  <a:pt x="433466" y="20195"/>
                  <a:pt x="449339" y="11781"/>
                  <a:pt x="464256" y="0"/>
                </a:cubicBezTo>
                <a:lnTo>
                  <a:pt x="48445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E433B-67F7-4B45-8D50-FB9801C6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574" y="1522614"/>
            <a:ext cx="1421120" cy="444149"/>
          </a:xfrm>
          <a:custGeom xmlns:a="http://schemas.openxmlformats.org/drawingml/2006/main">
            <a:pathLst>
              <a:path w="1421120" h="444149">
                <a:moveTo>
                  <a:pt x="0" y="0"/>
                </a:moveTo>
                <a:lnTo>
                  <a:pt x="1254584" y="0"/>
                </a:lnTo>
                <a:lnTo>
                  <a:pt x="1421120" y="221996"/>
                </a:lnTo>
                <a:lnTo>
                  <a:pt x="1254584" y="444149"/>
                </a:lnTo>
                <a:lnTo>
                  <a:pt x="0" y="444149"/>
                </a:lnTo>
                <a:lnTo>
                  <a:pt x="166536" y="221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F2041-830D-471E-BDBE-4B072A3F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417" y="1558788"/>
            <a:ext cx="944478" cy="371628"/>
          </a:xfrm>
          <a:custGeom xmlns:a="http://schemas.openxmlformats.org/drawingml/2006/main">
            <a:pathLst>
              <a:path w="944478" h="371628">
                <a:moveTo>
                  <a:pt x="0" y="371628"/>
                </a:moveTo>
                <a:lnTo>
                  <a:pt x="0" y="0"/>
                </a:lnTo>
                <a:lnTo>
                  <a:pt x="944478" y="0"/>
                </a:lnTo>
                <a:lnTo>
                  <a:pt x="944478" y="371628"/>
                </a:lnTo>
                <a:lnTo>
                  <a:pt x="0" y="37162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2020">
            <a:extLst xmlns:a="http://schemas.openxmlformats.org/drawingml/2006/main">
              <a:ext uri="{FF2B5EF4-FFF2-40B4-BE49-F238E27FC236}">
                <a16:creationId xmlns:a16="http://schemas.microsoft.com/office/drawing/2014/main" id="{6F67C5A7-E58D-4727-AEAE-F3D6D3D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517" y="1675723"/>
            <a:ext cx="518990" cy="174643"/>
          </a:xfrm>
          <a:custGeom xmlns:a="http://schemas.openxmlformats.org/drawingml/2006/main">
            <a:pathLst>
              <a:path w="518990" h="174643">
                <a:moveTo>
                  <a:pt x="33850" y="144694"/>
                </a:moveTo>
                <a:lnTo>
                  <a:pt x="105451" y="144694"/>
                </a:lnTo>
                <a:lnTo>
                  <a:pt x="105451" y="171660"/>
                </a:lnTo>
                <a:lnTo>
                  <a:pt x="0" y="171660"/>
                </a:lnTo>
                <a:lnTo>
                  <a:pt x="0" y="158923"/>
                </a:lnTo>
                <a:cubicBezTo>
                  <a:pt x="0" y="149820"/>
                  <a:pt x="1549" y="141424"/>
                  <a:pt x="4647" y="133736"/>
                </a:cubicBezTo>
                <a:cubicBezTo>
                  <a:pt x="7745" y="126048"/>
                  <a:pt x="12182" y="118858"/>
                  <a:pt x="17958" y="112164"/>
                </a:cubicBezTo>
                <a:cubicBezTo>
                  <a:pt x="23733" y="105471"/>
                  <a:pt x="35877" y="95201"/>
                  <a:pt x="54390" y="81355"/>
                </a:cubicBezTo>
                <a:cubicBezTo>
                  <a:pt x="61580" y="76000"/>
                  <a:pt x="66744" y="70875"/>
                  <a:pt x="69880" y="65979"/>
                </a:cubicBezTo>
                <a:cubicBezTo>
                  <a:pt x="73017" y="61083"/>
                  <a:pt x="74585" y="55613"/>
                  <a:pt x="74585" y="49570"/>
                </a:cubicBezTo>
                <a:cubicBezTo>
                  <a:pt x="74585" y="42073"/>
                  <a:pt x="72385" y="36241"/>
                  <a:pt x="67987" y="32071"/>
                </a:cubicBezTo>
                <a:cubicBezTo>
                  <a:pt x="63588" y="27902"/>
                  <a:pt x="56761" y="25818"/>
                  <a:pt x="47505" y="25818"/>
                </a:cubicBezTo>
                <a:cubicBezTo>
                  <a:pt x="33047" y="25818"/>
                  <a:pt x="19163" y="31555"/>
                  <a:pt x="5852" y="43030"/>
                </a:cubicBezTo>
                <a:lnTo>
                  <a:pt x="5852" y="14228"/>
                </a:lnTo>
                <a:cubicBezTo>
                  <a:pt x="19469" y="4743"/>
                  <a:pt x="34883" y="0"/>
                  <a:pt x="52095" y="0"/>
                </a:cubicBezTo>
                <a:cubicBezTo>
                  <a:pt x="69536" y="0"/>
                  <a:pt x="83019" y="4246"/>
                  <a:pt x="92543" y="12737"/>
                </a:cubicBezTo>
                <a:cubicBezTo>
                  <a:pt x="102066" y="21228"/>
                  <a:pt x="106828" y="32970"/>
                  <a:pt x="106828" y="47964"/>
                </a:cubicBezTo>
                <a:cubicBezTo>
                  <a:pt x="106828" y="55690"/>
                  <a:pt x="105585" y="62536"/>
                  <a:pt x="103099" y="68503"/>
                </a:cubicBezTo>
                <a:cubicBezTo>
                  <a:pt x="100613" y="74470"/>
                  <a:pt x="97324" y="79882"/>
                  <a:pt x="93231" y="84740"/>
                </a:cubicBezTo>
                <a:cubicBezTo>
                  <a:pt x="89138" y="89597"/>
                  <a:pt x="84434" y="94111"/>
                  <a:pt x="79117" y="98280"/>
                </a:cubicBezTo>
                <a:cubicBezTo>
                  <a:pt x="73801" y="102449"/>
                  <a:pt x="68350" y="106599"/>
                  <a:pt x="62766" y="110730"/>
                </a:cubicBezTo>
                <a:cubicBezTo>
                  <a:pt x="52439" y="118379"/>
                  <a:pt x="45038" y="124920"/>
                  <a:pt x="40563" y="130351"/>
                </a:cubicBezTo>
                <a:cubicBezTo>
                  <a:pt x="36088" y="135783"/>
                  <a:pt x="33850" y="140564"/>
                  <a:pt x="33850" y="144694"/>
                </a:cubicBezTo>
                <a:close/>
                <a:moveTo>
                  <a:pt x="129508" y="90075"/>
                </a:moveTo>
                <a:cubicBezTo>
                  <a:pt x="129508" y="60701"/>
                  <a:pt x="134767" y="38344"/>
                  <a:pt x="145285" y="23007"/>
                </a:cubicBezTo>
                <a:cubicBezTo>
                  <a:pt x="155804" y="7669"/>
                  <a:pt x="171084" y="0"/>
                  <a:pt x="191126" y="0"/>
                </a:cubicBezTo>
                <a:cubicBezTo>
                  <a:pt x="229222" y="0"/>
                  <a:pt x="248270" y="28725"/>
                  <a:pt x="248270" y="86174"/>
                </a:cubicBezTo>
                <a:cubicBezTo>
                  <a:pt x="248270" y="114478"/>
                  <a:pt x="243087" y="136299"/>
                  <a:pt x="232722" y="151637"/>
                </a:cubicBezTo>
                <a:cubicBezTo>
                  <a:pt x="222356" y="166974"/>
                  <a:pt x="207344" y="174643"/>
                  <a:pt x="187684" y="174643"/>
                </a:cubicBezTo>
                <a:cubicBezTo>
                  <a:pt x="148900" y="174643"/>
                  <a:pt x="129508" y="146454"/>
                  <a:pt x="129508" y="90075"/>
                </a:cubicBezTo>
                <a:moveTo>
                  <a:pt x="161981" y="89272"/>
                </a:moveTo>
                <a:cubicBezTo>
                  <a:pt x="161981" y="129510"/>
                  <a:pt x="171007" y="149629"/>
                  <a:pt x="189061" y="149629"/>
                </a:cubicBezTo>
                <a:cubicBezTo>
                  <a:pt x="206732" y="149629"/>
                  <a:pt x="215567" y="128974"/>
                  <a:pt x="215567" y="87666"/>
                </a:cubicBezTo>
                <a:cubicBezTo>
                  <a:pt x="215567" y="45822"/>
                  <a:pt x="206923" y="24900"/>
                  <a:pt x="189635" y="24900"/>
                </a:cubicBezTo>
                <a:cubicBezTo>
                  <a:pt x="171199" y="24900"/>
                  <a:pt x="161981" y="46357"/>
                  <a:pt x="161981" y="89272"/>
                </a:cubicBezTo>
                <a:close/>
                <a:moveTo>
                  <a:pt x="304570" y="144694"/>
                </a:moveTo>
                <a:lnTo>
                  <a:pt x="376171" y="144694"/>
                </a:lnTo>
                <a:lnTo>
                  <a:pt x="376171" y="171660"/>
                </a:lnTo>
                <a:lnTo>
                  <a:pt x="270720" y="171660"/>
                </a:lnTo>
                <a:lnTo>
                  <a:pt x="270720" y="158923"/>
                </a:lnTo>
                <a:cubicBezTo>
                  <a:pt x="270720" y="149820"/>
                  <a:pt x="272269" y="141424"/>
                  <a:pt x="275367" y="133736"/>
                </a:cubicBezTo>
                <a:cubicBezTo>
                  <a:pt x="278465" y="126048"/>
                  <a:pt x="282902" y="118858"/>
                  <a:pt x="288677" y="112164"/>
                </a:cubicBezTo>
                <a:cubicBezTo>
                  <a:pt x="294453" y="105471"/>
                  <a:pt x="306597" y="95201"/>
                  <a:pt x="325109" y="81355"/>
                </a:cubicBezTo>
                <a:cubicBezTo>
                  <a:pt x="332300" y="76000"/>
                  <a:pt x="337463" y="70875"/>
                  <a:pt x="340600" y="65979"/>
                </a:cubicBezTo>
                <a:cubicBezTo>
                  <a:pt x="343736" y="61083"/>
                  <a:pt x="345304" y="55613"/>
                  <a:pt x="345304" y="49570"/>
                </a:cubicBezTo>
                <a:cubicBezTo>
                  <a:pt x="345304" y="42073"/>
                  <a:pt x="343105" y="36241"/>
                  <a:pt x="338706" y="32071"/>
                </a:cubicBezTo>
                <a:cubicBezTo>
                  <a:pt x="334308" y="27902"/>
                  <a:pt x="327480" y="25818"/>
                  <a:pt x="318224" y="25818"/>
                </a:cubicBezTo>
                <a:cubicBezTo>
                  <a:pt x="303766" y="25818"/>
                  <a:pt x="289882" y="31555"/>
                  <a:pt x="276572" y="43030"/>
                </a:cubicBezTo>
                <a:lnTo>
                  <a:pt x="276572" y="14228"/>
                </a:lnTo>
                <a:cubicBezTo>
                  <a:pt x="290188" y="4743"/>
                  <a:pt x="305602" y="0"/>
                  <a:pt x="322814" y="0"/>
                </a:cubicBezTo>
                <a:cubicBezTo>
                  <a:pt x="340256" y="0"/>
                  <a:pt x="353738" y="4246"/>
                  <a:pt x="363262" y="12737"/>
                </a:cubicBezTo>
                <a:cubicBezTo>
                  <a:pt x="372786" y="21228"/>
                  <a:pt x="377548" y="32970"/>
                  <a:pt x="377548" y="47964"/>
                </a:cubicBezTo>
                <a:cubicBezTo>
                  <a:pt x="377548" y="55690"/>
                  <a:pt x="376305" y="62536"/>
                  <a:pt x="373819" y="68503"/>
                </a:cubicBezTo>
                <a:cubicBezTo>
                  <a:pt x="371333" y="74470"/>
                  <a:pt x="368043" y="79882"/>
                  <a:pt x="363951" y="84740"/>
                </a:cubicBezTo>
                <a:cubicBezTo>
                  <a:pt x="359858" y="89597"/>
                  <a:pt x="355153" y="94111"/>
                  <a:pt x="349837" y="98280"/>
                </a:cubicBezTo>
                <a:cubicBezTo>
                  <a:pt x="344520" y="102449"/>
                  <a:pt x="339070" y="106599"/>
                  <a:pt x="333486" y="110730"/>
                </a:cubicBezTo>
                <a:cubicBezTo>
                  <a:pt x="323158" y="118379"/>
                  <a:pt x="315757" y="124920"/>
                  <a:pt x="311282" y="130351"/>
                </a:cubicBezTo>
                <a:cubicBezTo>
                  <a:pt x="306807" y="135783"/>
                  <a:pt x="304570" y="140564"/>
                  <a:pt x="304570" y="144694"/>
                </a:cubicBezTo>
                <a:close/>
                <a:moveTo>
                  <a:pt x="400228" y="90075"/>
                </a:moveTo>
                <a:cubicBezTo>
                  <a:pt x="400228" y="60701"/>
                  <a:pt x="405487" y="38344"/>
                  <a:pt x="416006" y="23007"/>
                </a:cubicBezTo>
                <a:cubicBezTo>
                  <a:pt x="426524" y="7669"/>
                  <a:pt x="441804" y="0"/>
                  <a:pt x="461847" y="0"/>
                </a:cubicBezTo>
                <a:cubicBezTo>
                  <a:pt x="499942" y="0"/>
                  <a:pt x="518990" y="28725"/>
                  <a:pt x="518990" y="86174"/>
                </a:cubicBezTo>
                <a:cubicBezTo>
                  <a:pt x="518990" y="114478"/>
                  <a:pt x="513807" y="136299"/>
                  <a:pt x="503442" y="151637"/>
                </a:cubicBezTo>
                <a:cubicBezTo>
                  <a:pt x="493077" y="166974"/>
                  <a:pt x="478064" y="174643"/>
                  <a:pt x="458404" y="174643"/>
                </a:cubicBezTo>
                <a:cubicBezTo>
                  <a:pt x="419620" y="174643"/>
                  <a:pt x="400228" y="146454"/>
                  <a:pt x="400228" y="90075"/>
                </a:cubicBezTo>
                <a:moveTo>
                  <a:pt x="432701" y="89272"/>
                </a:moveTo>
                <a:cubicBezTo>
                  <a:pt x="432701" y="129510"/>
                  <a:pt x="441728" y="149629"/>
                  <a:pt x="459781" y="149629"/>
                </a:cubicBezTo>
                <a:cubicBezTo>
                  <a:pt x="477452" y="149629"/>
                  <a:pt x="486288" y="128974"/>
                  <a:pt x="486288" y="87666"/>
                </a:cubicBezTo>
                <a:cubicBezTo>
                  <a:pt x="486288" y="45822"/>
                  <a:pt x="477643" y="24900"/>
                  <a:pt x="460355" y="24900"/>
                </a:cubicBezTo>
                <a:cubicBezTo>
                  <a:pt x="441919" y="24900"/>
                  <a:pt x="432701" y="46357"/>
                  <a:pt x="432701" y="8927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5F674-77EC-4103-9A6C-6DEF4928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337" y="1522614"/>
            <a:ext cx="1420963" cy="444149"/>
          </a:xfrm>
          <a:custGeom xmlns:a="http://schemas.openxmlformats.org/drawingml/2006/main">
            <a:pathLst>
              <a:path w="1420963" h="444149">
                <a:moveTo>
                  <a:pt x="0" y="0"/>
                </a:moveTo>
                <a:lnTo>
                  <a:pt x="1254427" y="0"/>
                </a:lnTo>
                <a:lnTo>
                  <a:pt x="1420963" y="221996"/>
                </a:lnTo>
                <a:lnTo>
                  <a:pt x="1254427" y="444149"/>
                </a:lnTo>
                <a:lnTo>
                  <a:pt x="0" y="444149"/>
                </a:lnTo>
                <a:lnTo>
                  <a:pt x="166536" y="221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30589-D955-4F53-A259-4F268DBF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23" y="1558788"/>
            <a:ext cx="944478" cy="371628"/>
          </a:xfrm>
          <a:custGeom xmlns:a="http://schemas.openxmlformats.org/drawingml/2006/main">
            <a:pathLst>
              <a:path w="944478" h="371628">
                <a:moveTo>
                  <a:pt x="0" y="371628"/>
                </a:moveTo>
                <a:lnTo>
                  <a:pt x="0" y="0"/>
                </a:lnTo>
                <a:lnTo>
                  <a:pt x="944478" y="0"/>
                </a:lnTo>
                <a:lnTo>
                  <a:pt x="944478" y="371628"/>
                </a:lnTo>
                <a:lnTo>
                  <a:pt x="0" y="37162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2019">
            <a:extLst xmlns:a="http://schemas.openxmlformats.org/drawingml/2006/main">
              <a:ext uri="{FF2B5EF4-FFF2-40B4-BE49-F238E27FC236}">
                <a16:creationId xmlns:a16="http://schemas.microsoft.com/office/drawing/2014/main" id="{3ADFC23D-9AD6-4F69-A0CF-522BEDB3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280" y="1675723"/>
            <a:ext cx="516580" cy="174643"/>
          </a:xfrm>
          <a:custGeom xmlns:a="http://schemas.openxmlformats.org/drawingml/2006/main">
            <a:pathLst>
              <a:path w="516580" h="174643">
                <a:moveTo>
                  <a:pt x="33850" y="144694"/>
                </a:moveTo>
                <a:lnTo>
                  <a:pt x="105451" y="144694"/>
                </a:lnTo>
                <a:lnTo>
                  <a:pt x="105451" y="171660"/>
                </a:lnTo>
                <a:lnTo>
                  <a:pt x="0" y="171660"/>
                </a:lnTo>
                <a:lnTo>
                  <a:pt x="0" y="158923"/>
                </a:lnTo>
                <a:cubicBezTo>
                  <a:pt x="0" y="149820"/>
                  <a:pt x="1549" y="141424"/>
                  <a:pt x="4647" y="133736"/>
                </a:cubicBezTo>
                <a:cubicBezTo>
                  <a:pt x="7745" y="126048"/>
                  <a:pt x="12182" y="118858"/>
                  <a:pt x="17958" y="112164"/>
                </a:cubicBezTo>
                <a:cubicBezTo>
                  <a:pt x="23733" y="105471"/>
                  <a:pt x="35877" y="95201"/>
                  <a:pt x="54390" y="81355"/>
                </a:cubicBezTo>
                <a:cubicBezTo>
                  <a:pt x="61580" y="76000"/>
                  <a:pt x="66744" y="70875"/>
                  <a:pt x="69880" y="65979"/>
                </a:cubicBezTo>
                <a:cubicBezTo>
                  <a:pt x="73017" y="61083"/>
                  <a:pt x="74585" y="55613"/>
                  <a:pt x="74585" y="49570"/>
                </a:cubicBezTo>
                <a:cubicBezTo>
                  <a:pt x="74585" y="42073"/>
                  <a:pt x="72385" y="36241"/>
                  <a:pt x="67987" y="32071"/>
                </a:cubicBezTo>
                <a:cubicBezTo>
                  <a:pt x="63588" y="27902"/>
                  <a:pt x="56761" y="25818"/>
                  <a:pt x="47505" y="25818"/>
                </a:cubicBezTo>
                <a:cubicBezTo>
                  <a:pt x="33047" y="25818"/>
                  <a:pt x="19163" y="31555"/>
                  <a:pt x="5852" y="43030"/>
                </a:cubicBezTo>
                <a:lnTo>
                  <a:pt x="5852" y="14228"/>
                </a:lnTo>
                <a:cubicBezTo>
                  <a:pt x="19469" y="4743"/>
                  <a:pt x="34883" y="0"/>
                  <a:pt x="52095" y="0"/>
                </a:cubicBezTo>
                <a:cubicBezTo>
                  <a:pt x="69536" y="0"/>
                  <a:pt x="83019" y="4246"/>
                  <a:pt x="92543" y="12737"/>
                </a:cubicBezTo>
                <a:cubicBezTo>
                  <a:pt x="102066" y="21228"/>
                  <a:pt x="106828" y="32970"/>
                  <a:pt x="106828" y="47964"/>
                </a:cubicBezTo>
                <a:cubicBezTo>
                  <a:pt x="106828" y="55690"/>
                  <a:pt x="105585" y="62536"/>
                  <a:pt x="103099" y="68503"/>
                </a:cubicBezTo>
                <a:cubicBezTo>
                  <a:pt x="100613" y="74470"/>
                  <a:pt x="97324" y="79882"/>
                  <a:pt x="93231" y="84740"/>
                </a:cubicBezTo>
                <a:cubicBezTo>
                  <a:pt x="89138" y="89597"/>
                  <a:pt x="84434" y="94111"/>
                  <a:pt x="79117" y="98280"/>
                </a:cubicBezTo>
                <a:cubicBezTo>
                  <a:pt x="73801" y="102449"/>
                  <a:pt x="68350" y="106599"/>
                  <a:pt x="62766" y="110730"/>
                </a:cubicBezTo>
                <a:cubicBezTo>
                  <a:pt x="52439" y="118379"/>
                  <a:pt x="45038" y="124920"/>
                  <a:pt x="40563" y="130351"/>
                </a:cubicBezTo>
                <a:cubicBezTo>
                  <a:pt x="36088" y="135783"/>
                  <a:pt x="33850" y="140564"/>
                  <a:pt x="33850" y="144694"/>
                </a:cubicBezTo>
                <a:close/>
                <a:moveTo>
                  <a:pt x="129508" y="90075"/>
                </a:moveTo>
                <a:cubicBezTo>
                  <a:pt x="129508" y="60701"/>
                  <a:pt x="134767" y="38344"/>
                  <a:pt x="145285" y="23007"/>
                </a:cubicBezTo>
                <a:cubicBezTo>
                  <a:pt x="155804" y="7669"/>
                  <a:pt x="171084" y="0"/>
                  <a:pt x="191126" y="0"/>
                </a:cubicBezTo>
                <a:cubicBezTo>
                  <a:pt x="229222" y="0"/>
                  <a:pt x="248270" y="28725"/>
                  <a:pt x="248270" y="86174"/>
                </a:cubicBezTo>
                <a:cubicBezTo>
                  <a:pt x="248270" y="114478"/>
                  <a:pt x="243087" y="136299"/>
                  <a:pt x="232722" y="151637"/>
                </a:cubicBezTo>
                <a:cubicBezTo>
                  <a:pt x="222356" y="166974"/>
                  <a:pt x="207344" y="174643"/>
                  <a:pt x="187684" y="174643"/>
                </a:cubicBezTo>
                <a:cubicBezTo>
                  <a:pt x="148900" y="174643"/>
                  <a:pt x="129508" y="146454"/>
                  <a:pt x="129508" y="90075"/>
                </a:cubicBezTo>
                <a:moveTo>
                  <a:pt x="161981" y="89272"/>
                </a:moveTo>
                <a:cubicBezTo>
                  <a:pt x="161981" y="129510"/>
                  <a:pt x="171007" y="149629"/>
                  <a:pt x="189061" y="149629"/>
                </a:cubicBezTo>
                <a:cubicBezTo>
                  <a:pt x="206732" y="149629"/>
                  <a:pt x="215567" y="128974"/>
                  <a:pt x="215567" y="87666"/>
                </a:cubicBezTo>
                <a:cubicBezTo>
                  <a:pt x="215567" y="45822"/>
                  <a:pt x="206923" y="24900"/>
                  <a:pt x="189635" y="24900"/>
                </a:cubicBezTo>
                <a:cubicBezTo>
                  <a:pt x="171199" y="24900"/>
                  <a:pt x="161981" y="46357"/>
                  <a:pt x="161981" y="89272"/>
                </a:cubicBezTo>
                <a:close/>
                <a:moveTo>
                  <a:pt x="349091" y="0"/>
                </a:moveTo>
                <a:lnTo>
                  <a:pt x="349091" y="171660"/>
                </a:lnTo>
                <a:lnTo>
                  <a:pt x="317077" y="171660"/>
                </a:lnTo>
                <a:lnTo>
                  <a:pt x="317077" y="38899"/>
                </a:lnTo>
                <a:cubicBezTo>
                  <a:pt x="313481" y="42188"/>
                  <a:pt x="308394" y="45248"/>
                  <a:pt x="301816" y="48079"/>
                </a:cubicBezTo>
                <a:cubicBezTo>
                  <a:pt x="295237" y="50909"/>
                  <a:pt x="288390" y="52745"/>
                  <a:pt x="281276" y="53586"/>
                </a:cubicBezTo>
                <a:lnTo>
                  <a:pt x="281276" y="25244"/>
                </a:lnTo>
                <a:cubicBezTo>
                  <a:pt x="298106" y="20195"/>
                  <a:pt x="313979" y="11781"/>
                  <a:pt x="328896" y="0"/>
                </a:cubicBezTo>
                <a:lnTo>
                  <a:pt x="349091" y="0"/>
                </a:lnTo>
                <a:close/>
                <a:moveTo>
                  <a:pt x="410669" y="141137"/>
                </a:moveTo>
                <a:cubicBezTo>
                  <a:pt x="419696" y="146798"/>
                  <a:pt x="430176" y="149629"/>
                  <a:pt x="442110" y="149629"/>
                </a:cubicBezTo>
                <a:cubicBezTo>
                  <a:pt x="456109" y="149629"/>
                  <a:pt x="466780" y="144599"/>
                  <a:pt x="474124" y="134539"/>
                </a:cubicBezTo>
                <a:cubicBezTo>
                  <a:pt x="481467" y="124480"/>
                  <a:pt x="485139" y="110615"/>
                  <a:pt x="485139" y="92944"/>
                </a:cubicBezTo>
                <a:lnTo>
                  <a:pt x="484565" y="92715"/>
                </a:lnTo>
                <a:cubicBezTo>
                  <a:pt x="477298" y="104801"/>
                  <a:pt x="465594" y="110844"/>
                  <a:pt x="449453" y="110844"/>
                </a:cubicBezTo>
                <a:cubicBezTo>
                  <a:pt x="435148" y="110844"/>
                  <a:pt x="423521" y="105853"/>
                  <a:pt x="414571" y="95870"/>
                </a:cubicBezTo>
                <a:cubicBezTo>
                  <a:pt x="405620" y="85887"/>
                  <a:pt x="401145" y="73514"/>
                  <a:pt x="401145" y="58750"/>
                </a:cubicBezTo>
                <a:cubicBezTo>
                  <a:pt x="401145" y="41385"/>
                  <a:pt x="406538" y="27252"/>
                  <a:pt x="417324" y="16351"/>
                </a:cubicBezTo>
                <a:cubicBezTo>
                  <a:pt x="428111" y="5450"/>
                  <a:pt x="442071" y="0"/>
                  <a:pt x="459207" y="0"/>
                </a:cubicBezTo>
                <a:cubicBezTo>
                  <a:pt x="477413" y="0"/>
                  <a:pt x="491527" y="6923"/>
                  <a:pt x="501548" y="20769"/>
                </a:cubicBezTo>
                <a:cubicBezTo>
                  <a:pt x="511569" y="34615"/>
                  <a:pt x="516580" y="53892"/>
                  <a:pt x="516580" y="78601"/>
                </a:cubicBezTo>
                <a:cubicBezTo>
                  <a:pt x="516580" y="108664"/>
                  <a:pt x="510307" y="132187"/>
                  <a:pt x="497761" y="149170"/>
                </a:cubicBezTo>
                <a:cubicBezTo>
                  <a:pt x="485216" y="166152"/>
                  <a:pt x="467468" y="174643"/>
                  <a:pt x="444519" y="174643"/>
                </a:cubicBezTo>
                <a:cubicBezTo>
                  <a:pt x="431362" y="174643"/>
                  <a:pt x="420078" y="172539"/>
                  <a:pt x="410669" y="168332"/>
                </a:cubicBezTo>
                <a:lnTo>
                  <a:pt x="410669" y="141137"/>
                </a:lnTo>
                <a:moveTo>
                  <a:pt x="432700" y="55652"/>
                </a:moveTo>
                <a:cubicBezTo>
                  <a:pt x="432700" y="64984"/>
                  <a:pt x="435014" y="72405"/>
                  <a:pt x="439642" y="77912"/>
                </a:cubicBezTo>
                <a:cubicBezTo>
                  <a:pt x="444271" y="83420"/>
                  <a:pt x="450677" y="86174"/>
                  <a:pt x="458862" y="86174"/>
                </a:cubicBezTo>
                <a:cubicBezTo>
                  <a:pt x="466206" y="86174"/>
                  <a:pt x="472211" y="83573"/>
                  <a:pt x="476877" y="78371"/>
                </a:cubicBezTo>
                <a:cubicBezTo>
                  <a:pt x="481544" y="73170"/>
                  <a:pt x="483877" y="66859"/>
                  <a:pt x="483877" y="59438"/>
                </a:cubicBezTo>
                <a:cubicBezTo>
                  <a:pt x="483877" y="50029"/>
                  <a:pt x="481506" y="41920"/>
                  <a:pt x="476763" y="35112"/>
                </a:cubicBezTo>
                <a:cubicBezTo>
                  <a:pt x="472020" y="28304"/>
                  <a:pt x="465747" y="24900"/>
                  <a:pt x="457944" y="24900"/>
                </a:cubicBezTo>
                <a:cubicBezTo>
                  <a:pt x="450218" y="24900"/>
                  <a:pt x="444079" y="27921"/>
                  <a:pt x="439528" y="33965"/>
                </a:cubicBezTo>
                <a:cubicBezTo>
                  <a:pt x="434976" y="40008"/>
                  <a:pt x="432700" y="47237"/>
                  <a:pt x="432700" y="556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4C4C2-B714-40A3-AA21-87351DA3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944" y="1522614"/>
            <a:ext cx="1421120" cy="444149"/>
          </a:xfrm>
          <a:custGeom xmlns:a="http://schemas.openxmlformats.org/drawingml/2006/main">
            <a:pathLst>
              <a:path w="1421120" h="444149">
                <a:moveTo>
                  <a:pt x="0" y="0"/>
                </a:moveTo>
                <a:lnTo>
                  <a:pt x="1254584" y="0"/>
                </a:lnTo>
                <a:lnTo>
                  <a:pt x="1421120" y="221996"/>
                </a:lnTo>
                <a:lnTo>
                  <a:pt x="1254584" y="444149"/>
                </a:lnTo>
                <a:lnTo>
                  <a:pt x="0" y="444149"/>
                </a:lnTo>
                <a:lnTo>
                  <a:pt x="166536" y="221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09C65-C30D-4BA2-9553-199BAF54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86" y="1558788"/>
            <a:ext cx="944478" cy="371628"/>
          </a:xfrm>
          <a:custGeom xmlns:a="http://schemas.openxmlformats.org/drawingml/2006/main">
            <a:pathLst>
              <a:path w="944478" h="371628">
                <a:moveTo>
                  <a:pt x="0" y="371628"/>
                </a:moveTo>
                <a:lnTo>
                  <a:pt x="0" y="0"/>
                </a:lnTo>
                <a:lnTo>
                  <a:pt x="944478" y="0"/>
                </a:lnTo>
                <a:lnTo>
                  <a:pt x="944478" y="371628"/>
                </a:lnTo>
                <a:lnTo>
                  <a:pt x="0" y="37162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2018">
            <a:extLst xmlns:a="http://schemas.openxmlformats.org/drawingml/2006/main">
              <a:ext uri="{FF2B5EF4-FFF2-40B4-BE49-F238E27FC236}">
                <a16:creationId xmlns:a16="http://schemas.microsoft.com/office/drawing/2014/main" id="{612D63AB-7E73-41C5-9FA8-741A7F41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573" y="1675723"/>
            <a:ext cx="518301" cy="174643"/>
          </a:xfrm>
          <a:custGeom xmlns:a="http://schemas.openxmlformats.org/drawingml/2006/main">
            <a:pathLst>
              <a:path w="518301" h="174643">
                <a:moveTo>
                  <a:pt x="33850" y="144694"/>
                </a:moveTo>
                <a:lnTo>
                  <a:pt x="105451" y="144694"/>
                </a:lnTo>
                <a:lnTo>
                  <a:pt x="105451" y="171660"/>
                </a:lnTo>
                <a:lnTo>
                  <a:pt x="0" y="171660"/>
                </a:lnTo>
                <a:lnTo>
                  <a:pt x="0" y="158923"/>
                </a:lnTo>
                <a:cubicBezTo>
                  <a:pt x="0" y="149820"/>
                  <a:pt x="1549" y="141424"/>
                  <a:pt x="4647" y="133736"/>
                </a:cubicBezTo>
                <a:cubicBezTo>
                  <a:pt x="7745" y="126048"/>
                  <a:pt x="12182" y="118858"/>
                  <a:pt x="17958" y="112164"/>
                </a:cubicBezTo>
                <a:cubicBezTo>
                  <a:pt x="23733" y="105471"/>
                  <a:pt x="35877" y="95201"/>
                  <a:pt x="54390" y="81355"/>
                </a:cubicBezTo>
                <a:cubicBezTo>
                  <a:pt x="61580" y="76000"/>
                  <a:pt x="66744" y="70875"/>
                  <a:pt x="69880" y="65979"/>
                </a:cubicBezTo>
                <a:cubicBezTo>
                  <a:pt x="73017" y="61083"/>
                  <a:pt x="74585" y="55613"/>
                  <a:pt x="74585" y="49570"/>
                </a:cubicBezTo>
                <a:cubicBezTo>
                  <a:pt x="74585" y="42073"/>
                  <a:pt x="72385" y="36241"/>
                  <a:pt x="67987" y="32071"/>
                </a:cubicBezTo>
                <a:cubicBezTo>
                  <a:pt x="63588" y="27902"/>
                  <a:pt x="56761" y="25818"/>
                  <a:pt x="47505" y="25818"/>
                </a:cubicBezTo>
                <a:cubicBezTo>
                  <a:pt x="33047" y="25818"/>
                  <a:pt x="19163" y="31555"/>
                  <a:pt x="5852" y="43030"/>
                </a:cubicBezTo>
                <a:lnTo>
                  <a:pt x="5852" y="14228"/>
                </a:lnTo>
                <a:cubicBezTo>
                  <a:pt x="19469" y="4743"/>
                  <a:pt x="34883" y="0"/>
                  <a:pt x="52095" y="0"/>
                </a:cubicBezTo>
                <a:cubicBezTo>
                  <a:pt x="69536" y="0"/>
                  <a:pt x="83019" y="4246"/>
                  <a:pt x="92543" y="12737"/>
                </a:cubicBezTo>
                <a:cubicBezTo>
                  <a:pt x="102066" y="21228"/>
                  <a:pt x="106828" y="32970"/>
                  <a:pt x="106828" y="47964"/>
                </a:cubicBezTo>
                <a:cubicBezTo>
                  <a:pt x="106828" y="55690"/>
                  <a:pt x="105585" y="62536"/>
                  <a:pt x="103099" y="68503"/>
                </a:cubicBezTo>
                <a:cubicBezTo>
                  <a:pt x="100613" y="74470"/>
                  <a:pt x="97324" y="79882"/>
                  <a:pt x="93231" y="84740"/>
                </a:cubicBezTo>
                <a:cubicBezTo>
                  <a:pt x="89138" y="89597"/>
                  <a:pt x="84434" y="94111"/>
                  <a:pt x="79117" y="98280"/>
                </a:cubicBezTo>
                <a:cubicBezTo>
                  <a:pt x="73801" y="102449"/>
                  <a:pt x="68350" y="106599"/>
                  <a:pt x="62766" y="110730"/>
                </a:cubicBezTo>
                <a:cubicBezTo>
                  <a:pt x="52439" y="118379"/>
                  <a:pt x="45038" y="124920"/>
                  <a:pt x="40563" y="130351"/>
                </a:cubicBezTo>
                <a:cubicBezTo>
                  <a:pt x="36088" y="135783"/>
                  <a:pt x="33850" y="140564"/>
                  <a:pt x="33850" y="144694"/>
                </a:cubicBezTo>
                <a:close/>
                <a:moveTo>
                  <a:pt x="129508" y="90075"/>
                </a:moveTo>
                <a:cubicBezTo>
                  <a:pt x="129508" y="60701"/>
                  <a:pt x="134767" y="38344"/>
                  <a:pt x="145286" y="23007"/>
                </a:cubicBezTo>
                <a:cubicBezTo>
                  <a:pt x="155804" y="7669"/>
                  <a:pt x="171084" y="0"/>
                  <a:pt x="191127" y="0"/>
                </a:cubicBezTo>
                <a:cubicBezTo>
                  <a:pt x="229222" y="0"/>
                  <a:pt x="248270" y="28725"/>
                  <a:pt x="248270" y="86174"/>
                </a:cubicBezTo>
                <a:cubicBezTo>
                  <a:pt x="248270" y="114478"/>
                  <a:pt x="243087" y="136299"/>
                  <a:pt x="232722" y="151637"/>
                </a:cubicBezTo>
                <a:cubicBezTo>
                  <a:pt x="222357" y="166974"/>
                  <a:pt x="207344" y="174643"/>
                  <a:pt x="187684" y="174643"/>
                </a:cubicBezTo>
                <a:cubicBezTo>
                  <a:pt x="148900" y="174643"/>
                  <a:pt x="129508" y="146454"/>
                  <a:pt x="129508" y="90075"/>
                </a:cubicBezTo>
                <a:moveTo>
                  <a:pt x="161981" y="89272"/>
                </a:moveTo>
                <a:cubicBezTo>
                  <a:pt x="161981" y="129510"/>
                  <a:pt x="171008" y="149629"/>
                  <a:pt x="189061" y="149629"/>
                </a:cubicBezTo>
                <a:cubicBezTo>
                  <a:pt x="206732" y="149629"/>
                  <a:pt x="215567" y="128974"/>
                  <a:pt x="215567" y="87666"/>
                </a:cubicBezTo>
                <a:cubicBezTo>
                  <a:pt x="215567" y="45822"/>
                  <a:pt x="206923" y="24900"/>
                  <a:pt x="189635" y="24900"/>
                </a:cubicBezTo>
                <a:cubicBezTo>
                  <a:pt x="171199" y="24900"/>
                  <a:pt x="161981" y="46357"/>
                  <a:pt x="161981" y="89272"/>
                </a:cubicBezTo>
                <a:close/>
                <a:moveTo>
                  <a:pt x="349091" y="0"/>
                </a:moveTo>
                <a:lnTo>
                  <a:pt x="349091" y="171660"/>
                </a:lnTo>
                <a:lnTo>
                  <a:pt x="317077" y="171660"/>
                </a:lnTo>
                <a:lnTo>
                  <a:pt x="317077" y="38899"/>
                </a:lnTo>
                <a:cubicBezTo>
                  <a:pt x="313482" y="42188"/>
                  <a:pt x="308395" y="45248"/>
                  <a:pt x="301816" y="48079"/>
                </a:cubicBezTo>
                <a:cubicBezTo>
                  <a:pt x="295237" y="50909"/>
                  <a:pt x="288391" y="52745"/>
                  <a:pt x="281276" y="53586"/>
                </a:cubicBezTo>
                <a:lnTo>
                  <a:pt x="281276" y="25244"/>
                </a:lnTo>
                <a:cubicBezTo>
                  <a:pt x="298106" y="20195"/>
                  <a:pt x="313979" y="11781"/>
                  <a:pt x="328896" y="0"/>
                </a:cubicBezTo>
                <a:lnTo>
                  <a:pt x="349091" y="0"/>
                </a:lnTo>
                <a:close/>
                <a:moveTo>
                  <a:pt x="402867" y="126220"/>
                </a:moveTo>
                <a:cubicBezTo>
                  <a:pt x="402867" y="116505"/>
                  <a:pt x="405602" y="107842"/>
                  <a:pt x="411071" y="100230"/>
                </a:cubicBezTo>
                <a:cubicBezTo>
                  <a:pt x="416541" y="92619"/>
                  <a:pt x="424439" y="86939"/>
                  <a:pt x="434766" y="83191"/>
                </a:cubicBezTo>
                <a:cubicBezTo>
                  <a:pt x="426581" y="78983"/>
                  <a:pt x="420136" y="73571"/>
                  <a:pt x="415431" y="66954"/>
                </a:cubicBezTo>
                <a:cubicBezTo>
                  <a:pt x="410727" y="60337"/>
                  <a:pt x="408375" y="52974"/>
                  <a:pt x="408375" y="44866"/>
                </a:cubicBezTo>
                <a:cubicBezTo>
                  <a:pt x="408375" y="36527"/>
                  <a:pt x="410612" y="28935"/>
                  <a:pt x="415087" y="22089"/>
                </a:cubicBezTo>
                <a:cubicBezTo>
                  <a:pt x="419562" y="15242"/>
                  <a:pt x="425854" y="9849"/>
                  <a:pt x="433963" y="5909"/>
                </a:cubicBezTo>
                <a:cubicBezTo>
                  <a:pt x="442072" y="1970"/>
                  <a:pt x="451022" y="0"/>
                  <a:pt x="460813" y="0"/>
                </a:cubicBezTo>
                <a:cubicBezTo>
                  <a:pt x="470682" y="0"/>
                  <a:pt x="479708" y="1932"/>
                  <a:pt x="487893" y="5795"/>
                </a:cubicBezTo>
                <a:cubicBezTo>
                  <a:pt x="496079" y="9658"/>
                  <a:pt x="502409" y="14974"/>
                  <a:pt x="506884" y="21744"/>
                </a:cubicBezTo>
                <a:cubicBezTo>
                  <a:pt x="511359" y="28514"/>
                  <a:pt x="513596" y="36068"/>
                  <a:pt x="513596" y="44407"/>
                </a:cubicBezTo>
                <a:cubicBezTo>
                  <a:pt x="513596" y="61007"/>
                  <a:pt x="504340" y="73667"/>
                  <a:pt x="485828" y="82388"/>
                </a:cubicBezTo>
                <a:cubicBezTo>
                  <a:pt x="496079" y="86059"/>
                  <a:pt x="504053" y="91682"/>
                  <a:pt x="509752" y="99255"/>
                </a:cubicBezTo>
                <a:cubicBezTo>
                  <a:pt x="515451" y="106828"/>
                  <a:pt x="518301" y="115702"/>
                  <a:pt x="518301" y="125876"/>
                </a:cubicBezTo>
                <a:cubicBezTo>
                  <a:pt x="518301" y="140793"/>
                  <a:pt x="513080" y="152650"/>
                  <a:pt x="502638" y="161447"/>
                </a:cubicBezTo>
                <a:cubicBezTo>
                  <a:pt x="492196" y="170245"/>
                  <a:pt x="478140" y="174643"/>
                  <a:pt x="460469" y="174643"/>
                </a:cubicBezTo>
                <a:cubicBezTo>
                  <a:pt x="443028" y="174643"/>
                  <a:pt x="429067" y="170264"/>
                  <a:pt x="418587" y="161505"/>
                </a:cubicBezTo>
                <a:cubicBezTo>
                  <a:pt x="408107" y="152746"/>
                  <a:pt x="402867" y="140984"/>
                  <a:pt x="402867" y="126220"/>
                </a:cubicBezTo>
                <a:moveTo>
                  <a:pt x="433504" y="124155"/>
                </a:moveTo>
                <a:cubicBezTo>
                  <a:pt x="433504" y="132646"/>
                  <a:pt x="435914" y="139225"/>
                  <a:pt x="440733" y="143891"/>
                </a:cubicBezTo>
                <a:cubicBezTo>
                  <a:pt x="445552" y="148558"/>
                  <a:pt x="452169" y="150891"/>
                  <a:pt x="460584" y="150891"/>
                </a:cubicBezTo>
                <a:cubicBezTo>
                  <a:pt x="469228" y="150891"/>
                  <a:pt x="475922" y="148538"/>
                  <a:pt x="480664" y="143834"/>
                </a:cubicBezTo>
                <a:cubicBezTo>
                  <a:pt x="485407" y="139129"/>
                  <a:pt x="487779" y="132570"/>
                  <a:pt x="487779" y="124155"/>
                </a:cubicBezTo>
                <a:cubicBezTo>
                  <a:pt x="487779" y="116429"/>
                  <a:pt x="485216" y="109869"/>
                  <a:pt x="480091" y="104476"/>
                </a:cubicBezTo>
                <a:cubicBezTo>
                  <a:pt x="474965" y="99083"/>
                  <a:pt x="468463" y="96386"/>
                  <a:pt x="460584" y="96386"/>
                </a:cubicBezTo>
                <a:cubicBezTo>
                  <a:pt x="452858" y="96386"/>
                  <a:pt x="446413" y="99007"/>
                  <a:pt x="441249" y="104247"/>
                </a:cubicBezTo>
                <a:cubicBezTo>
                  <a:pt x="436086" y="109487"/>
                  <a:pt x="433504" y="116123"/>
                  <a:pt x="433504" y="124155"/>
                </a:cubicBezTo>
                <a:moveTo>
                  <a:pt x="438667" y="47161"/>
                </a:moveTo>
                <a:cubicBezTo>
                  <a:pt x="438667" y="53816"/>
                  <a:pt x="440848" y="59515"/>
                  <a:pt x="445208" y="64258"/>
                </a:cubicBezTo>
                <a:cubicBezTo>
                  <a:pt x="449568" y="69000"/>
                  <a:pt x="454847" y="71372"/>
                  <a:pt x="461043" y="71372"/>
                </a:cubicBezTo>
                <a:cubicBezTo>
                  <a:pt x="467392" y="71372"/>
                  <a:pt x="472747" y="68981"/>
                  <a:pt x="477107" y="64200"/>
                </a:cubicBezTo>
                <a:cubicBezTo>
                  <a:pt x="481468" y="59419"/>
                  <a:pt x="483648" y="53739"/>
                  <a:pt x="483648" y="47161"/>
                </a:cubicBezTo>
                <a:cubicBezTo>
                  <a:pt x="483648" y="39740"/>
                  <a:pt x="481621" y="33984"/>
                  <a:pt x="477566" y="29891"/>
                </a:cubicBezTo>
                <a:cubicBezTo>
                  <a:pt x="473512" y="25799"/>
                  <a:pt x="468004" y="23752"/>
                  <a:pt x="461043" y="23752"/>
                </a:cubicBezTo>
                <a:cubicBezTo>
                  <a:pt x="454082" y="23752"/>
                  <a:pt x="448612" y="25818"/>
                  <a:pt x="444634" y="29949"/>
                </a:cubicBezTo>
                <a:cubicBezTo>
                  <a:pt x="440656" y="34080"/>
                  <a:pt x="438667" y="39817"/>
                  <a:pt x="438667" y="4716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085327-FF95-4E83-B15E-DD709884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550" y="1522614"/>
            <a:ext cx="1421120" cy="444149"/>
          </a:xfrm>
          <a:custGeom xmlns:a="http://schemas.openxmlformats.org/drawingml/2006/main">
            <a:pathLst>
              <a:path w="1421120" h="444149">
                <a:moveTo>
                  <a:pt x="0" y="0"/>
                </a:moveTo>
                <a:lnTo>
                  <a:pt x="1254584" y="0"/>
                </a:lnTo>
                <a:lnTo>
                  <a:pt x="1421120" y="221996"/>
                </a:lnTo>
                <a:lnTo>
                  <a:pt x="1254584" y="444149"/>
                </a:lnTo>
                <a:lnTo>
                  <a:pt x="0" y="444149"/>
                </a:lnTo>
                <a:lnTo>
                  <a:pt x="166536" y="221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2CA22-91A4-4D5E-B941-229C08CA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393" y="1558788"/>
            <a:ext cx="944478" cy="371628"/>
          </a:xfrm>
          <a:custGeom xmlns:a="http://schemas.openxmlformats.org/drawingml/2006/main">
            <a:pathLst>
              <a:path w="944478" h="371628">
                <a:moveTo>
                  <a:pt x="0" y="371628"/>
                </a:moveTo>
                <a:lnTo>
                  <a:pt x="0" y="0"/>
                </a:lnTo>
                <a:lnTo>
                  <a:pt x="944478" y="0"/>
                </a:lnTo>
                <a:lnTo>
                  <a:pt x="944478" y="371628"/>
                </a:lnTo>
                <a:lnTo>
                  <a:pt x="0" y="37162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2017">
            <a:extLst xmlns:a="http://schemas.openxmlformats.org/drawingml/2006/main">
              <a:ext uri="{FF2B5EF4-FFF2-40B4-BE49-F238E27FC236}">
                <a16:creationId xmlns:a16="http://schemas.microsoft.com/office/drawing/2014/main" id="{889B21C7-7E19-4B59-B950-24CF379B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023" y="1675723"/>
            <a:ext cx="517268" cy="174643"/>
          </a:xfrm>
          <a:custGeom xmlns:a="http://schemas.openxmlformats.org/drawingml/2006/main">
            <a:pathLst>
              <a:path w="517268" h="174643">
                <a:moveTo>
                  <a:pt x="33850" y="144694"/>
                </a:moveTo>
                <a:lnTo>
                  <a:pt x="105451" y="144694"/>
                </a:lnTo>
                <a:lnTo>
                  <a:pt x="105451" y="171660"/>
                </a:lnTo>
                <a:lnTo>
                  <a:pt x="0" y="171660"/>
                </a:lnTo>
                <a:lnTo>
                  <a:pt x="0" y="158923"/>
                </a:lnTo>
                <a:cubicBezTo>
                  <a:pt x="0" y="149820"/>
                  <a:pt x="1549" y="141424"/>
                  <a:pt x="4647" y="133736"/>
                </a:cubicBezTo>
                <a:cubicBezTo>
                  <a:pt x="7745" y="126048"/>
                  <a:pt x="12182" y="118858"/>
                  <a:pt x="17958" y="112164"/>
                </a:cubicBezTo>
                <a:cubicBezTo>
                  <a:pt x="23733" y="105471"/>
                  <a:pt x="35877" y="95201"/>
                  <a:pt x="54390" y="81355"/>
                </a:cubicBezTo>
                <a:cubicBezTo>
                  <a:pt x="61580" y="76000"/>
                  <a:pt x="66744" y="70875"/>
                  <a:pt x="69880" y="65979"/>
                </a:cubicBezTo>
                <a:cubicBezTo>
                  <a:pt x="73017" y="61083"/>
                  <a:pt x="74585" y="55613"/>
                  <a:pt x="74585" y="49570"/>
                </a:cubicBezTo>
                <a:cubicBezTo>
                  <a:pt x="74585" y="42073"/>
                  <a:pt x="72385" y="36241"/>
                  <a:pt x="67987" y="32071"/>
                </a:cubicBezTo>
                <a:cubicBezTo>
                  <a:pt x="63588" y="27902"/>
                  <a:pt x="56761" y="25818"/>
                  <a:pt x="47505" y="25818"/>
                </a:cubicBezTo>
                <a:cubicBezTo>
                  <a:pt x="33047" y="25818"/>
                  <a:pt x="19163" y="31555"/>
                  <a:pt x="5852" y="43030"/>
                </a:cubicBezTo>
                <a:lnTo>
                  <a:pt x="5852" y="14228"/>
                </a:lnTo>
                <a:cubicBezTo>
                  <a:pt x="19469" y="4743"/>
                  <a:pt x="34883" y="0"/>
                  <a:pt x="52095" y="0"/>
                </a:cubicBezTo>
                <a:cubicBezTo>
                  <a:pt x="69536" y="0"/>
                  <a:pt x="83019" y="4246"/>
                  <a:pt x="92543" y="12737"/>
                </a:cubicBezTo>
                <a:cubicBezTo>
                  <a:pt x="102066" y="21228"/>
                  <a:pt x="106828" y="32970"/>
                  <a:pt x="106828" y="47964"/>
                </a:cubicBezTo>
                <a:cubicBezTo>
                  <a:pt x="106828" y="55690"/>
                  <a:pt x="105585" y="62536"/>
                  <a:pt x="103099" y="68503"/>
                </a:cubicBezTo>
                <a:cubicBezTo>
                  <a:pt x="100613" y="74470"/>
                  <a:pt x="97324" y="79882"/>
                  <a:pt x="93231" y="84740"/>
                </a:cubicBezTo>
                <a:cubicBezTo>
                  <a:pt x="89138" y="89597"/>
                  <a:pt x="84434" y="94111"/>
                  <a:pt x="79117" y="98280"/>
                </a:cubicBezTo>
                <a:cubicBezTo>
                  <a:pt x="73801" y="102449"/>
                  <a:pt x="68350" y="106599"/>
                  <a:pt x="62766" y="110730"/>
                </a:cubicBezTo>
                <a:cubicBezTo>
                  <a:pt x="52439" y="118379"/>
                  <a:pt x="45038" y="124920"/>
                  <a:pt x="40563" y="130351"/>
                </a:cubicBezTo>
                <a:cubicBezTo>
                  <a:pt x="36088" y="135783"/>
                  <a:pt x="33850" y="140564"/>
                  <a:pt x="33850" y="144694"/>
                </a:cubicBezTo>
                <a:close/>
                <a:moveTo>
                  <a:pt x="129508" y="90075"/>
                </a:moveTo>
                <a:cubicBezTo>
                  <a:pt x="129508" y="60701"/>
                  <a:pt x="134767" y="38344"/>
                  <a:pt x="145286" y="23007"/>
                </a:cubicBezTo>
                <a:cubicBezTo>
                  <a:pt x="155804" y="7669"/>
                  <a:pt x="171085" y="0"/>
                  <a:pt x="191127" y="0"/>
                </a:cubicBezTo>
                <a:cubicBezTo>
                  <a:pt x="229222" y="0"/>
                  <a:pt x="248270" y="28725"/>
                  <a:pt x="248270" y="86174"/>
                </a:cubicBezTo>
                <a:cubicBezTo>
                  <a:pt x="248270" y="114478"/>
                  <a:pt x="243088" y="136299"/>
                  <a:pt x="232722" y="151637"/>
                </a:cubicBezTo>
                <a:cubicBezTo>
                  <a:pt x="222357" y="166974"/>
                  <a:pt x="207344" y="174643"/>
                  <a:pt x="187684" y="174643"/>
                </a:cubicBezTo>
                <a:cubicBezTo>
                  <a:pt x="148900" y="174643"/>
                  <a:pt x="129508" y="146454"/>
                  <a:pt x="129508" y="90075"/>
                </a:cubicBezTo>
                <a:moveTo>
                  <a:pt x="161981" y="89272"/>
                </a:moveTo>
                <a:cubicBezTo>
                  <a:pt x="161981" y="129510"/>
                  <a:pt x="171008" y="149629"/>
                  <a:pt x="189061" y="149629"/>
                </a:cubicBezTo>
                <a:cubicBezTo>
                  <a:pt x="206732" y="149629"/>
                  <a:pt x="215568" y="128974"/>
                  <a:pt x="215568" y="87666"/>
                </a:cubicBezTo>
                <a:cubicBezTo>
                  <a:pt x="215568" y="45822"/>
                  <a:pt x="206923" y="24900"/>
                  <a:pt x="189635" y="24900"/>
                </a:cubicBezTo>
                <a:cubicBezTo>
                  <a:pt x="171199" y="24900"/>
                  <a:pt x="161981" y="46357"/>
                  <a:pt x="161981" y="89272"/>
                </a:cubicBezTo>
                <a:close/>
                <a:moveTo>
                  <a:pt x="349092" y="0"/>
                </a:moveTo>
                <a:lnTo>
                  <a:pt x="349092" y="171660"/>
                </a:lnTo>
                <a:lnTo>
                  <a:pt x="317077" y="171660"/>
                </a:lnTo>
                <a:lnTo>
                  <a:pt x="317077" y="38899"/>
                </a:lnTo>
                <a:cubicBezTo>
                  <a:pt x="313482" y="42188"/>
                  <a:pt x="308395" y="45248"/>
                  <a:pt x="301816" y="48079"/>
                </a:cubicBezTo>
                <a:cubicBezTo>
                  <a:pt x="295237" y="50909"/>
                  <a:pt x="288391" y="52745"/>
                  <a:pt x="281277" y="53586"/>
                </a:cubicBezTo>
                <a:lnTo>
                  <a:pt x="281277" y="25244"/>
                </a:lnTo>
                <a:cubicBezTo>
                  <a:pt x="298106" y="20195"/>
                  <a:pt x="313979" y="11781"/>
                  <a:pt x="328896" y="0"/>
                </a:cubicBezTo>
                <a:lnTo>
                  <a:pt x="349092" y="0"/>
                </a:lnTo>
                <a:close/>
                <a:moveTo>
                  <a:pt x="517268" y="20425"/>
                </a:moveTo>
                <a:cubicBezTo>
                  <a:pt x="499138" y="54160"/>
                  <a:pt x="486210" y="81795"/>
                  <a:pt x="478484" y="103329"/>
                </a:cubicBezTo>
                <a:cubicBezTo>
                  <a:pt x="470758" y="124863"/>
                  <a:pt x="465174" y="147640"/>
                  <a:pt x="461731" y="171660"/>
                </a:cubicBezTo>
                <a:lnTo>
                  <a:pt x="428685" y="171660"/>
                </a:lnTo>
                <a:cubicBezTo>
                  <a:pt x="432280" y="149093"/>
                  <a:pt x="438457" y="126316"/>
                  <a:pt x="447216" y="103329"/>
                </a:cubicBezTo>
                <a:cubicBezTo>
                  <a:pt x="455975" y="80341"/>
                  <a:pt x="468234" y="55690"/>
                  <a:pt x="483992" y="29375"/>
                </a:cubicBezTo>
                <a:lnTo>
                  <a:pt x="402408" y="29375"/>
                </a:lnTo>
                <a:lnTo>
                  <a:pt x="402408" y="2754"/>
                </a:lnTo>
                <a:lnTo>
                  <a:pt x="517268" y="2754"/>
                </a:lnTo>
                <a:lnTo>
                  <a:pt x="517268" y="20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79D68-5B5D-4D54-8B0E-CB677548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13" y="1522614"/>
            <a:ext cx="1420963" cy="444149"/>
          </a:xfrm>
          <a:custGeom xmlns:a="http://schemas.openxmlformats.org/drawingml/2006/main">
            <a:pathLst>
              <a:path w="1420963" h="444149">
                <a:moveTo>
                  <a:pt x="0" y="0"/>
                </a:moveTo>
                <a:lnTo>
                  <a:pt x="1254427" y="0"/>
                </a:lnTo>
                <a:lnTo>
                  <a:pt x="1420963" y="221996"/>
                </a:lnTo>
                <a:lnTo>
                  <a:pt x="1254427" y="444149"/>
                </a:lnTo>
                <a:lnTo>
                  <a:pt x="0" y="444149"/>
                </a:lnTo>
                <a:lnTo>
                  <a:pt x="166536" y="221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45CFF-72B5-4F38-8ADC-37BD26C5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999" y="1558788"/>
            <a:ext cx="944478" cy="371628"/>
          </a:xfrm>
          <a:custGeom xmlns:a="http://schemas.openxmlformats.org/drawingml/2006/main">
            <a:pathLst>
              <a:path w="944478" h="371628">
                <a:moveTo>
                  <a:pt x="0" y="371628"/>
                </a:moveTo>
                <a:lnTo>
                  <a:pt x="0" y="0"/>
                </a:lnTo>
                <a:lnTo>
                  <a:pt x="944478" y="0"/>
                </a:lnTo>
                <a:lnTo>
                  <a:pt x="944478" y="371628"/>
                </a:lnTo>
                <a:lnTo>
                  <a:pt x="0" y="37162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2016">
            <a:extLst xmlns:a="http://schemas.openxmlformats.org/drawingml/2006/main">
              <a:ext uri="{FF2B5EF4-FFF2-40B4-BE49-F238E27FC236}">
                <a16:creationId xmlns:a16="http://schemas.microsoft.com/office/drawing/2014/main" id="{E3C406D8-44BB-4015-B184-113C12E9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786" y="1675723"/>
            <a:ext cx="519104" cy="174643"/>
          </a:xfrm>
          <a:custGeom xmlns:a="http://schemas.openxmlformats.org/drawingml/2006/main">
            <a:pathLst>
              <a:path w="519104" h="174643">
                <a:moveTo>
                  <a:pt x="33850" y="144694"/>
                </a:moveTo>
                <a:lnTo>
                  <a:pt x="105451" y="144694"/>
                </a:lnTo>
                <a:lnTo>
                  <a:pt x="105451" y="171660"/>
                </a:lnTo>
                <a:lnTo>
                  <a:pt x="0" y="171660"/>
                </a:lnTo>
                <a:lnTo>
                  <a:pt x="0" y="158923"/>
                </a:lnTo>
                <a:cubicBezTo>
                  <a:pt x="0" y="149820"/>
                  <a:pt x="1549" y="141424"/>
                  <a:pt x="4647" y="133736"/>
                </a:cubicBezTo>
                <a:cubicBezTo>
                  <a:pt x="7745" y="126048"/>
                  <a:pt x="12182" y="118858"/>
                  <a:pt x="17958" y="112164"/>
                </a:cubicBezTo>
                <a:cubicBezTo>
                  <a:pt x="23733" y="105471"/>
                  <a:pt x="35877" y="95201"/>
                  <a:pt x="54390" y="81355"/>
                </a:cubicBezTo>
                <a:cubicBezTo>
                  <a:pt x="61580" y="76000"/>
                  <a:pt x="66744" y="70875"/>
                  <a:pt x="69880" y="65979"/>
                </a:cubicBezTo>
                <a:cubicBezTo>
                  <a:pt x="73017" y="61083"/>
                  <a:pt x="74585" y="55613"/>
                  <a:pt x="74585" y="49570"/>
                </a:cubicBezTo>
                <a:cubicBezTo>
                  <a:pt x="74585" y="42073"/>
                  <a:pt x="72385" y="36241"/>
                  <a:pt x="67987" y="32071"/>
                </a:cubicBezTo>
                <a:cubicBezTo>
                  <a:pt x="63588" y="27902"/>
                  <a:pt x="56761" y="25818"/>
                  <a:pt x="47505" y="25818"/>
                </a:cubicBezTo>
                <a:cubicBezTo>
                  <a:pt x="33047" y="25818"/>
                  <a:pt x="19163" y="31555"/>
                  <a:pt x="5852" y="43030"/>
                </a:cubicBezTo>
                <a:lnTo>
                  <a:pt x="5852" y="14228"/>
                </a:lnTo>
                <a:cubicBezTo>
                  <a:pt x="19469" y="4743"/>
                  <a:pt x="34883" y="0"/>
                  <a:pt x="52095" y="0"/>
                </a:cubicBezTo>
                <a:cubicBezTo>
                  <a:pt x="69536" y="0"/>
                  <a:pt x="83019" y="4246"/>
                  <a:pt x="92543" y="12737"/>
                </a:cubicBezTo>
                <a:cubicBezTo>
                  <a:pt x="102066" y="21228"/>
                  <a:pt x="106828" y="32970"/>
                  <a:pt x="106828" y="47964"/>
                </a:cubicBezTo>
                <a:cubicBezTo>
                  <a:pt x="106828" y="55690"/>
                  <a:pt x="105585" y="62536"/>
                  <a:pt x="103099" y="68503"/>
                </a:cubicBezTo>
                <a:cubicBezTo>
                  <a:pt x="100613" y="74470"/>
                  <a:pt x="97324" y="79882"/>
                  <a:pt x="93231" y="84740"/>
                </a:cubicBezTo>
                <a:cubicBezTo>
                  <a:pt x="89138" y="89597"/>
                  <a:pt x="84434" y="94111"/>
                  <a:pt x="79117" y="98280"/>
                </a:cubicBezTo>
                <a:cubicBezTo>
                  <a:pt x="73801" y="102449"/>
                  <a:pt x="68350" y="106599"/>
                  <a:pt x="62766" y="110730"/>
                </a:cubicBezTo>
                <a:cubicBezTo>
                  <a:pt x="52439" y="118379"/>
                  <a:pt x="45038" y="124920"/>
                  <a:pt x="40563" y="130351"/>
                </a:cubicBezTo>
                <a:cubicBezTo>
                  <a:pt x="36088" y="135783"/>
                  <a:pt x="33850" y="140564"/>
                  <a:pt x="33850" y="144694"/>
                </a:cubicBezTo>
                <a:close/>
                <a:moveTo>
                  <a:pt x="129508" y="90075"/>
                </a:moveTo>
                <a:cubicBezTo>
                  <a:pt x="129508" y="60701"/>
                  <a:pt x="134767" y="38344"/>
                  <a:pt x="145285" y="23007"/>
                </a:cubicBezTo>
                <a:cubicBezTo>
                  <a:pt x="155804" y="7669"/>
                  <a:pt x="171084" y="0"/>
                  <a:pt x="191126" y="0"/>
                </a:cubicBezTo>
                <a:cubicBezTo>
                  <a:pt x="229222" y="0"/>
                  <a:pt x="248270" y="28725"/>
                  <a:pt x="248270" y="86174"/>
                </a:cubicBezTo>
                <a:cubicBezTo>
                  <a:pt x="248270" y="114478"/>
                  <a:pt x="243087" y="136299"/>
                  <a:pt x="232722" y="151637"/>
                </a:cubicBezTo>
                <a:cubicBezTo>
                  <a:pt x="222356" y="166974"/>
                  <a:pt x="207344" y="174643"/>
                  <a:pt x="187684" y="174643"/>
                </a:cubicBezTo>
                <a:cubicBezTo>
                  <a:pt x="148900" y="174643"/>
                  <a:pt x="129508" y="146454"/>
                  <a:pt x="129508" y="90075"/>
                </a:cubicBezTo>
                <a:moveTo>
                  <a:pt x="161981" y="89272"/>
                </a:moveTo>
                <a:cubicBezTo>
                  <a:pt x="161981" y="129510"/>
                  <a:pt x="171007" y="149629"/>
                  <a:pt x="189061" y="149629"/>
                </a:cubicBezTo>
                <a:cubicBezTo>
                  <a:pt x="206732" y="149629"/>
                  <a:pt x="215567" y="128974"/>
                  <a:pt x="215567" y="87666"/>
                </a:cubicBezTo>
                <a:cubicBezTo>
                  <a:pt x="215567" y="45822"/>
                  <a:pt x="206923" y="24900"/>
                  <a:pt x="189635" y="24900"/>
                </a:cubicBezTo>
                <a:cubicBezTo>
                  <a:pt x="171199" y="24900"/>
                  <a:pt x="161981" y="46357"/>
                  <a:pt x="161981" y="89272"/>
                </a:cubicBezTo>
                <a:close/>
                <a:moveTo>
                  <a:pt x="349091" y="0"/>
                </a:moveTo>
                <a:lnTo>
                  <a:pt x="349091" y="171660"/>
                </a:lnTo>
                <a:lnTo>
                  <a:pt x="317077" y="171660"/>
                </a:lnTo>
                <a:lnTo>
                  <a:pt x="317077" y="38899"/>
                </a:lnTo>
                <a:cubicBezTo>
                  <a:pt x="313482" y="42188"/>
                  <a:pt x="308395" y="45248"/>
                  <a:pt x="301816" y="48079"/>
                </a:cubicBezTo>
                <a:cubicBezTo>
                  <a:pt x="295237" y="50909"/>
                  <a:pt x="288391" y="52745"/>
                  <a:pt x="281276" y="53586"/>
                </a:cubicBezTo>
                <a:lnTo>
                  <a:pt x="281276" y="25244"/>
                </a:lnTo>
                <a:cubicBezTo>
                  <a:pt x="298106" y="20195"/>
                  <a:pt x="313979" y="11781"/>
                  <a:pt x="328896" y="0"/>
                </a:cubicBezTo>
                <a:lnTo>
                  <a:pt x="349091" y="0"/>
                </a:lnTo>
                <a:close/>
                <a:moveTo>
                  <a:pt x="507630" y="32014"/>
                </a:moveTo>
                <a:cubicBezTo>
                  <a:pt x="499138" y="27271"/>
                  <a:pt x="489844" y="24900"/>
                  <a:pt x="479746" y="24900"/>
                </a:cubicBezTo>
                <a:cubicBezTo>
                  <a:pt x="466206" y="24900"/>
                  <a:pt x="455439" y="30389"/>
                  <a:pt x="447445" y="41366"/>
                </a:cubicBezTo>
                <a:cubicBezTo>
                  <a:pt x="439452" y="52343"/>
                  <a:pt x="435455" y="66400"/>
                  <a:pt x="435455" y="83535"/>
                </a:cubicBezTo>
                <a:lnTo>
                  <a:pt x="436143" y="83535"/>
                </a:lnTo>
                <a:cubicBezTo>
                  <a:pt x="444175" y="70454"/>
                  <a:pt x="456300" y="63913"/>
                  <a:pt x="472517" y="63913"/>
                </a:cubicBezTo>
                <a:cubicBezTo>
                  <a:pt x="486746" y="63913"/>
                  <a:pt x="498068" y="68752"/>
                  <a:pt x="506482" y="78429"/>
                </a:cubicBezTo>
                <a:cubicBezTo>
                  <a:pt x="514897" y="88106"/>
                  <a:pt x="519104" y="100709"/>
                  <a:pt x="519104" y="116238"/>
                </a:cubicBezTo>
                <a:cubicBezTo>
                  <a:pt x="519104" y="133296"/>
                  <a:pt x="513749" y="147295"/>
                  <a:pt x="503040" y="158234"/>
                </a:cubicBezTo>
                <a:cubicBezTo>
                  <a:pt x="492330" y="169174"/>
                  <a:pt x="478752" y="174643"/>
                  <a:pt x="462305" y="174643"/>
                </a:cubicBezTo>
                <a:cubicBezTo>
                  <a:pt x="443257" y="174643"/>
                  <a:pt x="428704" y="167644"/>
                  <a:pt x="418644" y="153645"/>
                </a:cubicBezTo>
                <a:cubicBezTo>
                  <a:pt x="408585" y="139646"/>
                  <a:pt x="403555" y="120598"/>
                  <a:pt x="403555" y="96501"/>
                </a:cubicBezTo>
                <a:cubicBezTo>
                  <a:pt x="403555" y="67968"/>
                  <a:pt x="410134" y="44751"/>
                  <a:pt x="423291" y="26851"/>
                </a:cubicBezTo>
                <a:cubicBezTo>
                  <a:pt x="436449" y="8950"/>
                  <a:pt x="454655" y="0"/>
                  <a:pt x="477910" y="0"/>
                </a:cubicBezTo>
                <a:cubicBezTo>
                  <a:pt x="490762" y="0"/>
                  <a:pt x="500668" y="1568"/>
                  <a:pt x="507630" y="4705"/>
                </a:cubicBezTo>
                <a:lnTo>
                  <a:pt x="507630" y="32014"/>
                </a:lnTo>
                <a:moveTo>
                  <a:pt x="436602" y="116238"/>
                </a:moveTo>
                <a:cubicBezTo>
                  <a:pt x="436602" y="125341"/>
                  <a:pt x="438935" y="133182"/>
                  <a:pt x="443601" y="139760"/>
                </a:cubicBezTo>
                <a:cubicBezTo>
                  <a:pt x="448268" y="146339"/>
                  <a:pt x="454541" y="149629"/>
                  <a:pt x="462420" y="149629"/>
                </a:cubicBezTo>
                <a:cubicBezTo>
                  <a:pt x="470146" y="149629"/>
                  <a:pt x="476266" y="146683"/>
                  <a:pt x="480779" y="140793"/>
                </a:cubicBezTo>
                <a:cubicBezTo>
                  <a:pt x="485292" y="134903"/>
                  <a:pt x="487549" y="127483"/>
                  <a:pt x="487549" y="118532"/>
                </a:cubicBezTo>
                <a:cubicBezTo>
                  <a:pt x="487549" y="98337"/>
                  <a:pt x="479134" y="88240"/>
                  <a:pt x="462305" y="88240"/>
                </a:cubicBezTo>
                <a:cubicBezTo>
                  <a:pt x="454732" y="88240"/>
                  <a:pt x="448555" y="90898"/>
                  <a:pt x="443774" y="96214"/>
                </a:cubicBezTo>
                <a:cubicBezTo>
                  <a:pt x="438993" y="101531"/>
                  <a:pt x="436602" y="108205"/>
                  <a:pt x="436602" y="11623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A641E-257E-427F-AC9A-8955E54C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920" y="1522614"/>
            <a:ext cx="1421120" cy="444149"/>
          </a:xfrm>
          <a:custGeom xmlns:a="http://schemas.openxmlformats.org/drawingml/2006/main">
            <a:pathLst>
              <a:path w="1421120" h="444149">
                <a:moveTo>
                  <a:pt x="0" y="0"/>
                </a:moveTo>
                <a:lnTo>
                  <a:pt x="1254584" y="0"/>
                </a:lnTo>
                <a:lnTo>
                  <a:pt x="1421120" y="221996"/>
                </a:lnTo>
                <a:lnTo>
                  <a:pt x="1254584" y="444149"/>
                </a:lnTo>
                <a:lnTo>
                  <a:pt x="0" y="444149"/>
                </a:lnTo>
                <a:lnTo>
                  <a:pt x="166536" y="2219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7CADD-41AD-4F5C-854F-45E6925E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762" y="1558788"/>
            <a:ext cx="944478" cy="371628"/>
          </a:xfrm>
          <a:custGeom xmlns:a="http://schemas.openxmlformats.org/drawingml/2006/main">
            <a:pathLst>
              <a:path w="944478" h="371628">
                <a:moveTo>
                  <a:pt x="0" y="371628"/>
                </a:moveTo>
                <a:lnTo>
                  <a:pt x="0" y="0"/>
                </a:lnTo>
                <a:lnTo>
                  <a:pt x="944478" y="0"/>
                </a:lnTo>
                <a:lnTo>
                  <a:pt x="944478" y="371628"/>
                </a:lnTo>
                <a:lnTo>
                  <a:pt x="0" y="37162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2015">
            <a:extLst xmlns:a="http://schemas.openxmlformats.org/drawingml/2006/main">
              <a:ext uri="{FF2B5EF4-FFF2-40B4-BE49-F238E27FC236}">
                <a16:creationId xmlns:a16="http://schemas.microsoft.com/office/drawing/2014/main" id="{5F8CE0B9-2458-45E3-9F6B-D1E80BDA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79" y="1675723"/>
            <a:ext cx="512793" cy="174643"/>
          </a:xfrm>
          <a:custGeom xmlns:a="http://schemas.openxmlformats.org/drawingml/2006/main">
            <a:pathLst>
              <a:path w="512793" h="174643">
                <a:moveTo>
                  <a:pt x="33850" y="144694"/>
                </a:moveTo>
                <a:lnTo>
                  <a:pt x="105451" y="144694"/>
                </a:lnTo>
                <a:lnTo>
                  <a:pt x="105451" y="171660"/>
                </a:lnTo>
                <a:lnTo>
                  <a:pt x="0" y="171660"/>
                </a:lnTo>
                <a:lnTo>
                  <a:pt x="0" y="158923"/>
                </a:lnTo>
                <a:cubicBezTo>
                  <a:pt x="0" y="149820"/>
                  <a:pt x="1549" y="141424"/>
                  <a:pt x="4647" y="133736"/>
                </a:cubicBezTo>
                <a:cubicBezTo>
                  <a:pt x="7745" y="126048"/>
                  <a:pt x="12182" y="118858"/>
                  <a:pt x="17958" y="112164"/>
                </a:cubicBezTo>
                <a:cubicBezTo>
                  <a:pt x="23733" y="105471"/>
                  <a:pt x="35877" y="95201"/>
                  <a:pt x="54390" y="81355"/>
                </a:cubicBezTo>
                <a:cubicBezTo>
                  <a:pt x="61580" y="76000"/>
                  <a:pt x="66744" y="70875"/>
                  <a:pt x="69880" y="65979"/>
                </a:cubicBezTo>
                <a:cubicBezTo>
                  <a:pt x="73017" y="61083"/>
                  <a:pt x="74585" y="55613"/>
                  <a:pt x="74585" y="49570"/>
                </a:cubicBezTo>
                <a:cubicBezTo>
                  <a:pt x="74585" y="42073"/>
                  <a:pt x="72385" y="36241"/>
                  <a:pt x="67987" y="32071"/>
                </a:cubicBezTo>
                <a:cubicBezTo>
                  <a:pt x="63588" y="27902"/>
                  <a:pt x="56761" y="25818"/>
                  <a:pt x="47505" y="25818"/>
                </a:cubicBezTo>
                <a:cubicBezTo>
                  <a:pt x="33047" y="25818"/>
                  <a:pt x="19163" y="31555"/>
                  <a:pt x="5852" y="43030"/>
                </a:cubicBezTo>
                <a:lnTo>
                  <a:pt x="5852" y="14228"/>
                </a:lnTo>
                <a:cubicBezTo>
                  <a:pt x="19469" y="4743"/>
                  <a:pt x="34883" y="0"/>
                  <a:pt x="52095" y="0"/>
                </a:cubicBezTo>
                <a:cubicBezTo>
                  <a:pt x="69536" y="0"/>
                  <a:pt x="83019" y="4246"/>
                  <a:pt x="92543" y="12737"/>
                </a:cubicBezTo>
                <a:cubicBezTo>
                  <a:pt x="102066" y="21228"/>
                  <a:pt x="106828" y="32970"/>
                  <a:pt x="106828" y="47964"/>
                </a:cubicBezTo>
                <a:cubicBezTo>
                  <a:pt x="106828" y="55690"/>
                  <a:pt x="105585" y="62536"/>
                  <a:pt x="103099" y="68503"/>
                </a:cubicBezTo>
                <a:cubicBezTo>
                  <a:pt x="100613" y="74470"/>
                  <a:pt x="97324" y="79882"/>
                  <a:pt x="93231" y="84740"/>
                </a:cubicBezTo>
                <a:cubicBezTo>
                  <a:pt x="89138" y="89597"/>
                  <a:pt x="84434" y="94111"/>
                  <a:pt x="79117" y="98280"/>
                </a:cubicBezTo>
                <a:cubicBezTo>
                  <a:pt x="73801" y="102449"/>
                  <a:pt x="68350" y="106599"/>
                  <a:pt x="62766" y="110730"/>
                </a:cubicBezTo>
                <a:cubicBezTo>
                  <a:pt x="52439" y="118379"/>
                  <a:pt x="45038" y="124920"/>
                  <a:pt x="40563" y="130351"/>
                </a:cubicBezTo>
                <a:cubicBezTo>
                  <a:pt x="36088" y="135783"/>
                  <a:pt x="33850" y="140564"/>
                  <a:pt x="33850" y="144694"/>
                </a:cubicBezTo>
                <a:close/>
                <a:moveTo>
                  <a:pt x="129508" y="90075"/>
                </a:moveTo>
                <a:cubicBezTo>
                  <a:pt x="129508" y="60701"/>
                  <a:pt x="134767" y="38344"/>
                  <a:pt x="145285" y="23007"/>
                </a:cubicBezTo>
                <a:cubicBezTo>
                  <a:pt x="155803" y="7669"/>
                  <a:pt x="171084" y="0"/>
                  <a:pt x="191126" y="0"/>
                </a:cubicBezTo>
                <a:cubicBezTo>
                  <a:pt x="229222" y="0"/>
                  <a:pt x="248269" y="28725"/>
                  <a:pt x="248269" y="86174"/>
                </a:cubicBezTo>
                <a:cubicBezTo>
                  <a:pt x="248269" y="114478"/>
                  <a:pt x="243087" y="136299"/>
                  <a:pt x="232721" y="151637"/>
                </a:cubicBezTo>
                <a:cubicBezTo>
                  <a:pt x="222356" y="166974"/>
                  <a:pt x="207343" y="174643"/>
                  <a:pt x="187684" y="174643"/>
                </a:cubicBezTo>
                <a:cubicBezTo>
                  <a:pt x="148900" y="174643"/>
                  <a:pt x="129508" y="146454"/>
                  <a:pt x="129508" y="90075"/>
                </a:cubicBezTo>
                <a:moveTo>
                  <a:pt x="161981" y="89272"/>
                </a:moveTo>
                <a:cubicBezTo>
                  <a:pt x="161981" y="129510"/>
                  <a:pt x="171007" y="149629"/>
                  <a:pt x="189061" y="149629"/>
                </a:cubicBezTo>
                <a:cubicBezTo>
                  <a:pt x="206731" y="149629"/>
                  <a:pt x="215567" y="128974"/>
                  <a:pt x="215567" y="87666"/>
                </a:cubicBezTo>
                <a:cubicBezTo>
                  <a:pt x="215567" y="45822"/>
                  <a:pt x="206923" y="24900"/>
                  <a:pt x="189634" y="24900"/>
                </a:cubicBezTo>
                <a:cubicBezTo>
                  <a:pt x="171198" y="24900"/>
                  <a:pt x="161981" y="46357"/>
                  <a:pt x="161981" y="89272"/>
                </a:cubicBezTo>
                <a:close/>
                <a:moveTo>
                  <a:pt x="349091" y="0"/>
                </a:moveTo>
                <a:lnTo>
                  <a:pt x="349091" y="171660"/>
                </a:lnTo>
                <a:lnTo>
                  <a:pt x="317077" y="171660"/>
                </a:lnTo>
                <a:lnTo>
                  <a:pt x="317077" y="38899"/>
                </a:lnTo>
                <a:cubicBezTo>
                  <a:pt x="313481" y="42188"/>
                  <a:pt x="308394" y="45248"/>
                  <a:pt x="301815" y="48079"/>
                </a:cubicBezTo>
                <a:cubicBezTo>
                  <a:pt x="295237" y="50909"/>
                  <a:pt x="288390" y="52745"/>
                  <a:pt x="281276" y="53586"/>
                </a:cubicBezTo>
                <a:lnTo>
                  <a:pt x="281276" y="25244"/>
                </a:lnTo>
                <a:cubicBezTo>
                  <a:pt x="298105" y="20195"/>
                  <a:pt x="313978" y="11781"/>
                  <a:pt x="328895" y="0"/>
                </a:cubicBezTo>
                <a:lnTo>
                  <a:pt x="349091" y="0"/>
                </a:lnTo>
                <a:close/>
                <a:moveTo>
                  <a:pt x="408718" y="166611"/>
                </a:moveTo>
                <a:lnTo>
                  <a:pt x="408718" y="137580"/>
                </a:lnTo>
                <a:cubicBezTo>
                  <a:pt x="413844" y="141482"/>
                  <a:pt x="419676" y="144465"/>
                  <a:pt x="426217" y="146530"/>
                </a:cubicBezTo>
                <a:cubicBezTo>
                  <a:pt x="432757" y="148596"/>
                  <a:pt x="439164" y="149629"/>
                  <a:pt x="445437" y="149629"/>
                </a:cubicBezTo>
                <a:cubicBezTo>
                  <a:pt x="456223" y="149629"/>
                  <a:pt x="464714" y="147028"/>
                  <a:pt x="470910" y="141826"/>
                </a:cubicBezTo>
                <a:cubicBezTo>
                  <a:pt x="477107" y="136624"/>
                  <a:pt x="480205" y="129395"/>
                  <a:pt x="480205" y="120139"/>
                </a:cubicBezTo>
                <a:cubicBezTo>
                  <a:pt x="480205" y="110500"/>
                  <a:pt x="476935" y="103482"/>
                  <a:pt x="470394" y="99083"/>
                </a:cubicBezTo>
                <a:cubicBezTo>
                  <a:pt x="463854" y="94684"/>
                  <a:pt x="453813" y="92485"/>
                  <a:pt x="440273" y="92485"/>
                </a:cubicBezTo>
                <a:cubicBezTo>
                  <a:pt x="431094" y="92485"/>
                  <a:pt x="421455" y="93288"/>
                  <a:pt x="411357" y="94895"/>
                </a:cubicBezTo>
                <a:lnTo>
                  <a:pt x="417668" y="2754"/>
                </a:lnTo>
                <a:lnTo>
                  <a:pt x="505105" y="2754"/>
                </a:lnTo>
                <a:lnTo>
                  <a:pt x="505105" y="29375"/>
                </a:lnTo>
                <a:lnTo>
                  <a:pt x="444060" y="29375"/>
                </a:lnTo>
                <a:lnTo>
                  <a:pt x="441191" y="68618"/>
                </a:lnTo>
                <a:cubicBezTo>
                  <a:pt x="449759" y="67624"/>
                  <a:pt x="455420" y="67126"/>
                  <a:pt x="458174" y="67126"/>
                </a:cubicBezTo>
                <a:cubicBezTo>
                  <a:pt x="474621" y="67126"/>
                  <a:pt x="487835" y="71640"/>
                  <a:pt x="497818" y="80666"/>
                </a:cubicBezTo>
                <a:cubicBezTo>
                  <a:pt x="507801" y="89693"/>
                  <a:pt x="512793" y="101703"/>
                  <a:pt x="512793" y="116696"/>
                </a:cubicBezTo>
                <a:cubicBezTo>
                  <a:pt x="512793" y="134826"/>
                  <a:pt x="507055" y="149017"/>
                  <a:pt x="495581" y="159267"/>
                </a:cubicBezTo>
                <a:cubicBezTo>
                  <a:pt x="484106" y="169518"/>
                  <a:pt x="468424" y="174643"/>
                  <a:pt x="448535" y="174643"/>
                </a:cubicBezTo>
                <a:cubicBezTo>
                  <a:pt x="431859" y="174643"/>
                  <a:pt x="418586" y="171966"/>
                  <a:pt x="408718" y="16661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560D5-7450-4B1C-9723-9240FC89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7" y="1984936"/>
            <a:ext cx="2432088" cy="88830"/>
          </a:xfrm>
          <a:custGeom xmlns:a="http://schemas.openxmlformats.org/drawingml/2006/main">
            <a:pathLst>
              <a:path w="2432088" h="88830">
                <a:moveTo>
                  <a:pt x="0" y="88830"/>
                </a:moveTo>
                <a:cubicBezTo>
                  <a:pt x="0" y="64390"/>
                  <a:pt x="73758" y="44493"/>
                  <a:pt x="164766" y="44493"/>
                </a:cubicBezTo>
                <a:lnTo>
                  <a:pt x="938901" y="44493"/>
                </a:lnTo>
                <a:cubicBezTo>
                  <a:pt x="1029924" y="44493"/>
                  <a:pt x="1103714" y="24597"/>
                  <a:pt x="1103714" y="0"/>
                </a:cubicBezTo>
                <a:cubicBezTo>
                  <a:pt x="1103714" y="24597"/>
                  <a:pt x="1177504" y="44493"/>
                  <a:pt x="1268527" y="44493"/>
                </a:cubicBezTo>
                <a:lnTo>
                  <a:pt x="2267431" y="44493"/>
                </a:lnTo>
                <a:cubicBezTo>
                  <a:pt x="2358298" y="44493"/>
                  <a:pt x="2432088" y="64390"/>
                  <a:pt x="2432088" y="88830"/>
                </a:cubicBezTo>
                <a:lnTo>
                  <a:pt x="0" y="8883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E2F48-7A0E-4F78-8581-74BD0BCA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3" y="2073781"/>
            <a:ext cx="2432088" cy="1332275"/>
          </a:xfrm>
          <a:custGeom xmlns:a="http://schemas.openxmlformats.org/drawingml/2006/main">
            <a:pathLst>
              <a:path w="2432088" h="1332275" fill="none">
                <a:moveTo>
                  <a:pt x="0" y="1332275"/>
                </a:moveTo>
                <a:lnTo>
                  <a:pt x="2432088" y="1332275"/>
                </a:lnTo>
                <a:lnTo>
                  <a:pt x="2432088" y="0"/>
                </a:lnTo>
                <a:lnTo>
                  <a:pt x="0" y="0"/>
                </a:lnTo>
                <a:lnTo>
                  <a:pt x="0" y="133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33" cap="flat">
            <a:solidFill>
              <a:srgbClr val="262626"/>
            </a:solidFill>
            <a:custDash>
              <a:ds d="300000" sp="100000"/>
            </a:custDash>
            <a:miter/>
          </a:ln>
        </p:spPr>
      </p:sp>
      <p:sp>
        <p:nvSpPr>
          <p:cNvPr id="35" name="Text •124incidents">
            <a:extLst xmlns:a="http://schemas.openxmlformats.org/drawingml/2006/main">
              <a:ext uri="{FF2B5EF4-FFF2-40B4-BE49-F238E27FC236}">
                <a16:creationId xmlns:a16="http://schemas.microsoft.com/office/drawing/2014/main" id="{680ABFE9-D6F3-46A7-9C55-33C7294C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53" y="2158484"/>
            <a:ext cx="1199316" cy="133520"/>
          </a:xfrm>
          <a:custGeom xmlns:a="http://schemas.openxmlformats.org/drawingml/2006/main">
            <a:pathLst>
              <a:path w="1199316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0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38943" y="111478"/>
                </a:moveTo>
                <a:lnTo>
                  <a:pt x="291641" y="111478"/>
                </a:lnTo>
                <a:lnTo>
                  <a:pt x="291641" y="131324"/>
                </a:lnTo>
                <a:lnTo>
                  <a:pt x="214029" y="131324"/>
                </a:lnTo>
                <a:lnTo>
                  <a:pt x="214029" y="121950"/>
                </a:lnTo>
                <a:cubicBezTo>
                  <a:pt x="214029" y="115250"/>
                  <a:pt x="215169" y="109071"/>
                  <a:pt x="217449" y="103413"/>
                </a:cubicBezTo>
                <a:cubicBezTo>
                  <a:pt x="219730" y="97754"/>
                  <a:pt x="222995" y="92462"/>
                  <a:pt x="227246" y="87535"/>
                </a:cubicBezTo>
                <a:cubicBezTo>
                  <a:pt x="231497" y="82609"/>
                  <a:pt x="240435" y="75051"/>
                  <a:pt x="254060" y="64860"/>
                </a:cubicBezTo>
                <a:cubicBezTo>
                  <a:pt x="259352" y="60919"/>
                  <a:pt x="263152" y="57146"/>
                  <a:pt x="265461" y="53543"/>
                </a:cubicBezTo>
                <a:cubicBezTo>
                  <a:pt x="267769" y="49940"/>
                  <a:pt x="268923" y="45914"/>
                  <a:pt x="268923" y="41466"/>
                </a:cubicBezTo>
                <a:cubicBezTo>
                  <a:pt x="268923" y="35949"/>
                  <a:pt x="267305" y="31656"/>
                  <a:pt x="264067" y="28587"/>
                </a:cubicBezTo>
                <a:cubicBezTo>
                  <a:pt x="260830" y="25519"/>
                  <a:pt x="255805" y="23985"/>
                  <a:pt x="248993" y="23985"/>
                </a:cubicBezTo>
                <a:cubicBezTo>
                  <a:pt x="238351" y="23985"/>
                  <a:pt x="228133" y="28207"/>
                  <a:pt x="218336" y="36653"/>
                </a:cubicBezTo>
                <a:lnTo>
                  <a:pt x="218336" y="15455"/>
                </a:lnTo>
                <a:cubicBezTo>
                  <a:pt x="228358" y="8473"/>
                  <a:pt x="239703" y="4983"/>
                  <a:pt x="252371" y="4983"/>
                </a:cubicBezTo>
                <a:cubicBezTo>
                  <a:pt x="265207" y="4983"/>
                  <a:pt x="275131" y="8107"/>
                  <a:pt x="282140" y="14357"/>
                </a:cubicBezTo>
                <a:cubicBezTo>
                  <a:pt x="289150" y="20607"/>
                  <a:pt x="292655" y="29249"/>
                  <a:pt x="292655" y="40284"/>
                </a:cubicBezTo>
                <a:cubicBezTo>
                  <a:pt x="292655" y="45971"/>
                  <a:pt x="291740" y="51010"/>
                  <a:pt x="289910" y="55401"/>
                </a:cubicBezTo>
                <a:cubicBezTo>
                  <a:pt x="288080" y="59793"/>
                  <a:pt x="285659" y="63776"/>
                  <a:pt x="282647" y="67351"/>
                </a:cubicBezTo>
                <a:cubicBezTo>
                  <a:pt x="279635" y="70926"/>
                  <a:pt x="276172" y="74248"/>
                  <a:pt x="272259" y="77317"/>
                </a:cubicBezTo>
                <a:cubicBezTo>
                  <a:pt x="268346" y="80385"/>
                  <a:pt x="264335" y="83439"/>
                  <a:pt x="260225" y="86480"/>
                </a:cubicBezTo>
                <a:cubicBezTo>
                  <a:pt x="252624" y="92110"/>
                  <a:pt x="247177" y="96924"/>
                  <a:pt x="243883" y="100921"/>
                </a:cubicBezTo>
                <a:cubicBezTo>
                  <a:pt x="240589" y="104919"/>
                  <a:pt x="238943" y="108438"/>
                  <a:pt x="238943" y="111478"/>
                </a:cubicBezTo>
                <a:close/>
                <a:moveTo>
                  <a:pt x="383074" y="7010"/>
                </a:moveTo>
                <a:lnTo>
                  <a:pt x="383074" y="86649"/>
                </a:lnTo>
                <a:lnTo>
                  <a:pt x="397938" y="86649"/>
                </a:lnTo>
                <a:lnTo>
                  <a:pt x="397938" y="103877"/>
                </a:lnTo>
                <a:lnTo>
                  <a:pt x="383074" y="103877"/>
                </a:lnTo>
                <a:lnTo>
                  <a:pt x="383074" y="131324"/>
                </a:lnTo>
                <a:lnTo>
                  <a:pt x="361285" y="131324"/>
                </a:lnTo>
                <a:lnTo>
                  <a:pt x="361285" y="103877"/>
                </a:lnTo>
                <a:lnTo>
                  <a:pt x="307151" y="103877"/>
                </a:lnTo>
                <a:lnTo>
                  <a:pt x="307151" y="85720"/>
                </a:lnTo>
                <a:cubicBezTo>
                  <a:pt x="318468" y="72770"/>
                  <a:pt x="328968" y="59244"/>
                  <a:pt x="338652" y="45140"/>
                </a:cubicBezTo>
                <a:cubicBezTo>
                  <a:pt x="348336" y="31036"/>
                  <a:pt x="355740" y="18326"/>
                  <a:pt x="360863" y="7010"/>
                </a:cubicBezTo>
                <a:lnTo>
                  <a:pt x="383074" y="7010"/>
                </a:lnTo>
                <a:moveTo>
                  <a:pt x="327166" y="86649"/>
                </a:moveTo>
                <a:lnTo>
                  <a:pt x="361285" y="86649"/>
                </a:lnTo>
                <a:lnTo>
                  <a:pt x="361285" y="38511"/>
                </a:lnTo>
                <a:cubicBezTo>
                  <a:pt x="357851" y="44647"/>
                  <a:pt x="352981" y="52234"/>
                  <a:pt x="346675" y="61271"/>
                </a:cubicBezTo>
                <a:cubicBezTo>
                  <a:pt x="340369" y="70307"/>
                  <a:pt x="333866" y="78766"/>
                  <a:pt x="327166" y="86649"/>
                </a:cubicBezTo>
                <a:close/>
                <a:moveTo>
                  <a:pt x="474522" y="13344"/>
                </a:moveTo>
                <a:cubicBezTo>
                  <a:pt x="474522" y="9740"/>
                  <a:pt x="475803" y="6728"/>
                  <a:pt x="478365" y="4307"/>
                </a:cubicBezTo>
                <a:cubicBezTo>
                  <a:pt x="480927" y="1886"/>
                  <a:pt x="484234" y="676"/>
                  <a:pt x="488288" y="676"/>
                </a:cubicBezTo>
                <a:cubicBezTo>
                  <a:pt x="492229" y="676"/>
                  <a:pt x="495523" y="1872"/>
                  <a:pt x="498169" y="4265"/>
                </a:cubicBezTo>
                <a:cubicBezTo>
                  <a:pt x="500815" y="6658"/>
                  <a:pt x="502138" y="9684"/>
                  <a:pt x="502138" y="13344"/>
                </a:cubicBezTo>
                <a:cubicBezTo>
                  <a:pt x="502138" y="17003"/>
                  <a:pt x="500829" y="20044"/>
                  <a:pt x="498211" y="22464"/>
                </a:cubicBezTo>
                <a:cubicBezTo>
                  <a:pt x="495593" y="24885"/>
                  <a:pt x="492286" y="26096"/>
                  <a:pt x="488288" y="26096"/>
                </a:cubicBezTo>
                <a:cubicBezTo>
                  <a:pt x="484291" y="26096"/>
                  <a:pt x="480997" y="24857"/>
                  <a:pt x="478407" y="22380"/>
                </a:cubicBezTo>
                <a:cubicBezTo>
                  <a:pt x="475817" y="19903"/>
                  <a:pt x="474522" y="16891"/>
                  <a:pt x="474522" y="13344"/>
                </a:cubicBezTo>
                <a:moveTo>
                  <a:pt x="476380" y="131324"/>
                </a:moveTo>
                <a:lnTo>
                  <a:pt x="476380" y="42564"/>
                </a:lnTo>
                <a:lnTo>
                  <a:pt x="499858" y="42564"/>
                </a:lnTo>
                <a:lnTo>
                  <a:pt x="499858" y="131324"/>
                </a:lnTo>
                <a:lnTo>
                  <a:pt x="476380" y="131324"/>
                </a:lnTo>
                <a:close/>
                <a:moveTo>
                  <a:pt x="606282" y="131324"/>
                </a:moveTo>
                <a:lnTo>
                  <a:pt x="582804" y="131324"/>
                </a:lnTo>
                <a:lnTo>
                  <a:pt x="582804" y="81582"/>
                </a:lnTo>
                <a:cubicBezTo>
                  <a:pt x="582804" y="66380"/>
                  <a:pt x="577314" y="58779"/>
                  <a:pt x="566336" y="58779"/>
                </a:cubicBezTo>
                <a:cubicBezTo>
                  <a:pt x="560818" y="58779"/>
                  <a:pt x="556328" y="60848"/>
                  <a:pt x="552865" y="64987"/>
                </a:cubicBezTo>
                <a:cubicBezTo>
                  <a:pt x="549403" y="69125"/>
                  <a:pt x="547671" y="74375"/>
                  <a:pt x="547671" y="80737"/>
                </a:cubicBezTo>
                <a:lnTo>
                  <a:pt x="547671" y="131324"/>
                </a:lnTo>
                <a:lnTo>
                  <a:pt x="524109" y="131324"/>
                </a:lnTo>
                <a:lnTo>
                  <a:pt x="524109" y="42564"/>
                </a:lnTo>
                <a:lnTo>
                  <a:pt x="547671" y="42564"/>
                </a:lnTo>
                <a:lnTo>
                  <a:pt x="547671" y="56837"/>
                </a:lnTo>
                <a:lnTo>
                  <a:pt x="547925" y="56837"/>
                </a:lnTo>
                <a:cubicBezTo>
                  <a:pt x="554456" y="45914"/>
                  <a:pt x="564055" y="40453"/>
                  <a:pt x="576723" y="40453"/>
                </a:cubicBezTo>
                <a:cubicBezTo>
                  <a:pt x="596429" y="40453"/>
                  <a:pt x="606282" y="52642"/>
                  <a:pt x="606282" y="77021"/>
                </a:cubicBezTo>
                <a:lnTo>
                  <a:pt x="606282" y="131324"/>
                </a:lnTo>
                <a:close/>
                <a:moveTo>
                  <a:pt x="694635" y="127862"/>
                </a:moveTo>
                <a:cubicBezTo>
                  <a:pt x="688273" y="131634"/>
                  <a:pt x="679574" y="133520"/>
                  <a:pt x="668539" y="133520"/>
                </a:cubicBezTo>
                <a:cubicBezTo>
                  <a:pt x="655252" y="133520"/>
                  <a:pt x="644484" y="129424"/>
                  <a:pt x="636236" y="121232"/>
                </a:cubicBezTo>
                <a:cubicBezTo>
                  <a:pt x="627988" y="113040"/>
                  <a:pt x="623864" y="102329"/>
                  <a:pt x="623864" y="89098"/>
                </a:cubicBezTo>
                <a:cubicBezTo>
                  <a:pt x="623864" y="74009"/>
                  <a:pt x="628283" y="62129"/>
                  <a:pt x="637123" y="53459"/>
                </a:cubicBezTo>
                <a:cubicBezTo>
                  <a:pt x="645962" y="44788"/>
                  <a:pt x="657757" y="40453"/>
                  <a:pt x="672508" y="40453"/>
                </a:cubicBezTo>
                <a:cubicBezTo>
                  <a:pt x="682136" y="40453"/>
                  <a:pt x="689512" y="41861"/>
                  <a:pt x="694635" y="44676"/>
                </a:cubicBezTo>
                <a:lnTo>
                  <a:pt x="694635" y="65367"/>
                </a:lnTo>
                <a:cubicBezTo>
                  <a:pt x="688667" y="60975"/>
                  <a:pt x="682080" y="58779"/>
                  <a:pt x="674873" y="58779"/>
                </a:cubicBezTo>
                <a:cubicBezTo>
                  <a:pt x="666653" y="58779"/>
                  <a:pt x="660066" y="61355"/>
                  <a:pt x="655111" y="66507"/>
                </a:cubicBezTo>
                <a:cubicBezTo>
                  <a:pt x="650157" y="71658"/>
                  <a:pt x="647679" y="78626"/>
                  <a:pt x="647679" y="87409"/>
                </a:cubicBezTo>
                <a:cubicBezTo>
                  <a:pt x="647679" y="96079"/>
                  <a:pt x="650016" y="102864"/>
                  <a:pt x="654689" y="107762"/>
                </a:cubicBezTo>
                <a:cubicBezTo>
                  <a:pt x="659362" y="112660"/>
                  <a:pt x="665780" y="115109"/>
                  <a:pt x="673944" y="115109"/>
                </a:cubicBezTo>
                <a:cubicBezTo>
                  <a:pt x="681094" y="115109"/>
                  <a:pt x="687991" y="112857"/>
                  <a:pt x="694635" y="108353"/>
                </a:cubicBezTo>
                <a:lnTo>
                  <a:pt x="694635" y="127862"/>
                </a:lnTo>
                <a:close/>
                <a:moveTo>
                  <a:pt x="711304" y="13344"/>
                </a:moveTo>
                <a:cubicBezTo>
                  <a:pt x="711304" y="9740"/>
                  <a:pt x="712585" y="6728"/>
                  <a:pt x="715147" y="4307"/>
                </a:cubicBezTo>
                <a:cubicBezTo>
                  <a:pt x="717708" y="1886"/>
                  <a:pt x="721016" y="676"/>
                  <a:pt x="725070" y="676"/>
                </a:cubicBezTo>
                <a:cubicBezTo>
                  <a:pt x="729011" y="676"/>
                  <a:pt x="732305" y="1872"/>
                  <a:pt x="734951" y="4265"/>
                </a:cubicBezTo>
                <a:cubicBezTo>
                  <a:pt x="737597" y="6658"/>
                  <a:pt x="738920" y="9684"/>
                  <a:pt x="738920" y="13344"/>
                </a:cubicBezTo>
                <a:cubicBezTo>
                  <a:pt x="738920" y="17003"/>
                  <a:pt x="737611" y="20044"/>
                  <a:pt x="734993" y="22464"/>
                </a:cubicBezTo>
                <a:cubicBezTo>
                  <a:pt x="732375" y="24885"/>
                  <a:pt x="729067" y="26096"/>
                  <a:pt x="725070" y="26096"/>
                </a:cubicBezTo>
                <a:cubicBezTo>
                  <a:pt x="721072" y="26096"/>
                  <a:pt x="717779" y="24857"/>
                  <a:pt x="715189" y="22380"/>
                </a:cubicBezTo>
                <a:cubicBezTo>
                  <a:pt x="712599" y="19903"/>
                  <a:pt x="711304" y="16891"/>
                  <a:pt x="711304" y="13344"/>
                </a:cubicBezTo>
                <a:moveTo>
                  <a:pt x="713162" y="131324"/>
                </a:moveTo>
                <a:lnTo>
                  <a:pt x="713162" y="42564"/>
                </a:lnTo>
                <a:lnTo>
                  <a:pt x="736640" y="42564"/>
                </a:lnTo>
                <a:lnTo>
                  <a:pt x="736640" y="131324"/>
                </a:lnTo>
                <a:lnTo>
                  <a:pt x="713162" y="131324"/>
                </a:lnTo>
                <a:close/>
                <a:moveTo>
                  <a:pt x="844499" y="131324"/>
                </a:moveTo>
                <a:lnTo>
                  <a:pt x="821021" y="131324"/>
                </a:lnTo>
                <a:lnTo>
                  <a:pt x="821021" y="118234"/>
                </a:lnTo>
                <a:lnTo>
                  <a:pt x="820599" y="118234"/>
                </a:lnTo>
                <a:cubicBezTo>
                  <a:pt x="814293" y="128425"/>
                  <a:pt x="804863" y="133520"/>
                  <a:pt x="792307" y="133520"/>
                </a:cubicBezTo>
                <a:cubicBezTo>
                  <a:pt x="781160" y="133520"/>
                  <a:pt x="772236" y="129523"/>
                  <a:pt x="765536" y="121528"/>
                </a:cubicBezTo>
                <a:cubicBezTo>
                  <a:pt x="758836" y="113533"/>
                  <a:pt x="755486" y="102667"/>
                  <a:pt x="755486" y="88929"/>
                </a:cubicBezTo>
                <a:cubicBezTo>
                  <a:pt x="755486" y="74347"/>
                  <a:pt x="759230" y="62622"/>
                  <a:pt x="766718" y="53754"/>
                </a:cubicBezTo>
                <a:cubicBezTo>
                  <a:pt x="774206" y="44887"/>
                  <a:pt x="783946" y="40453"/>
                  <a:pt x="795939" y="40453"/>
                </a:cubicBezTo>
                <a:cubicBezTo>
                  <a:pt x="807593" y="40453"/>
                  <a:pt x="815813" y="44760"/>
                  <a:pt x="820599" y="53374"/>
                </a:cubicBezTo>
                <a:lnTo>
                  <a:pt x="821021" y="53374"/>
                </a:lnTo>
                <a:lnTo>
                  <a:pt x="821021" y="0"/>
                </a:lnTo>
                <a:lnTo>
                  <a:pt x="844499" y="0"/>
                </a:lnTo>
                <a:lnTo>
                  <a:pt x="844499" y="131324"/>
                </a:lnTo>
                <a:moveTo>
                  <a:pt x="821359" y="80568"/>
                </a:moveTo>
                <a:cubicBezTo>
                  <a:pt x="821359" y="74319"/>
                  <a:pt x="819445" y="69125"/>
                  <a:pt x="815616" y="64987"/>
                </a:cubicBezTo>
                <a:cubicBezTo>
                  <a:pt x="811788" y="60848"/>
                  <a:pt x="806974" y="58779"/>
                  <a:pt x="801175" y="58779"/>
                </a:cubicBezTo>
                <a:cubicBezTo>
                  <a:pt x="794419" y="58779"/>
                  <a:pt x="789084" y="61425"/>
                  <a:pt x="785171" y="66718"/>
                </a:cubicBezTo>
                <a:cubicBezTo>
                  <a:pt x="781258" y="72010"/>
                  <a:pt x="779302" y="79189"/>
                  <a:pt x="779302" y="88253"/>
                </a:cubicBezTo>
                <a:cubicBezTo>
                  <a:pt x="779302" y="96755"/>
                  <a:pt x="781188" y="103356"/>
                  <a:pt x="784960" y="108058"/>
                </a:cubicBezTo>
                <a:cubicBezTo>
                  <a:pt x="788732" y="112759"/>
                  <a:pt x="793827" y="115109"/>
                  <a:pt x="800246" y="115109"/>
                </a:cubicBezTo>
                <a:cubicBezTo>
                  <a:pt x="806439" y="115109"/>
                  <a:pt x="811506" y="112660"/>
                  <a:pt x="815447" y="107762"/>
                </a:cubicBezTo>
                <a:cubicBezTo>
                  <a:pt x="819389" y="102864"/>
                  <a:pt x="821359" y="96614"/>
                  <a:pt x="821359" y="89013"/>
                </a:cubicBezTo>
                <a:lnTo>
                  <a:pt x="821359" y="80568"/>
                </a:lnTo>
                <a:close/>
                <a:moveTo>
                  <a:pt x="946438" y="93574"/>
                </a:moveTo>
                <a:lnTo>
                  <a:pt x="887152" y="93574"/>
                </a:lnTo>
                <a:cubicBezTo>
                  <a:pt x="888109" y="108663"/>
                  <a:pt x="896667" y="116207"/>
                  <a:pt x="912826" y="116207"/>
                </a:cubicBezTo>
                <a:cubicBezTo>
                  <a:pt x="922679" y="116207"/>
                  <a:pt x="931462" y="113617"/>
                  <a:pt x="939175" y="108438"/>
                </a:cubicBezTo>
                <a:lnTo>
                  <a:pt x="939175" y="126342"/>
                </a:lnTo>
                <a:cubicBezTo>
                  <a:pt x="930955" y="131127"/>
                  <a:pt x="920398" y="133520"/>
                  <a:pt x="907505" y="133520"/>
                </a:cubicBezTo>
                <a:cubicBezTo>
                  <a:pt x="893711" y="133520"/>
                  <a:pt x="882972" y="129523"/>
                  <a:pt x="875286" y="121528"/>
                </a:cubicBezTo>
                <a:cubicBezTo>
                  <a:pt x="867601" y="113533"/>
                  <a:pt x="863759" y="102357"/>
                  <a:pt x="863759" y="88000"/>
                </a:cubicBezTo>
                <a:cubicBezTo>
                  <a:pt x="863759" y="73924"/>
                  <a:pt x="867883" y="62481"/>
                  <a:pt x="876131" y="53670"/>
                </a:cubicBezTo>
                <a:cubicBezTo>
                  <a:pt x="884379" y="44859"/>
                  <a:pt x="894696" y="40453"/>
                  <a:pt x="907083" y="40453"/>
                </a:cubicBezTo>
                <a:cubicBezTo>
                  <a:pt x="919469" y="40453"/>
                  <a:pt x="929125" y="44253"/>
                  <a:pt x="936050" y="51854"/>
                </a:cubicBezTo>
                <a:cubicBezTo>
                  <a:pt x="942975" y="59455"/>
                  <a:pt x="946438" y="69899"/>
                  <a:pt x="946438" y="83186"/>
                </a:cubicBezTo>
                <a:lnTo>
                  <a:pt x="946438" y="93574"/>
                </a:lnTo>
                <a:moveTo>
                  <a:pt x="924227" y="78119"/>
                </a:moveTo>
                <a:cubicBezTo>
                  <a:pt x="924227" y="64043"/>
                  <a:pt x="918428" y="57006"/>
                  <a:pt x="906830" y="57006"/>
                </a:cubicBezTo>
                <a:cubicBezTo>
                  <a:pt x="901988" y="57006"/>
                  <a:pt x="897723" y="58920"/>
                  <a:pt x="894035" y="62749"/>
                </a:cubicBezTo>
                <a:cubicBezTo>
                  <a:pt x="890347" y="66577"/>
                  <a:pt x="888053" y="71701"/>
                  <a:pt x="887152" y="78119"/>
                </a:cubicBezTo>
                <a:lnTo>
                  <a:pt x="924227" y="78119"/>
                </a:lnTo>
                <a:close/>
                <a:moveTo>
                  <a:pt x="1047502" y="131324"/>
                </a:moveTo>
                <a:lnTo>
                  <a:pt x="1024024" y="131324"/>
                </a:lnTo>
                <a:lnTo>
                  <a:pt x="1024024" y="81582"/>
                </a:lnTo>
                <a:cubicBezTo>
                  <a:pt x="1024024" y="66380"/>
                  <a:pt x="1018534" y="58779"/>
                  <a:pt x="1007555" y="58779"/>
                </a:cubicBezTo>
                <a:cubicBezTo>
                  <a:pt x="1002038" y="58779"/>
                  <a:pt x="997548" y="60848"/>
                  <a:pt x="994085" y="64987"/>
                </a:cubicBezTo>
                <a:cubicBezTo>
                  <a:pt x="990623" y="69125"/>
                  <a:pt x="988891" y="74375"/>
                  <a:pt x="988891" y="80737"/>
                </a:cubicBezTo>
                <a:lnTo>
                  <a:pt x="988891" y="131324"/>
                </a:lnTo>
                <a:lnTo>
                  <a:pt x="965329" y="131324"/>
                </a:lnTo>
                <a:lnTo>
                  <a:pt x="965329" y="42564"/>
                </a:lnTo>
                <a:lnTo>
                  <a:pt x="988891" y="42564"/>
                </a:lnTo>
                <a:lnTo>
                  <a:pt x="988891" y="56837"/>
                </a:lnTo>
                <a:lnTo>
                  <a:pt x="989145" y="56837"/>
                </a:lnTo>
                <a:cubicBezTo>
                  <a:pt x="995676" y="45914"/>
                  <a:pt x="1005275" y="40453"/>
                  <a:pt x="1017943" y="40453"/>
                </a:cubicBezTo>
                <a:cubicBezTo>
                  <a:pt x="1037649" y="40453"/>
                  <a:pt x="1047502" y="52642"/>
                  <a:pt x="1047502" y="77021"/>
                </a:cubicBezTo>
                <a:lnTo>
                  <a:pt x="1047502" y="131324"/>
                </a:lnTo>
                <a:close/>
                <a:moveTo>
                  <a:pt x="1120400" y="130395"/>
                </a:moveTo>
                <a:cubicBezTo>
                  <a:pt x="1116403" y="132422"/>
                  <a:pt x="1110829" y="133436"/>
                  <a:pt x="1103678" y="133436"/>
                </a:cubicBezTo>
                <a:cubicBezTo>
                  <a:pt x="1085493" y="133436"/>
                  <a:pt x="1076400" y="123808"/>
                  <a:pt x="1076400" y="104553"/>
                </a:cubicBezTo>
                <a:lnTo>
                  <a:pt x="1076400" y="60468"/>
                </a:lnTo>
                <a:lnTo>
                  <a:pt x="1061705" y="60468"/>
                </a:lnTo>
                <a:lnTo>
                  <a:pt x="1061705" y="42564"/>
                </a:lnTo>
                <a:lnTo>
                  <a:pt x="1076400" y="42564"/>
                </a:lnTo>
                <a:lnTo>
                  <a:pt x="1076400" y="22718"/>
                </a:lnTo>
                <a:lnTo>
                  <a:pt x="1099878" y="15877"/>
                </a:lnTo>
                <a:lnTo>
                  <a:pt x="1099878" y="42564"/>
                </a:lnTo>
                <a:lnTo>
                  <a:pt x="1120400" y="42564"/>
                </a:lnTo>
                <a:lnTo>
                  <a:pt x="1120400" y="60468"/>
                </a:lnTo>
                <a:lnTo>
                  <a:pt x="1099878" y="60468"/>
                </a:lnTo>
                <a:lnTo>
                  <a:pt x="1099878" y="100415"/>
                </a:lnTo>
                <a:cubicBezTo>
                  <a:pt x="1099878" y="110211"/>
                  <a:pt x="1103735" y="115109"/>
                  <a:pt x="1111448" y="115109"/>
                </a:cubicBezTo>
                <a:cubicBezTo>
                  <a:pt x="1114657" y="115109"/>
                  <a:pt x="1117641" y="114209"/>
                  <a:pt x="1120400" y="112407"/>
                </a:cubicBezTo>
                <a:lnTo>
                  <a:pt x="1120400" y="130395"/>
                </a:lnTo>
                <a:close/>
                <a:moveTo>
                  <a:pt x="1133949" y="108522"/>
                </a:moveTo>
                <a:cubicBezTo>
                  <a:pt x="1142732" y="114040"/>
                  <a:pt x="1151403" y="116798"/>
                  <a:pt x="1159960" y="116798"/>
                </a:cubicBezTo>
                <a:cubicBezTo>
                  <a:pt x="1170996" y="116798"/>
                  <a:pt x="1176513" y="113674"/>
                  <a:pt x="1176513" y="107424"/>
                </a:cubicBezTo>
                <a:cubicBezTo>
                  <a:pt x="1176513" y="103089"/>
                  <a:pt x="1172150" y="99429"/>
                  <a:pt x="1163423" y="96445"/>
                </a:cubicBezTo>
                <a:cubicBezTo>
                  <a:pt x="1150699" y="92166"/>
                  <a:pt x="1142619" y="87958"/>
                  <a:pt x="1139185" y="83820"/>
                </a:cubicBezTo>
                <a:cubicBezTo>
                  <a:pt x="1135751" y="79681"/>
                  <a:pt x="1134033" y="74375"/>
                  <a:pt x="1134033" y="67900"/>
                </a:cubicBezTo>
                <a:cubicBezTo>
                  <a:pt x="1134033" y="59342"/>
                  <a:pt x="1137524" y="52628"/>
                  <a:pt x="1144506" y="47758"/>
                </a:cubicBezTo>
                <a:cubicBezTo>
                  <a:pt x="1151487" y="42888"/>
                  <a:pt x="1160467" y="40453"/>
                  <a:pt x="1171446" y="40453"/>
                </a:cubicBezTo>
                <a:cubicBezTo>
                  <a:pt x="1179103" y="40453"/>
                  <a:pt x="1186760" y="41663"/>
                  <a:pt x="1194417" y="44084"/>
                </a:cubicBezTo>
                <a:lnTo>
                  <a:pt x="1194417" y="63255"/>
                </a:lnTo>
                <a:cubicBezTo>
                  <a:pt x="1187492" y="59145"/>
                  <a:pt x="1179920" y="57090"/>
                  <a:pt x="1171699" y="57090"/>
                </a:cubicBezTo>
                <a:cubicBezTo>
                  <a:pt x="1167364" y="57090"/>
                  <a:pt x="1163873" y="57907"/>
                  <a:pt x="1161227" y="59539"/>
                </a:cubicBezTo>
                <a:cubicBezTo>
                  <a:pt x="1158581" y="61172"/>
                  <a:pt x="1157258" y="63340"/>
                  <a:pt x="1157258" y="66042"/>
                </a:cubicBezTo>
                <a:cubicBezTo>
                  <a:pt x="1157258" y="70490"/>
                  <a:pt x="1160946" y="74009"/>
                  <a:pt x="1168321" y="76599"/>
                </a:cubicBezTo>
                <a:cubicBezTo>
                  <a:pt x="1176710" y="79639"/>
                  <a:pt x="1182875" y="82187"/>
                  <a:pt x="1186817" y="84242"/>
                </a:cubicBezTo>
                <a:cubicBezTo>
                  <a:pt x="1190758" y="86297"/>
                  <a:pt x="1193826" y="89098"/>
                  <a:pt x="1196022" y="92645"/>
                </a:cubicBezTo>
                <a:cubicBezTo>
                  <a:pt x="1198218" y="96192"/>
                  <a:pt x="1199316" y="100358"/>
                  <a:pt x="1199316" y="105144"/>
                </a:cubicBezTo>
                <a:cubicBezTo>
                  <a:pt x="1199316" y="114152"/>
                  <a:pt x="1195726" y="121134"/>
                  <a:pt x="1188548" y="126088"/>
                </a:cubicBezTo>
                <a:cubicBezTo>
                  <a:pt x="1181369" y="131043"/>
                  <a:pt x="1171897" y="133520"/>
                  <a:pt x="1160129" y="133520"/>
                </a:cubicBezTo>
                <a:cubicBezTo>
                  <a:pt x="1150220" y="133520"/>
                  <a:pt x="1141493" y="131944"/>
                  <a:pt x="1133949" y="128791"/>
                </a:cubicBezTo>
                <a:lnTo>
                  <a:pt x="1133949" y="108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•113malware">
            <a:extLst xmlns:a="http://schemas.openxmlformats.org/drawingml/2006/main">
              <a:ext uri="{FF2B5EF4-FFF2-40B4-BE49-F238E27FC236}">
                <a16:creationId xmlns:a16="http://schemas.microsoft.com/office/drawing/2014/main" id="{F77BF60A-80E1-4068-BED6-6E8523C3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53" y="2365283"/>
            <a:ext cx="1153644" cy="133520"/>
          </a:xfrm>
          <a:custGeom xmlns:a="http://schemas.openxmlformats.org/drawingml/2006/main">
            <a:pathLst>
              <a:path w="1153644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0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71710" y="4983"/>
                </a:moveTo>
                <a:lnTo>
                  <a:pt x="271710" y="131324"/>
                </a:lnTo>
                <a:lnTo>
                  <a:pt x="248148" y="131324"/>
                </a:lnTo>
                <a:lnTo>
                  <a:pt x="248148" y="33612"/>
                </a:lnTo>
                <a:cubicBezTo>
                  <a:pt x="245502" y="36033"/>
                  <a:pt x="241758" y="38285"/>
                  <a:pt x="236916" y="40369"/>
                </a:cubicBezTo>
                <a:cubicBezTo>
                  <a:pt x="232074" y="42452"/>
                  <a:pt x="227035" y="43803"/>
                  <a:pt x="221799" y="44422"/>
                </a:cubicBezTo>
                <a:lnTo>
                  <a:pt x="221799" y="23562"/>
                </a:lnTo>
                <a:cubicBezTo>
                  <a:pt x="234185" y="19846"/>
                  <a:pt x="245868" y="13653"/>
                  <a:pt x="256847" y="4983"/>
                </a:cubicBezTo>
                <a:lnTo>
                  <a:pt x="271710" y="4983"/>
                </a:lnTo>
                <a:close/>
                <a:moveTo>
                  <a:pt x="315174" y="105735"/>
                </a:moveTo>
                <a:cubicBezTo>
                  <a:pt x="323563" y="111985"/>
                  <a:pt x="333247" y="115109"/>
                  <a:pt x="344226" y="115109"/>
                </a:cubicBezTo>
                <a:cubicBezTo>
                  <a:pt x="351432" y="115109"/>
                  <a:pt x="357232" y="113463"/>
                  <a:pt x="361623" y="110169"/>
                </a:cubicBezTo>
                <a:cubicBezTo>
                  <a:pt x="366015" y="106875"/>
                  <a:pt x="368210" y="102160"/>
                  <a:pt x="368210" y="96023"/>
                </a:cubicBezTo>
                <a:cubicBezTo>
                  <a:pt x="368210" y="83130"/>
                  <a:pt x="358470" y="76683"/>
                  <a:pt x="338990" y="76683"/>
                </a:cubicBezTo>
                <a:lnTo>
                  <a:pt x="328011" y="76683"/>
                </a:lnTo>
                <a:lnTo>
                  <a:pt x="328011" y="58273"/>
                </a:lnTo>
                <a:lnTo>
                  <a:pt x="338230" y="58273"/>
                </a:lnTo>
                <a:cubicBezTo>
                  <a:pt x="355683" y="58273"/>
                  <a:pt x="364410" y="52248"/>
                  <a:pt x="364410" y="40200"/>
                </a:cubicBezTo>
                <a:cubicBezTo>
                  <a:pt x="364410" y="28939"/>
                  <a:pt x="357710" y="23309"/>
                  <a:pt x="344310" y="23309"/>
                </a:cubicBezTo>
                <a:cubicBezTo>
                  <a:pt x="335921" y="23309"/>
                  <a:pt x="327786" y="26068"/>
                  <a:pt x="319903" y="31585"/>
                </a:cubicBezTo>
                <a:lnTo>
                  <a:pt x="319903" y="11739"/>
                </a:lnTo>
                <a:cubicBezTo>
                  <a:pt x="328349" y="7235"/>
                  <a:pt x="338314" y="4983"/>
                  <a:pt x="349800" y="4983"/>
                </a:cubicBezTo>
                <a:cubicBezTo>
                  <a:pt x="361229" y="4983"/>
                  <a:pt x="370519" y="7685"/>
                  <a:pt x="377669" y="13090"/>
                </a:cubicBezTo>
                <a:cubicBezTo>
                  <a:pt x="384819" y="18495"/>
                  <a:pt x="388395" y="25983"/>
                  <a:pt x="388395" y="35555"/>
                </a:cubicBezTo>
                <a:cubicBezTo>
                  <a:pt x="388395" y="51713"/>
                  <a:pt x="380146" y="61960"/>
                  <a:pt x="363650" y="66296"/>
                </a:cubicBezTo>
                <a:lnTo>
                  <a:pt x="363650" y="66633"/>
                </a:lnTo>
                <a:cubicBezTo>
                  <a:pt x="372264" y="67534"/>
                  <a:pt x="379189" y="70701"/>
                  <a:pt x="384425" y="76134"/>
                </a:cubicBezTo>
                <a:cubicBezTo>
                  <a:pt x="389661" y="81567"/>
                  <a:pt x="392279" y="88141"/>
                  <a:pt x="392279" y="95854"/>
                </a:cubicBezTo>
                <a:cubicBezTo>
                  <a:pt x="392279" y="107621"/>
                  <a:pt x="388015" y="116841"/>
                  <a:pt x="379485" y="123512"/>
                </a:cubicBezTo>
                <a:cubicBezTo>
                  <a:pt x="370955" y="130184"/>
                  <a:pt x="359653" y="133520"/>
                  <a:pt x="345577" y="133520"/>
                </a:cubicBezTo>
                <a:cubicBezTo>
                  <a:pt x="333191" y="133520"/>
                  <a:pt x="323056" y="131381"/>
                  <a:pt x="315174" y="127102"/>
                </a:cubicBezTo>
                <a:lnTo>
                  <a:pt x="315174" y="105735"/>
                </a:lnTo>
                <a:close/>
                <a:moveTo>
                  <a:pt x="613279" y="131324"/>
                </a:moveTo>
                <a:lnTo>
                  <a:pt x="589801" y="131324"/>
                </a:lnTo>
                <a:lnTo>
                  <a:pt x="589801" y="80653"/>
                </a:lnTo>
                <a:cubicBezTo>
                  <a:pt x="589801" y="66070"/>
                  <a:pt x="584508" y="58779"/>
                  <a:pt x="573923" y="58779"/>
                </a:cubicBezTo>
                <a:cubicBezTo>
                  <a:pt x="569025" y="58779"/>
                  <a:pt x="564929" y="60989"/>
                  <a:pt x="561636" y="65409"/>
                </a:cubicBezTo>
                <a:cubicBezTo>
                  <a:pt x="558342" y="69828"/>
                  <a:pt x="556695" y="75135"/>
                  <a:pt x="556695" y="81328"/>
                </a:cubicBezTo>
                <a:lnTo>
                  <a:pt x="556695" y="131324"/>
                </a:lnTo>
                <a:lnTo>
                  <a:pt x="533217" y="131324"/>
                </a:lnTo>
                <a:lnTo>
                  <a:pt x="533217" y="79724"/>
                </a:lnTo>
                <a:cubicBezTo>
                  <a:pt x="533217" y="65761"/>
                  <a:pt x="527953" y="58779"/>
                  <a:pt x="517424" y="58779"/>
                </a:cubicBezTo>
                <a:cubicBezTo>
                  <a:pt x="512414" y="58779"/>
                  <a:pt x="508304" y="60848"/>
                  <a:pt x="505094" y="64987"/>
                </a:cubicBezTo>
                <a:cubicBezTo>
                  <a:pt x="501885" y="69125"/>
                  <a:pt x="500280" y="74656"/>
                  <a:pt x="500280" y="81582"/>
                </a:cubicBezTo>
                <a:lnTo>
                  <a:pt x="500280" y="131324"/>
                </a:lnTo>
                <a:lnTo>
                  <a:pt x="476718" y="131324"/>
                </a:lnTo>
                <a:lnTo>
                  <a:pt x="476718" y="42564"/>
                </a:lnTo>
                <a:lnTo>
                  <a:pt x="500280" y="42564"/>
                </a:lnTo>
                <a:lnTo>
                  <a:pt x="500280" y="56583"/>
                </a:lnTo>
                <a:lnTo>
                  <a:pt x="500534" y="56583"/>
                </a:lnTo>
                <a:cubicBezTo>
                  <a:pt x="507177" y="45830"/>
                  <a:pt x="516664" y="40453"/>
                  <a:pt x="528994" y="40453"/>
                </a:cubicBezTo>
                <a:cubicBezTo>
                  <a:pt x="541494" y="40453"/>
                  <a:pt x="549995" y="46139"/>
                  <a:pt x="554499" y="57512"/>
                </a:cubicBezTo>
                <a:cubicBezTo>
                  <a:pt x="561256" y="46139"/>
                  <a:pt x="571137" y="40453"/>
                  <a:pt x="584142" y="40453"/>
                </a:cubicBezTo>
                <a:cubicBezTo>
                  <a:pt x="603566" y="40453"/>
                  <a:pt x="613279" y="52389"/>
                  <a:pt x="613279" y="76261"/>
                </a:cubicBezTo>
                <a:lnTo>
                  <a:pt x="613279" y="131324"/>
                </a:lnTo>
                <a:close/>
                <a:moveTo>
                  <a:pt x="638471" y="48223"/>
                </a:moveTo>
                <a:cubicBezTo>
                  <a:pt x="642469" y="45914"/>
                  <a:pt x="647648" y="44042"/>
                  <a:pt x="654011" y="42607"/>
                </a:cubicBezTo>
                <a:cubicBezTo>
                  <a:pt x="660373" y="41171"/>
                  <a:pt x="666087" y="40453"/>
                  <a:pt x="671154" y="40453"/>
                </a:cubicBezTo>
                <a:cubicBezTo>
                  <a:pt x="695139" y="40453"/>
                  <a:pt x="707131" y="52614"/>
                  <a:pt x="707131" y="76937"/>
                </a:cubicBezTo>
                <a:lnTo>
                  <a:pt x="707131" y="131324"/>
                </a:lnTo>
                <a:lnTo>
                  <a:pt x="684667" y="131324"/>
                </a:lnTo>
                <a:lnTo>
                  <a:pt x="684667" y="118234"/>
                </a:lnTo>
                <a:lnTo>
                  <a:pt x="684245" y="118234"/>
                </a:lnTo>
                <a:cubicBezTo>
                  <a:pt x="678277" y="128425"/>
                  <a:pt x="669409" y="133520"/>
                  <a:pt x="657642" y="133520"/>
                </a:cubicBezTo>
                <a:cubicBezTo>
                  <a:pt x="649084" y="133520"/>
                  <a:pt x="642300" y="131113"/>
                  <a:pt x="637289" y="126299"/>
                </a:cubicBezTo>
                <a:cubicBezTo>
                  <a:pt x="632278" y="121486"/>
                  <a:pt x="629773" y="115025"/>
                  <a:pt x="629773" y="106917"/>
                </a:cubicBezTo>
                <a:cubicBezTo>
                  <a:pt x="629773" y="89971"/>
                  <a:pt x="639851" y="80146"/>
                  <a:pt x="660007" y="77443"/>
                </a:cubicBezTo>
                <a:lnTo>
                  <a:pt x="684751" y="74065"/>
                </a:lnTo>
                <a:cubicBezTo>
                  <a:pt x="684751" y="62749"/>
                  <a:pt x="679234" y="57090"/>
                  <a:pt x="668199" y="57090"/>
                </a:cubicBezTo>
                <a:cubicBezTo>
                  <a:pt x="657670" y="57090"/>
                  <a:pt x="647761" y="60384"/>
                  <a:pt x="638471" y="66971"/>
                </a:cubicBezTo>
                <a:lnTo>
                  <a:pt x="638471" y="48223"/>
                </a:lnTo>
                <a:moveTo>
                  <a:pt x="667101" y="90787"/>
                </a:moveTo>
                <a:cubicBezTo>
                  <a:pt x="656966" y="92082"/>
                  <a:pt x="651899" y="96614"/>
                  <a:pt x="651899" y="104384"/>
                </a:cubicBezTo>
                <a:cubicBezTo>
                  <a:pt x="651899" y="107875"/>
                  <a:pt x="653110" y="110718"/>
                  <a:pt x="655531" y="112914"/>
                </a:cubicBezTo>
                <a:cubicBezTo>
                  <a:pt x="657952" y="115109"/>
                  <a:pt x="661217" y="116207"/>
                  <a:pt x="665327" y="116207"/>
                </a:cubicBezTo>
                <a:cubicBezTo>
                  <a:pt x="670957" y="116207"/>
                  <a:pt x="675602" y="114223"/>
                  <a:pt x="679262" y="110253"/>
                </a:cubicBezTo>
                <a:cubicBezTo>
                  <a:pt x="682922" y="106284"/>
                  <a:pt x="684751" y="101287"/>
                  <a:pt x="684751" y="95263"/>
                </a:cubicBezTo>
                <a:lnTo>
                  <a:pt x="684751" y="88507"/>
                </a:lnTo>
                <a:lnTo>
                  <a:pt x="667101" y="90787"/>
                </a:lnTo>
                <a:close/>
                <a:moveTo>
                  <a:pt x="729939" y="131324"/>
                </a:moveTo>
                <a:lnTo>
                  <a:pt x="729939" y="0"/>
                </a:lnTo>
                <a:lnTo>
                  <a:pt x="753417" y="0"/>
                </a:lnTo>
                <a:lnTo>
                  <a:pt x="753417" y="131324"/>
                </a:lnTo>
                <a:lnTo>
                  <a:pt x="729939" y="131324"/>
                </a:lnTo>
                <a:close/>
                <a:moveTo>
                  <a:pt x="901222" y="42564"/>
                </a:moveTo>
                <a:lnTo>
                  <a:pt x="875380" y="131324"/>
                </a:lnTo>
                <a:lnTo>
                  <a:pt x="850720" y="131324"/>
                </a:lnTo>
                <a:lnTo>
                  <a:pt x="836109" y="75923"/>
                </a:lnTo>
                <a:cubicBezTo>
                  <a:pt x="835377" y="73221"/>
                  <a:pt x="834899" y="69758"/>
                  <a:pt x="834674" y="65535"/>
                </a:cubicBezTo>
                <a:lnTo>
                  <a:pt x="834167" y="65535"/>
                </a:lnTo>
                <a:cubicBezTo>
                  <a:pt x="833829" y="69758"/>
                  <a:pt x="833266" y="73164"/>
                  <a:pt x="832478" y="75754"/>
                </a:cubicBezTo>
                <a:lnTo>
                  <a:pt x="816770" y="131324"/>
                </a:lnTo>
                <a:lnTo>
                  <a:pt x="792447" y="131324"/>
                </a:lnTo>
                <a:lnTo>
                  <a:pt x="766858" y="42564"/>
                </a:lnTo>
                <a:lnTo>
                  <a:pt x="791011" y="42564"/>
                </a:lnTo>
                <a:lnTo>
                  <a:pt x="804946" y="103117"/>
                </a:lnTo>
                <a:cubicBezTo>
                  <a:pt x="805678" y="106383"/>
                  <a:pt x="806128" y="109479"/>
                  <a:pt x="806297" y="112407"/>
                </a:cubicBezTo>
                <a:lnTo>
                  <a:pt x="806804" y="112407"/>
                </a:lnTo>
                <a:cubicBezTo>
                  <a:pt x="806973" y="109535"/>
                  <a:pt x="807480" y="106326"/>
                  <a:pt x="808324" y="102779"/>
                </a:cubicBezTo>
                <a:lnTo>
                  <a:pt x="825215" y="42564"/>
                </a:lnTo>
                <a:lnTo>
                  <a:pt x="847510" y="42564"/>
                </a:lnTo>
                <a:lnTo>
                  <a:pt x="862459" y="103201"/>
                </a:lnTo>
                <a:cubicBezTo>
                  <a:pt x="862853" y="104834"/>
                  <a:pt x="863275" y="107959"/>
                  <a:pt x="863725" y="112576"/>
                </a:cubicBezTo>
                <a:lnTo>
                  <a:pt x="864316" y="112576"/>
                </a:lnTo>
                <a:cubicBezTo>
                  <a:pt x="864485" y="110155"/>
                  <a:pt x="864964" y="107030"/>
                  <a:pt x="865752" y="103201"/>
                </a:cubicBezTo>
                <a:lnTo>
                  <a:pt x="879180" y="42564"/>
                </a:lnTo>
                <a:lnTo>
                  <a:pt x="901222" y="42564"/>
                </a:lnTo>
                <a:close/>
                <a:moveTo>
                  <a:pt x="917282" y="48223"/>
                </a:moveTo>
                <a:cubicBezTo>
                  <a:pt x="921279" y="45914"/>
                  <a:pt x="926459" y="44042"/>
                  <a:pt x="932821" y="42607"/>
                </a:cubicBezTo>
                <a:cubicBezTo>
                  <a:pt x="939184" y="41171"/>
                  <a:pt x="944898" y="40453"/>
                  <a:pt x="949965" y="40453"/>
                </a:cubicBezTo>
                <a:cubicBezTo>
                  <a:pt x="973950" y="40453"/>
                  <a:pt x="985942" y="52614"/>
                  <a:pt x="985942" y="76937"/>
                </a:cubicBezTo>
                <a:lnTo>
                  <a:pt x="985942" y="131324"/>
                </a:lnTo>
                <a:lnTo>
                  <a:pt x="963478" y="131324"/>
                </a:lnTo>
                <a:lnTo>
                  <a:pt x="963478" y="118234"/>
                </a:lnTo>
                <a:lnTo>
                  <a:pt x="963056" y="118234"/>
                </a:lnTo>
                <a:cubicBezTo>
                  <a:pt x="957088" y="128425"/>
                  <a:pt x="948220" y="133520"/>
                  <a:pt x="936453" y="133520"/>
                </a:cubicBezTo>
                <a:cubicBezTo>
                  <a:pt x="927895" y="133520"/>
                  <a:pt x="921111" y="131113"/>
                  <a:pt x="916100" y="126299"/>
                </a:cubicBezTo>
                <a:cubicBezTo>
                  <a:pt x="911089" y="121486"/>
                  <a:pt x="908583" y="115025"/>
                  <a:pt x="908583" y="106917"/>
                </a:cubicBezTo>
                <a:cubicBezTo>
                  <a:pt x="908583" y="89971"/>
                  <a:pt x="918661" y="80146"/>
                  <a:pt x="938818" y="77443"/>
                </a:cubicBezTo>
                <a:lnTo>
                  <a:pt x="963562" y="74065"/>
                </a:lnTo>
                <a:cubicBezTo>
                  <a:pt x="963562" y="62749"/>
                  <a:pt x="958045" y="57090"/>
                  <a:pt x="947009" y="57090"/>
                </a:cubicBezTo>
                <a:cubicBezTo>
                  <a:pt x="936481" y="57090"/>
                  <a:pt x="926572" y="60384"/>
                  <a:pt x="917282" y="66971"/>
                </a:cubicBezTo>
                <a:lnTo>
                  <a:pt x="917282" y="48223"/>
                </a:lnTo>
                <a:moveTo>
                  <a:pt x="945912" y="90787"/>
                </a:moveTo>
                <a:cubicBezTo>
                  <a:pt x="935777" y="92082"/>
                  <a:pt x="930710" y="96614"/>
                  <a:pt x="930710" y="104384"/>
                </a:cubicBezTo>
                <a:cubicBezTo>
                  <a:pt x="930710" y="107875"/>
                  <a:pt x="931921" y="110718"/>
                  <a:pt x="934342" y="112914"/>
                </a:cubicBezTo>
                <a:cubicBezTo>
                  <a:pt x="936763" y="115109"/>
                  <a:pt x="940028" y="116207"/>
                  <a:pt x="944138" y="116207"/>
                </a:cubicBezTo>
                <a:cubicBezTo>
                  <a:pt x="949768" y="116207"/>
                  <a:pt x="954413" y="114223"/>
                  <a:pt x="958073" y="110253"/>
                </a:cubicBezTo>
                <a:cubicBezTo>
                  <a:pt x="961732" y="106284"/>
                  <a:pt x="963562" y="101287"/>
                  <a:pt x="963562" y="95263"/>
                </a:cubicBezTo>
                <a:lnTo>
                  <a:pt x="963562" y="88507"/>
                </a:lnTo>
                <a:lnTo>
                  <a:pt x="945912" y="90787"/>
                </a:lnTo>
                <a:close/>
                <a:moveTo>
                  <a:pt x="1063560" y="64269"/>
                </a:moveTo>
                <a:cubicBezTo>
                  <a:pt x="1060463" y="62411"/>
                  <a:pt x="1056663" y="61482"/>
                  <a:pt x="1052159" y="61482"/>
                </a:cubicBezTo>
                <a:cubicBezTo>
                  <a:pt x="1046247" y="61482"/>
                  <a:pt x="1041518" y="63889"/>
                  <a:pt x="1037971" y="68702"/>
                </a:cubicBezTo>
                <a:cubicBezTo>
                  <a:pt x="1034424" y="73516"/>
                  <a:pt x="1032650" y="79977"/>
                  <a:pt x="1032650" y="88084"/>
                </a:cubicBezTo>
                <a:lnTo>
                  <a:pt x="1032650" y="131324"/>
                </a:lnTo>
                <a:lnTo>
                  <a:pt x="1009088" y="131324"/>
                </a:lnTo>
                <a:lnTo>
                  <a:pt x="1009088" y="42564"/>
                </a:lnTo>
                <a:lnTo>
                  <a:pt x="1032650" y="42564"/>
                </a:lnTo>
                <a:lnTo>
                  <a:pt x="1032650" y="59624"/>
                </a:lnTo>
                <a:lnTo>
                  <a:pt x="1032904" y="59624"/>
                </a:lnTo>
                <a:cubicBezTo>
                  <a:pt x="1037239" y="47237"/>
                  <a:pt x="1045037" y="41044"/>
                  <a:pt x="1056297" y="41044"/>
                </a:cubicBezTo>
                <a:cubicBezTo>
                  <a:pt x="1059506" y="41044"/>
                  <a:pt x="1061927" y="41438"/>
                  <a:pt x="1063560" y="42226"/>
                </a:cubicBezTo>
                <a:lnTo>
                  <a:pt x="1063560" y="64269"/>
                </a:lnTo>
                <a:close/>
                <a:moveTo>
                  <a:pt x="1153644" y="93574"/>
                </a:moveTo>
                <a:lnTo>
                  <a:pt x="1094358" y="93574"/>
                </a:lnTo>
                <a:cubicBezTo>
                  <a:pt x="1095315" y="108663"/>
                  <a:pt x="1103873" y="116207"/>
                  <a:pt x="1120031" y="116207"/>
                </a:cubicBezTo>
                <a:cubicBezTo>
                  <a:pt x="1129884" y="116207"/>
                  <a:pt x="1138667" y="113617"/>
                  <a:pt x="1146381" y="108438"/>
                </a:cubicBezTo>
                <a:lnTo>
                  <a:pt x="1146381" y="126342"/>
                </a:lnTo>
                <a:cubicBezTo>
                  <a:pt x="1138161" y="131127"/>
                  <a:pt x="1127604" y="133520"/>
                  <a:pt x="1114711" y="133520"/>
                </a:cubicBezTo>
                <a:cubicBezTo>
                  <a:pt x="1100917" y="133520"/>
                  <a:pt x="1090177" y="129523"/>
                  <a:pt x="1082492" y="121528"/>
                </a:cubicBezTo>
                <a:cubicBezTo>
                  <a:pt x="1074807" y="113533"/>
                  <a:pt x="1070964" y="102357"/>
                  <a:pt x="1070964" y="88000"/>
                </a:cubicBezTo>
                <a:cubicBezTo>
                  <a:pt x="1070964" y="73924"/>
                  <a:pt x="1075088" y="62481"/>
                  <a:pt x="1083337" y="53670"/>
                </a:cubicBezTo>
                <a:cubicBezTo>
                  <a:pt x="1091585" y="44859"/>
                  <a:pt x="1101902" y="40453"/>
                  <a:pt x="1114289" y="40453"/>
                </a:cubicBezTo>
                <a:cubicBezTo>
                  <a:pt x="1126675" y="40453"/>
                  <a:pt x="1136331" y="44253"/>
                  <a:pt x="1143256" y="51854"/>
                </a:cubicBezTo>
                <a:cubicBezTo>
                  <a:pt x="1150181" y="59455"/>
                  <a:pt x="1153644" y="69899"/>
                  <a:pt x="1153644" y="83186"/>
                </a:cubicBezTo>
                <a:lnTo>
                  <a:pt x="1153644" y="93574"/>
                </a:lnTo>
                <a:moveTo>
                  <a:pt x="1131433" y="78119"/>
                </a:moveTo>
                <a:cubicBezTo>
                  <a:pt x="1131433" y="64043"/>
                  <a:pt x="1125633" y="57006"/>
                  <a:pt x="1114035" y="57006"/>
                </a:cubicBezTo>
                <a:cubicBezTo>
                  <a:pt x="1109193" y="57006"/>
                  <a:pt x="1104928" y="58920"/>
                  <a:pt x="1101241" y="62749"/>
                </a:cubicBezTo>
                <a:cubicBezTo>
                  <a:pt x="1097553" y="66577"/>
                  <a:pt x="1095259" y="71701"/>
                  <a:pt x="1094358" y="78119"/>
                </a:cubicBezTo>
                <a:lnTo>
                  <a:pt x="1131433" y="78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•UnitedStates(30)">
            <a:extLst xmlns:a="http://schemas.openxmlformats.org/drawingml/2006/main">
              <a:ext uri="{FF2B5EF4-FFF2-40B4-BE49-F238E27FC236}">
                <a16:creationId xmlns:a16="http://schemas.microsoft.com/office/drawing/2014/main" id="{43326883-03B6-4C51-BD1F-40638279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53" y="2572083"/>
            <a:ext cx="1581436" cy="159532"/>
          </a:xfrm>
          <a:custGeom xmlns:a="http://schemas.openxmlformats.org/drawingml/2006/main">
            <a:pathLst>
              <a:path w="1581436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16761" y="78541"/>
                </a:moveTo>
                <a:cubicBezTo>
                  <a:pt x="216761" y="115194"/>
                  <a:pt x="199814" y="133520"/>
                  <a:pt x="165921" y="133520"/>
                </a:cubicBezTo>
                <a:cubicBezTo>
                  <a:pt x="133322" y="133520"/>
                  <a:pt x="117022" y="115701"/>
                  <a:pt x="117022" y="80061"/>
                </a:cubicBezTo>
                <a:lnTo>
                  <a:pt x="117022" y="7010"/>
                </a:lnTo>
                <a:lnTo>
                  <a:pt x="141176" y="7010"/>
                </a:lnTo>
                <a:lnTo>
                  <a:pt x="141176" y="80061"/>
                </a:lnTo>
                <a:cubicBezTo>
                  <a:pt x="141176" y="101738"/>
                  <a:pt x="149846" y="112576"/>
                  <a:pt x="167187" y="112576"/>
                </a:cubicBezTo>
                <a:cubicBezTo>
                  <a:pt x="184191" y="112576"/>
                  <a:pt x="192692" y="102104"/>
                  <a:pt x="192692" y="81159"/>
                </a:cubicBezTo>
                <a:lnTo>
                  <a:pt x="192692" y="7010"/>
                </a:lnTo>
                <a:lnTo>
                  <a:pt x="216761" y="7010"/>
                </a:lnTo>
                <a:lnTo>
                  <a:pt x="216761" y="78541"/>
                </a:lnTo>
                <a:close/>
                <a:moveTo>
                  <a:pt x="324531" y="131324"/>
                </a:moveTo>
                <a:lnTo>
                  <a:pt x="301053" y="131324"/>
                </a:lnTo>
                <a:lnTo>
                  <a:pt x="301053" y="81582"/>
                </a:lnTo>
                <a:cubicBezTo>
                  <a:pt x="301053" y="66380"/>
                  <a:pt x="295563" y="58779"/>
                  <a:pt x="284584" y="58779"/>
                </a:cubicBezTo>
                <a:cubicBezTo>
                  <a:pt x="279067" y="58779"/>
                  <a:pt x="274577" y="60848"/>
                  <a:pt x="271114" y="64987"/>
                </a:cubicBezTo>
                <a:cubicBezTo>
                  <a:pt x="267652" y="69125"/>
                  <a:pt x="265920" y="74375"/>
                  <a:pt x="265920" y="80737"/>
                </a:cubicBezTo>
                <a:lnTo>
                  <a:pt x="265920" y="131324"/>
                </a:lnTo>
                <a:lnTo>
                  <a:pt x="242358" y="131324"/>
                </a:lnTo>
                <a:lnTo>
                  <a:pt x="242358" y="42564"/>
                </a:lnTo>
                <a:lnTo>
                  <a:pt x="265920" y="42564"/>
                </a:lnTo>
                <a:lnTo>
                  <a:pt x="265920" y="56837"/>
                </a:lnTo>
                <a:lnTo>
                  <a:pt x="266174" y="56837"/>
                </a:lnTo>
                <a:cubicBezTo>
                  <a:pt x="272705" y="45914"/>
                  <a:pt x="282304" y="40453"/>
                  <a:pt x="294972" y="40453"/>
                </a:cubicBezTo>
                <a:cubicBezTo>
                  <a:pt x="314678" y="40453"/>
                  <a:pt x="324531" y="52642"/>
                  <a:pt x="324531" y="77021"/>
                </a:cubicBezTo>
                <a:lnTo>
                  <a:pt x="324531" y="131324"/>
                </a:lnTo>
                <a:close/>
                <a:moveTo>
                  <a:pt x="345321" y="13344"/>
                </a:moveTo>
                <a:cubicBezTo>
                  <a:pt x="345321" y="9740"/>
                  <a:pt x="346602" y="6728"/>
                  <a:pt x="349164" y="4307"/>
                </a:cubicBezTo>
                <a:cubicBezTo>
                  <a:pt x="351726" y="1886"/>
                  <a:pt x="355034" y="676"/>
                  <a:pt x="359087" y="676"/>
                </a:cubicBezTo>
                <a:cubicBezTo>
                  <a:pt x="363028" y="676"/>
                  <a:pt x="366322" y="1872"/>
                  <a:pt x="368968" y="4265"/>
                </a:cubicBezTo>
                <a:cubicBezTo>
                  <a:pt x="371615" y="6658"/>
                  <a:pt x="372938" y="9684"/>
                  <a:pt x="372938" y="13344"/>
                </a:cubicBezTo>
                <a:cubicBezTo>
                  <a:pt x="372938" y="17003"/>
                  <a:pt x="371629" y="20044"/>
                  <a:pt x="369011" y="22464"/>
                </a:cubicBezTo>
                <a:cubicBezTo>
                  <a:pt x="366392" y="24885"/>
                  <a:pt x="363085" y="26096"/>
                  <a:pt x="359087" y="26096"/>
                </a:cubicBezTo>
                <a:cubicBezTo>
                  <a:pt x="355090" y="26096"/>
                  <a:pt x="351796" y="24857"/>
                  <a:pt x="349206" y="22380"/>
                </a:cubicBezTo>
                <a:cubicBezTo>
                  <a:pt x="346616" y="19903"/>
                  <a:pt x="345321" y="16891"/>
                  <a:pt x="345321" y="13344"/>
                </a:cubicBezTo>
                <a:moveTo>
                  <a:pt x="347179" y="131324"/>
                </a:moveTo>
                <a:lnTo>
                  <a:pt x="347179" y="42564"/>
                </a:lnTo>
                <a:lnTo>
                  <a:pt x="370657" y="42564"/>
                </a:lnTo>
                <a:lnTo>
                  <a:pt x="370657" y="131324"/>
                </a:lnTo>
                <a:lnTo>
                  <a:pt x="347179" y="131324"/>
                </a:lnTo>
                <a:close/>
                <a:moveTo>
                  <a:pt x="444128" y="130395"/>
                </a:moveTo>
                <a:cubicBezTo>
                  <a:pt x="440131" y="132422"/>
                  <a:pt x="434557" y="133436"/>
                  <a:pt x="427407" y="133436"/>
                </a:cubicBezTo>
                <a:cubicBezTo>
                  <a:pt x="409221" y="133436"/>
                  <a:pt x="400128" y="123808"/>
                  <a:pt x="400128" y="104553"/>
                </a:cubicBezTo>
                <a:lnTo>
                  <a:pt x="400128" y="60468"/>
                </a:lnTo>
                <a:lnTo>
                  <a:pt x="385433" y="60468"/>
                </a:lnTo>
                <a:lnTo>
                  <a:pt x="385433" y="42564"/>
                </a:lnTo>
                <a:lnTo>
                  <a:pt x="400128" y="42564"/>
                </a:lnTo>
                <a:lnTo>
                  <a:pt x="400128" y="22718"/>
                </a:lnTo>
                <a:lnTo>
                  <a:pt x="423606" y="15877"/>
                </a:lnTo>
                <a:lnTo>
                  <a:pt x="423606" y="42564"/>
                </a:lnTo>
                <a:lnTo>
                  <a:pt x="444128" y="42564"/>
                </a:lnTo>
                <a:lnTo>
                  <a:pt x="444128" y="60468"/>
                </a:lnTo>
                <a:lnTo>
                  <a:pt x="423606" y="60468"/>
                </a:lnTo>
                <a:lnTo>
                  <a:pt x="423606" y="100415"/>
                </a:lnTo>
                <a:cubicBezTo>
                  <a:pt x="423606" y="110211"/>
                  <a:pt x="427463" y="115109"/>
                  <a:pt x="435176" y="115109"/>
                </a:cubicBezTo>
                <a:cubicBezTo>
                  <a:pt x="438385" y="115109"/>
                  <a:pt x="441369" y="114209"/>
                  <a:pt x="444128" y="112407"/>
                </a:cubicBezTo>
                <a:lnTo>
                  <a:pt x="444128" y="130395"/>
                </a:lnTo>
                <a:close/>
                <a:moveTo>
                  <a:pt x="537215" y="93574"/>
                </a:moveTo>
                <a:lnTo>
                  <a:pt x="477930" y="93574"/>
                </a:lnTo>
                <a:cubicBezTo>
                  <a:pt x="478887" y="108663"/>
                  <a:pt x="487445" y="116207"/>
                  <a:pt x="503603" y="116207"/>
                </a:cubicBezTo>
                <a:cubicBezTo>
                  <a:pt x="513456" y="116207"/>
                  <a:pt x="522239" y="113617"/>
                  <a:pt x="529953" y="108438"/>
                </a:cubicBezTo>
                <a:lnTo>
                  <a:pt x="529953" y="126342"/>
                </a:lnTo>
                <a:cubicBezTo>
                  <a:pt x="521732" y="131127"/>
                  <a:pt x="511176" y="133520"/>
                  <a:pt x="498283" y="133520"/>
                </a:cubicBezTo>
                <a:cubicBezTo>
                  <a:pt x="484489" y="133520"/>
                  <a:pt x="473749" y="129523"/>
                  <a:pt x="466064" y="121528"/>
                </a:cubicBezTo>
                <a:cubicBezTo>
                  <a:pt x="458379" y="113533"/>
                  <a:pt x="454536" y="102357"/>
                  <a:pt x="454536" y="88000"/>
                </a:cubicBezTo>
                <a:cubicBezTo>
                  <a:pt x="454536" y="73924"/>
                  <a:pt x="458660" y="62481"/>
                  <a:pt x="466908" y="53670"/>
                </a:cubicBezTo>
                <a:cubicBezTo>
                  <a:pt x="475157" y="44859"/>
                  <a:pt x="485474" y="40453"/>
                  <a:pt x="497860" y="40453"/>
                </a:cubicBezTo>
                <a:cubicBezTo>
                  <a:pt x="510247" y="40453"/>
                  <a:pt x="519903" y="44253"/>
                  <a:pt x="526828" y="51854"/>
                </a:cubicBezTo>
                <a:cubicBezTo>
                  <a:pt x="533753" y="59455"/>
                  <a:pt x="537215" y="69899"/>
                  <a:pt x="537215" y="83186"/>
                </a:cubicBezTo>
                <a:lnTo>
                  <a:pt x="537215" y="93574"/>
                </a:lnTo>
                <a:moveTo>
                  <a:pt x="515004" y="78119"/>
                </a:moveTo>
                <a:cubicBezTo>
                  <a:pt x="515004" y="64043"/>
                  <a:pt x="509205" y="57006"/>
                  <a:pt x="497607" y="57006"/>
                </a:cubicBezTo>
                <a:cubicBezTo>
                  <a:pt x="492765" y="57006"/>
                  <a:pt x="488500" y="58920"/>
                  <a:pt x="484812" y="62749"/>
                </a:cubicBezTo>
                <a:cubicBezTo>
                  <a:pt x="481125" y="66577"/>
                  <a:pt x="478830" y="71701"/>
                  <a:pt x="477930" y="78119"/>
                </a:cubicBezTo>
                <a:lnTo>
                  <a:pt x="515004" y="78119"/>
                </a:lnTo>
                <a:close/>
                <a:moveTo>
                  <a:pt x="639196" y="131324"/>
                </a:moveTo>
                <a:lnTo>
                  <a:pt x="615718" y="131324"/>
                </a:lnTo>
                <a:lnTo>
                  <a:pt x="615718" y="118234"/>
                </a:lnTo>
                <a:lnTo>
                  <a:pt x="615296" y="118234"/>
                </a:lnTo>
                <a:cubicBezTo>
                  <a:pt x="608990" y="128425"/>
                  <a:pt x="599560" y="133520"/>
                  <a:pt x="587004" y="133520"/>
                </a:cubicBezTo>
                <a:cubicBezTo>
                  <a:pt x="575856" y="133520"/>
                  <a:pt x="566933" y="129523"/>
                  <a:pt x="560233" y="121528"/>
                </a:cubicBezTo>
                <a:cubicBezTo>
                  <a:pt x="553533" y="113533"/>
                  <a:pt x="550183" y="102667"/>
                  <a:pt x="550183" y="88929"/>
                </a:cubicBezTo>
                <a:cubicBezTo>
                  <a:pt x="550183" y="74347"/>
                  <a:pt x="553927" y="62622"/>
                  <a:pt x="561415" y="53754"/>
                </a:cubicBezTo>
                <a:cubicBezTo>
                  <a:pt x="568903" y="44887"/>
                  <a:pt x="578643" y="40453"/>
                  <a:pt x="590636" y="40453"/>
                </a:cubicBezTo>
                <a:cubicBezTo>
                  <a:pt x="602290" y="40453"/>
                  <a:pt x="610510" y="44760"/>
                  <a:pt x="615296" y="53374"/>
                </a:cubicBezTo>
                <a:lnTo>
                  <a:pt x="615718" y="53374"/>
                </a:lnTo>
                <a:lnTo>
                  <a:pt x="615718" y="0"/>
                </a:lnTo>
                <a:lnTo>
                  <a:pt x="639196" y="0"/>
                </a:lnTo>
                <a:lnTo>
                  <a:pt x="639196" y="131324"/>
                </a:lnTo>
                <a:moveTo>
                  <a:pt x="616056" y="80568"/>
                </a:moveTo>
                <a:cubicBezTo>
                  <a:pt x="616056" y="74319"/>
                  <a:pt x="614142" y="69125"/>
                  <a:pt x="610313" y="64987"/>
                </a:cubicBezTo>
                <a:cubicBezTo>
                  <a:pt x="606485" y="60848"/>
                  <a:pt x="601671" y="58779"/>
                  <a:pt x="595872" y="58779"/>
                </a:cubicBezTo>
                <a:cubicBezTo>
                  <a:pt x="589116" y="58779"/>
                  <a:pt x="583781" y="61425"/>
                  <a:pt x="579868" y="66718"/>
                </a:cubicBezTo>
                <a:cubicBezTo>
                  <a:pt x="575955" y="72010"/>
                  <a:pt x="573998" y="79189"/>
                  <a:pt x="573998" y="88253"/>
                </a:cubicBezTo>
                <a:cubicBezTo>
                  <a:pt x="573998" y="96755"/>
                  <a:pt x="575885" y="103356"/>
                  <a:pt x="579657" y="108058"/>
                </a:cubicBezTo>
                <a:cubicBezTo>
                  <a:pt x="583429" y="112759"/>
                  <a:pt x="588524" y="115109"/>
                  <a:pt x="594943" y="115109"/>
                </a:cubicBezTo>
                <a:cubicBezTo>
                  <a:pt x="601136" y="115109"/>
                  <a:pt x="606203" y="112660"/>
                  <a:pt x="610144" y="107762"/>
                </a:cubicBezTo>
                <a:cubicBezTo>
                  <a:pt x="614085" y="102864"/>
                  <a:pt x="616056" y="96614"/>
                  <a:pt x="616056" y="89013"/>
                </a:cubicBezTo>
                <a:lnTo>
                  <a:pt x="616056" y="80568"/>
                </a:lnTo>
                <a:close/>
                <a:moveTo>
                  <a:pt x="719373" y="101850"/>
                </a:moveTo>
                <a:cubicBezTo>
                  <a:pt x="729226" y="110014"/>
                  <a:pt x="740514" y="114096"/>
                  <a:pt x="753239" y="114096"/>
                </a:cubicBezTo>
                <a:cubicBezTo>
                  <a:pt x="760896" y="114096"/>
                  <a:pt x="766610" y="112759"/>
                  <a:pt x="770383" y="110084"/>
                </a:cubicBezTo>
                <a:cubicBezTo>
                  <a:pt x="774155" y="107410"/>
                  <a:pt x="776041" y="103905"/>
                  <a:pt x="776041" y="99570"/>
                </a:cubicBezTo>
                <a:cubicBezTo>
                  <a:pt x="776041" y="95798"/>
                  <a:pt x="774464" y="92335"/>
                  <a:pt x="771312" y="89182"/>
                </a:cubicBezTo>
                <a:cubicBezTo>
                  <a:pt x="768159" y="86029"/>
                  <a:pt x="760530" y="81863"/>
                  <a:pt x="748425" y="76683"/>
                </a:cubicBezTo>
                <a:cubicBezTo>
                  <a:pt x="738122" y="72066"/>
                  <a:pt x="730647" y="66873"/>
                  <a:pt x="726003" y="61102"/>
                </a:cubicBezTo>
                <a:cubicBezTo>
                  <a:pt x="721358" y="55331"/>
                  <a:pt x="719035" y="48560"/>
                  <a:pt x="719035" y="40791"/>
                </a:cubicBezTo>
                <a:cubicBezTo>
                  <a:pt x="719035" y="29587"/>
                  <a:pt x="723370" y="20818"/>
                  <a:pt x="732041" y="14484"/>
                </a:cubicBezTo>
                <a:cubicBezTo>
                  <a:pt x="740711" y="8150"/>
                  <a:pt x="752084" y="4983"/>
                  <a:pt x="766160" y="4983"/>
                </a:cubicBezTo>
                <a:cubicBezTo>
                  <a:pt x="778772" y="4983"/>
                  <a:pt x="788709" y="6559"/>
                  <a:pt x="795972" y="9712"/>
                </a:cubicBezTo>
                <a:lnTo>
                  <a:pt x="795972" y="32768"/>
                </a:lnTo>
                <a:cubicBezTo>
                  <a:pt x="787921" y="27250"/>
                  <a:pt x="778208" y="24491"/>
                  <a:pt x="766835" y="24491"/>
                </a:cubicBezTo>
                <a:cubicBezTo>
                  <a:pt x="760136" y="24491"/>
                  <a:pt x="754717" y="25758"/>
                  <a:pt x="750578" y="28292"/>
                </a:cubicBezTo>
                <a:cubicBezTo>
                  <a:pt x="746440" y="30825"/>
                  <a:pt x="744371" y="34316"/>
                  <a:pt x="744371" y="38764"/>
                </a:cubicBezTo>
                <a:cubicBezTo>
                  <a:pt x="744371" y="42311"/>
                  <a:pt x="745807" y="45548"/>
                  <a:pt x="748678" y="48476"/>
                </a:cubicBezTo>
                <a:cubicBezTo>
                  <a:pt x="751550" y="51404"/>
                  <a:pt x="758278" y="55204"/>
                  <a:pt x="768862" y="59877"/>
                </a:cubicBezTo>
                <a:cubicBezTo>
                  <a:pt x="781024" y="65170"/>
                  <a:pt x="789469" y="70729"/>
                  <a:pt x="794198" y="76557"/>
                </a:cubicBezTo>
                <a:cubicBezTo>
                  <a:pt x="798928" y="82384"/>
                  <a:pt x="801292" y="89351"/>
                  <a:pt x="801292" y="97459"/>
                </a:cubicBezTo>
                <a:cubicBezTo>
                  <a:pt x="801292" y="109169"/>
                  <a:pt x="797112" y="118107"/>
                  <a:pt x="788751" y="124272"/>
                </a:cubicBezTo>
                <a:cubicBezTo>
                  <a:pt x="780390" y="130438"/>
                  <a:pt x="768665" y="133520"/>
                  <a:pt x="753576" y="133520"/>
                </a:cubicBezTo>
                <a:cubicBezTo>
                  <a:pt x="739557" y="133520"/>
                  <a:pt x="728156" y="131184"/>
                  <a:pt x="719373" y="126510"/>
                </a:cubicBezTo>
                <a:lnTo>
                  <a:pt x="719373" y="101850"/>
                </a:lnTo>
                <a:close/>
                <a:moveTo>
                  <a:pt x="870473" y="130395"/>
                </a:moveTo>
                <a:cubicBezTo>
                  <a:pt x="866476" y="132422"/>
                  <a:pt x="860902" y="133436"/>
                  <a:pt x="853752" y="133436"/>
                </a:cubicBezTo>
                <a:cubicBezTo>
                  <a:pt x="835566" y="133436"/>
                  <a:pt x="826473" y="123808"/>
                  <a:pt x="826473" y="104553"/>
                </a:cubicBezTo>
                <a:lnTo>
                  <a:pt x="826473" y="60468"/>
                </a:lnTo>
                <a:lnTo>
                  <a:pt x="811779" y="60468"/>
                </a:lnTo>
                <a:lnTo>
                  <a:pt x="811779" y="42564"/>
                </a:lnTo>
                <a:lnTo>
                  <a:pt x="826473" y="42564"/>
                </a:lnTo>
                <a:lnTo>
                  <a:pt x="826473" y="22718"/>
                </a:lnTo>
                <a:lnTo>
                  <a:pt x="849951" y="15877"/>
                </a:lnTo>
                <a:lnTo>
                  <a:pt x="849951" y="42564"/>
                </a:lnTo>
                <a:lnTo>
                  <a:pt x="870473" y="42564"/>
                </a:lnTo>
                <a:lnTo>
                  <a:pt x="870473" y="60468"/>
                </a:lnTo>
                <a:lnTo>
                  <a:pt x="849951" y="60468"/>
                </a:lnTo>
                <a:lnTo>
                  <a:pt x="849951" y="100415"/>
                </a:lnTo>
                <a:cubicBezTo>
                  <a:pt x="849951" y="110211"/>
                  <a:pt x="853808" y="115109"/>
                  <a:pt x="861521" y="115109"/>
                </a:cubicBezTo>
                <a:cubicBezTo>
                  <a:pt x="864731" y="115109"/>
                  <a:pt x="867715" y="114209"/>
                  <a:pt x="870473" y="112407"/>
                </a:cubicBezTo>
                <a:lnTo>
                  <a:pt x="870473" y="130395"/>
                </a:lnTo>
                <a:close/>
                <a:moveTo>
                  <a:pt x="888398" y="48223"/>
                </a:moveTo>
                <a:cubicBezTo>
                  <a:pt x="892395" y="45914"/>
                  <a:pt x="897575" y="44042"/>
                  <a:pt x="903937" y="42607"/>
                </a:cubicBezTo>
                <a:cubicBezTo>
                  <a:pt x="910299" y="41171"/>
                  <a:pt x="916014" y="40453"/>
                  <a:pt x="921081" y="40453"/>
                </a:cubicBezTo>
                <a:cubicBezTo>
                  <a:pt x="945066" y="40453"/>
                  <a:pt x="957058" y="52614"/>
                  <a:pt x="957058" y="76937"/>
                </a:cubicBezTo>
                <a:lnTo>
                  <a:pt x="957058" y="131324"/>
                </a:lnTo>
                <a:lnTo>
                  <a:pt x="934593" y="131324"/>
                </a:lnTo>
                <a:lnTo>
                  <a:pt x="934593" y="118234"/>
                </a:lnTo>
                <a:lnTo>
                  <a:pt x="934171" y="118234"/>
                </a:lnTo>
                <a:cubicBezTo>
                  <a:pt x="928203" y="128425"/>
                  <a:pt x="919336" y="133520"/>
                  <a:pt x="907569" y="133520"/>
                </a:cubicBezTo>
                <a:cubicBezTo>
                  <a:pt x="899011" y="133520"/>
                  <a:pt x="892226" y="131113"/>
                  <a:pt x="887215" y="126299"/>
                </a:cubicBezTo>
                <a:cubicBezTo>
                  <a:pt x="882204" y="121486"/>
                  <a:pt x="879699" y="115025"/>
                  <a:pt x="879699" y="106917"/>
                </a:cubicBezTo>
                <a:cubicBezTo>
                  <a:pt x="879699" y="89971"/>
                  <a:pt x="889777" y="80146"/>
                  <a:pt x="909933" y="77443"/>
                </a:cubicBezTo>
                <a:lnTo>
                  <a:pt x="934678" y="74065"/>
                </a:lnTo>
                <a:cubicBezTo>
                  <a:pt x="934678" y="62749"/>
                  <a:pt x="929160" y="57090"/>
                  <a:pt x="918125" y="57090"/>
                </a:cubicBezTo>
                <a:cubicBezTo>
                  <a:pt x="907597" y="57090"/>
                  <a:pt x="897688" y="60384"/>
                  <a:pt x="888398" y="66971"/>
                </a:cubicBezTo>
                <a:lnTo>
                  <a:pt x="888398" y="48223"/>
                </a:lnTo>
                <a:moveTo>
                  <a:pt x="917027" y="90787"/>
                </a:moveTo>
                <a:cubicBezTo>
                  <a:pt x="906893" y="92082"/>
                  <a:pt x="901826" y="96614"/>
                  <a:pt x="901826" y="104384"/>
                </a:cubicBezTo>
                <a:cubicBezTo>
                  <a:pt x="901826" y="107875"/>
                  <a:pt x="903036" y="110718"/>
                  <a:pt x="905457" y="112914"/>
                </a:cubicBezTo>
                <a:cubicBezTo>
                  <a:pt x="907878" y="115109"/>
                  <a:pt x="911144" y="116207"/>
                  <a:pt x="915254" y="116207"/>
                </a:cubicBezTo>
                <a:cubicBezTo>
                  <a:pt x="920884" y="116207"/>
                  <a:pt x="925529" y="114223"/>
                  <a:pt x="929188" y="110253"/>
                </a:cubicBezTo>
                <a:cubicBezTo>
                  <a:pt x="932848" y="106284"/>
                  <a:pt x="934678" y="101287"/>
                  <a:pt x="934678" y="95263"/>
                </a:cubicBezTo>
                <a:lnTo>
                  <a:pt x="934678" y="88507"/>
                </a:lnTo>
                <a:lnTo>
                  <a:pt x="917027" y="90787"/>
                </a:lnTo>
                <a:close/>
                <a:moveTo>
                  <a:pt x="1030115" y="130395"/>
                </a:moveTo>
                <a:cubicBezTo>
                  <a:pt x="1026118" y="132422"/>
                  <a:pt x="1020544" y="133436"/>
                  <a:pt x="1013394" y="133436"/>
                </a:cubicBezTo>
                <a:cubicBezTo>
                  <a:pt x="995208" y="133436"/>
                  <a:pt x="986115" y="123808"/>
                  <a:pt x="986115" y="104553"/>
                </a:cubicBezTo>
                <a:lnTo>
                  <a:pt x="986115" y="60468"/>
                </a:lnTo>
                <a:lnTo>
                  <a:pt x="971420" y="60468"/>
                </a:lnTo>
                <a:lnTo>
                  <a:pt x="971420" y="42564"/>
                </a:lnTo>
                <a:lnTo>
                  <a:pt x="986115" y="42564"/>
                </a:lnTo>
                <a:lnTo>
                  <a:pt x="986115" y="22718"/>
                </a:lnTo>
                <a:lnTo>
                  <a:pt x="1009593" y="15877"/>
                </a:lnTo>
                <a:lnTo>
                  <a:pt x="1009593" y="42564"/>
                </a:lnTo>
                <a:lnTo>
                  <a:pt x="1030115" y="42564"/>
                </a:lnTo>
                <a:lnTo>
                  <a:pt x="1030115" y="60468"/>
                </a:lnTo>
                <a:lnTo>
                  <a:pt x="1009593" y="60468"/>
                </a:lnTo>
                <a:lnTo>
                  <a:pt x="1009593" y="100415"/>
                </a:lnTo>
                <a:cubicBezTo>
                  <a:pt x="1009593" y="110211"/>
                  <a:pt x="1013450" y="115109"/>
                  <a:pt x="1021163" y="115109"/>
                </a:cubicBezTo>
                <a:cubicBezTo>
                  <a:pt x="1024372" y="115109"/>
                  <a:pt x="1027356" y="114209"/>
                  <a:pt x="1030115" y="112407"/>
                </a:cubicBezTo>
                <a:lnTo>
                  <a:pt x="1030115" y="130395"/>
                </a:lnTo>
                <a:close/>
                <a:moveTo>
                  <a:pt x="1123375" y="93574"/>
                </a:moveTo>
                <a:lnTo>
                  <a:pt x="1064089" y="93574"/>
                </a:lnTo>
                <a:cubicBezTo>
                  <a:pt x="1065047" y="108663"/>
                  <a:pt x="1073604" y="116207"/>
                  <a:pt x="1089763" y="116207"/>
                </a:cubicBezTo>
                <a:cubicBezTo>
                  <a:pt x="1099616" y="116207"/>
                  <a:pt x="1108399" y="113617"/>
                  <a:pt x="1116112" y="108438"/>
                </a:cubicBezTo>
                <a:lnTo>
                  <a:pt x="1116112" y="126342"/>
                </a:lnTo>
                <a:cubicBezTo>
                  <a:pt x="1107892" y="131127"/>
                  <a:pt x="1097336" y="133520"/>
                  <a:pt x="1084443" y="133520"/>
                </a:cubicBezTo>
                <a:cubicBezTo>
                  <a:pt x="1070649" y="133520"/>
                  <a:pt x="1059909" y="129523"/>
                  <a:pt x="1052224" y="121528"/>
                </a:cubicBezTo>
                <a:cubicBezTo>
                  <a:pt x="1044539" y="113533"/>
                  <a:pt x="1040696" y="102357"/>
                  <a:pt x="1040696" y="88000"/>
                </a:cubicBezTo>
                <a:cubicBezTo>
                  <a:pt x="1040696" y="73924"/>
                  <a:pt x="1044820" y="62481"/>
                  <a:pt x="1053068" y="53670"/>
                </a:cubicBezTo>
                <a:cubicBezTo>
                  <a:pt x="1061317" y="44859"/>
                  <a:pt x="1071634" y="40453"/>
                  <a:pt x="1084020" y="40453"/>
                </a:cubicBezTo>
                <a:cubicBezTo>
                  <a:pt x="1096407" y="40453"/>
                  <a:pt x="1106063" y="44253"/>
                  <a:pt x="1112988" y="51854"/>
                </a:cubicBezTo>
                <a:cubicBezTo>
                  <a:pt x="1119913" y="59455"/>
                  <a:pt x="1123375" y="69899"/>
                  <a:pt x="1123375" y="83186"/>
                </a:cubicBezTo>
                <a:lnTo>
                  <a:pt x="1123375" y="93574"/>
                </a:lnTo>
                <a:moveTo>
                  <a:pt x="1101164" y="78119"/>
                </a:moveTo>
                <a:cubicBezTo>
                  <a:pt x="1101164" y="64043"/>
                  <a:pt x="1095365" y="57006"/>
                  <a:pt x="1083767" y="57006"/>
                </a:cubicBezTo>
                <a:cubicBezTo>
                  <a:pt x="1078925" y="57006"/>
                  <a:pt x="1074660" y="58920"/>
                  <a:pt x="1070972" y="62749"/>
                </a:cubicBezTo>
                <a:cubicBezTo>
                  <a:pt x="1067285" y="66577"/>
                  <a:pt x="1064990" y="71701"/>
                  <a:pt x="1064089" y="78119"/>
                </a:cubicBezTo>
                <a:lnTo>
                  <a:pt x="1101164" y="78119"/>
                </a:lnTo>
                <a:close/>
                <a:moveTo>
                  <a:pt x="1138792" y="108522"/>
                </a:moveTo>
                <a:cubicBezTo>
                  <a:pt x="1147575" y="114040"/>
                  <a:pt x="1156245" y="116798"/>
                  <a:pt x="1164803" y="116798"/>
                </a:cubicBezTo>
                <a:cubicBezTo>
                  <a:pt x="1175839" y="116798"/>
                  <a:pt x="1181356" y="113674"/>
                  <a:pt x="1181356" y="107424"/>
                </a:cubicBezTo>
                <a:cubicBezTo>
                  <a:pt x="1181356" y="103089"/>
                  <a:pt x="1176993" y="99429"/>
                  <a:pt x="1168266" y="96445"/>
                </a:cubicBezTo>
                <a:cubicBezTo>
                  <a:pt x="1155542" y="92166"/>
                  <a:pt x="1147462" y="87958"/>
                  <a:pt x="1144028" y="83820"/>
                </a:cubicBezTo>
                <a:cubicBezTo>
                  <a:pt x="1140594" y="79681"/>
                  <a:pt x="1138876" y="74375"/>
                  <a:pt x="1138876" y="67900"/>
                </a:cubicBezTo>
                <a:cubicBezTo>
                  <a:pt x="1138876" y="59342"/>
                  <a:pt x="1142367" y="52628"/>
                  <a:pt x="1149349" y="47758"/>
                </a:cubicBezTo>
                <a:cubicBezTo>
                  <a:pt x="1156330" y="42888"/>
                  <a:pt x="1165310" y="40453"/>
                  <a:pt x="1176289" y="40453"/>
                </a:cubicBezTo>
                <a:cubicBezTo>
                  <a:pt x="1183946" y="40453"/>
                  <a:pt x="1191603" y="41663"/>
                  <a:pt x="1199260" y="44084"/>
                </a:cubicBezTo>
                <a:lnTo>
                  <a:pt x="1199260" y="63255"/>
                </a:lnTo>
                <a:cubicBezTo>
                  <a:pt x="1192335" y="59145"/>
                  <a:pt x="1184762" y="57090"/>
                  <a:pt x="1176542" y="57090"/>
                </a:cubicBezTo>
                <a:cubicBezTo>
                  <a:pt x="1172207" y="57090"/>
                  <a:pt x="1168716" y="57907"/>
                  <a:pt x="1166070" y="59539"/>
                </a:cubicBezTo>
                <a:cubicBezTo>
                  <a:pt x="1163424" y="61172"/>
                  <a:pt x="1162101" y="63340"/>
                  <a:pt x="1162101" y="66042"/>
                </a:cubicBezTo>
                <a:cubicBezTo>
                  <a:pt x="1162101" y="70490"/>
                  <a:pt x="1165789" y="74009"/>
                  <a:pt x="1173164" y="76599"/>
                </a:cubicBezTo>
                <a:cubicBezTo>
                  <a:pt x="1181553" y="79639"/>
                  <a:pt x="1187718" y="82187"/>
                  <a:pt x="1191659" y="84242"/>
                </a:cubicBezTo>
                <a:cubicBezTo>
                  <a:pt x="1195601" y="86297"/>
                  <a:pt x="1198669" y="89098"/>
                  <a:pt x="1200865" y="92645"/>
                </a:cubicBezTo>
                <a:cubicBezTo>
                  <a:pt x="1203061" y="96192"/>
                  <a:pt x="1204158" y="100358"/>
                  <a:pt x="1204158" y="105144"/>
                </a:cubicBezTo>
                <a:cubicBezTo>
                  <a:pt x="1204158" y="114152"/>
                  <a:pt x="1200569" y="121134"/>
                  <a:pt x="1193391" y="126088"/>
                </a:cubicBezTo>
                <a:cubicBezTo>
                  <a:pt x="1186212" y="131043"/>
                  <a:pt x="1176739" y="133520"/>
                  <a:pt x="1164972" y="133520"/>
                </a:cubicBezTo>
                <a:cubicBezTo>
                  <a:pt x="1155063" y="133520"/>
                  <a:pt x="1146336" y="131944"/>
                  <a:pt x="1138792" y="128791"/>
                </a:cubicBezTo>
                <a:lnTo>
                  <a:pt x="1138792" y="108522"/>
                </a:lnTo>
                <a:close/>
                <a:moveTo>
                  <a:pt x="1312010" y="159532"/>
                </a:moveTo>
                <a:cubicBezTo>
                  <a:pt x="1293543" y="139038"/>
                  <a:pt x="1284309" y="113814"/>
                  <a:pt x="1284309" y="83862"/>
                </a:cubicBezTo>
                <a:cubicBezTo>
                  <a:pt x="1284309" y="54528"/>
                  <a:pt x="1293543" y="28911"/>
                  <a:pt x="1312010" y="7010"/>
                </a:cubicBezTo>
                <a:lnTo>
                  <a:pt x="1331434" y="7010"/>
                </a:lnTo>
                <a:cubicBezTo>
                  <a:pt x="1313755" y="29812"/>
                  <a:pt x="1304916" y="55401"/>
                  <a:pt x="1304916" y="83777"/>
                </a:cubicBezTo>
                <a:cubicBezTo>
                  <a:pt x="1304916" y="111928"/>
                  <a:pt x="1313755" y="137180"/>
                  <a:pt x="1331434" y="159532"/>
                </a:cubicBezTo>
                <a:lnTo>
                  <a:pt x="1312010" y="159532"/>
                </a:lnTo>
                <a:close/>
                <a:moveTo>
                  <a:pt x="1345504" y="105735"/>
                </a:moveTo>
                <a:cubicBezTo>
                  <a:pt x="1353893" y="111985"/>
                  <a:pt x="1363577" y="115109"/>
                  <a:pt x="1374556" y="115109"/>
                </a:cubicBezTo>
                <a:cubicBezTo>
                  <a:pt x="1381763" y="115109"/>
                  <a:pt x="1387562" y="113463"/>
                  <a:pt x="1391953" y="110169"/>
                </a:cubicBezTo>
                <a:cubicBezTo>
                  <a:pt x="1396345" y="106875"/>
                  <a:pt x="1398541" y="102160"/>
                  <a:pt x="1398541" y="96023"/>
                </a:cubicBezTo>
                <a:cubicBezTo>
                  <a:pt x="1398541" y="83130"/>
                  <a:pt x="1388800" y="76683"/>
                  <a:pt x="1369320" y="76683"/>
                </a:cubicBezTo>
                <a:lnTo>
                  <a:pt x="1358341" y="76683"/>
                </a:lnTo>
                <a:lnTo>
                  <a:pt x="1358341" y="58273"/>
                </a:lnTo>
                <a:lnTo>
                  <a:pt x="1368560" y="58273"/>
                </a:lnTo>
                <a:cubicBezTo>
                  <a:pt x="1386014" y="58273"/>
                  <a:pt x="1394740" y="52248"/>
                  <a:pt x="1394740" y="40200"/>
                </a:cubicBezTo>
                <a:cubicBezTo>
                  <a:pt x="1394740" y="28939"/>
                  <a:pt x="1388040" y="23309"/>
                  <a:pt x="1374641" y="23309"/>
                </a:cubicBezTo>
                <a:cubicBezTo>
                  <a:pt x="1366252" y="23309"/>
                  <a:pt x="1358116" y="26068"/>
                  <a:pt x="1350234" y="31585"/>
                </a:cubicBezTo>
                <a:lnTo>
                  <a:pt x="1350234" y="11739"/>
                </a:lnTo>
                <a:cubicBezTo>
                  <a:pt x="1358679" y="7235"/>
                  <a:pt x="1368644" y="4983"/>
                  <a:pt x="1380130" y="4983"/>
                </a:cubicBezTo>
                <a:cubicBezTo>
                  <a:pt x="1391559" y="4983"/>
                  <a:pt x="1400849" y="7685"/>
                  <a:pt x="1407999" y="13090"/>
                </a:cubicBezTo>
                <a:cubicBezTo>
                  <a:pt x="1415150" y="18495"/>
                  <a:pt x="1418725" y="25983"/>
                  <a:pt x="1418725" y="35555"/>
                </a:cubicBezTo>
                <a:cubicBezTo>
                  <a:pt x="1418725" y="51713"/>
                  <a:pt x="1410477" y="61960"/>
                  <a:pt x="1393980" y="66296"/>
                </a:cubicBezTo>
                <a:lnTo>
                  <a:pt x="1393980" y="66633"/>
                </a:lnTo>
                <a:cubicBezTo>
                  <a:pt x="1402594" y="67534"/>
                  <a:pt x="1409520" y="70701"/>
                  <a:pt x="1414756" y="76134"/>
                </a:cubicBezTo>
                <a:cubicBezTo>
                  <a:pt x="1419992" y="81567"/>
                  <a:pt x="1422610" y="88141"/>
                  <a:pt x="1422610" y="95854"/>
                </a:cubicBezTo>
                <a:cubicBezTo>
                  <a:pt x="1422610" y="107621"/>
                  <a:pt x="1418345" y="116841"/>
                  <a:pt x="1409815" y="123512"/>
                </a:cubicBezTo>
                <a:cubicBezTo>
                  <a:pt x="1401285" y="130184"/>
                  <a:pt x="1389983" y="133520"/>
                  <a:pt x="1375907" y="133520"/>
                </a:cubicBezTo>
                <a:cubicBezTo>
                  <a:pt x="1363521" y="133520"/>
                  <a:pt x="1353387" y="131381"/>
                  <a:pt x="1345504" y="127102"/>
                </a:cubicBezTo>
                <a:lnTo>
                  <a:pt x="1345504" y="105735"/>
                </a:lnTo>
                <a:close/>
                <a:moveTo>
                  <a:pt x="1439317" y="71278"/>
                </a:moveTo>
                <a:cubicBezTo>
                  <a:pt x="1439317" y="49658"/>
                  <a:pt x="1443187" y="33204"/>
                  <a:pt x="1450929" y="21916"/>
                </a:cubicBezTo>
                <a:cubicBezTo>
                  <a:pt x="1458670" y="10627"/>
                  <a:pt x="1469917" y="4983"/>
                  <a:pt x="1484668" y="4983"/>
                </a:cubicBezTo>
                <a:cubicBezTo>
                  <a:pt x="1512706" y="4983"/>
                  <a:pt x="1526725" y="26124"/>
                  <a:pt x="1526725" y="68407"/>
                </a:cubicBezTo>
                <a:cubicBezTo>
                  <a:pt x="1526725" y="89239"/>
                  <a:pt x="1522911" y="105299"/>
                  <a:pt x="1515282" y="116587"/>
                </a:cubicBezTo>
                <a:cubicBezTo>
                  <a:pt x="1507653" y="127876"/>
                  <a:pt x="1496604" y="133520"/>
                  <a:pt x="1482134" y="133520"/>
                </a:cubicBezTo>
                <a:cubicBezTo>
                  <a:pt x="1453589" y="133520"/>
                  <a:pt x="1439317" y="112773"/>
                  <a:pt x="1439317" y="71278"/>
                </a:cubicBezTo>
                <a:moveTo>
                  <a:pt x="1463217" y="70687"/>
                </a:moveTo>
                <a:cubicBezTo>
                  <a:pt x="1463217" y="100302"/>
                  <a:pt x="1469860" y="115109"/>
                  <a:pt x="1483148" y="115109"/>
                </a:cubicBezTo>
                <a:cubicBezTo>
                  <a:pt x="1496154" y="115109"/>
                  <a:pt x="1502656" y="99908"/>
                  <a:pt x="1502656" y="69505"/>
                </a:cubicBezTo>
                <a:cubicBezTo>
                  <a:pt x="1502656" y="38708"/>
                  <a:pt x="1496294" y="23309"/>
                  <a:pt x="1483570" y="23309"/>
                </a:cubicBezTo>
                <a:cubicBezTo>
                  <a:pt x="1470001" y="23309"/>
                  <a:pt x="1463217" y="39102"/>
                  <a:pt x="1463217" y="70687"/>
                </a:cubicBezTo>
                <a:close/>
                <a:moveTo>
                  <a:pt x="1534058" y="159532"/>
                </a:moveTo>
                <a:cubicBezTo>
                  <a:pt x="1551850" y="137574"/>
                  <a:pt x="1560745" y="112322"/>
                  <a:pt x="1560745" y="83777"/>
                </a:cubicBezTo>
                <a:cubicBezTo>
                  <a:pt x="1560745" y="55514"/>
                  <a:pt x="1551850" y="29924"/>
                  <a:pt x="1534058" y="7010"/>
                </a:cubicBezTo>
                <a:lnTo>
                  <a:pt x="1553651" y="7010"/>
                </a:lnTo>
                <a:cubicBezTo>
                  <a:pt x="1572175" y="29024"/>
                  <a:pt x="1581436" y="54641"/>
                  <a:pt x="1581436" y="83862"/>
                </a:cubicBezTo>
                <a:cubicBezTo>
                  <a:pt x="1581436" y="113589"/>
                  <a:pt x="1572146" y="138812"/>
                  <a:pt x="1553567" y="159532"/>
                </a:cubicBezTo>
                <a:lnTo>
                  <a:pt x="1534058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•Turla(5)">
            <a:extLst xmlns:a="http://schemas.openxmlformats.org/drawingml/2006/main">
              <a:ext uri="{FF2B5EF4-FFF2-40B4-BE49-F238E27FC236}">
                <a16:creationId xmlns:a16="http://schemas.microsoft.com/office/drawing/2014/main" id="{FFB1E616-81D8-47D6-834A-7C974621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53" y="2778883"/>
            <a:ext cx="789958" cy="159532"/>
          </a:xfrm>
          <a:custGeom xmlns:a="http://schemas.openxmlformats.org/drawingml/2006/main">
            <a:pathLst>
              <a:path w="789958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01644" y="27025"/>
                </a:moveTo>
                <a:lnTo>
                  <a:pt x="166090" y="27025"/>
                </a:lnTo>
                <a:lnTo>
                  <a:pt x="166090" y="131324"/>
                </a:lnTo>
                <a:lnTo>
                  <a:pt x="141936" y="131324"/>
                </a:lnTo>
                <a:lnTo>
                  <a:pt x="141936" y="27025"/>
                </a:lnTo>
                <a:lnTo>
                  <a:pt x="106466" y="27025"/>
                </a:lnTo>
                <a:lnTo>
                  <a:pt x="106466" y="7010"/>
                </a:lnTo>
                <a:lnTo>
                  <a:pt x="201644" y="7010"/>
                </a:lnTo>
                <a:lnTo>
                  <a:pt x="201644" y="27025"/>
                </a:lnTo>
                <a:close/>
                <a:moveTo>
                  <a:pt x="298016" y="131324"/>
                </a:moveTo>
                <a:lnTo>
                  <a:pt x="274538" y="131324"/>
                </a:lnTo>
                <a:lnTo>
                  <a:pt x="274538" y="117643"/>
                </a:lnTo>
                <a:lnTo>
                  <a:pt x="274116" y="117643"/>
                </a:lnTo>
                <a:cubicBezTo>
                  <a:pt x="267585" y="128228"/>
                  <a:pt x="258520" y="133520"/>
                  <a:pt x="246922" y="133520"/>
                </a:cubicBezTo>
                <a:cubicBezTo>
                  <a:pt x="226146" y="133520"/>
                  <a:pt x="215759" y="121021"/>
                  <a:pt x="215759" y="96023"/>
                </a:cubicBezTo>
                <a:lnTo>
                  <a:pt x="215759" y="42564"/>
                </a:lnTo>
                <a:lnTo>
                  <a:pt x="239321" y="42564"/>
                </a:lnTo>
                <a:lnTo>
                  <a:pt x="239321" y="93574"/>
                </a:lnTo>
                <a:cubicBezTo>
                  <a:pt x="239321" y="107931"/>
                  <a:pt x="244895" y="115109"/>
                  <a:pt x="256043" y="115109"/>
                </a:cubicBezTo>
                <a:cubicBezTo>
                  <a:pt x="261504" y="115109"/>
                  <a:pt x="265952" y="113153"/>
                  <a:pt x="269386" y="109240"/>
                </a:cubicBezTo>
                <a:cubicBezTo>
                  <a:pt x="272821" y="105327"/>
                  <a:pt x="274538" y="100077"/>
                  <a:pt x="274538" y="93489"/>
                </a:cubicBezTo>
                <a:lnTo>
                  <a:pt x="274538" y="42564"/>
                </a:lnTo>
                <a:lnTo>
                  <a:pt x="298016" y="42564"/>
                </a:lnTo>
                <a:lnTo>
                  <a:pt x="298016" y="131324"/>
                </a:lnTo>
                <a:close/>
                <a:moveTo>
                  <a:pt x="376910" y="64269"/>
                </a:moveTo>
                <a:cubicBezTo>
                  <a:pt x="373814" y="62411"/>
                  <a:pt x="370013" y="61482"/>
                  <a:pt x="365509" y="61482"/>
                </a:cubicBezTo>
                <a:cubicBezTo>
                  <a:pt x="359597" y="61482"/>
                  <a:pt x="354868" y="63889"/>
                  <a:pt x="351321" y="68702"/>
                </a:cubicBezTo>
                <a:cubicBezTo>
                  <a:pt x="347774" y="73516"/>
                  <a:pt x="346001" y="79977"/>
                  <a:pt x="346001" y="88084"/>
                </a:cubicBezTo>
                <a:lnTo>
                  <a:pt x="346001" y="131324"/>
                </a:lnTo>
                <a:lnTo>
                  <a:pt x="322438" y="131324"/>
                </a:lnTo>
                <a:lnTo>
                  <a:pt x="322438" y="42564"/>
                </a:lnTo>
                <a:lnTo>
                  <a:pt x="346001" y="42564"/>
                </a:lnTo>
                <a:lnTo>
                  <a:pt x="346001" y="59624"/>
                </a:lnTo>
                <a:lnTo>
                  <a:pt x="346254" y="59624"/>
                </a:lnTo>
                <a:cubicBezTo>
                  <a:pt x="350589" y="47237"/>
                  <a:pt x="358387" y="41044"/>
                  <a:pt x="369647" y="41044"/>
                </a:cubicBezTo>
                <a:cubicBezTo>
                  <a:pt x="372857" y="41044"/>
                  <a:pt x="375278" y="41438"/>
                  <a:pt x="376910" y="42226"/>
                </a:cubicBezTo>
                <a:lnTo>
                  <a:pt x="376910" y="64269"/>
                </a:lnTo>
                <a:close/>
                <a:moveTo>
                  <a:pt x="390246" y="131324"/>
                </a:moveTo>
                <a:lnTo>
                  <a:pt x="390246" y="0"/>
                </a:lnTo>
                <a:lnTo>
                  <a:pt x="413724" y="0"/>
                </a:lnTo>
                <a:lnTo>
                  <a:pt x="413724" y="131324"/>
                </a:lnTo>
                <a:lnTo>
                  <a:pt x="390246" y="131324"/>
                </a:lnTo>
                <a:close/>
                <a:moveTo>
                  <a:pt x="439395" y="48223"/>
                </a:moveTo>
                <a:cubicBezTo>
                  <a:pt x="443392" y="45914"/>
                  <a:pt x="448572" y="44042"/>
                  <a:pt x="454934" y="42607"/>
                </a:cubicBezTo>
                <a:cubicBezTo>
                  <a:pt x="461296" y="41171"/>
                  <a:pt x="467011" y="40453"/>
                  <a:pt x="472078" y="40453"/>
                </a:cubicBezTo>
                <a:cubicBezTo>
                  <a:pt x="496063" y="40453"/>
                  <a:pt x="508055" y="52614"/>
                  <a:pt x="508055" y="76937"/>
                </a:cubicBezTo>
                <a:lnTo>
                  <a:pt x="508055" y="131324"/>
                </a:lnTo>
                <a:lnTo>
                  <a:pt x="485590" y="131324"/>
                </a:lnTo>
                <a:lnTo>
                  <a:pt x="485590" y="118234"/>
                </a:lnTo>
                <a:lnTo>
                  <a:pt x="485168" y="118234"/>
                </a:lnTo>
                <a:cubicBezTo>
                  <a:pt x="479200" y="128425"/>
                  <a:pt x="470333" y="133520"/>
                  <a:pt x="458566" y="133520"/>
                </a:cubicBezTo>
                <a:cubicBezTo>
                  <a:pt x="450008" y="133520"/>
                  <a:pt x="443223" y="131113"/>
                  <a:pt x="438212" y="126299"/>
                </a:cubicBezTo>
                <a:cubicBezTo>
                  <a:pt x="433202" y="121486"/>
                  <a:pt x="430696" y="115025"/>
                  <a:pt x="430696" y="106917"/>
                </a:cubicBezTo>
                <a:cubicBezTo>
                  <a:pt x="430696" y="89971"/>
                  <a:pt x="440774" y="80146"/>
                  <a:pt x="460930" y="77443"/>
                </a:cubicBezTo>
                <a:lnTo>
                  <a:pt x="485675" y="74065"/>
                </a:lnTo>
                <a:cubicBezTo>
                  <a:pt x="485675" y="62749"/>
                  <a:pt x="480157" y="57090"/>
                  <a:pt x="469122" y="57090"/>
                </a:cubicBezTo>
                <a:cubicBezTo>
                  <a:pt x="458594" y="57090"/>
                  <a:pt x="448685" y="60384"/>
                  <a:pt x="439395" y="66971"/>
                </a:cubicBezTo>
                <a:lnTo>
                  <a:pt x="439395" y="48223"/>
                </a:lnTo>
                <a:moveTo>
                  <a:pt x="468024" y="90787"/>
                </a:moveTo>
                <a:cubicBezTo>
                  <a:pt x="457890" y="92082"/>
                  <a:pt x="452823" y="96614"/>
                  <a:pt x="452823" y="104384"/>
                </a:cubicBezTo>
                <a:cubicBezTo>
                  <a:pt x="452823" y="107875"/>
                  <a:pt x="454033" y="110718"/>
                  <a:pt x="456454" y="112914"/>
                </a:cubicBezTo>
                <a:cubicBezTo>
                  <a:pt x="458875" y="115109"/>
                  <a:pt x="462141" y="116207"/>
                  <a:pt x="466251" y="116207"/>
                </a:cubicBezTo>
                <a:cubicBezTo>
                  <a:pt x="471881" y="116207"/>
                  <a:pt x="476526" y="114223"/>
                  <a:pt x="480185" y="110253"/>
                </a:cubicBezTo>
                <a:cubicBezTo>
                  <a:pt x="483845" y="106284"/>
                  <a:pt x="485675" y="101287"/>
                  <a:pt x="485675" y="95263"/>
                </a:cubicBezTo>
                <a:lnTo>
                  <a:pt x="485675" y="88507"/>
                </a:lnTo>
                <a:lnTo>
                  <a:pt x="468024" y="90787"/>
                </a:lnTo>
                <a:close/>
                <a:moveTo>
                  <a:pt x="620108" y="159532"/>
                </a:moveTo>
                <a:cubicBezTo>
                  <a:pt x="601641" y="139038"/>
                  <a:pt x="592408" y="113814"/>
                  <a:pt x="592408" y="83862"/>
                </a:cubicBezTo>
                <a:cubicBezTo>
                  <a:pt x="592408" y="54528"/>
                  <a:pt x="601641" y="28911"/>
                  <a:pt x="620108" y="7010"/>
                </a:cubicBezTo>
                <a:lnTo>
                  <a:pt x="639533" y="7010"/>
                </a:lnTo>
                <a:cubicBezTo>
                  <a:pt x="621854" y="29812"/>
                  <a:pt x="613014" y="55401"/>
                  <a:pt x="613014" y="83777"/>
                </a:cubicBezTo>
                <a:cubicBezTo>
                  <a:pt x="613014" y="111928"/>
                  <a:pt x="621854" y="137180"/>
                  <a:pt x="639533" y="159532"/>
                </a:cubicBezTo>
                <a:lnTo>
                  <a:pt x="620108" y="159532"/>
                </a:lnTo>
                <a:close/>
                <a:moveTo>
                  <a:pt x="654026" y="127608"/>
                </a:moveTo>
                <a:lnTo>
                  <a:pt x="654026" y="106242"/>
                </a:lnTo>
                <a:cubicBezTo>
                  <a:pt x="657798" y="109113"/>
                  <a:pt x="662091" y="111309"/>
                  <a:pt x="666905" y="112829"/>
                </a:cubicBezTo>
                <a:cubicBezTo>
                  <a:pt x="671718" y="114349"/>
                  <a:pt x="676434" y="115109"/>
                  <a:pt x="681050" y="115109"/>
                </a:cubicBezTo>
                <a:cubicBezTo>
                  <a:pt x="688989" y="115109"/>
                  <a:pt x="695239" y="113195"/>
                  <a:pt x="699799" y="109367"/>
                </a:cubicBezTo>
                <a:cubicBezTo>
                  <a:pt x="704359" y="105538"/>
                  <a:pt x="706640" y="100217"/>
                  <a:pt x="706640" y="93405"/>
                </a:cubicBezTo>
                <a:cubicBezTo>
                  <a:pt x="706640" y="86311"/>
                  <a:pt x="704233" y="81145"/>
                  <a:pt x="699419" y="77908"/>
                </a:cubicBezTo>
                <a:cubicBezTo>
                  <a:pt x="694605" y="74670"/>
                  <a:pt x="687216" y="73052"/>
                  <a:pt x="677250" y="73052"/>
                </a:cubicBezTo>
                <a:cubicBezTo>
                  <a:pt x="670494" y="73052"/>
                  <a:pt x="663400" y="73643"/>
                  <a:pt x="655968" y="74825"/>
                </a:cubicBezTo>
                <a:lnTo>
                  <a:pt x="660613" y="7010"/>
                </a:lnTo>
                <a:lnTo>
                  <a:pt x="724966" y="7010"/>
                </a:lnTo>
                <a:lnTo>
                  <a:pt x="724966" y="26603"/>
                </a:lnTo>
                <a:lnTo>
                  <a:pt x="680037" y="26603"/>
                </a:lnTo>
                <a:lnTo>
                  <a:pt x="677926" y="55486"/>
                </a:lnTo>
                <a:cubicBezTo>
                  <a:pt x="684231" y="54754"/>
                  <a:pt x="688398" y="54388"/>
                  <a:pt x="690425" y="54388"/>
                </a:cubicBezTo>
                <a:cubicBezTo>
                  <a:pt x="702530" y="54388"/>
                  <a:pt x="712256" y="57710"/>
                  <a:pt x="719603" y="64353"/>
                </a:cubicBezTo>
                <a:cubicBezTo>
                  <a:pt x="726951" y="70997"/>
                  <a:pt x="730624" y="79836"/>
                  <a:pt x="730624" y="90871"/>
                </a:cubicBezTo>
                <a:cubicBezTo>
                  <a:pt x="730624" y="104215"/>
                  <a:pt x="726402" y="114659"/>
                  <a:pt x="717956" y="122203"/>
                </a:cubicBezTo>
                <a:cubicBezTo>
                  <a:pt x="709511" y="129748"/>
                  <a:pt x="697969" y="133520"/>
                  <a:pt x="683331" y="133520"/>
                </a:cubicBezTo>
                <a:cubicBezTo>
                  <a:pt x="671057" y="133520"/>
                  <a:pt x="661288" y="131550"/>
                  <a:pt x="654026" y="127608"/>
                </a:cubicBezTo>
                <a:close/>
                <a:moveTo>
                  <a:pt x="742580" y="159532"/>
                </a:moveTo>
                <a:cubicBezTo>
                  <a:pt x="760372" y="137574"/>
                  <a:pt x="769267" y="112322"/>
                  <a:pt x="769267" y="83777"/>
                </a:cubicBezTo>
                <a:cubicBezTo>
                  <a:pt x="769267" y="55514"/>
                  <a:pt x="760372" y="29924"/>
                  <a:pt x="742580" y="7010"/>
                </a:cubicBezTo>
                <a:lnTo>
                  <a:pt x="762173" y="7010"/>
                </a:lnTo>
                <a:cubicBezTo>
                  <a:pt x="780697" y="29024"/>
                  <a:pt x="789958" y="54641"/>
                  <a:pt x="789958" y="83862"/>
                </a:cubicBezTo>
                <a:cubicBezTo>
                  <a:pt x="789958" y="113589"/>
                  <a:pt x="780668" y="138812"/>
                  <a:pt x="762089" y="159532"/>
                </a:cubicBezTo>
                <a:lnTo>
                  <a:pt x="742580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•SpearPhishing(45)">
            <a:extLst xmlns:a="http://schemas.openxmlformats.org/drawingml/2006/main">
              <a:ext uri="{FF2B5EF4-FFF2-40B4-BE49-F238E27FC236}">
                <a16:creationId xmlns:a16="http://schemas.microsoft.com/office/drawing/2014/main" id="{FB8AA1E7-5852-4584-9F3E-5092BD3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53" y="2985682"/>
            <a:ext cx="1698309" cy="173044"/>
          </a:xfrm>
          <a:custGeom xmlns:a="http://schemas.openxmlformats.org/drawingml/2006/main">
            <a:pathLst>
              <a:path w="1698309" h="173044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12631" y="101850"/>
                </a:moveTo>
                <a:cubicBezTo>
                  <a:pt x="122484" y="110014"/>
                  <a:pt x="133772" y="114096"/>
                  <a:pt x="146496" y="114096"/>
                </a:cubicBezTo>
                <a:cubicBezTo>
                  <a:pt x="154154" y="114096"/>
                  <a:pt x="159868" y="112759"/>
                  <a:pt x="163640" y="110084"/>
                </a:cubicBezTo>
                <a:cubicBezTo>
                  <a:pt x="167413" y="107410"/>
                  <a:pt x="169299" y="103905"/>
                  <a:pt x="169299" y="99570"/>
                </a:cubicBezTo>
                <a:cubicBezTo>
                  <a:pt x="169299" y="95798"/>
                  <a:pt x="167722" y="92335"/>
                  <a:pt x="164569" y="89182"/>
                </a:cubicBezTo>
                <a:cubicBezTo>
                  <a:pt x="161417" y="86029"/>
                  <a:pt x="153788" y="81863"/>
                  <a:pt x="141683" y="76683"/>
                </a:cubicBezTo>
                <a:cubicBezTo>
                  <a:pt x="131379" y="72066"/>
                  <a:pt x="123905" y="66873"/>
                  <a:pt x="119260" y="61102"/>
                </a:cubicBezTo>
                <a:cubicBezTo>
                  <a:pt x="114616" y="55331"/>
                  <a:pt x="112293" y="48560"/>
                  <a:pt x="112293" y="40791"/>
                </a:cubicBezTo>
                <a:cubicBezTo>
                  <a:pt x="112293" y="29587"/>
                  <a:pt x="116628" y="20818"/>
                  <a:pt x="125299" y="14484"/>
                </a:cubicBezTo>
                <a:cubicBezTo>
                  <a:pt x="133969" y="8150"/>
                  <a:pt x="145342" y="4983"/>
                  <a:pt x="159418" y="4983"/>
                </a:cubicBezTo>
                <a:cubicBezTo>
                  <a:pt x="172029" y="4983"/>
                  <a:pt x="181967" y="6559"/>
                  <a:pt x="189230" y="9712"/>
                </a:cubicBezTo>
                <a:lnTo>
                  <a:pt x="189230" y="32768"/>
                </a:lnTo>
                <a:cubicBezTo>
                  <a:pt x="181178" y="27250"/>
                  <a:pt x="171466" y="24491"/>
                  <a:pt x="160093" y="24491"/>
                </a:cubicBezTo>
                <a:cubicBezTo>
                  <a:pt x="153393" y="24491"/>
                  <a:pt x="147974" y="25758"/>
                  <a:pt x="143836" y="28292"/>
                </a:cubicBezTo>
                <a:cubicBezTo>
                  <a:pt x="139698" y="30825"/>
                  <a:pt x="137629" y="34316"/>
                  <a:pt x="137629" y="38764"/>
                </a:cubicBezTo>
                <a:cubicBezTo>
                  <a:pt x="137629" y="42311"/>
                  <a:pt x="139065" y="45548"/>
                  <a:pt x="141936" y="48476"/>
                </a:cubicBezTo>
                <a:cubicBezTo>
                  <a:pt x="144807" y="51404"/>
                  <a:pt x="151536" y="55204"/>
                  <a:pt x="162120" y="59877"/>
                </a:cubicBezTo>
                <a:cubicBezTo>
                  <a:pt x="174281" y="65170"/>
                  <a:pt x="182727" y="70729"/>
                  <a:pt x="187456" y="76557"/>
                </a:cubicBezTo>
                <a:cubicBezTo>
                  <a:pt x="192186" y="82384"/>
                  <a:pt x="194550" y="89351"/>
                  <a:pt x="194550" y="97459"/>
                </a:cubicBezTo>
                <a:cubicBezTo>
                  <a:pt x="194550" y="109169"/>
                  <a:pt x="190370" y="118107"/>
                  <a:pt x="182009" y="124272"/>
                </a:cubicBezTo>
                <a:cubicBezTo>
                  <a:pt x="173648" y="130438"/>
                  <a:pt x="161923" y="133520"/>
                  <a:pt x="146834" y="133520"/>
                </a:cubicBezTo>
                <a:cubicBezTo>
                  <a:pt x="132815" y="133520"/>
                  <a:pt x="121414" y="131184"/>
                  <a:pt x="112631" y="126510"/>
                </a:cubicBezTo>
                <a:lnTo>
                  <a:pt x="112631" y="101850"/>
                </a:lnTo>
                <a:close/>
                <a:moveTo>
                  <a:pt x="237382" y="120261"/>
                </a:moveTo>
                <a:lnTo>
                  <a:pt x="237382" y="172200"/>
                </a:lnTo>
                <a:lnTo>
                  <a:pt x="213820" y="172200"/>
                </a:lnTo>
                <a:lnTo>
                  <a:pt x="213820" y="42564"/>
                </a:lnTo>
                <a:lnTo>
                  <a:pt x="237382" y="42564"/>
                </a:lnTo>
                <a:lnTo>
                  <a:pt x="237382" y="56583"/>
                </a:lnTo>
                <a:lnTo>
                  <a:pt x="237635" y="56583"/>
                </a:lnTo>
                <a:cubicBezTo>
                  <a:pt x="244504" y="45830"/>
                  <a:pt x="254245" y="40453"/>
                  <a:pt x="266856" y="40453"/>
                </a:cubicBezTo>
                <a:cubicBezTo>
                  <a:pt x="278060" y="40453"/>
                  <a:pt x="286886" y="44366"/>
                  <a:pt x="293332" y="52192"/>
                </a:cubicBezTo>
                <a:cubicBezTo>
                  <a:pt x="299779" y="60018"/>
                  <a:pt x="303002" y="70772"/>
                  <a:pt x="303002" y="84453"/>
                </a:cubicBezTo>
                <a:cubicBezTo>
                  <a:pt x="303002" y="99204"/>
                  <a:pt x="299328" y="111070"/>
                  <a:pt x="291981" y="120050"/>
                </a:cubicBezTo>
                <a:cubicBezTo>
                  <a:pt x="284633" y="129030"/>
                  <a:pt x="274907" y="133520"/>
                  <a:pt x="262802" y="133520"/>
                </a:cubicBezTo>
                <a:cubicBezTo>
                  <a:pt x="251880" y="133520"/>
                  <a:pt x="243491" y="129100"/>
                  <a:pt x="237635" y="120261"/>
                </a:cubicBezTo>
                <a:lnTo>
                  <a:pt x="237382" y="120261"/>
                </a:lnTo>
                <a:moveTo>
                  <a:pt x="237044" y="92729"/>
                </a:moveTo>
                <a:cubicBezTo>
                  <a:pt x="237044" y="99148"/>
                  <a:pt x="238902" y="104482"/>
                  <a:pt x="242618" y="108733"/>
                </a:cubicBezTo>
                <a:cubicBezTo>
                  <a:pt x="246334" y="112984"/>
                  <a:pt x="251092" y="115109"/>
                  <a:pt x="256891" y="115109"/>
                </a:cubicBezTo>
                <a:cubicBezTo>
                  <a:pt x="263760" y="115109"/>
                  <a:pt x="269136" y="112435"/>
                  <a:pt x="273021" y="107086"/>
                </a:cubicBezTo>
                <a:cubicBezTo>
                  <a:pt x="276906" y="101738"/>
                  <a:pt x="278848" y="94221"/>
                  <a:pt x="278848" y="84537"/>
                </a:cubicBezTo>
                <a:cubicBezTo>
                  <a:pt x="278848" y="67365"/>
                  <a:pt x="272064" y="58779"/>
                  <a:pt x="258495" y="58779"/>
                </a:cubicBezTo>
                <a:cubicBezTo>
                  <a:pt x="252077" y="58779"/>
                  <a:pt x="246897" y="61172"/>
                  <a:pt x="242956" y="65958"/>
                </a:cubicBezTo>
                <a:cubicBezTo>
                  <a:pt x="239015" y="70743"/>
                  <a:pt x="237044" y="76768"/>
                  <a:pt x="237044" y="84031"/>
                </a:cubicBezTo>
                <a:lnTo>
                  <a:pt x="237044" y="92729"/>
                </a:lnTo>
                <a:close/>
                <a:moveTo>
                  <a:pt x="399886" y="93574"/>
                </a:moveTo>
                <a:lnTo>
                  <a:pt x="340600" y="93574"/>
                </a:lnTo>
                <a:cubicBezTo>
                  <a:pt x="341557" y="108663"/>
                  <a:pt x="350115" y="116207"/>
                  <a:pt x="366273" y="116207"/>
                </a:cubicBezTo>
                <a:cubicBezTo>
                  <a:pt x="376126" y="116207"/>
                  <a:pt x="384909" y="113617"/>
                  <a:pt x="392623" y="108438"/>
                </a:cubicBezTo>
                <a:lnTo>
                  <a:pt x="392623" y="126342"/>
                </a:lnTo>
                <a:cubicBezTo>
                  <a:pt x="384403" y="131127"/>
                  <a:pt x="373846" y="133520"/>
                  <a:pt x="360953" y="133520"/>
                </a:cubicBezTo>
                <a:cubicBezTo>
                  <a:pt x="347159" y="133520"/>
                  <a:pt x="336419" y="129523"/>
                  <a:pt x="328734" y="121528"/>
                </a:cubicBezTo>
                <a:cubicBezTo>
                  <a:pt x="321049" y="113533"/>
                  <a:pt x="317206" y="102357"/>
                  <a:pt x="317206" y="88000"/>
                </a:cubicBezTo>
                <a:cubicBezTo>
                  <a:pt x="317206" y="73924"/>
                  <a:pt x="321330" y="62481"/>
                  <a:pt x="329579" y="53670"/>
                </a:cubicBezTo>
                <a:cubicBezTo>
                  <a:pt x="337827" y="44859"/>
                  <a:pt x="348144" y="40453"/>
                  <a:pt x="360531" y="40453"/>
                </a:cubicBezTo>
                <a:cubicBezTo>
                  <a:pt x="372917" y="40453"/>
                  <a:pt x="382573" y="44253"/>
                  <a:pt x="389498" y="51854"/>
                </a:cubicBezTo>
                <a:cubicBezTo>
                  <a:pt x="396423" y="59455"/>
                  <a:pt x="399886" y="69899"/>
                  <a:pt x="399886" y="83186"/>
                </a:cubicBezTo>
                <a:lnTo>
                  <a:pt x="399886" y="93574"/>
                </a:lnTo>
                <a:moveTo>
                  <a:pt x="377675" y="78119"/>
                </a:moveTo>
                <a:cubicBezTo>
                  <a:pt x="377675" y="64043"/>
                  <a:pt x="371875" y="57006"/>
                  <a:pt x="360277" y="57006"/>
                </a:cubicBezTo>
                <a:cubicBezTo>
                  <a:pt x="355435" y="57006"/>
                  <a:pt x="351170" y="58920"/>
                  <a:pt x="347483" y="62749"/>
                </a:cubicBezTo>
                <a:cubicBezTo>
                  <a:pt x="343795" y="66577"/>
                  <a:pt x="341501" y="71701"/>
                  <a:pt x="340600" y="78119"/>
                </a:cubicBezTo>
                <a:lnTo>
                  <a:pt x="377675" y="78119"/>
                </a:lnTo>
                <a:close/>
                <a:moveTo>
                  <a:pt x="420369" y="48223"/>
                </a:moveTo>
                <a:cubicBezTo>
                  <a:pt x="424367" y="45914"/>
                  <a:pt x="429546" y="44042"/>
                  <a:pt x="435909" y="42607"/>
                </a:cubicBezTo>
                <a:cubicBezTo>
                  <a:pt x="442271" y="41171"/>
                  <a:pt x="447985" y="40453"/>
                  <a:pt x="453052" y="40453"/>
                </a:cubicBezTo>
                <a:cubicBezTo>
                  <a:pt x="477037" y="40453"/>
                  <a:pt x="489029" y="52614"/>
                  <a:pt x="489029" y="76937"/>
                </a:cubicBezTo>
                <a:lnTo>
                  <a:pt x="489029" y="131324"/>
                </a:lnTo>
                <a:lnTo>
                  <a:pt x="466565" y="131324"/>
                </a:lnTo>
                <a:lnTo>
                  <a:pt x="466565" y="118234"/>
                </a:lnTo>
                <a:lnTo>
                  <a:pt x="466143" y="118234"/>
                </a:lnTo>
                <a:cubicBezTo>
                  <a:pt x="460175" y="128425"/>
                  <a:pt x="451307" y="133520"/>
                  <a:pt x="439540" y="133520"/>
                </a:cubicBezTo>
                <a:cubicBezTo>
                  <a:pt x="430982" y="133520"/>
                  <a:pt x="424198" y="131113"/>
                  <a:pt x="419187" y="126299"/>
                </a:cubicBezTo>
                <a:cubicBezTo>
                  <a:pt x="414176" y="121486"/>
                  <a:pt x="411671" y="115025"/>
                  <a:pt x="411671" y="106917"/>
                </a:cubicBezTo>
                <a:cubicBezTo>
                  <a:pt x="411671" y="89971"/>
                  <a:pt x="421749" y="80146"/>
                  <a:pt x="441905" y="77443"/>
                </a:cubicBezTo>
                <a:lnTo>
                  <a:pt x="466649" y="74065"/>
                </a:lnTo>
                <a:cubicBezTo>
                  <a:pt x="466649" y="62749"/>
                  <a:pt x="461132" y="57090"/>
                  <a:pt x="450097" y="57090"/>
                </a:cubicBezTo>
                <a:cubicBezTo>
                  <a:pt x="439568" y="57090"/>
                  <a:pt x="429659" y="60384"/>
                  <a:pt x="420369" y="66971"/>
                </a:cubicBezTo>
                <a:lnTo>
                  <a:pt x="420369" y="48223"/>
                </a:lnTo>
                <a:moveTo>
                  <a:pt x="448999" y="90787"/>
                </a:moveTo>
                <a:cubicBezTo>
                  <a:pt x="438864" y="92082"/>
                  <a:pt x="433797" y="96614"/>
                  <a:pt x="433797" y="104384"/>
                </a:cubicBezTo>
                <a:cubicBezTo>
                  <a:pt x="433797" y="107875"/>
                  <a:pt x="435008" y="110718"/>
                  <a:pt x="437429" y="112914"/>
                </a:cubicBezTo>
                <a:cubicBezTo>
                  <a:pt x="439850" y="115109"/>
                  <a:pt x="443115" y="116207"/>
                  <a:pt x="447225" y="116207"/>
                </a:cubicBezTo>
                <a:cubicBezTo>
                  <a:pt x="452855" y="116207"/>
                  <a:pt x="457500" y="114223"/>
                  <a:pt x="461160" y="110253"/>
                </a:cubicBezTo>
                <a:cubicBezTo>
                  <a:pt x="464820" y="106284"/>
                  <a:pt x="466649" y="101287"/>
                  <a:pt x="466649" y="95263"/>
                </a:cubicBezTo>
                <a:lnTo>
                  <a:pt x="466649" y="88507"/>
                </a:lnTo>
                <a:lnTo>
                  <a:pt x="448999" y="90787"/>
                </a:lnTo>
                <a:close/>
                <a:moveTo>
                  <a:pt x="566647" y="64269"/>
                </a:moveTo>
                <a:cubicBezTo>
                  <a:pt x="563550" y="62411"/>
                  <a:pt x="559750" y="61482"/>
                  <a:pt x="555246" y="61482"/>
                </a:cubicBezTo>
                <a:cubicBezTo>
                  <a:pt x="549334" y="61482"/>
                  <a:pt x="544605" y="63889"/>
                  <a:pt x="541058" y="68702"/>
                </a:cubicBezTo>
                <a:cubicBezTo>
                  <a:pt x="537511" y="73516"/>
                  <a:pt x="535737" y="79977"/>
                  <a:pt x="535737" y="88084"/>
                </a:cubicBezTo>
                <a:lnTo>
                  <a:pt x="535737" y="131324"/>
                </a:lnTo>
                <a:lnTo>
                  <a:pt x="512175" y="131324"/>
                </a:lnTo>
                <a:lnTo>
                  <a:pt x="512175" y="42564"/>
                </a:lnTo>
                <a:lnTo>
                  <a:pt x="535737" y="42564"/>
                </a:lnTo>
                <a:lnTo>
                  <a:pt x="535737" y="59624"/>
                </a:lnTo>
                <a:lnTo>
                  <a:pt x="535991" y="59624"/>
                </a:lnTo>
                <a:cubicBezTo>
                  <a:pt x="540326" y="47237"/>
                  <a:pt x="548124" y="41044"/>
                  <a:pt x="559384" y="41044"/>
                </a:cubicBezTo>
                <a:cubicBezTo>
                  <a:pt x="562593" y="41044"/>
                  <a:pt x="565014" y="41438"/>
                  <a:pt x="566647" y="42226"/>
                </a:cubicBezTo>
                <a:lnTo>
                  <a:pt x="566647" y="64269"/>
                </a:lnTo>
                <a:close/>
                <a:moveTo>
                  <a:pt x="664781" y="87240"/>
                </a:moveTo>
                <a:lnTo>
                  <a:pt x="664781" y="131324"/>
                </a:lnTo>
                <a:lnTo>
                  <a:pt x="640712" y="131324"/>
                </a:lnTo>
                <a:lnTo>
                  <a:pt x="640712" y="7010"/>
                </a:lnTo>
                <a:lnTo>
                  <a:pt x="681756" y="7010"/>
                </a:lnTo>
                <a:cubicBezTo>
                  <a:pt x="712046" y="7010"/>
                  <a:pt x="727191" y="19987"/>
                  <a:pt x="727191" y="45942"/>
                </a:cubicBezTo>
                <a:cubicBezTo>
                  <a:pt x="727191" y="58498"/>
                  <a:pt x="722617" y="68604"/>
                  <a:pt x="713468" y="76261"/>
                </a:cubicBezTo>
                <a:cubicBezTo>
                  <a:pt x="704319" y="83918"/>
                  <a:pt x="692819" y="87578"/>
                  <a:pt x="678969" y="87240"/>
                </a:cubicBezTo>
                <a:lnTo>
                  <a:pt x="664781" y="87240"/>
                </a:lnTo>
                <a:moveTo>
                  <a:pt x="664781" y="26180"/>
                </a:moveTo>
                <a:lnTo>
                  <a:pt x="664781" y="68407"/>
                </a:lnTo>
                <a:lnTo>
                  <a:pt x="677026" y="68407"/>
                </a:lnTo>
                <a:cubicBezTo>
                  <a:pt x="693635" y="68407"/>
                  <a:pt x="701940" y="61228"/>
                  <a:pt x="701940" y="46871"/>
                </a:cubicBezTo>
                <a:cubicBezTo>
                  <a:pt x="701940" y="33077"/>
                  <a:pt x="693804" y="26180"/>
                  <a:pt x="677533" y="26180"/>
                </a:cubicBezTo>
                <a:lnTo>
                  <a:pt x="664781" y="26180"/>
                </a:lnTo>
                <a:close/>
                <a:moveTo>
                  <a:pt x="827075" y="131324"/>
                </a:moveTo>
                <a:lnTo>
                  <a:pt x="803597" y="131324"/>
                </a:lnTo>
                <a:lnTo>
                  <a:pt x="803597" y="80737"/>
                </a:lnTo>
                <a:cubicBezTo>
                  <a:pt x="803597" y="66098"/>
                  <a:pt x="798248" y="58779"/>
                  <a:pt x="787551" y="58779"/>
                </a:cubicBezTo>
                <a:cubicBezTo>
                  <a:pt x="782033" y="58779"/>
                  <a:pt x="777543" y="60848"/>
                  <a:pt x="774081" y="64987"/>
                </a:cubicBezTo>
                <a:cubicBezTo>
                  <a:pt x="770618" y="69125"/>
                  <a:pt x="768887" y="74375"/>
                  <a:pt x="768887" y="80737"/>
                </a:cubicBezTo>
                <a:lnTo>
                  <a:pt x="768887" y="131324"/>
                </a:lnTo>
                <a:lnTo>
                  <a:pt x="745324" y="131324"/>
                </a:lnTo>
                <a:lnTo>
                  <a:pt x="745324" y="0"/>
                </a:lnTo>
                <a:lnTo>
                  <a:pt x="768887" y="0"/>
                </a:lnTo>
                <a:lnTo>
                  <a:pt x="768887" y="56246"/>
                </a:lnTo>
                <a:lnTo>
                  <a:pt x="769140" y="56246"/>
                </a:lnTo>
                <a:cubicBezTo>
                  <a:pt x="775896" y="45717"/>
                  <a:pt x="785186" y="40453"/>
                  <a:pt x="797010" y="40453"/>
                </a:cubicBezTo>
                <a:cubicBezTo>
                  <a:pt x="817053" y="40453"/>
                  <a:pt x="827075" y="52558"/>
                  <a:pt x="827075" y="76768"/>
                </a:cubicBezTo>
                <a:lnTo>
                  <a:pt x="827075" y="131324"/>
                </a:lnTo>
                <a:close/>
                <a:moveTo>
                  <a:pt x="848115" y="13344"/>
                </a:moveTo>
                <a:cubicBezTo>
                  <a:pt x="848115" y="9740"/>
                  <a:pt x="849396" y="6728"/>
                  <a:pt x="851958" y="4307"/>
                </a:cubicBezTo>
                <a:cubicBezTo>
                  <a:pt x="854519" y="1886"/>
                  <a:pt x="857827" y="676"/>
                  <a:pt x="861881" y="676"/>
                </a:cubicBezTo>
                <a:cubicBezTo>
                  <a:pt x="865822" y="676"/>
                  <a:pt x="869116" y="1872"/>
                  <a:pt x="871762" y="4265"/>
                </a:cubicBezTo>
                <a:cubicBezTo>
                  <a:pt x="874408" y="6658"/>
                  <a:pt x="875731" y="9684"/>
                  <a:pt x="875731" y="13344"/>
                </a:cubicBezTo>
                <a:cubicBezTo>
                  <a:pt x="875731" y="17003"/>
                  <a:pt x="874422" y="20044"/>
                  <a:pt x="871804" y="22464"/>
                </a:cubicBezTo>
                <a:cubicBezTo>
                  <a:pt x="869186" y="24885"/>
                  <a:pt x="865878" y="26096"/>
                  <a:pt x="861881" y="26096"/>
                </a:cubicBezTo>
                <a:cubicBezTo>
                  <a:pt x="857883" y="26096"/>
                  <a:pt x="854590" y="24857"/>
                  <a:pt x="852000" y="22380"/>
                </a:cubicBezTo>
                <a:cubicBezTo>
                  <a:pt x="849410" y="19903"/>
                  <a:pt x="848115" y="16891"/>
                  <a:pt x="848115" y="13344"/>
                </a:cubicBezTo>
                <a:moveTo>
                  <a:pt x="849973" y="131324"/>
                </a:moveTo>
                <a:lnTo>
                  <a:pt x="849973" y="42564"/>
                </a:lnTo>
                <a:lnTo>
                  <a:pt x="873451" y="42564"/>
                </a:lnTo>
                <a:lnTo>
                  <a:pt x="873451" y="131324"/>
                </a:lnTo>
                <a:lnTo>
                  <a:pt x="849973" y="131324"/>
                </a:lnTo>
                <a:close/>
                <a:moveTo>
                  <a:pt x="894746" y="108522"/>
                </a:moveTo>
                <a:cubicBezTo>
                  <a:pt x="903529" y="114040"/>
                  <a:pt x="912200" y="116798"/>
                  <a:pt x="920757" y="116798"/>
                </a:cubicBezTo>
                <a:cubicBezTo>
                  <a:pt x="931793" y="116798"/>
                  <a:pt x="937310" y="113674"/>
                  <a:pt x="937310" y="107424"/>
                </a:cubicBezTo>
                <a:cubicBezTo>
                  <a:pt x="937310" y="103089"/>
                  <a:pt x="932947" y="99429"/>
                  <a:pt x="924220" y="96445"/>
                </a:cubicBezTo>
                <a:cubicBezTo>
                  <a:pt x="911496" y="92166"/>
                  <a:pt x="903416" y="87958"/>
                  <a:pt x="899982" y="83820"/>
                </a:cubicBezTo>
                <a:cubicBezTo>
                  <a:pt x="896548" y="79681"/>
                  <a:pt x="894830" y="74375"/>
                  <a:pt x="894830" y="67900"/>
                </a:cubicBezTo>
                <a:cubicBezTo>
                  <a:pt x="894830" y="59342"/>
                  <a:pt x="898321" y="52628"/>
                  <a:pt x="905303" y="47758"/>
                </a:cubicBezTo>
                <a:cubicBezTo>
                  <a:pt x="912284" y="42888"/>
                  <a:pt x="921264" y="40453"/>
                  <a:pt x="932243" y="40453"/>
                </a:cubicBezTo>
                <a:cubicBezTo>
                  <a:pt x="939900" y="40453"/>
                  <a:pt x="947557" y="41663"/>
                  <a:pt x="955214" y="44084"/>
                </a:cubicBezTo>
                <a:lnTo>
                  <a:pt x="955214" y="63255"/>
                </a:lnTo>
                <a:cubicBezTo>
                  <a:pt x="948289" y="59145"/>
                  <a:pt x="940716" y="57090"/>
                  <a:pt x="932496" y="57090"/>
                </a:cubicBezTo>
                <a:cubicBezTo>
                  <a:pt x="928161" y="57090"/>
                  <a:pt x="924670" y="57907"/>
                  <a:pt x="922024" y="59539"/>
                </a:cubicBezTo>
                <a:cubicBezTo>
                  <a:pt x="919378" y="61172"/>
                  <a:pt x="918055" y="63340"/>
                  <a:pt x="918055" y="66042"/>
                </a:cubicBezTo>
                <a:cubicBezTo>
                  <a:pt x="918055" y="70490"/>
                  <a:pt x="921743" y="74009"/>
                  <a:pt x="929118" y="76599"/>
                </a:cubicBezTo>
                <a:cubicBezTo>
                  <a:pt x="937507" y="79639"/>
                  <a:pt x="943672" y="82187"/>
                  <a:pt x="947613" y="84242"/>
                </a:cubicBezTo>
                <a:cubicBezTo>
                  <a:pt x="951555" y="86297"/>
                  <a:pt x="954623" y="89098"/>
                  <a:pt x="956819" y="92645"/>
                </a:cubicBezTo>
                <a:cubicBezTo>
                  <a:pt x="959015" y="96192"/>
                  <a:pt x="960113" y="100358"/>
                  <a:pt x="960113" y="105144"/>
                </a:cubicBezTo>
                <a:cubicBezTo>
                  <a:pt x="960113" y="114152"/>
                  <a:pt x="956523" y="121134"/>
                  <a:pt x="949345" y="126088"/>
                </a:cubicBezTo>
                <a:cubicBezTo>
                  <a:pt x="942166" y="131043"/>
                  <a:pt x="932693" y="133520"/>
                  <a:pt x="920926" y="133520"/>
                </a:cubicBezTo>
                <a:cubicBezTo>
                  <a:pt x="911017" y="133520"/>
                  <a:pt x="902290" y="131944"/>
                  <a:pt x="894746" y="128791"/>
                </a:cubicBezTo>
                <a:lnTo>
                  <a:pt x="894746" y="108522"/>
                </a:lnTo>
                <a:close/>
                <a:moveTo>
                  <a:pt x="1058322" y="131324"/>
                </a:moveTo>
                <a:lnTo>
                  <a:pt x="1034844" y="131324"/>
                </a:lnTo>
                <a:lnTo>
                  <a:pt x="1034844" y="80737"/>
                </a:lnTo>
                <a:cubicBezTo>
                  <a:pt x="1034844" y="66098"/>
                  <a:pt x="1029495" y="58779"/>
                  <a:pt x="1018798" y="58779"/>
                </a:cubicBezTo>
                <a:cubicBezTo>
                  <a:pt x="1013280" y="58779"/>
                  <a:pt x="1008790" y="60848"/>
                  <a:pt x="1005327" y="64987"/>
                </a:cubicBezTo>
                <a:cubicBezTo>
                  <a:pt x="1001865" y="69125"/>
                  <a:pt x="1000134" y="74375"/>
                  <a:pt x="1000134" y="80737"/>
                </a:cubicBezTo>
                <a:lnTo>
                  <a:pt x="1000134" y="131324"/>
                </a:lnTo>
                <a:lnTo>
                  <a:pt x="976571" y="131324"/>
                </a:lnTo>
                <a:lnTo>
                  <a:pt x="976571" y="0"/>
                </a:lnTo>
                <a:lnTo>
                  <a:pt x="1000134" y="0"/>
                </a:lnTo>
                <a:lnTo>
                  <a:pt x="1000134" y="56246"/>
                </a:lnTo>
                <a:lnTo>
                  <a:pt x="1000387" y="56246"/>
                </a:lnTo>
                <a:cubicBezTo>
                  <a:pt x="1007143" y="45717"/>
                  <a:pt x="1016433" y="40453"/>
                  <a:pt x="1028256" y="40453"/>
                </a:cubicBezTo>
                <a:cubicBezTo>
                  <a:pt x="1048300" y="40453"/>
                  <a:pt x="1058322" y="52558"/>
                  <a:pt x="1058322" y="76768"/>
                </a:cubicBezTo>
                <a:lnTo>
                  <a:pt x="1058322" y="131324"/>
                </a:lnTo>
                <a:close/>
                <a:moveTo>
                  <a:pt x="1079362" y="13344"/>
                </a:moveTo>
                <a:cubicBezTo>
                  <a:pt x="1079362" y="9740"/>
                  <a:pt x="1080643" y="6728"/>
                  <a:pt x="1083205" y="4307"/>
                </a:cubicBezTo>
                <a:cubicBezTo>
                  <a:pt x="1085766" y="1886"/>
                  <a:pt x="1089074" y="676"/>
                  <a:pt x="1093128" y="676"/>
                </a:cubicBezTo>
                <a:cubicBezTo>
                  <a:pt x="1097069" y="676"/>
                  <a:pt x="1100363" y="1872"/>
                  <a:pt x="1103009" y="4265"/>
                </a:cubicBezTo>
                <a:cubicBezTo>
                  <a:pt x="1105655" y="6658"/>
                  <a:pt x="1106978" y="9684"/>
                  <a:pt x="1106978" y="13344"/>
                </a:cubicBezTo>
                <a:cubicBezTo>
                  <a:pt x="1106978" y="17003"/>
                  <a:pt x="1105669" y="20044"/>
                  <a:pt x="1103051" y="22464"/>
                </a:cubicBezTo>
                <a:cubicBezTo>
                  <a:pt x="1100433" y="24885"/>
                  <a:pt x="1097125" y="26096"/>
                  <a:pt x="1093128" y="26096"/>
                </a:cubicBezTo>
                <a:cubicBezTo>
                  <a:pt x="1089130" y="26096"/>
                  <a:pt x="1085837" y="24857"/>
                  <a:pt x="1083247" y="22380"/>
                </a:cubicBezTo>
                <a:cubicBezTo>
                  <a:pt x="1080657" y="19903"/>
                  <a:pt x="1079362" y="16891"/>
                  <a:pt x="1079362" y="13344"/>
                </a:cubicBezTo>
                <a:moveTo>
                  <a:pt x="1081220" y="131324"/>
                </a:moveTo>
                <a:lnTo>
                  <a:pt x="1081220" y="42564"/>
                </a:lnTo>
                <a:lnTo>
                  <a:pt x="1104698" y="42564"/>
                </a:lnTo>
                <a:lnTo>
                  <a:pt x="1104698" y="131324"/>
                </a:lnTo>
                <a:lnTo>
                  <a:pt x="1081220" y="131324"/>
                </a:lnTo>
                <a:close/>
                <a:moveTo>
                  <a:pt x="1211121" y="131324"/>
                </a:moveTo>
                <a:lnTo>
                  <a:pt x="1187643" y="131324"/>
                </a:lnTo>
                <a:lnTo>
                  <a:pt x="1187643" y="81582"/>
                </a:lnTo>
                <a:cubicBezTo>
                  <a:pt x="1187643" y="66380"/>
                  <a:pt x="1182154" y="58779"/>
                  <a:pt x="1171175" y="58779"/>
                </a:cubicBezTo>
                <a:cubicBezTo>
                  <a:pt x="1165658" y="58779"/>
                  <a:pt x="1161167" y="60848"/>
                  <a:pt x="1157705" y="64987"/>
                </a:cubicBezTo>
                <a:cubicBezTo>
                  <a:pt x="1154242" y="69125"/>
                  <a:pt x="1152511" y="74375"/>
                  <a:pt x="1152511" y="80737"/>
                </a:cubicBezTo>
                <a:lnTo>
                  <a:pt x="1152511" y="131324"/>
                </a:lnTo>
                <a:lnTo>
                  <a:pt x="1128949" y="131324"/>
                </a:lnTo>
                <a:lnTo>
                  <a:pt x="1128949" y="42564"/>
                </a:lnTo>
                <a:lnTo>
                  <a:pt x="1152511" y="42564"/>
                </a:lnTo>
                <a:lnTo>
                  <a:pt x="1152511" y="56837"/>
                </a:lnTo>
                <a:lnTo>
                  <a:pt x="1152764" y="56837"/>
                </a:lnTo>
                <a:cubicBezTo>
                  <a:pt x="1159295" y="45914"/>
                  <a:pt x="1168895" y="40453"/>
                  <a:pt x="1181563" y="40453"/>
                </a:cubicBezTo>
                <a:cubicBezTo>
                  <a:pt x="1201269" y="40453"/>
                  <a:pt x="1211121" y="52642"/>
                  <a:pt x="1211121" y="77021"/>
                </a:cubicBezTo>
                <a:lnTo>
                  <a:pt x="1211121" y="131324"/>
                </a:lnTo>
                <a:close/>
                <a:moveTo>
                  <a:pt x="1317801" y="122119"/>
                </a:moveTo>
                <a:cubicBezTo>
                  <a:pt x="1317801" y="138559"/>
                  <a:pt x="1313269" y="151157"/>
                  <a:pt x="1304204" y="159912"/>
                </a:cubicBezTo>
                <a:cubicBezTo>
                  <a:pt x="1295139" y="168667"/>
                  <a:pt x="1281993" y="173044"/>
                  <a:pt x="1264765" y="173044"/>
                </a:cubicBezTo>
                <a:cubicBezTo>
                  <a:pt x="1253054" y="173044"/>
                  <a:pt x="1243539" y="171214"/>
                  <a:pt x="1236219" y="167555"/>
                </a:cubicBezTo>
                <a:lnTo>
                  <a:pt x="1236219" y="147117"/>
                </a:lnTo>
                <a:cubicBezTo>
                  <a:pt x="1245509" y="152466"/>
                  <a:pt x="1254827" y="155140"/>
                  <a:pt x="1264173" y="155140"/>
                </a:cubicBezTo>
                <a:cubicBezTo>
                  <a:pt x="1273745" y="155140"/>
                  <a:pt x="1281162" y="152592"/>
                  <a:pt x="1286427" y="147497"/>
                </a:cubicBezTo>
                <a:cubicBezTo>
                  <a:pt x="1291691" y="142402"/>
                  <a:pt x="1294323" y="135153"/>
                  <a:pt x="1294323" y="125750"/>
                </a:cubicBezTo>
                <a:lnTo>
                  <a:pt x="1294323" y="117896"/>
                </a:lnTo>
                <a:lnTo>
                  <a:pt x="1293985" y="117896"/>
                </a:lnTo>
                <a:cubicBezTo>
                  <a:pt x="1287567" y="128312"/>
                  <a:pt x="1278080" y="133520"/>
                  <a:pt x="1265525" y="133520"/>
                </a:cubicBezTo>
                <a:cubicBezTo>
                  <a:pt x="1254489" y="133520"/>
                  <a:pt x="1245594" y="129551"/>
                  <a:pt x="1238838" y="121612"/>
                </a:cubicBezTo>
                <a:cubicBezTo>
                  <a:pt x="1232081" y="113674"/>
                  <a:pt x="1228703" y="102976"/>
                  <a:pt x="1228703" y="89520"/>
                </a:cubicBezTo>
                <a:cubicBezTo>
                  <a:pt x="1228703" y="74600"/>
                  <a:pt x="1232405" y="62692"/>
                  <a:pt x="1239809" y="53797"/>
                </a:cubicBezTo>
                <a:cubicBezTo>
                  <a:pt x="1247212" y="44901"/>
                  <a:pt x="1256967" y="40453"/>
                  <a:pt x="1269072" y="40453"/>
                </a:cubicBezTo>
                <a:cubicBezTo>
                  <a:pt x="1280051" y="40453"/>
                  <a:pt x="1288355" y="44788"/>
                  <a:pt x="1293985" y="53459"/>
                </a:cubicBezTo>
                <a:lnTo>
                  <a:pt x="1294323" y="53459"/>
                </a:lnTo>
                <a:lnTo>
                  <a:pt x="1294323" y="42564"/>
                </a:lnTo>
                <a:lnTo>
                  <a:pt x="1317801" y="42564"/>
                </a:lnTo>
                <a:lnTo>
                  <a:pt x="1317801" y="122119"/>
                </a:lnTo>
                <a:moveTo>
                  <a:pt x="1294576" y="80653"/>
                </a:moveTo>
                <a:cubicBezTo>
                  <a:pt x="1294576" y="74628"/>
                  <a:pt x="1292690" y="69477"/>
                  <a:pt x="1288918" y="65198"/>
                </a:cubicBezTo>
                <a:cubicBezTo>
                  <a:pt x="1285146" y="60919"/>
                  <a:pt x="1280360" y="58779"/>
                  <a:pt x="1274561" y="58779"/>
                </a:cubicBezTo>
                <a:cubicBezTo>
                  <a:pt x="1267805" y="58779"/>
                  <a:pt x="1262442" y="61397"/>
                  <a:pt x="1258473" y="66633"/>
                </a:cubicBezTo>
                <a:cubicBezTo>
                  <a:pt x="1254504" y="71869"/>
                  <a:pt x="1252519" y="79189"/>
                  <a:pt x="1252519" y="88591"/>
                </a:cubicBezTo>
                <a:cubicBezTo>
                  <a:pt x="1252519" y="96699"/>
                  <a:pt x="1254405" y="103145"/>
                  <a:pt x="1258177" y="107931"/>
                </a:cubicBezTo>
                <a:cubicBezTo>
                  <a:pt x="1261949" y="112717"/>
                  <a:pt x="1266960" y="115109"/>
                  <a:pt x="1273210" y="115109"/>
                </a:cubicBezTo>
                <a:cubicBezTo>
                  <a:pt x="1279572" y="115109"/>
                  <a:pt x="1284724" y="112717"/>
                  <a:pt x="1288665" y="107931"/>
                </a:cubicBezTo>
                <a:cubicBezTo>
                  <a:pt x="1292606" y="103145"/>
                  <a:pt x="1294576" y="96980"/>
                  <a:pt x="1294576" y="89436"/>
                </a:cubicBezTo>
                <a:lnTo>
                  <a:pt x="1294576" y="80653"/>
                </a:lnTo>
                <a:close/>
                <a:moveTo>
                  <a:pt x="1428003" y="159532"/>
                </a:moveTo>
                <a:cubicBezTo>
                  <a:pt x="1409536" y="139038"/>
                  <a:pt x="1400302" y="113814"/>
                  <a:pt x="1400302" y="83862"/>
                </a:cubicBezTo>
                <a:cubicBezTo>
                  <a:pt x="1400302" y="54528"/>
                  <a:pt x="1409536" y="28911"/>
                  <a:pt x="1428003" y="7010"/>
                </a:cubicBezTo>
                <a:lnTo>
                  <a:pt x="1447427" y="7010"/>
                </a:lnTo>
                <a:cubicBezTo>
                  <a:pt x="1429748" y="29812"/>
                  <a:pt x="1420909" y="55401"/>
                  <a:pt x="1420909" y="83777"/>
                </a:cubicBezTo>
                <a:cubicBezTo>
                  <a:pt x="1420909" y="111928"/>
                  <a:pt x="1429748" y="137180"/>
                  <a:pt x="1447427" y="159532"/>
                </a:cubicBezTo>
                <a:lnTo>
                  <a:pt x="1428003" y="159532"/>
                </a:lnTo>
                <a:close/>
                <a:moveTo>
                  <a:pt x="1529964" y="7010"/>
                </a:moveTo>
                <a:lnTo>
                  <a:pt x="1529964" y="86649"/>
                </a:lnTo>
                <a:lnTo>
                  <a:pt x="1544828" y="86649"/>
                </a:lnTo>
                <a:lnTo>
                  <a:pt x="1544828" y="103877"/>
                </a:lnTo>
                <a:lnTo>
                  <a:pt x="1529964" y="103877"/>
                </a:lnTo>
                <a:lnTo>
                  <a:pt x="1529964" y="131324"/>
                </a:lnTo>
                <a:lnTo>
                  <a:pt x="1508175" y="131324"/>
                </a:lnTo>
                <a:lnTo>
                  <a:pt x="1508175" y="103877"/>
                </a:lnTo>
                <a:lnTo>
                  <a:pt x="1454041" y="103877"/>
                </a:lnTo>
                <a:lnTo>
                  <a:pt x="1454041" y="85720"/>
                </a:lnTo>
                <a:cubicBezTo>
                  <a:pt x="1465358" y="72770"/>
                  <a:pt x="1475858" y="59244"/>
                  <a:pt x="1485542" y="45140"/>
                </a:cubicBezTo>
                <a:cubicBezTo>
                  <a:pt x="1495226" y="31036"/>
                  <a:pt x="1502629" y="18326"/>
                  <a:pt x="1507753" y="7010"/>
                </a:cubicBezTo>
                <a:lnTo>
                  <a:pt x="1529964" y="7010"/>
                </a:lnTo>
                <a:moveTo>
                  <a:pt x="1474056" y="86649"/>
                </a:moveTo>
                <a:lnTo>
                  <a:pt x="1508175" y="86649"/>
                </a:lnTo>
                <a:lnTo>
                  <a:pt x="1508175" y="38511"/>
                </a:lnTo>
                <a:cubicBezTo>
                  <a:pt x="1504741" y="44647"/>
                  <a:pt x="1499871" y="52234"/>
                  <a:pt x="1493565" y="61271"/>
                </a:cubicBezTo>
                <a:cubicBezTo>
                  <a:pt x="1487259" y="70307"/>
                  <a:pt x="1480756" y="78766"/>
                  <a:pt x="1474056" y="86649"/>
                </a:cubicBezTo>
                <a:close/>
                <a:moveTo>
                  <a:pt x="1562126" y="127608"/>
                </a:moveTo>
                <a:lnTo>
                  <a:pt x="1562126" y="106242"/>
                </a:lnTo>
                <a:cubicBezTo>
                  <a:pt x="1565898" y="109113"/>
                  <a:pt x="1570191" y="111309"/>
                  <a:pt x="1575005" y="112829"/>
                </a:cubicBezTo>
                <a:cubicBezTo>
                  <a:pt x="1579819" y="114349"/>
                  <a:pt x="1584534" y="115109"/>
                  <a:pt x="1589151" y="115109"/>
                </a:cubicBezTo>
                <a:cubicBezTo>
                  <a:pt x="1597089" y="115109"/>
                  <a:pt x="1603339" y="113195"/>
                  <a:pt x="1607899" y="109367"/>
                </a:cubicBezTo>
                <a:cubicBezTo>
                  <a:pt x="1612460" y="105538"/>
                  <a:pt x="1614740" y="100217"/>
                  <a:pt x="1614740" y="93405"/>
                </a:cubicBezTo>
                <a:cubicBezTo>
                  <a:pt x="1614740" y="86311"/>
                  <a:pt x="1612333" y="81145"/>
                  <a:pt x="1607519" y="77908"/>
                </a:cubicBezTo>
                <a:cubicBezTo>
                  <a:pt x="1602706" y="74670"/>
                  <a:pt x="1595316" y="73052"/>
                  <a:pt x="1585350" y="73052"/>
                </a:cubicBezTo>
                <a:cubicBezTo>
                  <a:pt x="1578594" y="73052"/>
                  <a:pt x="1571500" y="73643"/>
                  <a:pt x="1564068" y="74825"/>
                </a:cubicBezTo>
                <a:lnTo>
                  <a:pt x="1568713" y="7010"/>
                </a:lnTo>
                <a:lnTo>
                  <a:pt x="1633066" y="7010"/>
                </a:lnTo>
                <a:lnTo>
                  <a:pt x="1633066" y="26603"/>
                </a:lnTo>
                <a:lnTo>
                  <a:pt x="1588137" y="26603"/>
                </a:lnTo>
                <a:lnTo>
                  <a:pt x="1586026" y="55486"/>
                </a:lnTo>
                <a:cubicBezTo>
                  <a:pt x="1592332" y="54754"/>
                  <a:pt x="1596498" y="54388"/>
                  <a:pt x="1598525" y="54388"/>
                </a:cubicBezTo>
                <a:cubicBezTo>
                  <a:pt x="1610630" y="54388"/>
                  <a:pt x="1620356" y="57710"/>
                  <a:pt x="1627704" y="64353"/>
                </a:cubicBezTo>
                <a:cubicBezTo>
                  <a:pt x="1635051" y="70997"/>
                  <a:pt x="1638725" y="79836"/>
                  <a:pt x="1638725" y="90871"/>
                </a:cubicBezTo>
                <a:cubicBezTo>
                  <a:pt x="1638725" y="104215"/>
                  <a:pt x="1634502" y="114659"/>
                  <a:pt x="1626057" y="122203"/>
                </a:cubicBezTo>
                <a:cubicBezTo>
                  <a:pt x="1617611" y="129748"/>
                  <a:pt x="1606070" y="133520"/>
                  <a:pt x="1591431" y="133520"/>
                </a:cubicBezTo>
                <a:cubicBezTo>
                  <a:pt x="1579157" y="133520"/>
                  <a:pt x="1569389" y="131550"/>
                  <a:pt x="1562126" y="127608"/>
                </a:cubicBezTo>
                <a:close/>
                <a:moveTo>
                  <a:pt x="1650931" y="159532"/>
                </a:moveTo>
                <a:cubicBezTo>
                  <a:pt x="1668723" y="137574"/>
                  <a:pt x="1677618" y="112322"/>
                  <a:pt x="1677618" y="83777"/>
                </a:cubicBezTo>
                <a:cubicBezTo>
                  <a:pt x="1677618" y="55514"/>
                  <a:pt x="1668723" y="29924"/>
                  <a:pt x="1650931" y="7010"/>
                </a:cubicBezTo>
                <a:lnTo>
                  <a:pt x="1670524" y="7010"/>
                </a:lnTo>
                <a:cubicBezTo>
                  <a:pt x="1689048" y="29024"/>
                  <a:pt x="1698309" y="54641"/>
                  <a:pt x="1698309" y="83862"/>
                </a:cubicBezTo>
                <a:cubicBezTo>
                  <a:pt x="1698309" y="113589"/>
                  <a:pt x="1689020" y="138812"/>
                  <a:pt x="1670440" y="159532"/>
                </a:cubicBezTo>
                <a:lnTo>
                  <a:pt x="1650931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•Government/Defense(59)">
            <a:extLst xmlns:a="http://schemas.openxmlformats.org/drawingml/2006/main">
              <a:ext uri="{FF2B5EF4-FFF2-40B4-BE49-F238E27FC236}">
                <a16:creationId xmlns:a16="http://schemas.microsoft.com/office/drawing/2014/main" id="{9735CFA4-F21D-480D-8212-6E786CBE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53" y="3190455"/>
            <a:ext cx="2226754" cy="161558"/>
          </a:xfrm>
          <a:custGeom xmlns:a="http://schemas.openxmlformats.org/drawingml/2006/main">
            <a:pathLst>
              <a:path w="2226754" h="161558">
                <a:moveTo>
                  <a:pt x="0" y="72672"/>
                </a:moveTo>
                <a:cubicBezTo>
                  <a:pt x="0" y="66748"/>
                  <a:pt x="2097" y="61699"/>
                  <a:pt x="6292" y="57526"/>
                </a:cubicBezTo>
                <a:cubicBezTo>
                  <a:pt x="10486" y="53350"/>
                  <a:pt x="15511" y="51263"/>
                  <a:pt x="21367" y="51263"/>
                </a:cubicBezTo>
                <a:cubicBezTo>
                  <a:pt x="27278" y="51263"/>
                  <a:pt x="32331" y="53350"/>
                  <a:pt x="36526" y="57526"/>
                </a:cubicBezTo>
                <a:cubicBezTo>
                  <a:pt x="40720" y="61699"/>
                  <a:pt x="42818" y="66748"/>
                  <a:pt x="42818" y="72672"/>
                </a:cubicBezTo>
                <a:cubicBezTo>
                  <a:pt x="42818" y="78596"/>
                  <a:pt x="40720" y="83659"/>
                  <a:pt x="36526" y="87863"/>
                </a:cubicBezTo>
                <a:cubicBezTo>
                  <a:pt x="32331" y="92064"/>
                  <a:pt x="27278" y="94165"/>
                  <a:pt x="21367" y="94165"/>
                </a:cubicBezTo>
                <a:cubicBezTo>
                  <a:pt x="15511" y="94165"/>
                  <a:pt x="10486" y="92064"/>
                  <a:pt x="6292" y="87863"/>
                </a:cubicBezTo>
                <a:cubicBezTo>
                  <a:pt x="2097" y="83659"/>
                  <a:pt x="0" y="78596"/>
                  <a:pt x="0" y="72672"/>
                </a:cubicBezTo>
                <a:close/>
                <a:moveTo>
                  <a:pt x="214015" y="124906"/>
                </a:moveTo>
                <a:cubicBezTo>
                  <a:pt x="201797" y="132000"/>
                  <a:pt x="187046" y="135547"/>
                  <a:pt x="169761" y="135547"/>
                </a:cubicBezTo>
                <a:cubicBezTo>
                  <a:pt x="150506" y="135547"/>
                  <a:pt x="135192" y="129959"/>
                  <a:pt x="123819" y="118783"/>
                </a:cubicBezTo>
                <a:cubicBezTo>
                  <a:pt x="112446" y="107607"/>
                  <a:pt x="106760" y="92392"/>
                  <a:pt x="106760" y="73136"/>
                </a:cubicBezTo>
                <a:cubicBezTo>
                  <a:pt x="106760" y="53768"/>
                  <a:pt x="112953" y="37905"/>
                  <a:pt x="125339" y="25547"/>
                </a:cubicBezTo>
                <a:cubicBezTo>
                  <a:pt x="137726" y="13189"/>
                  <a:pt x="154109" y="7010"/>
                  <a:pt x="174491" y="7010"/>
                </a:cubicBezTo>
                <a:cubicBezTo>
                  <a:pt x="187778" y="7010"/>
                  <a:pt x="199320" y="8924"/>
                  <a:pt x="209116" y="12752"/>
                </a:cubicBezTo>
                <a:lnTo>
                  <a:pt x="209116" y="36146"/>
                </a:lnTo>
                <a:cubicBezTo>
                  <a:pt x="199545" y="30347"/>
                  <a:pt x="187778" y="27447"/>
                  <a:pt x="173815" y="27447"/>
                </a:cubicBezTo>
                <a:cubicBezTo>
                  <a:pt x="161485" y="27447"/>
                  <a:pt x="151449" y="31515"/>
                  <a:pt x="143708" y="39651"/>
                </a:cubicBezTo>
                <a:cubicBezTo>
                  <a:pt x="135966" y="47786"/>
                  <a:pt x="132095" y="58526"/>
                  <a:pt x="132095" y="71869"/>
                </a:cubicBezTo>
                <a:cubicBezTo>
                  <a:pt x="132095" y="85495"/>
                  <a:pt x="135586" y="96093"/>
                  <a:pt x="142568" y="103666"/>
                </a:cubicBezTo>
                <a:cubicBezTo>
                  <a:pt x="149549" y="111239"/>
                  <a:pt x="159120" y="115025"/>
                  <a:pt x="171282" y="115025"/>
                </a:cubicBezTo>
                <a:cubicBezTo>
                  <a:pt x="178713" y="115025"/>
                  <a:pt x="184907" y="113814"/>
                  <a:pt x="189861" y="111393"/>
                </a:cubicBezTo>
                <a:lnTo>
                  <a:pt x="189861" y="83946"/>
                </a:lnTo>
                <a:lnTo>
                  <a:pt x="164356" y="83946"/>
                </a:lnTo>
                <a:lnTo>
                  <a:pt x="164356" y="64353"/>
                </a:lnTo>
                <a:lnTo>
                  <a:pt x="214015" y="64353"/>
                </a:lnTo>
                <a:lnTo>
                  <a:pt x="214015" y="124906"/>
                </a:lnTo>
                <a:close/>
                <a:moveTo>
                  <a:pt x="230772" y="89520"/>
                </a:moveTo>
                <a:cubicBezTo>
                  <a:pt x="230772" y="74994"/>
                  <a:pt x="235050" y="63523"/>
                  <a:pt x="243608" y="55106"/>
                </a:cubicBezTo>
                <a:cubicBezTo>
                  <a:pt x="252166" y="46688"/>
                  <a:pt x="263764" y="42480"/>
                  <a:pt x="278403" y="42480"/>
                </a:cubicBezTo>
                <a:cubicBezTo>
                  <a:pt x="292535" y="42480"/>
                  <a:pt x="303697" y="46604"/>
                  <a:pt x="311889" y="54852"/>
                </a:cubicBezTo>
                <a:cubicBezTo>
                  <a:pt x="320081" y="63100"/>
                  <a:pt x="324176" y="74150"/>
                  <a:pt x="324176" y="88000"/>
                </a:cubicBezTo>
                <a:cubicBezTo>
                  <a:pt x="324176" y="102413"/>
                  <a:pt x="319940" y="113941"/>
                  <a:pt x="311466" y="122583"/>
                </a:cubicBezTo>
                <a:cubicBezTo>
                  <a:pt x="302993" y="131226"/>
                  <a:pt x="291521" y="135547"/>
                  <a:pt x="277052" y="135547"/>
                </a:cubicBezTo>
                <a:cubicBezTo>
                  <a:pt x="262864" y="135547"/>
                  <a:pt x="251603" y="131395"/>
                  <a:pt x="243271" y="123090"/>
                </a:cubicBezTo>
                <a:cubicBezTo>
                  <a:pt x="234938" y="114786"/>
                  <a:pt x="230772" y="103596"/>
                  <a:pt x="230772" y="89520"/>
                </a:cubicBezTo>
                <a:moveTo>
                  <a:pt x="254587" y="89182"/>
                </a:moveTo>
                <a:cubicBezTo>
                  <a:pt x="254587" y="107818"/>
                  <a:pt x="262329" y="117136"/>
                  <a:pt x="277812" y="117136"/>
                </a:cubicBezTo>
                <a:cubicBezTo>
                  <a:pt x="292732" y="117136"/>
                  <a:pt x="300192" y="107593"/>
                  <a:pt x="300192" y="88507"/>
                </a:cubicBezTo>
                <a:cubicBezTo>
                  <a:pt x="300192" y="70040"/>
                  <a:pt x="292704" y="60806"/>
                  <a:pt x="277727" y="60806"/>
                </a:cubicBezTo>
                <a:cubicBezTo>
                  <a:pt x="270408" y="60806"/>
                  <a:pt x="264722" y="63326"/>
                  <a:pt x="260668" y="68365"/>
                </a:cubicBezTo>
                <a:cubicBezTo>
                  <a:pt x="256614" y="73404"/>
                  <a:pt x="254587" y="80343"/>
                  <a:pt x="254587" y="89182"/>
                </a:cubicBezTo>
                <a:close/>
                <a:moveTo>
                  <a:pt x="423642" y="44591"/>
                </a:moveTo>
                <a:lnTo>
                  <a:pt x="389861" y="133351"/>
                </a:lnTo>
                <a:lnTo>
                  <a:pt x="363765" y="133351"/>
                </a:lnTo>
                <a:lnTo>
                  <a:pt x="331673" y="44591"/>
                </a:lnTo>
                <a:lnTo>
                  <a:pt x="357009" y="44591"/>
                </a:lnTo>
                <a:lnTo>
                  <a:pt x="374490" y="102188"/>
                </a:lnTo>
                <a:cubicBezTo>
                  <a:pt x="376123" y="107649"/>
                  <a:pt x="377136" y="112548"/>
                  <a:pt x="377531" y="116883"/>
                </a:cubicBezTo>
                <a:lnTo>
                  <a:pt x="377953" y="116883"/>
                </a:lnTo>
                <a:cubicBezTo>
                  <a:pt x="378403" y="112660"/>
                  <a:pt x="379417" y="107903"/>
                  <a:pt x="380993" y="102610"/>
                </a:cubicBezTo>
                <a:lnTo>
                  <a:pt x="398982" y="44591"/>
                </a:lnTo>
                <a:lnTo>
                  <a:pt x="423642" y="44591"/>
                </a:lnTo>
                <a:close/>
                <a:moveTo>
                  <a:pt x="512700" y="95601"/>
                </a:moveTo>
                <a:lnTo>
                  <a:pt x="453415" y="95601"/>
                </a:lnTo>
                <a:cubicBezTo>
                  <a:pt x="454372" y="110690"/>
                  <a:pt x="462930" y="118234"/>
                  <a:pt x="479088" y="118234"/>
                </a:cubicBezTo>
                <a:cubicBezTo>
                  <a:pt x="488941" y="118234"/>
                  <a:pt x="497724" y="115644"/>
                  <a:pt x="505438" y="110464"/>
                </a:cubicBezTo>
                <a:lnTo>
                  <a:pt x="505438" y="128368"/>
                </a:lnTo>
                <a:cubicBezTo>
                  <a:pt x="497217" y="133154"/>
                  <a:pt x="486661" y="135547"/>
                  <a:pt x="473768" y="135547"/>
                </a:cubicBezTo>
                <a:cubicBezTo>
                  <a:pt x="459974" y="135547"/>
                  <a:pt x="449234" y="131550"/>
                  <a:pt x="441549" y="123555"/>
                </a:cubicBezTo>
                <a:cubicBezTo>
                  <a:pt x="433864" y="115560"/>
                  <a:pt x="430021" y="104384"/>
                  <a:pt x="430021" y="90027"/>
                </a:cubicBezTo>
                <a:cubicBezTo>
                  <a:pt x="430021" y="75951"/>
                  <a:pt x="434145" y="64508"/>
                  <a:pt x="442393" y="55697"/>
                </a:cubicBezTo>
                <a:cubicBezTo>
                  <a:pt x="450642" y="46885"/>
                  <a:pt x="460959" y="42480"/>
                  <a:pt x="473345" y="42480"/>
                </a:cubicBezTo>
                <a:cubicBezTo>
                  <a:pt x="485732" y="42480"/>
                  <a:pt x="495388" y="46280"/>
                  <a:pt x="502313" y="53881"/>
                </a:cubicBezTo>
                <a:cubicBezTo>
                  <a:pt x="509238" y="61482"/>
                  <a:pt x="512700" y="71926"/>
                  <a:pt x="512700" y="85213"/>
                </a:cubicBezTo>
                <a:lnTo>
                  <a:pt x="512700" y="95601"/>
                </a:lnTo>
                <a:moveTo>
                  <a:pt x="490489" y="80146"/>
                </a:moveTo>
                <a:cubicBezTo>
                  <a:pt x="490489" y="66070"/>
                  <a:pt x="484690" y="59033"/>
                  <a:pt x="473092" y="59033"/>
                </a:cubicBezTo>
                <a:cubicBezTo>
                  <a:pt x="468250" y="59033"/>
                  <a:pt x="463985" y="60947"/>
                  <a:pt x="460297" y="64775"/>
                </a:cubicBezTo>
                <a:cubicBezTo>
                  <a:pt x="456610" y="68604"/>
                  <a:pt x="454315" y="73727"/>
                  <a:pt x="453415" y="80146"/>
                </a:cubicBezTo>
                <a:lnTo>
                  <a:pt x="490489" y="80146"/>
                </a:lnTo>
                <a:close/>
                <a:moveTo>
                  <a:pt x="585545" y="66296"/>
                </a:moveTo>
                <a:cubicBezTo>
                  <a:pt x="582448" y="64438"/>
                  <a:pt x="578648" y="63509"/>
                  <a:pt x="574144" y="63509"/>
                </a:cubicBezTo>
                <a:cubicBezTo>
                  <a:pt x="568232" y="63509"/>
                  <a:pt x="563503" y="65916"/>
                  <a:pt x="559956" y="70729"/>
                </a:cubicBezTo>
                <a:cubicBezTo>
                  <a:pt x="556409" y="75543"/>
                  <a:pt x="554635" y="82004"/>
                  <a:pt x="554635" y="90111"/>
                </a:cubicBezTo>
                <a:lnTo>
                  <a:pt x="554635" y="133351"/>
                </a:lnTo>
                <a:lnTo>
                  <a:pt x="531073" y="133351"/>
                </a:lnTo>
                <a:lnTo>
                  <a:pt x="531073" y="44591"/>
                </a:lnTo>
                <a:lnTo>
                  <a:pt x="554635" y="44591"/>
                </a:lnTo>
                <a:lnTo>
                  <a:pt x="554635" y="61651"/>
                </a:lnTo>
                <a:lnTo>
                  <a:pt x="554888" y="61651"/>
                </a:lnTo>
                <a:cubicBezTo>
                  <a:pt x="559224" y="49264"/>
                  <a:pt x="567021" y="43071"/>
                  <a:pt x="578282" y="43071"/>
                </a:cubicBezTo>
                <a:cubicBezTo>
                  <a:pt x="581491" y="43071"/>
                  <a:pt x="583912" y="43465"/>
                  <a:pt x="585545" y="44253"/>
                </a:cubicBezTo>
                <a:lnTo>
                  <a:pt x="585545" y="66296"/>
                </a:lnTo>
                <a:close/>
                <a:moveTo>
                  <a:pt x="681391" y="133351"/>
                </a:moveTo>
                <a:lnTo>
                  <a:pt x="657914" y="133351"/>
                </a:lnTo>
                <a:lnTo>
                  <a:pt x="657914" y="83608"/>
                </a:lnTo>
                <a:cubicBezTo>
                  <a:pt x="657914" y="68407"/>
                  <a:pt x="652424" y="60806"/>
                  <a:pt x="641445" y="60806"/>
                </a:cubicBezTo>
                <a:cubicBezTo>
                  <a:pt x="635928" y="60806"/>
                  <a:pt x="631438" y="62875"/>
                  <a:pt x="627975" y="67013"/>
                </a:cubicBezTo>
                <a:cubicBezTo>
                  <a:pt x="624512" y="71152"/>
                  <a:pt x="622781" y="76402"/>
                  <a:pt x="622781" y="82764"/>
                </a:cubicBezTo>
                <a:lnTo>
                  <a:pt x="622781" y="133351"/>
                </a:lnTo>
                <a:lnTo>
                  <a:pt x="599219" y="133351"/>
                </a:lnTo>
                <a:lnTo>
                  <a:pt x="599219" y="44591"/>
                </a:lnTo>
                <a:lnTo>
                  <a:pt x="622781" y="44591"/>
                </a:lnTo>
                <a:lnTo>
                  <a:pt x="622781" y="58864"/>
                </a:lnTo>
                <a:lnTo>
                  <a:pt x="623035" y="58864"/>
                </a:lnTo>
                <a:cubicBezTo>
                  <a:pt x="629566" y="47941"/>
                  <a:pt x="639165" y="42480"/>
                  <a:pt x="651833" y="42480"/>
                </a:cubicBezTo>
                <a:cubicBezTo>
                  <a:pt x="671539" y="42480"/>
                  <a:pt x="681391" y="54669"/>
                  <a:pt x="681391" y="79048"/>
                </a:cubicBezTo>
                <a:lnTo>
                  <a:pt x="681391" y="133351"/>
                </a:lnTo>
                <a:close/>
                <a:moveTo>
                  <a:pt x="840939" y="133351"/>
                </a:moveTo>
                <a:lnTo>
                  <a:pt x="817461" y="133351"/>
                </a:lnTo>
                <a:lnTo>
                  <a:pt x="817461" y="82679"/>
                </a:lnTo>
                <a:cubicBezTo>
                  <a:pt x="817461" y="68097"/>
                  <a:pt x="812168" y="60806"/>
                  <a:pt x="801584" y="60806"/>
                </a:cubicBezTo>
                <a:cubicBezTo>
                  <a:pt x="796685" y="60806"/>
                  <a:pt x="792589" y="63016"/>
                  <a:pt x="789296" y="67436"/>
                </a:cubicBezTo>
                <a:cubicBezTo>
                  <a:pt x="786002" y="71855"/>
                  <a:pt x="784355" y="77162"/>
                  <a:pt x="784355" y="83355"/>
                </a:cubicBezTo>
                <a:lnTo>
                  <a:pt x="784355" y="133351"/>
                </a:lnTo>
                <a:lnTo>
                  <a:pt x="760877" y="133351"/>
                </a:lnTo>
                <a:lnTo>
                  <a:pt x="760877" y="81750"/>
                </a:lnTo>
                <a:cubicBezTo>
                  <a:pt x="760877" y="67788"/>
                  <a:pt x="755613" y="60806"/>
                  <a:pt x="745085" y="60806"/>
                </a:cubicBezTo>
                <a:cubicBezTo>
                  <a:pt x="740074" y="60806"/>
                  <a:pt x="735964" y="62875"/>
                  <a:pt x="732754" y="67013"/>
                </a:cubicBezTo>
                <a:cubicBezTo>
                  <a:pt x="729545" y="71152"/>
                  <a:pt x="727941" y="76683"/>
                  <a:pt x="727941" y="83608"/>
                </a:cubicBezTo>
                <a:lnTo>
                  <a:pt x="727941" y="133351"/>
                </a:lnTo>
                <a:lnTo>
                  <a:pt x="704378" y="133351"/>
                </a:lnTo>
                <a:lnTo>
                  <a:pt x="704378" y="44591"/>
                </a:lnTo>
                <a:lnTo>
                  <a:pt x="727941" y="44591"/>
                </a:lnTo>
                <a:lnTo>
                  <a:pt x="727941" y="58610"/>
                </a:lnTo>
                <a:lnTo>
                  <a:pt x="728194" y="58610"/>
                </a:lnTo>
                <a:cubicBezTo>
                  <a:pt x="734838" y="47857"/>
                  <a:pt x="744325" y="42480"/>
                  <a:pt x="756655" y="42480"/>
                </a:cubicBezTo>
                <a:cubicBezTo>
                  <a:pt x="769154" y="42480"/>
                  <a:pt x="777655" y="48166"/>
                  <a:pt x="782159" y="59539"/>
                </a:cubicBezTo>
                <a:cubicBezTo>
                  <a:pt x="788916" y="48166"/>
                  <a:pt x="798797" y="42480"/>
                  <a:pt x="811802" y="42480"/>
                </a:cubicBezTo>
                <a:cubicBezTo>
                  <a:pt x="831227" y="42480"/>
                  <a:pt x="840939" y="54416"/>
                  <a:pt x="840939" y="78288"/>
                </a:cubicBezTo>
                <a:lnTo>
                  <a:pt x="840939" y="133351"/>
                </a:lnTo>
                <a:close/>
                <a:moveTo>
                  <a:pt x="941294" y="95601"/>
                </a:moveTo>
                <a:lnTo>
                  <a:pt x="882008" y="95601"/>
                </a:lnTo>
                <a:cubicBezTo>
                  <a:pt x="882965" y="110690"/>
                  <a:pt x="891523" y="118234"/>
                  <a:pt x="907682" y="118234"/>
                </a:cubicBezTo>
                <a:cubicBezTo>
                  <a:pt x="917535" y="118234"/>
                  <a:pt x="926318" y="115644"/>
                  <a:pt x="934031" y="110464"/>
                </a:cubicBezTo>
                <a:lnTo>
                  <a:pt x="934031" y="128368"/>
                </a:lnTo>
                <a:cubicBezTo>
                  <a:pt x="925811" y="133154"/>
                  <a:pt x="915255" y="135547"/>
                  <a:pt x="902362" y="135547"/>
                </a:cubicBezTo>
                <a:cubicBezTo>
                  <a:pt x="888568" y="135547"/>
                  <a:pt x="877828" y="131550"/>
                  <a:pt x="870143" y="123555"/>
                </a:cubicBezTo>
                <a:cubicBezTo>
                  <a:pt x="862458" y="115560"/>
                  <a:pt x="858615" y="104384"/>
                  <a:pt x="858615" y="90027"/>
                </a:cubicBezTo>
                <a:cubicBezTo>
                  <a:pt x="858615" y="75951"/>
                  <a:pt x="862739" y="64508"/>
                  <a:pt x="870987" y="55697"/>
                </a:cubicBezTo>
                <a:cubicBezTo>
                  <a:pt x="879235" y="46885"/>
                  <a:pt x="889553" y="42480"/>
                  <a:pt x="901939" y="42480"/>
                </a:cubicBezTo>
                <a:cubicBezTo>
                  <a:pt x="914326" y="42480"/>
                  <a:pt x="923981" y="46280"/>
                  <a:pt x="930907" y="53881"/>
                </a:cubicBezTo>
                <a:cubicBezTo>
                  <a:pt x="937832" y="61482"/>
                  <a:pt x="941294" y="71926"/>
                  <a:pt x="941294" y="85213"/>
                </a:cubicBezTo>
                <a:lnTo>
                  <a:pt x="941294" y="95601"/>
                </a:lnTo>
                <a:moveTo>
                  <a:pt x="919083" y="80146"/>
                </a:moveTo>
                <a:cubicBezTo>
                  <a:pt x="919083" y="66070"/>
                  <a:pt x="913284" y="59033"/>
                  <a:pt x="901686" y="59033"/>
                </a:cubicBezTo>
                <a:cubicBezTo>
                  <a:pt x="896844" y="59033"/>
                  <a:pt x="892579" y="60947"/>
                  <a:pt x="888891" y="64775"/>
                </a:cubicBezTo>
                <a:cubicBezTo>
                  <a:pt x="885203" y="68604"/>
                  <a:pt x="882909" y="73727"/>
                  <a:pt x="882008" y="80146"/>
                </a:cubicBezTo>
                <a:lnTo>
                  <a:pt x="919083" y="80146"/>
                </a:lnTo>
                <a:close/>
                <a:moveTo>
                  <a:pt x="1041666" y="133351"/>
                </a:moveTo>
                <a:lnTo>
                  <a:pt x="1018188" y="133351"/>
                </a:lnTo>
                <a:lnTo>
                  <a:pt x="1018188" y="83608"/>
                </a:lnTo>
                <a:cubicBezTo>
                  <a:pt x="1018188" y="68407"/>
                  <a:pt x="1012699" y="60806"/>
                  <a:pt x="1001720" y="60806"/>
                </a:cubicBezTo>
                <a:cubicBezTo>
                  <a:pt x="996203" y="60806"/>
                  <a:pt x="991712" y="62875"/>
                  <a:pt x="988250" y="67013"/>
                </a:cubicBezTo>
                <a:cubicBezTo>
                  <a:pt x="984787" y="71152"/>
                  <a:pt x="983056" y="76402"/>
                  <a:pt x="983056" y="82764"/>
                </a:cubicBezTo>
                <a:lnTo>
                  <a:pt x="983056" y="133351"/>
                </a:lnTo>
                <a:lnTo>
                  <a:pt x="959494" y="133351"/>
                </a:lnTo>
                <a:lnTo>
                  <a:pt x="959494" y="44591"/>
                </a:lnTo>
                <a:lnTo>
                  <a:pt x="983056" y="44591"/>
                </a:lnTo>
                <a:lnTo>
                  <a:pt x="983056" y="58864"/>
                </a:lnTo>
                <a:lnTo>
                  <a:pt x="983309" y="58864"/>
                </a:lnTo>
                <a:cubicBezTo>
                  <a:pt x="989840" y="47941"/>
                  <a:pt x="999440" y="42480"/>
                  <a:pt x="1012108" y="42480"/>
                </a:cubicBezTo>
                <a:cubicBezTo>
                  <a:pt x="1031814" y="42480"/>
                  <a:pt x="1041666" y="54669"/>
                  <a:pt x="1041666" y="79048"/>
                </a:cubicBezTo>
                <a:lnTo>
                  <a:pt x="1041666" y="133351"/>
                </a:lnTo>
                <a:close/>
                <a:moveTo>
                  <a:pt x="1114565" y="132422"/>
                </a:moveTo>
                <a:cubicBezTo>
                  <a:pt x="1110567" y="134449"/>
                  <a:pt x="1104993" y="135462"/>
                  <a:pt x="1097843" y="135462"/>
                </a:cubicBezTo>
                <a:cubicBezTo>
                  <a:pt x="1079657" y="135462"/>
                  <a:pt x="1070565" y="125835"/>
                  <a:pt x="1070565" y="106580"/>
                </a:cubicBezTo>
                <a:lnTo>
                  <a:pt x="1070565" y="62495"/>
                </a:lnTo>
                <a:lnTo>
                  <a:pt x="1055870" y="62495"/>
                </a:lnTo>
                <a:lnTo>
                  <a:pt x="1055870" y="44591"/>
                </a:lnTo>
                <a:lnTo>
                  <a:pt x="1070565" y="44591"/>
                </a:lnTo>
                <a:lnTo>
                  <a:pt x="1070565" y="24745"/>
                </a:lnTo>
                <a:lnTo>
                  <a:pt x="1094043" y="17904"/>
                </a:lnTo>
                <a:lnTo>
                  <a:pt x="1094043" y="44591"/>
                </a:lnTo>
                <a:lnTo>
                  <a:pt x="1114565" y="44591"/>
                </a:lnTo>
                <a:lnTo>
                  <a:pt x="1114565" y="62495"/>
                </a:lnTo>
                <a:lnTo>
                  <a:pt x="1094043" y="62495"/>
                </a:lnTo>
                <a:lnTo>
                  <a:pt x="1094043" y="102441"/>
                </a:lnTo>
                <a:cubicBezTo>
                  <a:pt x="1094043" y="112238"/>
                  <a:pt x="1097899" y="117136"/>
                  <a:pt x="1105613" y="117136"/>
                </a:cubicBezTo>
                <a:cubicBezTo>
                  <a:pt x="1108822" y="117136"/>
                  <a:pt x="1111806" y="116235"/>
                  <a:pt x="1114565" y="114434"/>
                </a:cubicBezTo>
                <a:lnTo>
                  <a:pt x="1114565" y="132422"/>
                </a:lnTo>
                <a:close/>
                <a:moveTo>
                  <a:pt x="1196520" y="9036"/>
                </a:moveTo>
                <a:lnTo>
                  <a:pt x="1136221" y="153958"/>
                </a:lnTo>
                <a:lnTo>
                  <a:pt x="1115023" y="153958"/>
                </a:lnTo>
                <a:lnTo>
                  <a:pt x="1175154" y="9036"/>
                </a:lnTo>
                <a:lnTo>
                  <a:pt x="1196520" y="9036"/>
                </a:lnTo>
                <a:close/>
                <a:moveTo>
                  <a:pt x="1208237" y="133351"/>
                </a:moveTo>
                <a:lnTo>
                  <a:pt x="1208237" y="9036"/>
                </a:lnTo>
                <a:lnTo>
                  <a:pt x="1249450" y="9036"/>
                </a:lnTo>
                <a:cubicBezTo>
                  <a:pt x="1293478" y="9036"/>
                  <a:pt x="1315492" y="29249"/>
                  <a:pt x="1315492" y="69674"/>
                </a:cubicBezTo>
                <a:cubicBezTo>
                  <a:pt x="1315492" y="88929"/>
                  <a:pt x="1309285" y="104356"/>
                  <a:pt x="1296871" y="115954"/>
                </a:cubicBezTo>
                <a:cubicBezTo>
                  <a:pt x="1284456" y="127552"/>
                  <a:pt x="1268480" y="133351"/>
                  <a:pt x="1248943" y="133351"/>
                </a:cubicBezTo>
                <a:lnTo>
                  <a:pt x="1208237" y="133351"/>
                </a:lnTo>
                <a:moveTo>
                  <a:pt x="1232306" y="29052"/>
                </a:moveTo>
                <a:lnTo>
                  <a:pt x="1232306" y="113420"/>
                </a:lnTo>
                <a:lnTo>
                  <a:pt x="1247508" y="113420"/>
                </a:lnTo>
                <a:cubicBezTo>
                  <a:pt x="1260851" y="113420"/>
                  <a:pt x="1271295" y="109550"/>
                  <a:pt x="1278840" y="101808"/>
                </a:cubicBezTo>
                <a:cubicBezTo>
                  <a:pt x="1286384" y="94066"/>
                  <a:pt x="1290157" y="83468"/>
                  <a:pt x="1290157" y="70011"/>
                </a:cubicBezTo>
                <a:cubicBezTo>
                  <a:pt x="1290157" y="56781"/>
                  <a:pt x="1286384" y="46646"/>
                  <a:pt x="1278840" y="39608"/>
                </a:cubicBezTo>
                <a:cubicBezTo>
                  <a:pt x="1271295" y="32571"/>
                  <a:pt x="1260908" y="29052"/>
                  <a:pt x="1247677" y="29052"/>
                </a:cubicBezTo>
                <a:lnTo>
                  <a:pt x="1232306" y="29052"/>
                </a:lnTo>
                <a:close/>
                <a:moveTo>
                  <a:pt x="1412609" y="95601"/>
                </a:moveTo>
                <a:lnTo>
                  <a:pt x="1353323" y="95601"/>
                </a:lnTo>
                <a:cubicBezTo>
                  <a:pt x="1354280" y="110690"/>
                  <a:pt x="1362838" y="118234"/>
                  <a:pt x="1378997" y="118234"/>
                </a:cubicBezTo>
                <a:cubicBezTo>
                  <a:pt x="1388850" y="118234"/>
                  <a:pt x="1397633" y="115644"/>
                  <a:pt x="1405346" y="110464"/>
                </a:cubicBezTo>
                <a:lnTo>
                  <a:pt x="1405346" y="128368"/>
                </a:lnTo>
                <a:cubicBezTo>
                  <a:pt x="1397126" y="133154"/>
                  <a:pt x="1386570" y="135547"/>
                  <a:pt x="1373676" y="135547"/>
                </a:cubicBezTo>
                <a:cubicBezTo>
                  <a:pt x="1359882" y="135547"/>
                  <a:pt x="1349143" y="131550"/>
                  <a:pt x="1341458" y="123555"/>
                </a:cubicBezTo>
                <a:cubicBezTo>
                  <a:pt x="1333772" y="115560"/>
                  <a:pt x="1329930" y="104384"/>
                  <a:pt x="1329930" y="90027"/>
                </a:cubicBezTo>
                <a:cubicBezTo>
                  <a:pt x="1329930" y="75951"/>
                  <a:pt x="1334054" y="64508"/>
                  <a:pt x="1342302" y="55697"/>
                </a:cubicBezTo>
                <a:cubicBezTo>
                  <a:pt x="1350550" y="46885"/>
                  <a:pt x="1360868" y="42480"/>
                  <a:pt x="1373254" y="42480"/>
                </a:cubicBezTo>
                <a:cubicBezTo>
                  <a:pt x="1385641" y="42480"/>
                  <a:pt x="1395296" y="46280"/>
                  <a:pt x="1402221" y="53881"/>
                </a:cubicBezTo>
                <a:cubicBezTo>
                  <a:pt x="1409147" y="61482"/>
                  <a:pt x="1412609" y="71926"/>
                  <a:pt x="1412609" y="85213"/>
                </a:cubicBezTo>
                <a:lnTo>
                  <a:pt x="1412609" y="95601"/>
                </a:lnTo>
                <a:moveTo>
                  <a:pt x="1390398" y="80146"/>
                </a:moveTo>
                <a:cubicBezTo>
                  <a:pt x="1390398" y="66070"/>
                  <a:pt x="1384599" y="59033"/>
                  <a:pt x="1373001" y="59033"/>
                </a:cubicBezTo>
                <a:cubicBezTo>
                  <a:pt x="1368159" y="59033"/>
                  <a:pt x="1363894" y="60947"/>
                  <a:pt x="1360206" y="64775"/>
                </a:cubicBezTo>
                <a:cubicBezTo>
                  <a:pt x="1356518" y="68604"/>
                  <a:pt x="1354224" y="73727"/>
                  <a:pt x="1353323" y="80146"/>
                </a:cubicBezTo>
                <a:lnTo>
                  <a:pt x="1390398" y="80146"/>
                </a:lnTo>
                <a:close/>
                <a:moveTo>
                  <a:pt x="1484778" y="20438"/>
                </a:moveTo>
                <a:cubicBezTo>
                  <a:pt x="1481569" y="19030"/>
                  <a:pt x="1478275" y="18326"/>
                  <a:pt x="1474897" y="18326"/>
                </a:cubicBezTo>
                <a:cubicBezTo>
                  <a:pt x="1465776" y="18326"/>
                  <a:pt x="1461216" y="23534"/>
                  <a:pt x="1461216" y="33950"/>
                </a:cubicBezTo>
                <a:lnTo>
                  <a:pt x="1461216" y="44591"/>
                </a:lnTo>
                <a:lnTo>
                  <a:pt x="1481569" y="44591"/>
                </a:lnTo>
                <a:lnTo>
                  <a:pt x="1481569" y="62495"/>
                </a:lnTo>
                <a:lnTo>
                  <a:pt x="1461216" y="62495"/>
                </a:lnTo>
                <a:lnTo>
                  <a:pt x="1461216" y="133351"/>
                </a:lnTo>
                <a:lnTo>
                  <a:pt x="1437738" y="133351"/>
                </a:lnTo>
                <a:lnTo>
                  <a:pt x="1437738" y="62495"/>
                </a:lnTo>
                <a:lnTo>
                  <a:pt x="1422705" y="62495"/>
                </a:lnTo>
                <a:lnTo>
                  <a:pt x="1422705" y="44591"/>
                </a:lnTo>
                <a:lnTo>
                  <a:pt x="1437738" y="44591"/>
                </a:lnTo>
                <a:lnTo>
                  <a:pt x="1437738" y="32683"/>
                </a:lnTo>
                <a:cubicBezTo>
                  <a:pt x="1437738" y="22718"/>
                  <a:pt x="1440863" y="14779"/>
                  <a:pt x="1447112" y="8868"/>
                </a:cubicBezTo>
                <a:cubicBezTo>
                  <a:pt x="1453362" y="2956"/>
                  <a:pt x="1461638" y="0"/>
                  <a:pt x="1471941" y="0"/>
                </a:cubicBezTo>
                <a:cubicBezTo>
                  <a:pt x="1477290" y="0"/>
                  <a:pt x="1481569" y="535"/>
                  <a:pt x="1484778" y="1605"/>
                </a:cubicBezTo>
                <a:lnTo>
                  <a:pt x="1484778" y="20438"/>
                </a:lnTo>
                <a:close/>
                <a:moveTo>
                  <a:pt x="1572251" y="95601"/>
                </a:moveTo>
                <a:lnTo>
                  <a:pt x="1512965" y="95601"/>
                </a:lnTo>
                <a:cubicBezTo>
                  <a:pt x="1513922" y="110690"/>
                  <a:pt x="1522480" y="118234"/>
                  <a:pt x="1538639" y="118234"/>
                </a:cubicBezTo>
                <a:cubicBezTo>
                  <a:pt x="1548492" y="118234"/>
                  <a:pt x="1557275" y="115644"/>
                  <a:pt x="1564988" y="110464"/>
                </a:cubicBezTo>
                <a:lnTo>
                  <a:pt x="1564988" y="128368"/>
                </a:lnTo>
                <a:cubicBezTo>
                  <a:pt x="1556768" y="133154"/>
                  <a:pt x="1546211" y="135547"/>
                  <a:pt x="1533318" y="135547"/>
                </a:cubicBezTo>
                <a:cubicBezTo>
                  <a:pt x="1519524" y="135547"/>
                  <a:pt x="1508785" y="131550"/>
                  <a:pt x="1501100" y="123555"/>
                </a:cubicBezTo>
                <a:cubicBezTo>
                  <a:pt x="1493414" y="115560"/>
                  <a:pt x="1489572" y="104384"/>
                  <a:pt x="1489572" y="90027"/>
                </a:cubicBezTo>
                <a:cubicBezTo>
                  <a:pt x="1489572" y="75951"/>
                  <a:pt x="1493696" y="64508"/>
                  <a:pt x="1501944" y="55697"/>
                </a:cubicBezTo>
                <a:cubicBezTo>
                  <a:pt x="1510192" y="46885"/>
                  <a:pt x="1520510" y="42480"/>
                  <a:pt x="1532896" y="42480"/>
                </a:cubicBezTo>
                <a:cubicBezTo>
                  <a:pt x="1545282" y="42480"/>
                  <a:pt x="1554938" y="46280"/>
                  <a:pt x="1561863" y="53881"/>
                </a:cubicBezTo>
                <a:cubicBezTo>
                  <a:pt x="1568789" y="61482"/>
                  <a:pt x="1572251" y="71926"/>
                  <a:pt x="1572251" y="85213"/>
                </a:cubicBezTo>
                <a:lnTo>
                  <a:pt x="1572251" y="95601"/>
                </a:lnTo>
                <a:moveTo>
                  <a:pt x="1550040" y="80146"/>
                </a:moveTo>
                <a:cubicBezTo>
                  <a:pt x="1550040" y="66070"/>
                  <a:pt x="1544241" y="59033"/>
                  <a:pt x="1532643" y="59033"/>
                </a:cubicBezTo>
                <a:cubicBezTo>
                  <a:pt x="1527801" y="59033"/>
                  <a:pt x="1523536" y="60947"/>
                  <a:pt x="1519848" y="64775"/>
                </a:cubicBezTo>
                <a:cubicBezTo>
                  <a:pt x="1516160" y="68604"/>
                  <a:pt x="1513866" y="73727"/>
                  <a:pt x="1512965" y="80146"/>
                </a:cubicBezTo>
                <a:lnTo>
                  <a:pt x="1550040" y="80146"/>
                </a:lnTo>
                <a:close/>
                <a:moveTo>
                  <a:pt x="1672796" y="133351"/>
                </a:moveTo>
                <a:lnTo>
                  <a:pt x="1649318" y="133351"/>
                </a:lnTo>
                <a:lnTo>
                  <a:pt x="1649318" y="83608"/>
                </a:lnTo>
                <a:cubicBezTo>
                  <a:pt x="1649318" y="68407"/>
                  <a:pt x="1643829" y="60806"/>
                  <a:pt x="1632850" y="60806"/>
                </a:cubicBezTo>
                <a:cubicBezTo>
                  <a:pt x="1627332" y="60806"/>
                  <a:pt x="1622842" y="62875"/>
                  <a:pt x="1619380" y="67013"/>
                </a:cubicBezTo>
                <a:cubicBezTo>
                  <a:pt x="1615917" y="71152"/>
                  <a:pt x="1614186" y="76402"/>
                  <a:pt x="1614186" y="82764"/>
                </a:cubicBezTo>
                <a:lnTo>
                  <a:pt x="1614186" y="133351"/>
                </a:lnTo>
                <a:lnTo>
                  <a:pt x="1590624" y="133351"/>
                </a:lnTo>
                <a:lnTo>
                  <a:pt x="1590624" y="44591"/>
                </a:lnTo>
                <a:lnTo>
                  <a:pt x="1614186" y="44591"/>
                </a:lnTo>
                <a:lnTo>
                  <a:pt x="1614186" y="58864"/>
                </a:lnTo>
                <a:lnTo>
                  <a:pt x="1614439" y="58864"/>
                </a:lnTo>
                <a:cubicBezTo>
                  <a:pt x="1620970" y="47941"/>
                  <a:pt x="1630570" y="42480"/>
                  <a:pt x="1643238" y="42480"/>
                </a:cubicBezTo>
                <a:cubicBezTo>
                  <a:pt x="1662943" y="42480"/>
                  <a:pt x="1672796" y="54669"/>
                  <a:pt x="1672796" y="79048"/>
                </a:cubicBezTo>
                <a:lnTo>
                  <a:pt x="1672796" y="133351"/>
                </a:lnTo>
                <a:close/>
                <a:moveTo>
                  <a:pt x="1692827" y="110549"/>
                </a:moveTo>
                <a:cubicBezTo>
                  <a:pt x="1701610" y="116066"/>
                  <a:pt x="1710281" y="118825"/>
                  <a:pt x="1718839" y="118825"/>
                </a:cubicBezTo>
                <a:cubicBezTo>
                  <a:pt x="1729874" y="118825"/>
                  <a:pt x="1735391" y="115701"/>
                  <a:pt x="1735391" y="109451"/>
                </a:cubicBezTo>
                <a:cubicBezTo>
                  <a:pt x="1735391" y="105116"/>
                  <a:pt x="1731028" y="101456"/>
                  <a:pt x="1722301" y="98472"/>
                </a:cubicBezTo>
                <a:cubicBezTo>
                  <a:pt x="1709577" y="94193"/>
                  <a:pt x="1701498" y="89985"/>
                  <a:pt x="1698063" y="85846"/>
                </a:cubicBezTo>
                <a:cubicBezTo>
                  <a:pt x="1694629" y="81708"/>
                  <a:pt x="1692912" y="76402"/>
                  <a:pt x="1692912" y="69927"/>
                </a:cubicBezTo>
                <a:cubicBezTo>
                  <a:pt x="1692912" y="61369"/>
                  <a:pt x="1696402" y="54655"/>
                  <a:pt x="1703384" y="49785"/>
                </a:cubicBezTo>
                <a:cubicBezTo>
                  <a:pt x="1710365" y="44915"/>
                  <a:pt x="1719345" y="42480"/>
                  <a:pt x="1730324" y="42480"/>
                </a:cubicBezTo>
                <a:cubicBezTo>
                  <a:pt x="1737981" y="42480"/>
                  <a:pt x="1745638" y="43690"/>
                  <a:pt x="1753295" y="46111"/>
                </a:cubicBezTo>
                <a:lnTo>
                  <a:pt x="1753295" y="65282"/>
                </a:lnTo>
                <a:cubicBezTo>
                  <a:pt x="1746370" y="61172"/>
                  <a:pt x="1738798" y="59117"/>
                  <a:pt x="1730578" y="59117"/>
                </a:cubicBezTo>
                <a:cubicBezTo>
                  <a:pt x="1726242" y="59117"/>
                  <a:pt x="1722752" y="59933"/>
                  <a:pt x="1720105" y="61566"/>
                </a:cubicBezTo>
                <a:cubicBezTo>
                  <a:pt x="1717459" y="63199"/>
                  <a:pt x="1716136" y="65367"/>
                  <a:pt x="1716136" y="68069"/>
                </a:cubicBezTo>
                <a:cubicBezTo>
                  <a:pt x="1716136" y="72517"/>
                  <a:pt x="1719824" y="76036"/>
                  <a:pt x="1727199" y="78626"/>
                </a:cubicBezTo>
                <a:cubicBezTo>
                  <a:pt x="1735588" y="81666"/>
                  <a:pt x="1741754" y="84214"/>
                  <a:pt x="1745695" y="86269"/>
                </a:cubicBezTo>
                <a:cubicBezTo>
                  <a:pt x="1749636" y="88324"/>
                  <a:pt x="1752704" y="91125"/>
                  <a:pt x="1754900" y="94672"/>
                </a:cubicBezTo>
                <a:cubicBezTo>
                  <a:pt x="1757096" y="98219"/>
                  <a:pt x="1758194" y="102385"/>
                  <a:pt x="1758194" y="107171"/>
                </a:cubicBezTo>
                <a:cubicBezTo>
                  <a:pt x="1758194" y="116179"/>
                  <a:pt x="1754604" y="123161"/>
                  <a:pt x="1747426" y="128115"/>
                </a:cubicBezTo>
                <a:cubicBezTo>
                  <a:pt x="1740247" y="133070"/>
                  <a:pt x="1730775" y="135547"/>
                  <a:pt x="1719008" y="135547"/>
                </a:cubicBezTo>
                <a:cubicBezTo>
                  <a:pt x="1709098" y="135547"/>
                  <a:pt x="1700372" y="133970"/>
                  <a:pt x="1692827" y="130818"/>
                </a:cubicBezTo>
                <a:lnTo>
                  <a:pt x="1692827" y="110549"/>
                </a:lnTo>
                <a:close/>
                <a:moveTo>
                  <a:pt x="1852100" y="95601"/>
                </a:moveTo>
                <a:lnTo>
                  <a:pt x="1792814" y="95601"/>
                </a:lnTo>
                <a:cubicBezTo>
                  <a:pt x="1793771" y="110690"/>
                  <a:pt x="1802329" y="118234"/>
                  <a:pt x="1818488" y="118234"/>
                </a:cubicBezTo>
                <a:cubicBezTo>
                  <a:pt x="1828340" y="118234"/>
                  <a:pt x="1837124" y="115644"/>
                  <a:pt x="1844837" y="110464"/>
                </a:cubicBezTo>
                <a:lnTo>
                  <a:pt x="1844837" y="128368"/>
                </a:lnTo>
                <a:cubicBezTo>
                  <a:pt x="1836617" y="133154"/>
                  <a:pt x="1826060" y="135547"/>
                  <a:pt x="1813167" y="135547"/>
                </a:cubicBezTo>
                <a:cubicBezTo>
                  <a:pt x="1799373" y="135547"/>
                  <a:pt x="1788633" y="131550"/>
                  <a:pt x="1780948" y="123555"/>
                </a:cubicBezTo>
                <a:cubicBezTo>
                  <a:pt x="1773263" y="115560"/>
                  <a:pt x="1769420" y="104384"/>
                  <a:pt x="1769420" y="90027"/>
                </a:cubicBezTo>
                <a:cubicBezTo>
                  <a:pt x="1769420" y="75951"/>
                  <a:pt x="1773545" y="64508"/>
                  <a:pt x="1781793" y="55697"/>
                </a:cubicBezTo>
                <a:cubicBezTo>
                  <a:pt x="1790041" y="46885"/>
                  <a:pt x="1800358" y="42480"/>
                  <a:pt x="1812745" y="42480"/>
                </a:cubicBezTo>
                <a:cubicBezTo>
                  <a:pt x="1825131" y="42480"/>
                  <a:pt x="1834787" y="46280"/>
                  <a:pt x="1841712" y="53881"/>
                </a:cubicBezTo>
                <a:cubicBezTo>
                  <a:pt x="1848637" y="61482"/>
                  <a:pt x="1852100" y="71926"/>
                  <a:pt x="1852100" y="85213"/>
                </a:cubicBezTo>
                <a:lnTo>
                  <a:pt x="1852100" y="95601"/>
                </a:lnTo>
                <a:moveTo>
                  <a:pt x="1829889" y="80146"/>
                </a:moveTo>
                <a:cubicBezTo>
                  <a:pt x="1829889" y="66070"/>
                  <a:pt x="1824090" y="59033"/>
                  <a:pt x="1812491" y="59033"/>
                </a:cubicBezTo>
                <a:cubicBezTo>
                  <a:pt x="1807649" y="59033"/>
                  <a:pt x="1803385" y="60947"/>
                  <a:pt x="1799697" y="64775"/>
                </a:cubicBezTo>
                <a:cubicBezTo>
                  <a:pt x="1796009" y="68604"/>
                  <a:pt x="1793715" y="73727"/>
                  <a:pt x="1792814" y="80146"/>
                </a:cubicBezTo>
                <a:lnTo>
                  <a:pt x="1829889" y="80146"/>
                </a:lnTo>
                <a:close/>
                <a:moveTo>
                  <a:pt x="1957305" y="161558"/>
                </a:moveTo>
                <a:cubicBezTo>
                  <a:pt x="1938838" y="141065"/>
                  <a:pt x="1929604" y="115841"/>
                  <a:pt x="1929604" y="85889"/>
                </a:cubicBezTo>
                <a:cubicBezTo>
                  <a:pt x="1929604" y="56555"/>
                  <a:pt x="1938838" y="30938"/>
                  <a:pt x="1957305" y="9036"/>
                </a:cubicBezTo>
                <a:lnTo>
                  <a:pt x="1976729" y="9036"/>
                </a:lnTo>
                <a:cubicBezTo>
                  <a:pt x="1959050" y="31839"/>
                  <a:pt x="1950211" y="57428"/>
                  <a:pt x="1950211" y="85804"/>
                </a:cubicBezTo>
                <a:cubicBezTo>
                  <a:pt x="1950211" y="113955"/>
                  <a:pt x="1959050" y="139207"/>
                  <a:pt x="1976729" y="161558"/>
                </a:cubicBezTo>
                <a:lnTo>
                  <a:pt x="1957305" y="161558"/>
                </a:lnTo>
                <a:close/>
                <a:moveTo>
                  <a:pt x="1991101" y="129635"/>
                </a:moveTo>
                <a:lnTo>
                  <a:pt x="1991101" y="108269"/>
                </a:lnTo>
                <a:cubicBezTo>
                  <a:pt x="1994873" y="111140"/>
                  <a:pt x="1999167" y="113336"/>
                  <a:pt x="2003980" y="114856"/>
                </a:cubicBezTo>
                <a:cubicBezTo>
                  <a:pt x="2008794" y="116376"/>
                  <a:pt x="2013509" y="117136"/>
                  <a:pt x="2018126" y="117136"/>
                </a:cubicBezTo>
                <a:cubicBezTo>
                  <a:pt x="2026065" y="117136"/>
                  <a:pt x="2032314" y="115222"/>
                  <a:pt x="2036875" y="111393"/>
                </a:cubicBezTo>
                <a:cubicBezTo>
                  <a:pt x="2041435" y="107565"/>
                  <a:pt x="2043715" y="102244"/>
                  <a:pt x="2043715" y="95432"/>
                </a:cubicBezTo>
                <a:cubicBezTo>
                  <a:pt x="2043715" y="88338"/>
                  <a:pt x="2041309" y="83172"/>
                  <a:pt x="2036495" y="79935"/>
                </a:cubicBezTo>
                <a:cubicBezTo>
                  <a:pt x="2031681" y="76697"/>
                  <a:pt x="2024291" y="75079"/>
                  <a:pt x="2014326" y="75079"/>
                </a:cubicBezTo>
                <a:cubicBezTo>
                  <a:pt x="2007570" y="75079"/>
                  <a:pt x="2000476" y="75670"/>
                  <a:pt x="1993044" y="76852"/>
                </a:cubicBezTo>
                <a:lnTo>
                  <a:pt x="1997689" y="9036"/>
                </a:lnTo>
                <a:lnTo>
                  <a:pt x="2062042" y="9036"/>
                </a:lnTo>
                <a:lnTo>
                  <a:pt x="2062042" y="28630"/>
                </a:lnTo>
                <a:lnTo>
                  <a:pt x="2017113" y="28630"/>
                </a:lnTo>
                <a:lnTo>
                  <a:pt x="2015001" y="57512"/>
                </a:lnTo>
                <a:cubicBezTo>
                  <a:pt x="2021307" y="56781"/>
                  <a:pt x="2025474" y="56415"/>
                  <a:pt x="2027500" y="56415"/>
                </a:cubicBezTo>
                <a:cubicBezTo>
                  <a:pt x="2039605" y="56415"/>
                  <a:pt x="2049332" y="59736"/>
                  <a:pt x="2056679" y="66380"/>
                </a:cubicBezTo>
                <a:cubicBezTo>
                  <a:pt x="2064026" y="73024"/>
                  <a:pt x="2067700" y="81863"/>
                  <a:pt x="2067700" y="92898"/>
                </a:cubicBezTo>
                <a:cubicBezTo>
                  <a:pt x="2067700" y="106242"/>
                  <a:pt x="2063477" y="116686"/>
                  <a:pt x="2055032" y="124230"/>
                </a:cubicBezTo>
                <a:cubicBezTo>
                  <a:pt x="2046587" y="131775"/>
                  <a:pt x="2035045" y="135547"/>
                  <a:pt x="2020406" y="135547"/>
                </a:cubicBezTo>
                <a:cubicBezTo>
                  <a:pt x="2008133" y="135547"/>
                  <a:pt x="1998364" y="133576"/>
                  <a:pt x="1991101" y="129635"/>
                </a:cubicBezTo>
                <a:close/>
                <a:moveTo>
                  <a:pt x="2092335" y="110887"/>
                </a:moveTo>
                <a:cubicBezTo>
                  <a:pt x="2098978" y="115053"/>
                  <a:pt x="2106692" y="117136"/>
                  <a:pt x="2115475" y="117136"/>
                </a:cubicBezTo>
                <a:cubicBezTo>
                  <a:pt x="2125778" y="117136"/>
                  <a:pt x="2133632" y="113434"/>
                  <a:pt x="2139037" y="106031"/>
                </a:cubicBezTo>
                <a:cubicBezTo>
                  <a:pt x="2144442" y="98627"/>
                  <a:pt x="2147144" y="88422"/>
                  <a:pt x="2147144" y="75416"/>
                </a:cubicBezTo>
                <a:lnTo>
                  <a:pt x="2146722" y="75248"/>
                </a:lnTo>
                <a:cubicBezTo>
                  <a:pt x="2141374" y="84143"/>
                  <a:pt x="2132759" y="88591"/>
                  <a:pt x="2120880" y="88591"/>
                </a:cubicBezTo>
                <a:cubicBezTo>
                  <a:pt x="2110351" y="88591"/>
                  <a:pt x="2101793" y="84917"/>
                  <a:pt x="2095206" y="77570"/>
                </a:cubicBezTo>
                <a:cubicBezTo>
                  <a:pt x="2088619" y="70223"/>
                  <a:pt x="2085325" y="61116"/>
                  <a:pt x="2085325" y="50249"/>
                </a:cubicBezTo>
                <a:cubicBezTo>
                  <a:pt x="2085325" y="37469"/>
                  <a:pt x="2089294" y="27067"/>
                  <a:pt x="2097233" y="19044"/>
                </a:cubicBezTo>
                <a:cubicBezTo>
                  <a:pt x="2105171" y="11021"/>
                  <a:pt x="2115446" y="7010"/>
                  <a:pt x="2128058" y="7010"/>
                </a:cubicBezTo>
                <a:cubicBezTo>
                  <a:pt x="2141458" y="7010"/>
                  <a:pt x="2151846" y="12105"/>
                  <a:pt x="2159221" y="22296"/>
                </a:cubicBezTo>
                <a:cubicBezTo>
                  <a:pt x="2166597" y="32486"/>
                  <a:pt x="2170285" y="46674"/>
                  <a:pt x="2170285" y="64860"/>
                </a:cubicBezTo>
                <a:cubicBezTo>
                  <a:pt x="2170285" y="86987"/>
                  <a:pt x="2165668" y="104299"/>
                  <a:pt x="2156434" y="116798"/>
                </a:cubicBezTo>
                <a:cubicBezTo>
                  <a:pt x="2147201" y="129297"/>
                  <a:pt x="2134139" y="135547"/>
                  <a:pt x="2117248" y="135547"/>
                </a:cubicBezTo>
                <a:cubicBezTo>
                  <a:pt x="2107564" y="135547"/>
                  <a:pt x="2099260" y="133999"/>
                  <a:pt x="2092335" y="130902"/>
                </a:cubicBezTo>
                <a:lnTo>
                  <a:pt x="2092335" y="110887"/>
                </a:lnTo>
                <a:moveTo>
                  <a:pt x="2108549" y="47969"/>
                </a:moveTo>
                <a:cubicBezTo>
                  <a:pt x="2108549" y="54838"/>
                  <a:pt x="2110253" y="60299"/>
                  <a:pt x="2113659" y="64353"/>
                </a:cubicBezTo>
                <a:cubicBezTo>
                  <a:pt x="2117065" y="68407"/>
                  <a:pt x="2121780" y="70434"/>
                  <a:pt x="2127805" y="70434"/>
                </a:cubicBezTo>
                <a:cubicBezTo>
                  <a:pt x="2133210" y="70434"/>
                  <a:pt x="2137629" y="68519"/>
                  <a:pt x="2141064" y="64691"/>
                </a:cubicBezTo>
                <a:cubicBezTo>
                  <a:pt x="2144498" y="60862"/>
                  <a:pt x="2146216" y="56217"/>
                  <a:pt x="2146216" y="50756"/>
                </a:cubicBezTo>
                <a:cubicBezTo>
                  <a:pt x="2146216" y="43831"/>
                  <a:pt x="2144470" y="37863"/>
                  <a:pt x="2140979" y="32852"/>
                </a:cubicBezTo>
                <a:cubicBezTo>
                  <a:pt x="2137489" y="27841"/>
                  <a:pt x="2132872" y="25336"/>
                  <a:pt x="2127129" y="25336"/>
                </a:cubicBezTo>
                <a:cubicBezTo>
                  <a:pt x="2121443" y="25336"/>
                  <a:pt x="2116924" y="27560"/>
                  <a:pt x="2113574" y="32008"/>
                </a:cubicBezTo>
                <a:cubicBezTo>
                  <a:pt x="2110224" y="36456"/>
                  <a:pt x="2108549" y="41776"/>
                  <a:pt x="2108549" y="47969"/>
                </a:cubicBezTo>
                <a:close/>
                <a:moveTo>
                  <a:pt x="2179376" y="161558"/>
                </a:moveTo>
                <a:cubicBezTo>
                  <a:pt x="2197167" y="139601"/>
                  <a:pt x="2206063" y="114349"/>
                  <a:pt x="2206063" y="85804"/>
                </a:cubicBezTo>
                <a:cubicBezTo>
                  <a:pt x="2206063" y="57541"/>
                  <a:pt x="2197167" y="31951"/>
                  <a:pt x="2179376" y="9036"/>
                </a:cubicBezTo>
                <a:lnTo>
                  <a:pt x="2198969" y="9036"/>
                </a:lnTo>
                <a:cubicBezTo>
                  <a:pt x="2217492" y="31051"/>
                  <a:pt x="2226754" y="56668"/>
                  <a:pt x="2226754" y="85889"/>
                </a:cubicBezTo>
                <a:cubicBezTo>
                  <a:pt x="2226754" y="115616"/>
                  <a:pt x="2217464" y="140839"/>
                  <a:pt x="2198884" y="161558"/>
                </a:cubicBezTo>
                <a:lnTo>
                  <a:pt x="2179376" y="161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A8EC6-236D-4DEA-8858-C8FC89F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071" y="1408717"/>
            <a:ext cx="2432088" cy="88830"/>
          </a:xfrm>
          <a:custGeom xmlns:a="http://schemas.openxmlformats.org/drawingml/2006/main">
            <a:pathLst>
              <a:path w="2432088" h="88830">
                <a:moveTo>
                  <a:pt x="2432088" y="0"/>
                </a:moveTo>
                <a:cubicBezTo>
                  <a:pt x="2432088" y="24597"/>
                  <a:pt x="2358298" y="44493"/>
                  <a:pt x="2267275" y="44493"/>
                </a:cubicBezTo>
                <a:lnTo>
                  <a:pt x="1493186" y="44493"/>
                </a:lnTo>
                <a:cubicBezTo>
                  <a:pt x="1402163" y="44493"/>
                  <a:pt x="1328374" y="64390"/>
                  <a:pt x="1328374" y="88830"/>
                </a:cubicBezTo>
                <a:cubicBezTo>
                  <a:pt x="1328374" y="64390"/>
                  <a:pt x="1254584" y="44493"/>
                  <a:pt x="1163561" y="44493"/>
                </a:cubicBezTo>
                <a:lnTo>
                  <a:pt x="164813" y="44493"/>
                </a:lnTo>
                <a:cubicBezTo>
                  <a:pt x="73790" y="44493"/>
                  <a:pt x="0" y="24597"/>
                  <a:pt x="0" y="0"/>
                </a:cubicBezTo>
                <a:lnTo>
                  <a:pt x="2432088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156EE-7B9A-4BEA-8DCF-72359E00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071" y="71116"/>
            <a:ext cx="2432088" cy="1332275"/>
          </a:xfrm>
          <a:custGeom xmlns:a="http://schemas.openxmlformats.org/drawingml/2006/main">
            <a:pathLst>
              <a:path w="2432088" h="1332275" fill="none">
                <a:moveTo>
                  <a:pt x="0" y="1332275"/>
                </a:moveTo>
                <a:lnTo>
                  <a:pt x="2432088" y="1332275"/>
                </a:lnTo>
                <a:lnTo>
                  <a:pt x="2432088" y="0"/>
                </a:lnTo>
                <a:lnTo>
                  <a:pt x="0" y="0"/>
                </a:lnTo>
                <a:lnTo>
                  <a:pt x="0" y="133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33" cap="flat">
            <a:solidFill>
              <a:srgbClr val="262626"/>
            </a:solidFill>
            <a:custDash>
              <a:ds d="300000" sp="100000"/>
            </a:custDash>
            <a:miter/>
          </a:ln>
        </p:spPr>
      </p:sp>
      <p:sp>
        <p:nvSpPr>
          <p:cNvPr id="43" name="Text •135incidents">
            <a:extLst xmlns:a="http://schemas.openxmlformats.org/drawingml/2006/main">
              <a:ext uri="{FF2B5EF4-FFF2-40B4-BE49-F238E27FC236}">
                <a16:creationId xmlns:a16="http://schemas.microsoft.com/office/drawing/2014/main" id="{3940821C-4935-40AA-B6DF-3C011ABA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09" y="155193"/>
            <a:ext cx="1199316" cy="133520"/>
          </a:xfrm>
          <a:custGeom xmlns:a="http://schemas.openxmlformats.org/drawingml/2006/main">
            <a:pathLst>
              <a:path w="1199316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15549" y="105735"/>
                </a:moveTo>
                <a:cubicBezTo>
                  <a:pt x="223938" y="111985"/>
                  <a:pt x="233622" y="115109"/>
                  <a:pt x="244601" y="115109"/>
                </a:cubicBezTo>
                <a:cubicBezTo>
                  <a:pt x="251808" y="115109"/>
                  <a:pt x="257607" y="113463"/>
                  <a:pt x="261998" y="110169"/>
                </a:cubicBezTo>
                <a:cubicBezTo>
                  <a:pt x="266390" y="106875"/>
                  <a:pt x="268586" y="102160"/>
                  <a:pt x="268586" y="96023"/>
                </a:cubicBezTo>
                <a:cubicBezTo>
                  <a:pt x="268586" y="83130"/>
                  <a:pt x="258845" y="76683"/>
                  <a:pt x="239365" y="76683"/>
                </a:cubicBezTo>
                <a:lnTo>
                  <a:pt x="228386" y="76683"/>
                </a:lnTo>
                <a:lnTo>
                  <a:pt x="228386" y="58273"/>
                </a:lnTo>
                <a:lnTo>
                  <a:pt x="238605" y="58273"/>
                </a:lnTo>
                <a:cubicBezTo>
                  <a:pt x="256059" y="58273"/>
                  <a:pt x="264785" y="52248"/>
                  <a:pt x="264785" y="40200"/>
                </a:cubicBezTo>
                <a:cubicBezTo>
                  <a:pt x="264785" y="28939"/>
                  <a:pt x="258085" y="23309"/>
                  <a:pt x="244686" y="23309"/>
                </a:cubicBezTo>
                <a:cubicBezTo>
                  <a:pt x="236297" y="23309"/>
                  <a:pt x="228161" y="26068"/>
                  <a:pt x="220279" y="31585"/>
                </a:cubicBezTo>
                <a:lnTo>
                  <a:pt x="220279" y="11739"/>
                </a:lnTo>
                <a:cubicBezTo>
                  <a:pt x="228724" y="7235"/>
                  <a:pt x="238689" y="4983"/>
                  <a:pt x="250175" y="4983"/>
                </a:cubicBezTo>
                <a:cubicBezTo>
                  <a:pt x="261604" y="4983"/>
                  <a:pt x="270894" y="7685"/>
                  <a:pt x="278044" y="13090"/>
                </a:cubicBezTo>
                <a:cubicBezTo>
                  <a:pt x="285195" y="18495"/>
                  <a:pt x="288770" y="25983"/>
                  <a:pt x="288770" y="35555"/>
                </a:cubicBezTo>
                <a:cubicBezTo>
                  <a:pt x="288770" y="51713"/>
                  <a:pt x="280522" y="61960"/>
                  <a:pt x="264025" y="66296"/>
                </a:cubicBezTo>
                <a:lnTo>
                  <a:pt x="264025" y="66633"/>
                </a:lnTo>
                <a:cubicBezTo>
                  <a:pt x="272639" y="67534"/>
                  <a:pt x="279565" y="70701"/>
                  <a:pt x="284801" y="76134"/>
                </a:cubicBezTo>
                <a:cubicBezTo>
                  <a:pt x="290037" y="81567"/>
                  <a:pt x="292655" y="88141"/>
                  <a:pt x="292655" y="95854"/>
                </a:cubicBezTo>
                <a:cubicBezTo>
                  <a:pt x="292655" y="107621"/>
                  <a:pt x="288390" y="116841"/>
                  <a:pt x="279860" y="123512"/>
                </a:cubicBezTo>
                <a:cubicBezTo>
                  <a:pt x="271330" y="130184"/>
                  <a:pt x="260028" y="133520"/>
                  <a:pt x="245952" y="133520"/>
                </a:cubicBezTo>
                <a:cubicBezTo>
                  <a:pt x="233566" y="133520"/>
                  <a:pt x="223432" y="131381"/>
                  <a:pt x="215549" y="127102"/>
                </a:cubicBezTo>
                <a:lnTo>
                  <a:pt x="215549" y="105735"/>
                </a:lnTo>
                <a:close/>
                <a:moveTo>
                  <a:pt x="315596" y="127608"/>
                </a:moveTo>
                <a:lnTo>
                  <a:pt x="315596" y="106242"/>
                </a:lnTo>
                <a:cubicBezTo>
                  <a:pt x="319368" y="109113"/>
                  <a:pt x="323661" y="111309"/>
                  <a:pt x="328475" y="112829"/>
                </a:cubicBezTo>
                <a:cubicBezTo>
                  <a:pt x="333289" y="114349"/>
                  <a:pt x="338004" y="115109"/>
                  <a:pt x="342621" y="115109"/>
                </a:cubicBezTo>
                <a:cubicBezTo>
                  <a:pt x="350560" y="115109"/>
                  <a:pt x="356809" y="113195"/>
                  <a:pt x="361370" y="109367"/>
                </a:cubicBezTo>
                <a:cubicBezTo>
                  <a:pt x="365930" y="105538"/>
                  <a:pt x="368210" y="100217"/>
                  <a:pt x="368210" y="93405"/>
                </a:cubicBezTo>
                <a:cubicBezTo>
                  <a:pt x="368210" y="86311"/>
                  <a:pt x="365803" y="81145"/>
                  <a:pt x="360990" y="77908"/>
                </a:cubicBezTo>
                <a:cubicBezTo>
                  <a:pt x="356176" y="74670"/>
                  <a:pt x="348786" y="73052"/>
                  <a:pt x="338821" y="73052"/>
                </a:cubicBezTo>
                <a:cubicBezTo>
                  <a:pt x="332064" y="73052"/>
                  <a:pt x="324970" y="73643"/>
                  <a:pt x="317539" y="74825"/>
                </a:cubicBezTo>
                <a:lnTo>
                  <a:pt x="322183" y="7010"/>
                </a:lnTo>
                <a:lnTo>
                  <a:pt x="386537" y="7010"/>
                </a:lnTo>
                <a:lnTo>
                  <a:pt x="386537" y="26603"/>
                </a:lnTo>
                <a:lnTo>
                  <a:pt x="341608" y="26603"/>
                </a:lnTo>
                <a:lnTo>
                  <a:pt x="339496" y="55486"/>
                </a:lnTo>
                <a:cubicBezTo>
                  <a:pt x="345802" y="54754"/>
                  <a:pt x="349968" y="54388"/>
                  <a:pt x="351995" y="54388"/>
                </a:cubicBezTo>
                <a:cubicBezTo>
                  <a:pt x="364100" y="54388"/>
                  <a:pt x="373826" y="57710"/>
                  <a:pt x="381174" y="64353"/>
                </a:cubicBezTo>
                <a:cubicBezTo>
                  <a:pt x="388521" y="70997"/>
                  <a:pt x="392195" y="79836"/>
                  <a:pt x="392195" y="90871"/>
                </a:cubicBezTo>
                <a:cubicBezTo>
                  <a:pt x="392195" y="104215"/>
                  <a:pt x="387972" y="114659"/>
                  <a:pt x="379527" y="122203"/>
                </a:cubicBezTo>
                <a:cubicBezTo>
                  <a:pt x="371082" y="129748"/>
                  <a:pt x="359540" y="133520"/>
                  <a:pt x="344901" y="133520"/>
                </a:cubicBezTo>
                <a:cubicBezTo>
                  <a:pt x="332627" y="133520"/>
                  <a:pt x="322859" y="131550"/>
                  <a:pt x="315596" y="127608"/>
                </a:cubicBezTo>
                <a:close/>
                <a:moveTo>
                  <a:pt x="474522" y="13344"/>
                </a:moveTo>
                <a:cubicBezTo>
                  <a:pt x="474522" y="9740"/>
                  <a:pt x="475803" y="6728"/>
                  <a:pt x="478365" y="4307"/>
                </a:cubicBezTo>
                <a:cubicBezTo>
                  <a:pt x="480927" y="1886"/>
                  <a:pt x="484235" y="676"/>
                  <a:pt x="488288" y="676"/>
                </a:cubicBezTo>
                <a:cubicBezTo>
                  <a:pt x="492229" y="676"/>
                  <a:pt x="495523" y="1872"/>
                  <a:pt x="498169" y="4265"/>
                </a:cubicBezTo>
                <a:cubicBezTo>
                  <a:pt x="500815" y="6658"/>
                  <a:pt x="502139" y="9684"/>
                  <a:pt x="502139" y="13344"/>
                </a:cubicBezTo>
                <a:cubicBezTo>
                  <a:pt x="502139" y="17003"/>
                  <a:pt x="500830" y="20044"/>
                  <a:pt x="498212" y="22464"/>
                </a:cubicBezTo>
                <a:cubicBezTo>
                  <a:pt x="495593" y="24885"/>
                  <a:pt x="492286" y="26096"/>
                  <a:pt x="488288" y="26096"/>
                </a:cubicBezTo>
                <a:cubicBezTo>
                  <a:pt x="484291" y="26096"/>
                  <a:pt x="480997" y="24857"/>
                  <a:pt x="478407" y="22380"/>
                </a:cubicBezTo>
                <a:cubicBezTo>
                  <a:pt x="475817" y="19903"/>
                  <a:pt x="474522" y="16891"/>
                  <a:pt x="474522" y="13344"/>
                </a:cubicBezTo>
                <a:moveTo>
                  <a:pt x="476380" y="131324"/>
                </a:moveTo>
                <a:lnTo>
                  <a:pt x="476380" y="42564"/>
                </a:lnTo>
                <a:lnTo>
                  <a:pt x="499858" y="42564"/>
                </a:lnTo>
                <a:lnTo>
                  <a:pt x="499858" y="131324"/>
                </a:lnTo>
                <a:lnTo>
                  <a:pt x="476380" y="131324"/>
                </a:lnTo>
                <a:close/>
                <a:moveTo>
                  <a:pt x="606282" y="131324"/>
                </a:moveTo>
                <a:lnTo>
                  <a:pt x="582804" y="131324"/>
                </a:lnTo>
                <a:lnTo>
                  <a:pt x="582804" y="81582"/>
                </a:lnTo>
                <a:cubicBezTo>
                  <a:pt x="582804" y="66380"/>
                  <a:pt x="577315" y="58779"/>
                  <a:pt x="566336" y="58779"/>
                </a:cubicBezTo>
                <a:cubicBezTo>
                  <a:pt x="560818" y="58779"/>
                  <a:pt x="556328" y="60848"/>
                  <a:pt x="552865" y="64987"/>
                </a:cubicBezTo>
                <a:cubicBezTo>
                  <a:pt x="549403" y="69125"/>
                  <a:pt x="547672" y="74375"/>
                  <a:pt x="547672" y="80737"/>
                </a:cubicBezTo>
                <a:lnTo>
                  <a:pt x="547672" y="131324"/>
                </a:lnTo>
                <a:lnTo>
                  <a:pt x="524109" y="131324"/>
                </a:lnTo>
                <a:lnTo>
                  <a:pt x="524109" y="42564"/>
                </a:lnTo>
                <a:lnTo>
                  <a:pt x="547672" y="42564"/>
                </a:lnTo>
                <a:lnTo>
                  <a:pt x="547672" y="56837"/>
                </a:lnTo>
                <a:lnTo>
                  <a:pt x="547925" y="56837"/>
                </a:lnTo>
                <a:cubicBezTo>
                  <a:pt x="554456" y="45914"/>
                  <a:pt x="564055" y="40453"/>
                  <a:pt x="576723" y="40453"/>
                </a:cubicBezTo>
                <a:cubicBezTo>
                  <a:pt x="596429" y="40453"/>
                  <a:pt x="606282" y="52642"/>
                  <a:pt x="606282" y="77021"/>
                </a:cubicBezTo>
                <a:lnTo>
                  <a:pt x="606282" y="131324"/>
                </a:lnTo>
                <a:close/>
                <a:moveTo>
                  <a:pt x="694635" y="127862"/>
                </a:moveTo>
                <a:cubicBezTo>
                  <a:pt x="688273" y="131634"/>
                  <a:pt x="679575" y="133520"/>
                  <a:pt x="668539" y="133520"/>
                </a:cubicBezTo>
                <a:cubicBezTo>
                  <a:pt x="655252" y="133520"/>
                  <a:pt x="644484" y="129424"/>
                  <a:pt x="636236" y="121232"/>
                </a:cubicBezTo>
                <a:cubicBezTo>
                  <a:pt x="627988" y="113040"/>
                  <a:pt x="623864" y="102329"/>
                  <a:pt x="623864" y="89098"/>
                </a:cubicBezTo>
                <a:cubicBezTo>
                  <a:pt x="623864" y="74009"/>
                  <a:pt x="628284" y="62129"/>
                  <a:pt x="637123" y="53459"/>
                </a:cubicBezTo>
                <a:cubicBezTo>
                  <a:pt x="645962" y="44788"/>
                  <a:pt x="657758" y="40453"/>
                  <a:pt x="672509" y="40453"/>
                </a:cubicBezTo>
                <a:cubicBezTo>
                  <a:pt x="682136" y="40453"/>
                  <a:pt x="689512" y="41861"/>
                  <a:pt x="694635" y="44676"/>
                </a:cubicBezTo>
                <a:lnTo>
                  <a:pt x="694635" y="65367"/>
                </a:lnTo>
                <a:cubicBezTo>
                  <a:pt x="688667" y="60975"/>
                  <a:pt x="682080" y="58779"/>
                  <a:pt x="674873" y="58779"/>
                </a:cubicBezTo>
                <a:cubicBezTo>
                  <a:pt x="666653" y="58779"/>
                  <a:pt x="660066" y="61355"/>
                  <a:pt x="655111" y="66507"/>
                </a:cubicBezTo>
                <a:cubicBezTo>
                  <a:pt x="650157" y="71658"/>
                  <a:pt x="647680" y="78626"/>
                  <a:pt x="647680" y="87409"/>
                </a:cubicBezTo>
                <a:cubicBezTo>
                  <a:pt x="647680" y="96079"/>
                  <a:pt x="650016" y="102864"/>
                  <a:pt x="654689" y="107762"/>
                </a:cubicBezTo>
                <a:cubicBezTo>
                  <a:pt x="659362" y="112660"/>
                  <a:pt x="665781" y="115109"/>
                  <a:pt x="673944" y="115109"/>
                </a:cubicBezTo>
                <a:cubicBezTo>
                  <a:pt x="681095" y="115109"/>
                  <a:pt x="687992" y="112857"/>
                  <a:pt x="694635" y="108353"/>
                </a:cubicBezTo>
                <a:lnTo>
                  <a:pt x="694635" y="127862"/>
                </a:lnTo>
                <a:close/>
                <a:moveTo>
                  <a:pt x="711304" y="13344"/>
                </a:moveTo>
                <a:cubicBezTo>
                  <a:pt x="711304" y="9740"/>
                  <a:pt x="712585" y="6728"/>
                  <a:pt x="715147" y="4307"/>
                </a:cubicBezTo>
                <a:cubicBezTo>
                  <a:pt x="717709" y="1886"/>
                  <a:pt x="721016" y="676"/>
                  <a:pt x="725070" y="676"/>
                </a:cubicBezTo>
                <a:cubicBezTo>
                  <a:pt x="729011" y="676"/>
                  <a:pt x="732305" y="1872"/>
                  <a:pt x="734951" y="4265"/>
                </a:cubicBezTo>
                <a:cubicBezTo>
                  <a:pt x="737597" y="6658"/>
                  <a:pt x="738920" y="9684"/>
                  <a:pt x="738920" y="13344"/>
                </a:cubicBezTo>
                <a:cubicBezTo>
                  <a:pt x="738920" y="17003"/>
                  <a:pt x="737611" y="20044"/>
                  <a:pt x="734993" y="22464"/>
                </a:cubicBezTo>
                <a:cubicBezTo>
                  <a:pt x="732375" y="24885"/>
                  <a:pt x="729067" y="26096"/>
                  <a:pt x="725070" y="26096"/>
                </a:cubicBezTo>
                <a:cubicBezTo>
                  <a:pt x="721073" y="26096"/>
                  <a:pt x="717779" y="24857"/>
                  <a:pt x="715189" y="22380"/>
                </a:cubicBezTo>
                <a:cubicBezTo>
                  <a:pt x="712599" y="19903"/>
                  <a:pt x="711304" y="16891"/>
                  <a:pt x="711304" y="13344"/>
                </a:cubicBezTo>
                <a:moveTo>
                  <a:pt x="713162" y="131324"/>
                </a:moveTo>
                <a:lnTo>
                  <a:pt x="713162" y="42564"/>
                </a:lnTo>
                <a:lnTo>
                  <a:pt x="736640" y="42564"/>
                </a:lnTo>
                <a:lnTo>
                  <a:pt x="736640" y="131324"/>
                </a:lnTo>
                <a:lnTo>
                  <a:pt x="713162" y="131324"/>
                </a:lnTo>
                <a:close/>
                <a:moveTo>
                  <a:pt x="844499" y="131324"/>
                </a:moveTo>
                <a:lnTo>
                  <a:pt x="821021" y="131324"/>
                </a:lnTo>
                <a:lnTo>
                  <a:pt x="821021" y="118234"/>
                </a:lnTo>
                <a:lnTo>
                  <a:pt x="820599" y="118234"/>
                </a:lnTo>
                <a:cubicBezTo>
                  <a:pt x="814293" y="128425"/>
                  <a:pt x="804863" y="133520"/>
                  <a:pt x="792307" y="133520"/>
                </a:cubicBezTo>
                <a:cubicBezTo>
                  <a:pt x="781160" y="133520"/>
                  <a:pt x="772236" y="129523"/>
                  <a:pt x="765536" y="121528"/>
                </a:cubicBezTo>
                <a:cubicBezTo>
                  <a:pt x="758836" y="113533"/>
                  <a:pt x="755486" y="102667"/>
                  <a:pt x="755486" y="88929"/>
                </a:cubicBezTo>
                <a:cubicBezTo>
                  <a:pt x="755486" y="74347"/>
                  <a:pt x="759230" y="62622"/>
                  <a:pt x="766718" y="53754"/>
                </a:cubicBezTo>
                <a:cubicBezTo>
                  <a:pt x="774206" y="44887"/>
                  <a:pt x="783947" y="40453"/>
                  <a:pt x="795939" y="40453"/>
                </a:cubicBezTo>
                <a:cubicBezTo>
                  <a:pt x="807593" y="40453"/>
                  <a:pt x="815814" y="44760"/>
                  <a:pt x="820599" y="53374"/>
                </a:cubicBezTo>
                <a:lnTo>
                  <a:pt x="821021" y="53374"/>
                </a:lnTo>
                <a:lnTo>
                  <a:pt x="821021" y="0"/>
                </a:lnTo>
                <a:lnTo>
                  <a:pt x="844499" y="0"/>
                </a:lnTo>
                <a:lnTo>
                  <a:pt x="844499" y="131324"/>
                </a:lnTo>
                <a:moveTo>
                  <a:pt x="821359" y="80568"/>
                </a:moveTo>
                <a:cubicBezTo>
                  <a:pt x="821359" y="74319"/>
                  <a:pt x="819445" y="69125"/>
                  <a:pt x="815616" y="64987"/>
                </a:cubicBezTo>
                <a:cubicBezTo>
                  <a:pt x="811788" y="60848"/>
                  <a:pt x="806974" y="58779"/>
                  <a:pt x="801175" y="58779"/>
                </a:cubicBezTo>
                <a:cubicBezTo>
                  <a:pt x="794419" y="58779"/>
                  <a:pt x="789084" y="61425"/>
                  <a:pt x="785171" y="66718"/>
                </a:cubicBezTo>
                <a:cubicBezTo>
                  <a:pt x="781258" y="72010"/>
                  <a:pt x="779302" y="79189"/>
                  <a:pt x="779302" y="88253"/>
                </a:cubicBezTo>
                <a:cubicBezTo>
                  <a:pt x="779302" y="96755"/>
                  <a:pt x="781188" y="103356"/>
                  <a:pt x="784960" y="108058"/>
                </a:cubicBezTo>
                <a:cubicBezTo>
                  <a:pt x="788732" y="112759"/>
                  <a:pt x="793828" y="115109"/>
                  <a:pt x="800246" y="115109"/>
                </a:cubicBezTo>
                <a:cubicBezTo>
                  <a:pt x="806439" y="115109"/>
                  <a:pt x="811506" y="112660"/>
                  <a:pt x="815448" y="107762"/>
                </a:cubicBezTo>
                <a:cubicBezTo>
                  <a:pt x="819389" y="102864"/>
                  <a:pt x="821359" y="96614"/>
                  <a:pt x="821359" y="89013"/>
                </a:cubicBezTo>
                <a:lnTo>
                  <a:pt x="821359" y="80568"/>
                </a:lnTo>
                <a:close/>
                <a:moveTo>
                  <a:pt x="946438" y="93574"/>
                </a:moveTo>
                <a:lnTo>
                  <a:pt x="887152" y="93574"/>
                </a:lnTo>
                <a:cubicBezTo>
                  <a:pt x="888109" y="108663"/>
                  <a:pt x="896667" y="116207"/>
                  <a:pt x="912826" y="116207"/>
                </a:cubicBezTo>
                <a:cubicBezTo>
                  <a:pt x="922679" y="116207"/>
                  <a:pt x="931462" y="113617"/>
                  <a:pt x="939175" y="108438"/>
                </a:cubicBezTo>
                <a:lnTo>
                  <a:pt x="939175" y="126342"/>
                </a:lnTo>
                <a:cubicBezTo>
                  <a:pt x="930955" y="131127"/>
                  <a:pt x="920398" y="133520"/>
                  <a:pt x="907505" y="133520"/>
                </a:cubicBezTo>
                <a:cubicBezTo>
                  <a:pt x="893711" y="133520"/>
                  <a:pt x="882972" y="129523"/>
                  <a:pt x="875287" y="121528"/>
                </a:cubicBezTo>
                <a:cubicBezTo>
                  <a:pt x="867601" y="113533"/>
                  <a:pt x="863759" y="102357"/>
                  <a:pt x="863759" y="88000"/>
                </a:cubicBezTo>
                <a:cubicBezTo>
                  <a:pt x="863759" y="73924"/>
                  <a:pt x="867883" y="62481"/>
                  <a:pt x="876131" y="53670"/>
                </a:cubicBezTo>
                <a:cubicBezTo>
                  <a:pt x="884379" y="44859"/>
                  <a:pt x="894697" y="40453"/>
                  <a:pt x="907083" y="40453"/>
                </a:cubicBezTo>
                <a:cubicBezTo>
                  <a:pt x="919469" y="40453"/>
                  <a:pt x="929125" y="44253"/>
                  <a:pt x="936050" y="51854"/>
                </a:cubicBezTo>
                <a:cubicBezTo>
                  <a:pt x="942976" y="59455"/>
                  <a:pt x="946438" y="69899"/>
                  <a:pt x="946438" y="83186"/>
                </a:cubicBezTo>
                <a:lnTo>
                  <a:pt x="946438" y="93574"/>
                </a:lnTo>
                <a:moveTo>
                  <a:pt x="924227" y="78119"/>
                </a:moveTo>
                <a:cubicBezTo>
                  <a:pt x="924227" y="64043"/>
                  <a:pt x="918428" y="57006"/>
                  <a:pt x="906830" y="57006"/>
                </a:cubicBezTo>
                <a:cubicBezTo>
                  <a:pt x="901988" y="57006"/>
                  <a:pt x="897723" y="58920"/>
                  <a:pt x="894035" y="62749"/>
                </a:cubicBezTo>
                <a:cubicBezTo>
                  <a:pt x="890347" y="66577"/>
                  <a:pt x="888053" y="71701"/>
                  <a:pt x="887152" y="78119"/>
                </a:cubicBezTo>
                <a:lnTo>
                  <a:pt x="924227" y="78119"/>
                </a:lnTo>
                <a:close/>
                <a:moveTo>
                  <a:pt x="1047502" y="131324"/>
                </a:moveTo>
                <a:lnTo>
                  <a:pt x="1024024" y="131324"/>
                </a:lnTo>
                <a:lnTo>
                  <a:pt x="1024024" y="81582"/>
                </a:lnTo>
                <a:cubicBezTo>
                  <a:pt x="1024024" y="66380"/>
                  <a:pt x="1018535" y="58779"/>
                  <a:pt x="1007556" y="58779"/>
                </a:cubicBezTo>
                <a:cubicBezTo>
                  <a:pt x="1002038" y="58779"/>
                  <a:pt x="997548" y="60848"/>
                  <a:pt x="994086" y="64987"/>
                </a:cubicBezTo>
                <a:cubicBezTo>
                  <a:pt x="990623" y="69125"/>
                  <a:pt x="988892" y="74375"/>
                  <a:pt x="988892" y="80737"/>
                </a:cubicBezTo>
                <a:lnTo>
                  <a:pt x="988892" y="131324"/>
                </a:lnTo>
                <a:lnTo>
                  <a:pt x="965329" y="131324"/>
                </a:lnTo>
                <a:lnTo>
                  <a:pt x="965329" y="42564"/>
                </a:lnTo>
                <a:lnTo>
                  <a:pt x="988892" y="42564"/>
                </a:lnTo>
                <a:lnTo>
                  <a:pt x="988892" y="56837"/>
                </a:lnTo>
                <a:lnTo>
                  <a:pt x="989145" y="56837"/>
                </a:lnTo>
                <a:cubicBezTo>
                  <a:pt x="995676" y="45914"/>
                  <a:pt x="1005276" y="40453"/>
                  <a:pt x="1017944" y="40453"/>
                </a:cubicBezTo>
                <a:cubicBezTo>
                  <a:pt x="1037649" y="40453"/>
                  <a:pt x="1047502" y="52642"/>
                  <a:pt x="1047502" y="77021"/>
                </a:cubicBezTo>
                <a:lnTo>
                  <a:pt x="1047502" y="131324"/>
                </a:lnTo>
                <a:close/>
                <a:moveTo>
                  <a:pt x="1120401" y="130395"/>
                </a:moveTo>
                <a:cubicBezTo>
                  <a:pt x="1116403" y="132422"/>
                  <a:pt x="1110829" y="133436"/>
                  <a:pt x="1103679" y="133436"/>
                </a:cubicBezTo>
                <a:cubicBezTo>
                  <a:pt x="1085493" y="133436"/>
                  <a:pt x="1076401" y="123808"/>
                  <a:pt x="1076401" y="104553"/>
                </a:cubicBezTo>
                <a:lnTo>
                  <a:pt x="1076401" y="60468"/>
                </a:lnTo>
                <a:lnTo>
                  <a:pt x="1061706" y="60468"/>
                </a:lnTo>
                <a:lnTo>
                  <a:pt x="1061706" y="42564"/>
                </a:lnTo>
                <a:lnTo>
                  <a:pt x="1076401" y="42564"/>
                </a:lnTo>
                <a:lnTo>
                  <a:pt x="1076401" y="22718"/>
                </a:lnTo>
                <a:lnTo>
                  <a:pt x="1099878" y="15877"/>
                </a:lnTo>
                <a:lnTo>
                  <a:pt x="1099878" y="42564"/>
                </a:lnTo>
                <a:lnTo>
                  <a:pt x="1120401" y="42564"/>
                </a:lnTo>
                <a:lnTo>
                  <a:pt x="1120401" y="60468"/>
                </a:lnTo>
                <a:lnTo>
                  <a:pt x="1099878" y="60468"/>
                </a:lnTo>
                <a:lnTo>
                  <a:pt x="1099878" y="100415"/>
                </a:lnTo>
                <a:cubicBezTo>
                  <a:pt x="1099878" y="110211"/>
                  <a:pt x="1103735" y="115109"/>
                  <a:pt x="1111449" y="115109"/>
                </a:cubicBezTo>
                <a:cubicBezTo>
                  <a:pt x="1114658" y="115109"/>
                  <a:pt x="1117642" y="114209"/>
                  <a:pt x="1120401" y="112407"/>
                </a:cubicBezTo>
                <a:lnTo>
                  <a:pt x="1120401" y="130395"/>
                </a:lnTo>
                <a:close/>
                <a:moveTo>
                  <a:pt x="1133950" y="108522"/>
                </a:moveTo>
                <a:cubicBezTo>
                  <a:pt x="1142733" y="114040"/>
                  <a:pt x="1151403" y="116798"/>
                  <a:pt x="1159961" y="116798"/>
                </a:cubicBezTo>
                <a:cubicBezTo>
                  <a:pt x="1170996" y="116798"/>
                  <a:pt x="1176514" y="113674"/>
                  <a:pt x="1176514" y="107424"/>
                </a:cubicBezTo>
                <a:cubicBezTo>
                  <a:pt x="1176514" y="103089"/>
                  <a:pt x="1172150" y="99429"/>
                  <a:pt x="1163424" y="96445"/>
                </a:cubicBezTo>
                <a:cubicBezTo>
                  <a:pt x="1150699" y="92166"/>
                  <a:pt x="1142620" y="87958"/>
                  <a:pt x="1139186" y="83820"/>
                </a:cubicBezTo>
                <a:cubicBezTo>
                  <a:pt x="1135751" y="79681"/>
                  <a:pt x="1134034" y="74375"/>
                  <a:pt x="1134034" y="67900"/>
                </a:cubicBezTo>
                <a:cubicBezTo>
                  <a:pt x="1134034" y="59342"/>
                  <a:pt x="1137525" y="52628"/>
                  <a:pt x="1144506" y="47758"/>
                </a:cubicBezTo>
                <a:cubicBezTo>
                  <a:pt x="1151488" y="42888"/>
                  <a:pt x="1160468" y="40453"/>
                  <a:pt x="1171447" y="40453"/>
                </a:cubicBezTo>
                <a:cubicBezTo>
                  <a:pt x="1179104" y="40453"/>
                  <a:pt x="1186761" y="41663"/>
                  <a:pt x="1194418" y="44084"/>
                </a:cubicBezTo>
                <a:lnTo>
                  <a:pt x="1194418" y="63255"/>
                </a:lnTo>
                <a:cubicBezTo>
                  <a:pt x="1187493" y="59145"/>
                  <a:pt x="1179920" y="57090"/>
                  <a:pt x="1171700" y="57090"/>
                </a:cubicBezTo>
                <a:cubicBezTo>
                  <a:pt x="1167365" y="57090"/>
                  <a:pt x="1163874" y="57907"/>
                  <a:pt x="1161228" y="59539"/>
                </a:cubicBezTo>
                <a:cubicBezTo>
                  <a:pt x="1158582" y="61172"/>
                  <a:pt x="1157259" y="63340"/>
                  <a:pt x="1157259" y="66042"/>
                </a:cubicBezTo>
                <a:cubicBezTo>
                  <a:pt x="1157259" y="70490"/>
                  <a:pt x="1160946" y="74009"/>
                  <a:pt x="1168322" y="76599"/>
                </a:cubicBezTo>
                <a:cubicBezTo>
                  <a:pt x="1176711" y="79639"/>
                  <a:pt x="1182876" y="82187"/>
                  <a:pt x="1186817" y="84242"/>
                </a:cubicBezTo>
                <a:cubicBezTo>
                  <a:pt x="1190758" y="86297"/>
                  <a:pt x="1193827" y="89098"/>
                  <a:pt x="1196022" y="92645"/>
                </a:cubicBezTo>
                <a:cubicBezTo>
                  <a:pt x="1198218" y="96192"/>
                  <a:pt x="1199316" y="100358"/>
                  <a:pt x="1199316" y="105144"/>
                </a:cubicBezTo>
                <a:cubicBezTo>
                  <a:pt x="1199316" y="114152"/>
                  <a:pt x="1195727" y="121134"/>
                  <a:pt x="1188548" y="126088"/>
                </a:cubicBezTo>
                <a:cubicBezTo>
                  <a:pt x="1181370" y="131043"/>
                  <a:pt x="1171897" y="133520"/>
                  <a:pt x="1160130" y="133520"/>
                </a:cubicBezTo>
                <a:cubicBezTo>
                  <a:pt x="1150221" y="133520"/>
                  <a:pt x="1141494" y="131944"/>
                  <a:pt x="1133950" y="128791"/>
                </a:cubicBezTo>
                <a:lnTo>
                  <a:pt x="1133950" y="108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•119malware">
            <a:extLst xmlns:a="http://schemas.openxmlformats.org/drawingml/2006/main">
              <a:ext uri="{FF2B5EF4-FFF2-40B4-BE49-F238E27FC236}">
                <a16:creationId xmlns:a16="http://schemas.microsoft.com/office/drawing/2014/main" id="{1C84C81F-F580-439F-A03E-A31E2BC1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09" y="361992"/>
            <a:ext cx="1153643" cy="133520"/>
          </a:xfrm>
          <a:custGeom xmlns:a="http://schemas.openxmlformats.org/drawingml/2006/main">
            <a:pathLst>
              <a:path w="1153643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71710" y="4983"/>
                </a:moveTo>
                <a:lnTo>
                  <a:pt x="271710" y="131324"/>
                </a:lnTo>
                <a:lnTo>
                  <a:pt x="248148" y="131324"/>
                </a:lnTo>
                <a:lnTo>
                  <a:pt x="248148" y="33612"/>
                </a:lnTo>
                <a:cubicBezTo>
                  <a:pt x="245502" y="36033"/>
                  <a:pt x="241758" y="38285"/>
                  <a:pt x="236916" y="40369"/>
                </a:cubicBezTo>
                <a:cubicBezTo>
                  <a:pt x="232074" y="42452"/>
                  <a:pt x="227035" y="43803"/>
                  <a:pt x="221799" y="44422"/>
                </a:cubicBezTo>
                <a:lnTo>
                  <a:pt x="221799" y="23562"/>
                </a:lnTo>
                <a:cubicBezTo>
                  <a:pt x="234185" y="19846"/>
                  <a:pt x="245868" y="13653"/>
                  <a:pt x="256847" y="4983"/>
                </a:cubicBezTo>
                <a:lnTo>
                  <a:pt x="271710" y="4983"/>
                </a:lnTo>
                <a:close/>
                <a:moveTo>
                  <a:pt x="317032" y="108860"/>
                </a:moveTo>
                <a:cubicBezTo>
                  <a:pt x="323675" y="113026"/>
                  <a:pt x="331389" y="115109"/>
                  <a:pt x="340172" y="115109"/>
                </a:cubicBezTo>
                <a:cubicBezTo>
                  <a:pt x="350475" y="115109"/>
                  <a:pt x="358329" y="111407"/>
                  <a:pt x="363734" y="104004"/>
                </a:cubicBezTo>
                <a:cubicBezTo>
                  <a:pt x="369139" y="96600"/>
                  <a:pt x="371842" y="86395"/>
                  <a:pt x="371842" y="73390"/>
                </a:cubicBezTo>
                <a:lnTo>
                  <a:pt x="371420" y="73221"/>
                </a:lnTo>
                <a:cubicBezTo>
                  <a:pt x="366071" y="82116"/>
                  <a:pt x="357457" y="86564"/>
                  <a:pt x="345577" y="86564"/>
                </a:cubicBezTo>
                <a:cubicBezTo>
                  <a:pt x="335048" y="86564"/>
                  <a:pt x="326491" y="82891"/>
                  <a:pt x="319903" y="75543"/>
                </a:cubicBezTo>
                <a:cubicBezTo>
                  <a:pt x="313316" y="68196"/>
                  <a:pt x="310022" y="59089"/>
                  <a:pt x="310022" y="48223"/>
                </a:cubicBezTo>
                <a:cubicBezTo>
                  <a:pt x="310022" y="35442"/>
                  <a:pt x="313992" y="25040"/>
                  <a:pt x="321930" y="17017"/>
                </a:cubicBezTo>
                <a:cubicBezTo>
                  <a:pt x="329869" y="8994"/>
                  <a:pt x="340144" y="4983"/>
                  <a:pt x="352755" y="4983"/>
                </a:cubicBezTo>
                <a:cubicBezTo>
                  <a:pt x="366155" y="4983"/>
                  <a:pt x="376543" y="10078"/>
                  <a:pt x="383919" y="20269"/>
                </a:cubicBezTo>
                <a:cubicBezTo>
                  <a:pt x="391294" y="30459"/>
                  <a:pt x="394982" y="44647"/>
                  <a:pt x="394982" y="62833"/>
                </a:cubicBezTo>
                <a:cubicBezTo>
                  <a:pt x="394982" y="84960"/>
                  <a:pt x="390365" y="102272"/>
                  <a:pt x="381132" y="114772"/>
                </a:cubicBezTo>
                <a:cubicBezTo>
                  <a:pt x="371898" y="127271"/>
                  <a:pt x="358836" y="133520"/>
                  <a:pt x="341945" y="133520"/>
                </a:cubicBezTo>
                <a:cubicBezTo>
                  <a:pt x="332262" y="133520"/>
                  <a:pt x="323957" y="131972"/>
                  <a:pt x="317032" y="128875"/>
                </a:cubicBezTo>
                <a:lnTo>
                  <a:pt x="317032" y="108860"/>
                </a:lnTo>
                <a:moveTo>
                  <a:pt x="333247" y="45942"/>
                </a:moveTo>
                <a:cubicBezTo>
                  <a:pt x="333247" y="52811"/>
                  <a:pt x="334950" y="58273"/>
                  <a:pt x="338356" y="62326"/>
                </a:cubicBezTo>
                <a:cubicBezTo>
                  <a:pt x="341762" y="66380"/>
                  <a:pt x="346478" y="68407"/>
                  <a:pt x="352502" y="68407"/>
                </a:cubicBezTo>
                <a:cubicBezTo>
                  <a:pt x="357907" y="68407"/>
                  <a:pt x="362327" y="66493"/>
                  <a:pt x="365761" y="62664"/>
                </a:cubicBezTo>
                <a:cubicBezTo>
                  <a:pt x="369196" y="58836"/>
                  <a:pt x="370913" y="54191"/>
                  <a:pt x="370913" y="48729"/>
                </a:cubicBezTo>
                <a:cubicBezTo>
                  <a:pt x="370913" y="41804"/>
                  <a:pt x="369167" y="35836"/>
                  <a:pt x="365677" y="30825"/>
                </a:cubicBezTo>
                <a:cubicBezTo>
                  <a:pt x="362186" y="25814"/>
                  <a:pt x="357569" y="23309"/>
                  <a:pt x="351826" y="23309"/>
                </a:cubicBezTo>
                <a:cubicBezTo>
                  <a:pt x="346140" y="23309"/>
                  <a:pt x="341622" y="25533"/>
                  <a:pt x="338272" y="29981"/>
                </a:cubicBezTo>
                <a:cubicBezTo>
                  <a:pt x="334922" y="34429"/>
                  <a:pt x="333247" y="39749"/>
                  <a:pt x="333247" y="45942"/>
                </a:cubicBezTo>
                <a:close/>
                <a:moveTo>
                  <a:pt x="613279" y="131324"/>
                </a:moveTo>
                <a:lnTo>
                  <a:pt x="589801" y="131324"/>
                </a:lnTo>
                <a:lnTo>
                  <a:pt x="589801" y="80653"/>
                </a:lnTo>
                <a:cubicBezTo>
                  <a:pt x="589801" y="66070"/>
                  <a:pt x="584508" y="58779"/>
                  <a:pt x="573924" y="58779"/>
                </a:cubicBezTo>
                <a:cubicBezTo>
                  <a:pt x="569025" y="58779"/>
                  <a:pt x="564929" y="60989"/>
                  <a:pt x="561636" y="65409"/>
                </a:cubicBezTo>
                <a:cubicBezTo>
                  <a:pt x="558342" y="69828"/>
                  <a:pt x="556695" y="75135"/>
                  <a:pt x="556695" y="81328"/>
                </a:cubicBezTo>
                <a:lnTo>
                  <a:pt x="556695" y="131324"/>
                </a:lnTo>
                <a:lnTo>
                  <a:pt x="533217" y="131324"/>
                </a:lnTo>
                <a:lnTo>
                  <a:pt x="533217" y="79724"/>
                </a:lnTo>
                <a:cubicBezTo>
                  <a:pt x="533217" y="65761"/>
                  <a:pt x="527953" y="58779"/>
                  <a:pt x="517425" y="58779"/>
                </a:cubicBezTo>
                <a:cubicBezTo>
                  <a:pt x="512414" y="58779"/>
                  <a:pt x="508304" y="60848"/>
                  <a:pt x="505094" y="64987"/>
                </a:cubicBezTo>
                <a:cubicBezTo>
                  <a:pt x="501885" y="69125"/>
                  <a:pt x="500281" y="74656"/>
                  <a:pt x="500281" y="81582"/>
                </a:cubicBezTo>
                <a:lnTo>
                  <a:pt x="500281" y="131324"/>
                </a:lnTo>
                <a:lnTo>
                  <a:pt x="476718" y="131324"/>
                </a:lnTo>
                <a:lnTo>
                  <a:pt x="476718" y="42564"/>
                </a:lnTo>
                <a:lnTo>
                  <a:pt x="500281" y="42564"/>
                </a:lnTo>
                <a:lnTo>
                  <a:pt x="500281" y="56583"/>
                </a:lnTo>
                <a:lnTo>
                  <a:pt x="500534" y="56583"/>
                </a:lnTo>
                <a:cubicBezTo>
                  <a:pt x="507178" y="45830"/>
                  <a:pt x="516664" y="40453"/>
                  <a:pt x="528995" y="40453"/>
                </a:cubicBezTo>
                <a:cubicBezTo>
                  <a:pt x="541494" y="40453"/>
                  <a:pt x="549995" y="46139"/>
                  <a:pt x="554499" y="57512"/>
                </a:cubicBezTo>
                <a:cubicBezTo>
                  <a:pt x="561256" y="46139"/>
                  <a:pt x="571137" y="40453"/>
                  <a:pt x="584142" y="40453"/>
                </a:cubicBezTo>
                <a:cubicBezTo>
                  <a:pt x="603567" y="40453"/>
                  <a:pt x="613279" y="52389"/>
                  <a:pt x="613279" y="76261"/>
                </a:cubicBezTo>
                <a:lnTo>
                  <a:pt x="613279" y="131324"/>
                </a:lnTo>
                <a:close/>
                <a:moveTo>
                  <a:pt x="638471" y="48223"/>
                </a:moveTo>
                <a:cubicBezTo>
                  <a:pt x="642469" y="45914"/>
                  <a:pt x="647649" y="44042"/>
                  <a:pt x="654011" y="42607"/>
                </a:cubicBezTo>
                <a:cubicBezTo>
                  <a:pt x="660373" y="41171"/>
                  <a:pt x="666087" y="40453"/>
                  <a:pt x="671155" y="40453"/>
                </a:cubicBezTo>
                <a:cubicBezTo>
                  <a:pt x="695139" y="40453"/>
                  <a:pt x="707132" y="52614"/>
                  <a:pt x="707132" y="76937"/>
                </a:cubicBezTo>
                <a:lnTo>
                  <a:pt x="707132" y="131324"/>
                </a:lnTo>
                <a:lnTo>
                  <a:pt x="684667" y="131324"/>
                </a:lnTo>
                <a:lnTo>
                  <a:pt x="684667" y="118234"/>
                </a:lnTo>
                <a:lnTo>
                  <a:pt x="684245" y="118234"/>
                </a:lnTo>
                <a:cubicBezTo>
                  <a:pt x="678277" y="128425"/>
                  <a:pt x="669409" y="133520"/>
                  <a:pt x="657642" y="133520"/>
                </a:cubicBezTo>
                <a:cubicBezTo>
                  <a:pt x="649084" y="133520"/>
                  <a:pt x="642300" y="131113"/>
                  <a:pt x="637289" y="126299"/>
                </a:cubicBezTo>
                <a:cubicBezTo>
                  <a:pt x="632278" y="121486"/>
                  <a:pt x="629773" y="115025"/>
                  <a:pt x="629773" y="106917"/>
                </a:cubicBezTo>
                <a:cubicBezTo>
                  <a:pt x="629773" y="89971"/>
                  <a:pt x="639851" y="80146"/>
                  <a:pt x="660007" y="77443"/>
                </a:cubicBezTo>
                <a:lnTo>
                  <a:pt x="684752" y="74065"/>
                </a:lnTo>
                <a:cubicBezTo>
                  <a:pt x="684752" y="62749"/>
                  <a:pt x="679234" y="57090"/>
                  <a:pt x="668199" y="57090"/>
                </a:cubicBezTo>
                <a:cubicBezTo>
                  <a:pt x="657670" y="57090"/>
                  <a:pt x="647761" y="60384"/>
                  <a:pt x="638471" y="66971"/>
                </a:cubicBezTo>
                <a:lnTo>
                  <a:pt x="638471" y="48223"/>
                </a:lnTo>
                <a:moveTo>
                  <a:pt x="667101" y="90787"/>
                </a:moveTo>
                <a:cubicBezTo>
                  <a:pt x="656967" y="92082"/>
                  <a:pt x="651899" y="96614"/>
                  <a:pt x="651899" y="104384"/>
                </a:cubicBezTo>
                <a:cubicBezTo>
                  <a:pt x="651899" y="107875"/>
                  <a:pt x="653110" y="110718"/>
                  <a:pt x="655531" y="112914"/>
                </a:cubicBezTo>
                <a:cubicBezTo>
                  <a:pt x="657952" y="115109"/>
                  <a:pt x="661217" y="116207"/>
                  <a:pt x="665327" y="116207"/>
                </a:cubicBezTo>
                <a:cubicBezTo>
                  <a:pt x="670958" y="116207"/>
                  <a:pt x="675602" y="114223"/>
                  <a:pt x="679262" y="110253"/>
                </a:cubicBezTo>
                <a:cubicBezTo>
                  <a:pt x="682922" y="106284"/>
                  <a:pt x="684752" y="101287"/>
                  <a:pt x="684752" y="95263"/>
                </a:cubicBezTo>
                <a:lnTo>
                  <a:pt x="684752" y="88507"/>
                </a:lnTo>
                <a:lnTo>
                  <a:pt x="667101" y="90787"/>
                </a:lnTo>
                <a:close/>
                <a:moveTo>
                  <a:pt x="729939" y="131324"/>
                </a:moveTo>
                <a:lnTo>
                  <a:pt x="729939" y="0"/>
                </a:lnTo>
                <a:lnTo>
                  <a:pt x="753417" y="0"/>
                </a:lnTo>
                <a:lnTo>
                  <a:pt x="753417" y="131324"/>
                </a:lnTo>
                <a:lnTo>
                  <a:pt x="729939" y="131324"/>
                </a:lnTo>
                <a:close/>
                <a:moveTo>
                  <a:pt x="901223" y="42564"/>
                </a:moveTo>
                <a:lnTo>
                  <a:pt x="875380" y="131324"/>
                </a:lnTo>
                <a:lnTo>
                  <a:pt x="850720" y="131324"/>
                </a:lnTo>
                <a:lnTo>
                  <a:pt x="836109" y="75923"/>
                </a:lnTo>
                <a:cubicBezTo>
                  <a:pt x="835377" y="73221"/>
                  <a:pt x="834899" y="69758"/>
                  <a:pt x="834674" y="65535"/>
                </a:cubicBezTo>
                <a:lnTo>
                  <a:pt x="834167" y="65535"/>
                </a:lnTo>
                <a:cubicBezTo>
                  <a:pt x="833829" y="69758"/>
                  <a:pt x="833266" y="73164"/>
                  <a:pt x="832478" y="75754"/>
                </a:cubicBezTo>
                <a:lnTo>
                  <a:pt x="816770" y="131324"/>
                </a:lnTo>
                <a:lnTo>
                  <a:pt x="792447" y="131324"/>
                </a:lnTo>
                <a:lnTo>
                  <a:pt x="766858" y="42564"/>
                </a:lnTo>
                <a:lnTo>
                  <a:pt x="791012" y="42564"/>
                </a:lnTo>
                <a:lnTo>
                  <a:pt x="804946" y="103117"/>
                </a:lnTo>
                <a:cubicBezTo>
                  <a:pt x="805678" y="106383"/>
                  <a:pt x="806129" y="109479"/>
                  <a:pt x="806298" y="112407"/>
                </a:cubicBezTo>
                <a:lnTo>
                  <a:pt x="806804" y="112407"/>
                </a:lnTo>
                <a:cubicBezTo>
                  <a:pt x="806973" y="109535"/>
                  <a:pt x="807480" y="106326"/>
                  <a:pt x="808324" y="102779"/>
                </a:cubicBezTo>
                <a:lnTo>
                  <a:pt x="825215" y="42564"/>
                </a:lnTo>
                <a:lnTo>
                  <a:pt x="847511" y="42564"/>
                </a:lnTo>
                <a:lnTo>
                  <a:pt x="862459" y="103201"/>
                </a:lnTo>
                <a:cubicBezTo>
                  <a:pt x="862853" y="104834"/>
                  <a:pt x="863275" y="107959"/>
                  <a:pt x="863725" y="112576"/>
                </a:cubicBezTo>
                <a:lnTo>
                  <a:pt x="864317" y="112576"/>
                </a:lnTo>
                <a:cubicBezTo>
                  <a:pt x="864486" y="110155"/>
                  <a:pt x="864964" y="107030"/>
                  <a:pt x="865752" y="103201"/>
                </a:cubicBezTo>
                <a:lnTo>
                  <a:pt x="879180" y="42564"/>
                </a:lnTo>
                <a:lnTo>
                  <a:pt x="901223" y="42564"/>
                </a:lnTo>
                <a:close/>
                <a:moveTo>
                  <a:pt x="917282" y="48223"/>
                </a:moveTo>
                <a:cubicBezTo>
                  <a:pt x="921280" y="45914"/>
                  <a:pt x="926459" y="44042"/>
                  <a:pt x="932822" y="42607"/>
                </a:cubicBezTo>
                <a:cubicBezTo>
                  <a:pt x="939184" y="41171"/>
                  <a:pt x="944898" y="40453"/>
                  <a:pt x="949965" y="40453"/>
                </a:cubicBezTo>
                <a:cubicBezTo>
                  <a:pt x="973950" y="40453"/>
                  <a:pt x="985942" y="52614"/>
                  <a:pt x="985942" y="76937"/>
                </a:cubicBezTo>
                <a:lnTo>
                  <a:pt x="985942" y="131324"/>
                </a:lnTo>
                <a:lnTo>
                  <a:pt x="963478" y="131324"/>
                </a:lnTo>
                <a:lnTo>
                  <a:pt x="963478" y="118234"/>
                </a:lnTo>
                <a:lnTo>
                  <a:pt x="963056" y="118234"/>
                </a:lnTo>
                <a:cubicBezTo>
                  <a:pt x="957088" y="128425"/>
                  <a:pt x="948220" y="133520"/>
                  <a:pt x="936453" y="133520"/>
                </a:cubicBezTo>
                <a:cubicBezTo>
                  <a:pt x="927895" y="133520"/>
                  <a:pt x="921111" y="131113"/>
                  <a:pt x="916100" y="126299"/>
                </a:cubicBezTo>
                <a:cubicBezTo>
                  <a:pt x="911089" y="121486"/>
                  <a:pt x="908584" y="115025"/>
                  <a:pt x="908584" y="106917"/>
                </a:cubicBezTo>
                <a:cubicBezTo>
                  <a:pt x="908584" y="89971"/>
                  <a:pt x="918662" y="80146"/>
                  <a:pt x="938818" y="77443"/>
                </a:cubicBezTo>
                <a:lnTo>
                  <a:pt x="963562" y="74065"/>
                </a:lnTo>
                <a:cubicBezTo>
                  <a:pt x="963562" y="62749"/>
                  <a:pt x="958045" y="57090"/>
                  <a:pt x="947010" y="57090"/>
                </a:cubicBezTo>
                <a:cubicBezTo>
                  <a:pt x="936481" y="57090"/>
                  <a:pt x="926572" y="60384"/>
                  <a:pt x="917282" y="66971"/>
                </a:cubicBezTo>
                <a:lnTo>
                  <a:pt x="917282" y="48223"/>
                </a:lnTo>
                <a:moveTo>
                  <a:pt x="945912" y="90787"/>
                </a:moveTo>
                <a:cubicBezTo>
                  <a:pt x="935777" y="92082"/>
                  <a:pt x="930710" y="96614"/>
                  <a:pt x="930710" y="104384"/>
                </a:cubicBezTo>
                <a:cubicBezTo>
                  <a:pt x="930710" y="107875"/>
                  <a:pt x="931921" y="110718"/>
                  <a:pt x="934342" y="112914"/>
                </a:cubicBezTo>
                <a:cubicBezTo>
                  <a:pt x="936763" y="115109"/>
                  <a:pt x="940028" y="116207"/>
                  <a:pt x="944138" y="116207"/>
                </a:cubicBezTo>
                <a:cubicBezTo>
                  <a:pt x="949768" y="116207"/>
                  <a:pt x="954413" y="114223"/>
                  <a:pt x="958073" y="110253"/>
                </a:cubicBezTo>
                <a:cubicBezTo>
                  <a:pt x="961733" y="106284"/>
                  <a:pt x="963562" y="101287"/>
                  <a:pt x="963562" y="95263"/>
                </a:cubicBezTo>
                <a:lnTo>
                  <a:pt x="963562" y="88507"/>
                </a:lnTo>
                <a:lnTo>
                  <a:pt x="945912" y="90787"/>
                </a:lnTo>
                <a:close/>
                <a:moveTo>
                  <a:pt x="1063560" y="64269"/>
                </a:moveTo>
                <a:cubicBezTo>
                  <a:pt x="1060463" y="62411"/>
                  <a:pt x="1056663" y="61482"/>
                  <a:pt x="1052159" y="61482"/>
                </a:cubicBezTo>
                <a:cubicBezTo>
                  <a:pt x="1046247" y="61482"/>
                  <a:pt x="1041518" y="63889"/>
                  <a:pt x="1037971" y="68702"/>
                </a:cubicBezTo>
                <a:cubicBezTo>
                  <a:pt x="1034424" y="73516"/>
                  <a:pt x="1032650" y="79977"/>
                  <a:pt x="1032650" y="88084"/>
                </a:cubicBezTo>
                <a:lnTo>
                  <a:pt x="1032650" y="131324"/>
                </a:lnTo>
                <a:lnTo>
                  <a:pt x="1009088" y="131324"/>
                </a:lnTo>
                <a:lnTo>
                  <a:pt x="1009088" y="42564"/>
                </a:lnTo>
                <a:lnTo>
                  <a:pt x="1032650" y="42564"/>
                </a:lnTo>
                <a:lnTo>
                  <a:pt x="1032650" y="59624"/>
                </a:lnTo>
                <a:lnTo>
                  <a:pt x="1032903" y="59624"/>
                </a:lnTo>
                <a:cubicBezTo>
                  <a:pt x="1037239" y="47237"/>
                  <a:pt x="1045037" y="41044"/>
                  <a:pt x="1056297" y="41044"/>
                </a:cubicBezTo>
                <a:cubicBezTo>
                  <a:pt x="1059506" y="41044"/>
                  <a:pt x="1061927" y="41438"/>
                  <a:pt x="1063560" y="42226"/>
                </a:cubicBezTo>
                <a:lnTo>
                  <a:pt x="1063560" y="64269"/>
                </a:lnTo>
                <a:close/>
                <a:moveTo>
                  <a:pt x="1153643" y="93574"/>
                </a:moveTo>
                <a:lnTo>
                  <a:pt x="1094357" y="93574"/>
                </a:lnTo>
                <a:cubicBezTo>
                  <a:pt x="1095315" y="108663"/>
                  <a:pt x="1103873" y="116207"/>
                  <a:pt x="1120031" y="116207"/>
                </a:cubicBezTo>
                <a:cubicBezTo>
                  <a:pt x="1129884" y="116207"/>
                  <a:pt x="1138667" y="113617"/>
                  <a:pt x="1146380" y="108438"/>
                </a:cubicBezTo>
                <a:lnTo>
                  <a:pt x="1146380" y="126342"/>
                </a:lnTo>
                <a:cubicBezTo>
                  <a:pt x="1138160" y="131127"/>
                  <a:pt x="1127604" y="133520"/>
                  <a:pt x="1114711" y="133520"/>
                </a:cubicBezTo>
                <a:cubicBezTo>
                  <a:pt x="1100917" y="133520"/>
                  <a:pt x="1090177" y="129523"/>
                  <a:pt x="1082492" y="121528"/>
                </a:cubicBezTo>
                <a:cubicBezTo>
                  <a:pt x="1074807" y="113533"/>
                  <a:pt x="1070964" y="102357"/>
                  <a:pt x="1070964" y="88000"/>
                </a:cubicBezTo>
                <a:cubicBezTo>
                  <a:pt x="1070964" y="73924"/>
                  <a:pt x="1075088" y="62481"/>
                  <a:pt x="1083336" y="53670"/>
                </a:cubicBezTo>
                <a:cubicBezTo>
                  <a:pt x="1091585" y="44859"/>
                  <a:pt x="1101902" y="40453"/>
                  <a:pt x="1114288" y="40453"/>
                </a:cubicBezTo>
                <a:cubicBezTo>
                  <a:pt x="1126675" y="40453"/>
                  <a:pt x="1136331" y="44253"/>
                  <a:pt x="1143256" y="51854"/>
                </a:cubicBezTo>
                <a:cubicBezTo>
                  <a:pt x="1150181" y="59455"/>
                  <a:pt x="1153643" y="69899"/>
                  <a:pt x="1153643" y="83186"/>
                </a:cubicBezTo>
                <a:lnTo>
                  <a:pt x="1153643" y="93574"/>
                </a:lnTo>
                <a:moveTo>
                  <a:pt x="1131432" y="78119"/>
                </a:moveTo>
                <a:cubicBezTo>
                  <a:pt x="1131432" y="64043"/>
                  <a:pt x="1125633" y="57006"/>
                  <a:pt x="1114035" y="57006"/>
                </a:cubicBezTo>
                <a:cubicBezTo>
                  <a:pt x="1109193" y="57006"/>
                  <a:pt x="1104928" y="58920"/>
                  <a:pt x="1101240" y="62749"/>
                </a:cubicBezTo>
                <a:cubicBezTo>
                  <a:pt x="1097553" y="66577"/>
                  <a:pt x="1095258" y="71701"/>
                  <a:pt x="1094357" y="78119"/>
                </a:cubicBezTo>
                <a:lnTo>
                  <a:pt x="1131432" y="78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•UnitedStates(29)">
            <a:extLst xmlns:a="http://schemas.openxmlformats.org/drawingml/2006/main">
              <a:ext uri="{FF2B5EF4-FFF2-40B4-BE49-F238E27FC236}">
                <a16:creationId xmlns:a16="http://schemas.microsoft.com/office/drawing/2014/main" id="{F8E65F76-79E2-4467-8137-5A36EF2C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29" y="568506"/>
            <a:ext cx="1581773" cy="159878"/>
          </a:xfrm>
          <a:custGeom xmlns:a="http://schemas.openxmlformats.org/drawingml/2006/main">
            <a:pathLst>
              <a:path w="1581773" h="159878">
                <a:moveTo>
                  <a:pt x="0" y="70798"/>
                </a:moveTo>
                <a:cubicBezTo>
                  <a:pt x="0" y="64862"/>
                  <a:pt x="2102" y="59802"/>
                  <a:pt x="6305" y="55619"/>
                </a:cubicBezTo>
                <a:cubicBezTo>
                  <a:pt x="10509" y="51435"/>
                  <a:pt x="15545" y="49343"/>
                  <a:pt x="21413" y="49343"/>
                </a:cubicBezTo>
                <a:cubicBezTo>
                  <a:pt x="27338" y="49343"/>
                  <a:pt x="32402" y="51435"/>
                  <a:pt x="36605" y="55619"/>
                </a:cubicBezTo>
                <a:cubicBezTo>
                  <a:pt x="40809" y="59802"/>
                  <a:pt x="42911" y="64862"/>
                  <a:pt x="42911" y="70798"/>
                </a:cubicBezTo>
                <a:cubicBezTo>
                  <a:pt x="42911" y="76735"/>
                  <a:pt x="40809" y="81810"/>
                  <a:pt x="36605" y="86022"/>
                </a:cubicBezTo>
                <a:cubicBezTo>
                  <a:pt x="32402" y="90233"/>
                  <a:pt x="27338" y="92338"/>
                  <a:pt x="21413" y="92338"/>
                </a:cubicBezTo>
                <a:cubicBezTo>
                  <a:pt x="15545" y="92338"/>
                  <a:pt x="10509" y="90233"/>
                  <a:pt x="6305" y="86022"/>
                </a:cubicBezTo>
                <a:cubicBezTo>
                  <a:pt x="2102" y="81810"/>
                  <a:pt x="0" y="76735"/>
                  <a:pt x="0" y="70798"/>
                </a:cubicBezTo>
                <a:close/>
                <a:moveTo>
                  <a:pt x="216987" y="78712"/>
                </a:moveTo>
                <a:cubicBezTo>
                  <a:pt x="216987" y="115444"/>
                  <a:pt x="200004" y="133810"/>
                  <a:pt x="166036" y="133810"/>
                </a:cubicBezTo>
                <a:cubicBezTo>
                  <a:pt x="133367" y="133810"/>
                  <a:pt x="117032" y="115952"/>
                  <a:pt x="117032" y="80235"/>
                </a:cubicBezTo>
                <a:lnTo>
                  <a:pt x="117032" y="7025"/>
                </a:lnTo>
                <a:lnTo>
                  <a:pt x="141238" y="7025"/>
                </a:lnTo>
                <a:lnTo>
                  <a:pt x="141238" y="80235"/>
                </a:lnTo>
                <a:cubicBezTo>
                  <a:pt x="141238" y="101959"/>
                  <a:pt x="149927" y="112820"/>
                  <a:pt x="167306" y="112820"/>
                </a:cubicBezTo>
                <a:cubicBezTo>
                  <a:pt x="184346" y="112820"/>
                  <a:pt x="192866" y="102326"/>
                  <a:pt x="192866" y="81336"/>
                </a:cubicBezTo>
                <a:lnTo>
                  <a:pt x="192866" y="7025"/>
                </a:lnTo>
                <a:lnTo>
                  <a:pt x="216987" y="7025"/>
                </a:lnTo>
                <a:lnTo>
                  <a:pt x="216987" y="78712"/>
                </a:lnTo>
                <a:close/>
                <a:moveTo>
                  <a:pt x="324298" y="131610"/>
                </a:moveTo>
                <a:lnTo>
                  <a:pt x="300769" y="131610"/>
                </a:lnTo>
                <a:lnTo>
                  <a:pt x="300769" y="81759"/>
                </a:lnTo>
                <a:cubicBezTo>
                  <a:pt x="300769" y="66524"/>
                  <a:pt x="295267" y="58907"/>
                  <a:pt x="284265" y="58907"/>
                </a:cubicBezTo>
                <a:cubicBezTo>
                  <a:pt x="278735" y="58907"/>
                  <a:pt x="274235" y="60981"/>
                  <a:pt x="270765" y="65128"/>
                </a:cubicBezTo>
                <a:cubicBezTo>
                  <a:pt x="267295" y="69275"/>
                  <a:pt x="265560" y="74537"/>
                  <a:pt x="265560" y="80913"/>
                </a:cubicBezTo>
                <a:lnTo>
                  <a:pt x="265560" y="131610"/>
                </a:lnTo>
                <a:lnTo>
                  <a:pt x="241946" y="131610"/>
                </a:lnTo>
                <a:lnTo>
                  <a:pt x="241946" y="42657"/>
                </a:lnTo>
                <a:lnTo>
                  <a:pt x="265560" y="42657"/>
                </a:lnTo>
                <a:lnTo>
                  <a:pt x="265560" y="56960"/>
                </a:lnTo>
                <a:lnTo>
                  <a:pt x="265814" y="56960"/>
                </a:lnTo>
                <a:cubicBezTo>
                  <a:pt x="272359" y="46014"/>
                  <a:pt x="281979" y="40541"/>
                  <a:pt x="294675" y="40541"/>
                </a:cubicBezTo>
                <a:cubicBezTo>
                  <a:pt x="314423" y="40541"/>
                  <a:pt x="324298" y="52757"/>
                  <a:pt x="324298" y="77189"/>
                </a:cubicBezTo>
                <a:lnTo>
                  <a:pt x="324298" y="131610"/>
                </a:lnTo>
                <a:close/>
                <a:moveTo>
                  <a:pt x="345134" y="13373"/>
                </a:moveTo>
                <a:cubicBezTo>
                  <a:pt x="345134" y="9761"/>
                  <a:pt x="346418" y="6743"/>
                  <a:pt x="348985" y="4316"/>
                </a:cubicBezTo>
                <a:cubicBezTo>
                  <a:pt x="351552" y="1890"/>
                  <a:pt x="354867" y="677"/>
                  <a:pt x="358930" y="677"/>
                </a:cubicBezTo>
                <a:cubicBezTo>
                  <a:pt x="362880" y="677"/>
                  <a:pt x="366180" y="1876"/>
                  <a:pt x="368832" y="4274"/>
                </a:cubicBezTo>
                <a:cubicBezTo>
                  <a:pt x="371484" y="6672"/>
                  <a:pt x="372810" y="9705"/>
                  <a:pt x="372810" y="13373"/>
                </a:cubicBezTo>
                <a:cubicBezTo>
                  <a:pt x="372810" y="17040"/>
                  <a:pt x="371498" y="20087"/>
                  <a:pt x="368875" y="22513"/>
                </a:cubicBezTo>
                <a:cubicBezTo>
                  <a:pt x="366251" y="24940"/>
                  <a:pt x="362936" y="26153"/>
                  <a:pt x="358930" y="26153"/>
                </a:cubicBezTo>
                <a:cubicBezTo>
                  <a:pt x="354924" y="26153"/>
                  <a:pt x="351623" y="24911"/>
                  <a:pt x="349027" y="22429"/>
                </a:cubicBezTo>
                <a:cubicBezTo>
                  <a:pt x="346432" y="19946"/>
                  <a:pt x="345134" y="16927"/>
                  <a:pt x="345134" y="13373"/>
                </a:cubicBezTo>
                <a:moveTo>
                  <a:pt x="346996" y="131610"/>
                </a:moveTo>
                <a:lnTo>
                  <a:pt x="346996" y="42657"/>
                </a:lnTo>
                <a:lnTo>
                  <a:pt x="370525" y="42657"/>
                </a:lnTo>
                <a:lnTo>
                  <a:pt x="370525" y="131610"/>
                </a:lnTo>
                <a:lnTo>
                  <a:pt x="346996" y="131610"/>
                </a:lnTo>
                <a:close/>
                <a:moveTo>
                  <a:pt x="444329" y="130679"/>
                </a:moveTo>
                <a:cubicBezTo>
                  <a:pt x="440323" y="132710"/>
                  <a:pt x="434737" y="133726"/>
                  <a:pt x="427571" y="133726"/>
                </a:cubicBezTo>
                <a:cubicBezTo>
                  <a:pt x="409346" y="133726"/>
                  <a:pt x="400233" y="124077"/>
                  <a:pt x="400233" y="104780"/>
                </a:cubicBezTo>
                <a:lnTo>
                  <a:pt x="400233" y="60600"/>
                </a:lnTo>
                <a:lnTo>
                  <a:pt x="385506" y="60600"/>
                </a:lnTo>
                <a:lnTo>
                  <a:pt x="385506" y="42657"/>
                </a:lnTo>
                <a:lnTo>
                  <a:pt x="400233" y="42657"/>
                </a:lnTo>
                <a:lnTo>
                  <a:pt x="400233" y="22767"/>
                </a:lnTo>
                <a:lnTo>
                  <a:pt x="423762" y="15912"/>
                </a:lnTo>
                <a:lnTo>
                  <a:pt x="423762" y="42657"/>
                </a:lnTo>
                <a:lnTo>
                  <a:pt x="444329" y="42657"/>
                </a:lnTo>
                <a:lnTo>
                  <a:pt x="444329" y="60600"/>
                </a:lnTo>
                <a:lnTo>
                  <a:pt x="423762" y="60600"/>
                </a:lnTo>
                <a:lnTo>
                  <a:pt x="423762" y="100633"/>
                </a:lnTo>
                <a:cubicBezTo>
                  <a:pt x="423762" y="110451"/>
                  <a:pt x="427627" y="115360"/>
                  <a:pt x="435357" y="115360"/>
                </a:cubicBezTo>
                <a:cubicBezTo>
                  <a:pt x="438573" y="115360"/>
                  <a:pt x="441564" y="114457"/>
                  <a:pt x="444329" y="112651"/>
                </a:cubicBezTo>
                <a:lnTo>
                  <a:pt x="444329" y="130679"/>
                </a:lnTo>
                <a:close/>
                <a:moveTo>
                  <a:pt x="537619" y="93777"/>
                </a:moveTo>
                <a:lnTo>
                  <a:pt x="478204" y="93777"/>
                </a:lnTo>
                <a:cubicBezTo>
                  <a:pt x="479163" y="108899"/>
                  <a:pt x="487740" y="116460"/>
                  <a:pt x="503933" y="116460"/>
                </a:cubicBezTo>
                <a:cubicBezTo>
                  <a:pt x="513808" y="116460"/>
                  <a:pt x="522610" y="113864"/>
                  <a:pt x="530340" y="108673"/>
                </a:cubicBezTo>
                <a:lnTo>
                  <a:pt x="530340" y="126616"/>
                </a:lnTo>
                <a:cubicBezTo>
                  <a:pt x="522102" y="131412"/>
                  <a:pt x="511522" y="133810"/>
                  <a:pt x="498601" y="133810"/>
                </a:cubicBezTo>
                <a:cubicBezTo>
                  <a:pt x="484777" y="133810"/>
                  <a:pt x="474014" y="129804"/>
                  <a:pt x="466312" y="121792"/>
                </a:cubicBezTo>
                <a:cubicBezTo>
                  <a:pt x="458611" y="113780"/>
                  <a:pt x="454760" y="102579"/>
                  <a:pt x="454760" y="88191"/>
                </a:cubicBezTo>
                <a:cubicBezTo>
                  <a:pt x="454760" y="74085"/>
                  <a:pt x="458893" y="62617"/>
                  <a:pt x="467159" y="53787"/>
                </a:cubicBezTo>
                <a:cubicBezTo>
                  <a:pt x="475425" y="44956"/>
                  <a:pt x="485765" y="40541"/>
                  <a:pt x="498178" y="40541"/>
                </a:cubicBezTo>
                <a:cubicBezTo>
                  <a:pt x="510591" y="40541"/>
                  <a:pt x="520268" y="44350"/>
                  <a:pt x="527208" y="51967"/>
                </a:cubicBezTo>
                <a:cubicBezTo>
                  <a:pt x="534149" y="59584"/>
                  <a:pt x="537619" y="70051"/>
                  <a:pt x="537619" y="83367"/>
                </a:cubicBezTo>
                <a:lnTo>
                  <a:pt x="537619" y="93777"/>
                </a:lnTo>
                <a:moveTo>
                  <a:pt x="515359" y="78289"/>
                </a:moveTo>
                <a:cubicBezTo>
                  <a:pt x="515359" y="64183"/>
                  <a:pt x="509548" y="57130"/>
                  <a:pt x="497924" y="57130"/>
                </a:cubicBezTo>
                <a:cubicBezTo>
                  <a:pt x="493072" y="57130"/>
                  <a:pt x="488798" y="59048"/>
                  <a:pt x="485102" y="62885"/>
                </a:cubicBezTo>
                <a:cubicBezTo>
                  <a:pt x="481406" y="66722"/>
                  <a:pt x="479107" y="71856"/>
                  <a:pt x="478204" y="78289"/>
                </a:cubicBezTo>
                <a:lnTo>
                  <a:pt x="515359" y="78289"/>
                </a:lnTo>
                <a:close/>
                <a:moveTo>
                  <a:pt x="639648" y="131610"/>
                </a:moveTo>
                <a:lnTo>
                  <a:pt x="616119" y="131610"/>
                </a:lnTo>
                <a:lnTo>
                  <a:pt x="616119" y="118491"/>
                </a:lnTo>
                <a:lnTo>
                  <a:pt x="615696" y="118491"/>
                </a:lnTo>
                <a:cubicBezTo>
                  <a:pt x="609376" y="128704"/>
                  <a:pt x="599925" y="133810"/>
                  <a:pt x="587342" y="133810"/>
                </a:cubicBezTo>
                <a:cubicBezTo>
                  <a:pt x="576170" y="133810"/>
                  <a:pt x="567227" y="129804"/>
                  <a:pt x="560513" y="121792"/>
                </a:cubicBezTo>
                <a:cubicBezTo>
                  <a:pt x="553798" y="113780"/>
                  <a:pt x="550441" y="102890"/>
                  <a:pt x="550441" y="89122"/>
                </a:cubicBezTo>
                <a:cubicBezTo>
                  <a:pt x="550441" y="74508"/>
                  <a:pt x="554193" y="62758"/>
                  <a:pt x="561698" y="53871"/>
                </a:cubicBezTo>
                <a:cubicBezTo>
                  <a:pt x="569202" y="44984"/>
                  <a:pt x="578963" y="40541"/>
                  <a:pt x="590982" y="40541"/>
                </a:cubicBezTo>
                <a:cubicBezTo>
                  <a:pt x="602662" y="40541"/>
                  <a:pt x="610900" y="44857"/>
                  <a:pt x="615696" y="53490"/>
                </a:cubicBezTo>
                <a:lnTo>
                  <a:pt x="616119" y="53490"/>
                </a:lnTo>
                <a:lnTo>
                  <a:pt x="616119" y="0"/>
                </a:lnTo>
                <a:lnTo>
                  <a:pt x="639648" y="0"/>
                </a:lnTo>
                <a:lnTo>
                  <a:pt x="639648" y="131610"/>
                </a:lnTo>
                <a:moveTo>
                  <a:pt x="616457" y="80743"/>
                </a:moveTo>
                <a:cubicBezTo>
                  <a:pt x="616457" y="74480"/>
                  <a:pt x="614539" y="69275"/>
                  <a:pt x="610702" y="65128"/>
                </a:cubicBezTo>
                <a:cubicBezTo>
                  <a:pt x="606865" y="60981"/>
                  <a:pt x="602041" y="58907"/>
                  <a:pt x="596229" y="58907"/>
                </a:cubicBezTo>
                <a:cubicBezTo>
                  <a:pt x="589458" y="58907"/>
                  <a:pt x="584112" y="61559"/>
                  <a:pt x="580191" y="66863"/>
                </a:cubicBezTo>
                <a:cubicBezTo>
                  <a:pt x="576269" y="72167"/>
                  <a:pt x="574308" y="79361"/>
                  <a:pt x="574308" y="88445"/>
                </a:cubicBezTo>
                <a:cubicBezTo>
                  <a:pt x="574308" y="96965"/>
                  <a:pt x="576199" y="103581"/>
                  <a:pt x="579979" y="108292"/>
                </a:cubicBezTo>
                <a:cubicBezTo>
                  <a:pt x="583759" y="113004"/>
                  <a:pt x="588866" y="115360"/>
                  <a:pt x="595298" y="115360"/>
                </a:cubicBezTo>
                <a:cubicBezTo>
                  <a:pt x="601505" y="115360"/>
                  <a:pt x="606583" y="112905"/>
                  <a:pt x="610533" y="107996"/>
                </a:cubicBezTo>
                <a:cubicBezTo>
                  <a:pt x="614482" y="103087"/>
                  <a:pt x="616457" y="96824"/>
                  <a:pt x="616457" y="89207"/>
                </a:cubicBezTo>
                <a:lnTo>
                  <a:pt x="616457" y="80743"/>
                </a:lnTo>
                <a:close/>
                <a:moveTo>
                  <a:pt x="719653" y="102072"/>
                </a:moveTo>
                <a:cubicBezTo>
                  <a:pt x="729527" y="110253"/>
                  <a:pt x="740840" y="114344"/>
                  <a:pt x="753592" y="114344"/>
                </a:cubicBezTo>
                <a:cubicBezTo>
                  <a:pt x="761265" y="114344"/>
                  <a:pt x="766993" y="113004"/>
                  <a:pt x="770773" y="110324"/>
                </a:cubicBezTo>
                <a:cubicBezTo>
                  <a:pt x="774553" y="107644"/>
                  <a:pt x="776444" y="104131"/>
                  <a:pt x="776444" y="99786"/>
                </a:cubicBezTo>
                <a:cubicBezTo>
                  <a:pt x="776444" y="96006"/>
                  <a:pt x="774864" y="92536"/>
                  <a:pt x="771704" y="89376"/>
                </a:cubicBezTo>
                <a:cubicBezTo>
                  <a:pt x="768544" y="86216"/>
                  <a:pt x="760899" y="82041"/>
                  <a:pt x="748767" y="76850"/>
                </a:cubicBezTo>
                <a:cubicBezTo>
                  <a:pt x="738442" y="72223"/>
                  <a:pt x="730951" y="67018"/>
                  <a:pt x="726296" y="61235"/>
                </a:cubicBezTo>
                <a:cubicBezTo>
                  <a:pt x="721641" y="55451"/>
                  <a:pt x="719314" y="48666"/>
                  <a:pt x="719314" y="40879"/>
                </a:cubicBezTo>
                <a:cubicBezTo>
                  <a:pt x="719314" y="29651"/>
                  <a:pt x="723659" y="20863"/>
                  <a:pt x="732348" y="14515"/>
                </a:cubicBezTo>
                <a:cubicBezTo>
                  <a:pt x="741037" y="8167"/>
                  <a:pt x="752435" y="4994"/>
                  <a:pt x="766541" y="4994"/>
                </a:cubicBezTo>
                <a:cubicBezTo>
                  <a:pt x="779180" y="4994"/>
                  <a:pt x="789139" y="6573"/>
                  <a:pt x="796418" y="9733"/>
                </a:cubicBezTo>
                <a:lnTo>
                  <a:pt x="796418" y="32839"/>
                </a:lnTo>
                <a:cubicBezTo>
                  <a:pt x="788349" y="27309"/>
                  <a:pt x="778616" y="24545"/>
                  <a:pt x="767218" y="24545"/>
                </a:cubicBezTo>
                <a:cubicBezTo>
                  <a:pt x="760504" y="24545"/>
                  <a:pt x="755073" y="25814"/>
                  <a:pt x="750926" y="28353"/>
                </a:cubicBezTo>
                <a:cubicBezTo>
                  <a:pt x="746779" y="30892"/>
                  <a:pt x="744705" y="34391"/>
                  <a:pt x="744705" y="38848"/>
                </a:cubicBezTo>
                <a:cubicBezTo>
                  <a:pt x="744705" y="42403"/>
                  <a:pt x="746144" y="45647"/>
                  <a:pt x="749021" y="48581"/>
                </a:cubicBezTo>
                <a:cubicBezTo>
                  <a:pt x="751899" y="51515"/>
                  <a:pt x="758642" y="55324"/>
                  <a:pt x="769250" y="60007"/>
                </a:cubicBezTo>
                <a:cubicBezTo>
                  <a:pt x="781437" y="65311"/>
                  <a:pt x="789901" y="70883"/>
                  <a:pt x="794640" y="76723"/>
                </a:cubicBezTo>
                <a:cubicBezTo>
                  <a:pt x="799380" y="82563"/>
                  <a:pt x="801750" y="89545"/>
                  <a:pt x="801750" y="97671"/>
                </a:cubicBezTo>
                <a:cubicBezTo>
                  <a:pt x="801750" y="109407"/>
                  <a:pt x="797560" y="118364"/>
                  <a:pt x="789181" y="124543"/>
                </a:cubicBezTo>
                <a:cubicBezTo>
                  <a:pt x="780802" y="130721"/>
                  <a:pt x="769052" y="133810"/>
                  <a:pt x="753930" y="133810"/>
                </a:cubicBezTo>
                <a:cubicBezTo>
                  <a:pt x="739881" y="133810"/>
                  <a:pt x="728455" y="131469"/>
                  <a:pt x="719653" y="126786"/>
                </a:cubicBezTo>
                <a:lnTo>
                  <a:pt x="719653" y="102072"/>
                </a:lnTo>
                <a:close/>
                <a:moveTo>
                  <a:pt x="871082" y="130679"/>
                </a:moveTo>
                <a:cubicBezTo>
                  <a:pt x="867075" y="132710"/>
                  <a:pt x="861489" y="133726"/>
                  <a:pt x="854323" y="133726"/>
                </a:cubicBezTo>
                <a:cubicBezTo>
                  <a:pt x="836098" y="133726"/>
                  <a:pt x="826986" y="124077"/>
                  <a:pt x="826986" y="104780"/>
                </a:cubicBezTo>
                <a:lnTo>
                  <a:pt x="826986" y="60600"/>
                </a:lnTo>
                <a:lnTo>
                  <a:pt x="812259" y="60600"/>
                </a:lnTo>
                <a:lnTo>
                  <a:pt x="812259" y="42657"/>
                </a:lnTo>
                <a:lnTo>
                  <a:pt x="826986" y="42657"/>
                </a:lnTo>
                <a:lnTo>
                  <a:pt x="826986" y="22767"/>
                </a:lnTo>
                <a:lnTo>
                  <a:pt x="850515" y="15912"/>
                </a:lnTo>
                <a:lnTo>
                  <a:pt x="850515" y="42657"/>
                </a:lnTo>
                <a:lnTo>
                  <a:pt x="871082" y="42657"/>
                </a:lnTo>
                <a:lnTo>
                  <a:pt x="871082" y="60600"/>
                </a:lnTo>
                <a:lnTo>
                  <a:pt x="850515" y="60600"/>
                </a:lnTo>
                <a:lnTo>
                  <a:pt x="850515" y="100633"/>
                </a:lnTo>
                <a:cubicBezTo>
                  <a:pt x="850515" y="110451"/>
                  <a:pt x="854380" y="115360"/>
                  <a:pt x="862110" y="115360"/>
                </a:cubicBezTo>
                <a:cubicBezTo>
                  <a:pt x="865326" y="115360"/>
                  <a:pt x="868317" y="114457"/>
                  <a:pt x="871082" y="112651"/>
                </a:cubicBezTo>
                <a:lnTo>
                  <a:pt x="871082" y="130679"/>
                </a:lnTo>
                <a:close/>
                <a:moveTo>
                  <a:pt x="888698" y="48327"/>
                </a:moveTo>
                <a:cubicBezTo>
                  <a:pt x="892704" y="46014"/>
                  <a:pt x="897895" y="44138"/>
                  <a:pt x="904271" y="42699"/>
                </a:cubicBezTo>
                <a:cubicBezTo>
                  <a:pt x="910647" y="41260"/>
                  <a:pt x="916374" y="40541"/>
                  <a:pt x="921452" y="40541"/>
                </a:cubicBezTo>
                <a:cubicBezTo>
                  <a:pt x="945489" y="40541"/>
                  <a:pt x="957507" y="52729"/>
                  <a:pt x="957507" y="77104"/>
                </a:cubicBezTo>
                <a:lnTo>
                  <a:pt x="957507" y="131610"/>
                </a:lnTo>
                <a:lnTo>
                  <a:pt x="934994" y="131610"/>
                </a:lnTo>
                <a:lnTo>
                  <a:pt x="934994" y="118491"/>
                </a:lnTo>
                <a:lnTo>
                  <a:pt x="934571" y="118491"/>
                </a:lnTo>
                <a:cubicBezTo>
                  <a:pt x="928590" y="128704"/>
                  <a:pt x="919703" y="133810"/>
                  <a:pt x="907910" y="133810"/>
                </a:cubicBezTo>
                <a:cubicBezTo>
                  <a:pt x="899334" y="133810"/>
                  <a:pt x="892535" y="131398"/>
                  <a:pt x="887513" y="126574"/>
                </a:cubicBezTo>
                <a:cubicBezTo>
                  <a:pt x="882491" y="121750"/>
                  <a:pt x="879980" y="115275"/>
                  <a:pt x="879980" y="107150"/>
                </a:cubicBezTo>
                <a:cubicBezTo>
                  <a:pt x="879980" y="90166"/>
                  <a:pt x="890080" y="80320"/>
                  <a:pt x="910280" y="77612"/>
                </a:cubicBezTo>
                <a:lnTo>
                  <a:pt x="935079" y="74226"/>
                </a:lnTo>
                <a:cubicBezTo>
                  <a:pt x="935079" y="62885"/>
                  <a:pt x="929549" y="57214"/>
                  <a:pt x="918490" y="57214"/>
                </a:cubicBezTo>
                <a:cubicBezTo>
                  <a:pt x="907939" y="57214"/>
                  <a:pt x="898008" y="60515"/>
                  <a:pt x="888698" y="67117"/>
                </a:cubicBezTo>
                <a:lnTo>
                  <a:pt x="888698" y="48327"/>
                </a:lnTo>
                <a:moveTo>
                  <a:pt x="917390" y="90984"/>
                </a:moveTo>
                <a:cubicBezTo>
                  <a:pt x="907233" y="92282"/>
                  <a:pt x="902155" y="96824"/>
                  <a:pt x="902155" y="104611"/>
                </a:cubicBezTo>
                <a:cubicBezTo>
                  <a:pt x="902155" y="108109"/>
                  <a:pt x="903368" y="110958"/>
                  <a:pt x="905795" y="113159"/>
                </a:cubicBezTo>
                <a:cubicBezTo>
                  <a:pt x="908221" y="115360"/>
                  <a:pt x="911493" y="116460"/>
                  <a:pt x="915612" y="116460"/>
                </a:cubicBezTo>
                <a:cubicBezTo>
                  <a:pt x="921255" y="116460"/>
                  <a:pt x="925910" y="114471"/>
                  <a:pt x="929577" y="110493"/>
                </a:cubicBezTo>
                <a:cubicBezTo>
                  <a:pt x="933245" y="106515"/>
                  <a:pt x="935079" y="101507"/>
                  <a:pt x="935079" y="95470"/>
                </a:cubicBezTo>
                <a:lnTo>
                  <a:pt x="935079" y="88699"/>
                </a:lnTo>
                <a:lnTo>
                  <a:pt x="917390" y="90984"/>
                </a:lnTo>
                <a:close/>
                <a:moveTo>
                  <a:pt x="1030723" y="130679"/>
                </a:moveTo>
                <a:cubicBezTo>
                  <a:pt x="1026717" y="132710"/>
                  <a:pt x="1021131" y="133726"/>
                  <a:pt x="1013965" y="133726"/>
                </a:cubicBezTo>
                <a:cubicBezTo>
                  <a:pt x="995740" y="133726"/>
                  <a:pt x="986628" y="124077"/>
                  <a:pt x="986628" y="104780"/>
                </a:cubicBezTo>
                <a:lnTo>
                  <a:pt x="986628" y="60600"/>
                </a:lnTo>
                <a:lnTo>
                  <a:pt x="971901" y="60600"/>
                </a:lnTo>
                <a:lnTo>
                  <a:pt x="971901" y="42657"/>
                </a:lnTo>
                <a:lnTo>
                  <a:pt x="986628" y="42657"/>
                </a:lnTo>
                <a:lnTo>
                  <a:pt x="986628" y="22767"/>
                </a:lnTo>
                <a:lnTo>
                  <a:pt x="1010157" y="15912"/>
                </a:lnTo>
                <a:lnTo>
                  <a:pt x="1010157" y="42657"/>
                </a:lnTo>
                <a:lnTo>
                  <a:pt x="1030723" y="42657"/>
                </a:lnTo>
                <a:lnTo>
                  <a:pt x="1030723" y="60600"/>
                </a:lnTo>
                <a:lnTo>
                  <a:pt x="1010157" y="60600"/>
                </a:lnTo>
                <a:lnTo>
                  <a:pt x="1010157" y="100633"/>
                </a:lnTo>
                <a:cubicBezTo>
                  <a:pt x="1010157" y="110451"/>
                  <a:pt x="1014022" y="115360"/>
                  <a:pt x="1021752" y="115360"/>
                </a:cubicBezTo>
                <a:cubicBezTo>
                  <a:pt x="1024968" y="115360"/>
                  <a:pt x="1027959" y="114457"/>
                  <a:pt x="1030723" y="112651"/>
                </a:cubicBezTo>
                <a:lnTo>
                  <a:pt x="1030723" y="130679"/>
                </a:lnTo>
                <a:close/>
                <a:moveTo>
                  <a:pt x="1123840" y="93777"/>
                </a:moveTo>
                <a:lnTo>
                  <a:pt x="1064425" y="93777"/>
                </a:lnTo>
                <a:cubicBezTo>
                  <a:pt x="1065385" y="108899"/>
                  <a:pt x="1073961" y="116460"/>
                  <a:pt x="1090155" y="116460"/>
                </a:cubicBezTo>
                <a:cubicBezTo>
                  <a:pt x="1100029" y="116460"/>
                  <a:pt x="1108831" y="113864"/>
                  <a:pt x="1116561" y="108673"/>
                </a:cubicBezTo>
                <a:lnTo>
                  <a:pt x="1116561" y="126616"/>
                </a:lnTo>
                <a:cubicBezTo>
                  <a:pt x="1108323" y="131412"/>
                  <a:pt x="1097744" y="133810"/>
                  <a:pt x="1084823" y="133810"/>
                </a:cubicBezTo>
                <a:cubicBezTo>
                  <a:pt x="1070999" y="133810"/>
                  <a:pt x="1060236" y="129804"/>
                  <a:pt x="1052534" y="121792"/>
                </a:cubicBezTo>
                <a:cubicBezTo>
                  <a:pt x="1044832" y="113780"/>
                  <a:pt x="1040981" y="102579"/>
                  <a:pt x="1040981" y="88191"/>
                </a:cubicBezTo>
                <a:cubicBezTo>
                  <a:pt x="1040981" y="74085"/>
                  <a:pt x="1045114" y="62617"/>
                  <a:pt x="1053380" y="53787"/>
                </a:cubicBezTo>
                <a:cubicBezTo>
                  <a:pt x="1061646" y="44956"/>
                  <a:pt x="1071986" y="40541"/>
                  <a:pt x="1084400" y="40541"/>
                </a:cubicBezTo>
                <a:cubicBezTo>
                  <a:pt x="1096813" y="40541"/>
                  <a:pt x="1106490" y="44350"/>
                  <a:pt x="1113430" y="51967"/>
                </a:cubicBezTo>
                <a:cubicBezTo>
                  <a:pt x="1120370" y="59584"/>
                  <a:pt x="1123840" y="70051"/>
                  <a:pt x="1123840" y="83367"/>
                </a:cubicBezTo>
                <a:lnTo>
                  <a:pt x="1123840" y="93777"/>
                </a:lnTo>
                <a:moveTo>
                  <a:pt x="1101581" y="78289"/>
                </a:moveTo>
                <a:cubicBezTo>
                  <a:pt x="1101581" y="64183"/>
                  <a:pt x="1095769" y="57130"/>
                  <a:pt x="1084146" y="57130"/>
                </a:cubicBezTo>
                <a:cubicBezTo>
                  <a:pt x="1079293" y="57130"/>
                  <a:pt x="1075019" y="59048"/>
                  <a:pt x="1071323" y="62885"/>
                </a:cubicBezTo>
                <a:cubicBezTo>
                  <a:pt x="1067627" y="66722"/>
                  <a:pt x="1065328" y="71856"/>
                  <a:pt x="1064425" y="78289"/>
                </a:cubicBezTo>
                <a:lnTo>
                  <a:pt x="1101581" y="78289"/>
                </a:lnTo>
                <a:close/>
                <a:moveTo>
                  <a:pt x="1139117" y="108758"/>
                </a:moveTo>
                <a:cubicBezTo>
                  <a:pt x="1147919" y="114288"/>
                  <a:pt x="1156608" y="117052"/>
                  <a:pt x="1165185" y="117052"/>
                </a:cubicBezTo>
                <a:cubicBezTo>
                  <a:pt x="1176244" y="117052"/>
                  <a:pt x="1181773" y="113921"/>
                  <a:pt x="1181773" y="107658"/>
                </a:cubicBezTo>
                <a:cubicBezTo>
                  <a:pt x="1181773" y="103313"/>
                  <a:pt x="1177401" y="99645"/>
                  <a:pt x="1168655" y="96655"/>
                </a:cubicBezTo>
                <a:cubicBezTo>
                  <a:pt x="1155903" y="92367"/>
                  <a:pt x="1147806" y="88149"/>
                  <a:pt x="1144364" y="84002"/>
                </a:cubicBezTo>
                <a:cubicBezTo>
                  <a:pt x="1140922" y="79855"/>
                  <a:pt x="1139201" y="74537"/>
                  <a:pt x="1139201" y="68048"/>
                </a:cubicBezTo>
                <a:cubicBezTo>
                  <a:pt x="1139201" y="59471"/>
                  <a:pt x="1142700" y="52743"/>
                  <a:pt x="1149696" y="47862"/>
                </a:cubicBezTo>
                <a:cubicBezTo>
                  <a:pt x="1156693" y="42981"/>
                  <a:pt x="1165692" y="40541"/>
                  <a:pt x="1176695" y="40541"/>
                </a:cubicBezTo>
                <a:cubicBezTo>
                  <a:pt x="1184369" y="40541"/>
                  <a:pt x="1192043" y="41754"/>
                  <a:pt x="1199716" y="44180"/>
                </a:cubicBezTo>
                <a:lnTo>
                  <a:pt x="1199716" y="63393"/>
                </a:lnTo>
                <a:cubicBezTo>
                  <a:pt x="1192776" y="59274"/>
                  <a:pt x="1185187" y="57214"/>
                  <a:pt x="1176949" y="57214"/>
                </a:cubicBezTo>
                <a:cubicBezTo>
                  <a:pt x="1172604" y="57214"/>
                  <a:pt x="1169106" y="58032"/>
                  <a:pt x="1166454" y="59669"/>
                </a:cubicBezTo>
                <a:cubicBezTo>
                  <a:pt x="1163802" y="61305"/>
                  <a:pt x="1162476" y="63477"/>
                  <a:pt x="1162476" y="66186"/>
                </a:cubicBezTo>
                <a:cubicBezTo>
                  <a:pt x="1162476" y="70643"/>
                  <a:pt x="1166172" y="74170"/>
                  <a:pt x="1173564" y="76765"/>
                </a:cubicBezTo>
                <a:cubicBezTo>
                  <a:pt x="1181971" y="79812"/>
                  <a:pt x="1188149" y="82365"/>
                  <a:pt x="1192099" y="84425"/>
                </a:cubicBezTo>
                <a:cubicBezTo>
                  <a:pt x="1196049" y="86484"/>
                  <a:pt x="1199124" y="89292"/>
                  <a:pt x="1201324" y="92846"/>
                </a:cubicBezTo>
                <a:cubicBezTo>
                  <a:pt x="1203525" y="96401"/>
                  <a:pt x="1204625" y="100576"/>
                  <a:pt x="1204625" y="105372"/>
                </a:cubicBezTo>
                <a:cubicBezTo>
                  <a:pt x="1204625" y="114400"/>
                  <a:pt x="1201028" y="121397"/>
                  <a:pt x="1193834" y="126362"/>
                </a:cubicBezTo>
                <a:cubicBezTo>
                  <a:pt x="1186640" y="131328"/>
                  <a:pt x="1177147" y="133810"/>
                  <a:pt x="1165354" y="133810"/>
                </a:cubicBezTo>
                <a:cubicBezTo>
                  <a:pt x="1155423" y="133810"/>
                  <a:pt x="1146677" y="132230"/>
                  <a:pt x="1139117" y="129071"/>
                </a:cubicBezTo>
                <a:lnTo>
                  <a:pt x="1139117" y="108758"/>
                </a:lnTo>
                <a:close/>
                <a:moveTo>
                  <a:pt x="1311608" y="159878"/>
                </a:moveTo>
                <a:cubicBezTo>
                  <a:pt x="1293100" y="139340"/>
                  <a:pt x="1283847" y="114062"/>
                  <a:pt x="1283847" y="84044"/>
                </a:cubicBezTo>
                <a:cubicBezTo>
                  <a:pt x="1283847" y="54647"/>
                  <a:pt x="1293100" y="28974"/>
                  <a:pt x="1311608" y="7025"/>
                </a:cubicBezTo>
                <a:lnTo>
                  <a:pt x="1331074" y="7025"/>
                </a:lnTo>
                <a:cubicBezTo>
                  <a:pt x="1313357" y="29877"/>
                  <a:pt x="1304498" y="55522"/>
                  <a:pt x="1304498" y="83959"/>
                </a:cubicBezTo>
                <a:cubicBezTo>
                  <a:pt x="1304498" y="112172"/>
                  <a:pt x="1313357" y="137478"/>
                  <a:pt x="1331074" y="159878"/>
                </a:cubicBezTo>
                <a:lnTo>
                  <a:pt x="1311608" y="159878"/>
                </a:lnTo>
                <a:close/>
                <a:moveTo>
                  <a:pt x="1369206" y="111720"/>
                </a:moveTo>
                <a:lnTo>
                  <a:pt x="1422019" y="111720"/>
                </a:lnTo>
                <a:lnTo>
                  <a:pt x="1422019" y="131610"/>
                </a:lnTo>
                <a:lnTo>
                  <a:pt x="1344238" y="131610"/>
                </a:lnTo>
                <a:lnTo>
                  <a:pt x="1344238" y="122215"/>
                </a:lnTo>
                <a:cubicBezTo>
                  <a:pt x="1344238" y="115501"/>
                  <a:pt x="1345381" y="109308"/>
                  <a:pt x="1347666" y="103637"/>
                </a:cubicBezTo>
                <a:cubicBezTo>
                  <a:pt x="1349951" y="97967"/>
                  <a:pt x="1353224" y="92663"/>
                  <a:pt x="1357484" y="87726"/>
                </a:cubicBezTo>
                <a:cubicBezTo>
                  <a:pt x="1361744" y="82789"/>
                  <a:pt x="1370701" y="75214"/>
                  <a:pt x="1384356" y="65001"/>
                </a:cubicBezTo>
                <a:cubicBezTo>
                  <a:pt x="1389660" y="61051"/>
                  <a:pt x="1393469" y="57271"/>
                  <a:pt x="1395782" y="53660"/>
                </a:cubicBezTo>
                <a:cubicBezTo>
                  <a:pt x="1398095" y="50048"/>
                  <a:pt x="1399252" y="46014"/>
                  <a:pt x="1399252" y="41557"/>
                </a:cubicBezTo>
                <a:cubicBezTo>
                  <a:pt x="1399252" y="36027"/>
                  <a:pt x="1397630" y="31725"/>
                  <a:pt x="1394385" y="28649"/>
                </a:cubicBezTo>
                <a:cubicBezTo>
                  <a:pt x="1391141" y="25574"/>
                  <a:pt x="1386105" y="24037"/>
                  <a:pt x="1379278" y="24037"/>
                </a:cubicBezTo>
                <a:cubicBezTo>
                  <a:pt x="1368614" y="24037"/>
                  <a:pt x="1358373" y="28269"/>
                  <a:pt x="1348555" y="36732"/>
                </a:cubicBezTo>
                <a:lnTo>
                  <a:pt x="1348555" y="15488"/>
                </a:lnTo>
                <a:cubicBezTo>
                  <a:pt x="1358598" y="8492"/>
                  <a:pt x="1369968" y="4994"/>
                  <a:pt x="1382663" y="4994"/>
                </a:cubicBezTo>
                <a:cubicBezTo>
                  <a:pt x="1395528" y="4994"/>
                  <a:pt x="1405473" y="8125"/>
                  <a:pt x="1412498" y="14388"/>
                </a:cubicBezTo>
                <a:cubicBezTo>
                  <a:pt x="1419522" y="20651"/>
                  <a:pt x="1423035" y="29312"/>
                  <a:pt x="1423035" y="40372"/>
                </a:cubicBezTo>
                <a:cubicBezTo>
                  <a:pt x="1423035" y="46070"/>
                  <a:pt x="1422118" y="51120"/>
                  <a:pt x="1420284" y="55522"/>
                </a:cubicBezTo>
                <a:cubicBezTo>
                  <a:pt x="1418450" y="59923"/>
                  <a:pt x="1416024" y="63915"/>
                  <a:pt x="1413005" y="67498"/>
                </a:cubicBezTo>
                <a:cubicBezTo>
                  <a:pt x="1409987" y="71081"/>
                  <a:pt x="1406517" y="74410"/>
                  <a:pt x="1402595" y="77485"/>
                </a:cubicBezTo>
                <a:cubicBezTo>
                  <a:pt x="1398674" y="80560"/>
                  <a:pt x="1394653" y="83621"/>
                  <a:pt x="1390534" y="86668"/>
                </a:cubicBezTo>
                <a:cubicBezTo>
                  <a:pt x="1382917" y="92310"/>
                  <a:pt x="1377458" y="97135"/>
                  <a:pt x="1374157" y="101141"/>
                </a:cubicBezTo>
                <a:cubicBezTo>
                  <a:pt x="1370856" y="105147"/>
                  <a:pt x="1369206" y="108673"/>
                  <a:pt x="1369206" y="111720"/>
                </a:cubicBezTo>
                <a:close/>
                <a:moveTo>
                  <a:pt x="1447263" y="109096"/>
                </a:moveTo>
                <a:cubicBezTo>
                  <a:pt x="1453921" y="113272"/>
                  <a:pt x="1461651" y="115360"/>
                  <a:pt x="1470453" y="115360"/>
                </a:cubicBezTo>
                <a:cubicBezTo>
                  <a:pt x="1480779" y="115360"/>
                  <a:pt x="1488650" y="111650"/>
                  <a:pt x="1494067" y="104230"/>
                </a:cubicBezTo>
                <a:cubicBezTo>
                  <a:pt x="1499484" y="96810"/>
                  <a:pt x="1502192" y="86583"/>
                  <a:pt x="1502192" y="73549"/>
                </a:cubicBezTo>
                <a:lnTo>
                  <a:pt x="1501769" y="73380"/>
                </a:lnTo>
                <a:cubicBezTo>
                  <a:pt x="1496409" y="82295"/>
                  <a:pt x="1487776" y="86752"/>
                  <a:pt x="1475870" y="86752"/>
                </a:cubicBezTo>
                <a:cubicBezTo>
                  <a:pt x="1465319" y="86752"/>
                  <a:pt x="1456742" y="83071"/>
                  <a:pt x="1450141" y="75707"/>
                </a:cubicBezTo>
                <a:cubicBezTo>
                  <a:pt x="1443539" y="68344"/>
                  <a:pt x="1440238" y="59217"/>
                  <a:pt x="1440238" y="48327"/>
                </a:cubicBezTo>
                <a:cubicBezTo>
                  <a:pt x="1440238" y="35519"/>
                  <a:pt x="1444216" y="25095"/>
                  <a:pt x="1452172" y="17054"/>
                </a:cubicBezTo>
                <a:cubicBezTo>
                  <a:pt x="1460128" y="9014"/>
                  <a:pt x="1470425" y="4994"/>
                  <a:pt x="1483064" y="4994"/>
                </a:cubicBezTo>
                <a:cubicBezTo>
                  <a:pt x="1496493" y="4994"/>
                  <a:pt x="1506904" y="10100"/>
                  <a:pt x="1514295" y="20313"/>
                </a:cubicBezTo>
                <a:cubicBezTo>
                  <a:pt x="1521687" y="30526"/>
                  <a:pt x="1525383" y="44744"/>
                  <a:pt x="1525383" y="62970"/>
                </a:cubicBezTo>
                <a:cubicBezTo>
                  <a:pt x="1525383" y="85144"/>
                  <a:pt x="1520756" y="102495"/>
                  <a:pt x="1511502" y="115021"/>
                </a:cubicBezTo>
                <a:cubicBezTo>
                  <a:pt x="1502249" y="127547"/>
                  <a:pt x="1489158" y="133810"/>
                  <a:pt x="1472231" y="133810"/>
                </a:cubicBezTo>
                <a:cubicBezTo>
                  <a:pt x="1462526" y="133810"/>
                  <a:pt x="1454203" y="132259"/>
                  <a:pt x="1447263" y="129155"/>
                </a:cubicBezTo>
                <a:lnTo>
                  <a:pt x="1447263" y="109096"/>
                </a:lnTo>
                <a:moveTo>
                  <a:pt x="1463513" y="46042"/>
                </a:moveTo>
                <a:cubicBezTo>
                  <a:pt x="1463513" y="52926"/>
                  <a:pt x="1465220" y="58399"/>
                  <a:pt x="1468634" y="62462"/>
                </a:cubicBezTo>
                <a:cubicBezTo>
                  <a:pt x="1472047" y="66524"/>
                  <a:pt x="1476773" y="68556"/>
                  <a:pt x="1482810" y="68556"/>
                </a:cubicBezTo>
                <a:cubicBezTo>
                  <a:pt x="1488227" y="68556"/>
                  <a:pt x="1492656" y="66637"/>
                  <a:pt x="1496098" y="62800"/>
                </a:cubicBezTo>
                <a:cubicBezTo>
                  <a:pt x="1499540" y="58963"/>
                  <a:pt x="1501261" y="54308"/>
                  <a:pt x="1501261" y="48835"/>
                </a:cubicBezTo>
                <a:cubicBezTo>
                  <a:pt x="1501261" y="41895"/>
                  <a:pt x="1499512" y="35914"/>
                  <a:pt x="1496014" y="30892"/>
                </a:cubicBezTo>
                <a:cubicBezTo>
                  <a:pt x="1492515" y="25871"/>
                  <a:pt x="1487889" y="23360"/>
                  <a:pt x="1482133" y="23360"/>
                </a:cubicBezTo>
                <a:cubicBezTo>
                  <a:pt x="1476434" y="23360"/>
                  <a:pt x="1471906" y="25588"/>
                  <a:pt x="1468549" y="30046"/>
                </a:cubicBezTo>
                <a:cubicBezTo>
                  <a:pt x="1465192" y="34503"/>
                  <a:pt x="1463513" y="39836"/>
                  <a:pt x="1463513" y="46042"/>
                </a:cubicBezTo>
                <a:close/>
                <a:moveTo>
                  <a:pt x="1534292" y="159878"/>
                </a:moveTo>
                <a:cubicBezTo>
                  <a:pt x="1552122" y="137873"/>
                  <a:pt x="1561037" y="112567"/>
                  <a:pt x="1561037" y="83959"/>
                </a:cubicBezTo>
                <a:cubicBezTo>
                  <a:pt x="1561037" y="55634"/>
                  <a:pt x="1552122" y="29990"/>
                  <a:pt x="1534292" y="7025"/>
                </a:cubicBezTo>
                <a:lnTo>
                  <a:pt x="1553928" y="7025"/>
                </a:lnTo>
                <a:cubicBezTo>
                  <a:pt x="1572492" y="29087"/>
                  <a:pt x="1581773" y="54760"/>
                  <a:pt x="1581773" y="84044"/>
                </a:cubicBezTo>
                <a:cubicBezTo>
                  <a:pt x="1581773" y="113836"/>
                  <a:pt x="1572463" y="139114"/>
                  <a:pt x="1553843" y="159878"/>
                </a:cubicBezTo>
                <a:lnTo>
                  <a:pt x="1534292" y="1598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•APT28(9)">
            <a:extLst xmlns:a="http://schemas.openxmlformats.org/drawingml/2006/main">
              <a:ext uri="{FF2B5EF4-FFF2-40B4-BE49-F238E27FC236}">
                <a16:creationId xmlns:a16="http://schemas.microsoft.com/office/drawing/2014/main" id="{6629C58E-7271-44DA-8A54-D94CDACE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09" y="781044"/>
            <a:ext cx="900454" cy="154549"/>
          </a:xfrm>
          <a:custGeom xmlns:a="http://schemas.openxmlformats.org/drawingml/2006/main">
            <a:pathLst>
              <a:path w="900454" h="154549">
                <a:moveTo>
                  <a:pt x="0" y="65662"/>
                </a:moveTo>
                <a:cubicBezTo>
                  <a:pt x="0" y="59738"/>
                  <a:pt x="2097" y="54689"/>
                  <a:pt x="6292" y="50516"/>
                </a:cubicBezTo>
                <a:cubicBezTo>
                  <a:pt x="10486" y="46341"/>
                  <a:pt x="15511" y="44253"/>
                  <a:pt x="21367" y="44253"/>
                </a:cubicBezTo>
                <a:cubicBezTo>
                  <a:pt x="27278" y="44253"/>
                  <a:pt x="32331" y="46341"/>
                  <a:pt x="36526" y="50516"/>
                </a:cubicBezTo>
                <a:cubicBezTo>
                  <a:pt x="40720" y="54689"/>
                  <a:pt x="42818" y="59738"/>
                  <a:pt x="42818" y="65662"/>
                </a:cubicBezTo>
                <a:cubicBezTo>
                  <a:pt x="42818" y="71586"/>
                  <a:pt x="40720" y="76650"/>
                  <a:pt x="36526" y="80853"/>
                </a:cubicBezTo>
                <a:cubicBezTo>
                  <a:pt x="32331" y="85055"/>
                  <a:pt x="27278" y="87155"/>
                  <a:pt x="21367" y="87155"/>
                </a:cubicBezTo>
                <a:cubicBezTo>
                  <a:pt x="15511" y="87155"/>
                  <a:pt x="10486" y="85055"/>
                  <a:pt x="6292" y="80853"/>
                </a:cubicBezTo>
                <a:cubicBezTo>
                  <a:pt x="2097" y="76650"/>
                  <a:pt x="0" y="71586"/>
                  <a:pt x="0" y="65662"/>
                </a:cubicBezTo>
                <a:close/>
                <a:moveTo>
                  <a:pt x="223771" y="126342"/>
                </a:moveTo>
                <a:lnTo>
                  <a:pt x="197506" y="126342"/>
                </a:lnTo>
                <a:lnTo>
                  <a:pt x="187456" y="96614"/>
                </a:lnTo>
                <a:lnTo>
                  <a:pt x="140754" y="96614"/>
                </a:lnTo>
                <a:lnTo>
                  <a:pt x="130957" y="126342"/>
                </a:lnTo>
                <a:lnTo>
                  <a:pt x="104692" y="126342"/>
                </a:lnTo>
                <a:lnTo>
                  <a:pt x="150719" y="2027"/>
                </a:lnTo>
                <a:lnTo>
                  <a:pt x="178504" y="2027"/>
                </a:lnTo>
                <a:lnTo>
                  <a:pt x="223771" y="126342"/>
                </a:lnTo>
                <a:moveTo>
                  <a:pt x="181460" y="77528"/>
                </a:moveTo>
                <a:lnTo>
                  <a:pt x="166259" y="32514"/>
                </a:lnTo>
                <a:cubicBezTo>
                  <a:pt x="165639" y="30713"/>
                  <a:pt x="164992" y="27278"/>
                  <a:pt x="164316" y="22211"/>
                </a:cubicBezTo>
                <a:lnTo>
                  <a:pt x="163725" y="22211"/>
                </a:lnTo>
                <a:cubicBezTo>
                  <a:pt x="163275" y="25983"/>
                  <a:pt x="162571" y="29361"/>
                  <a:pt x="161614" y="32345"/>
                </a:cubicBezTo>
                <a:lnTo>
                  <a:pt x="146328" y="77528"/>
                </a:lnTo>
                <a:lnTo>
                  <a:pt x="181460" y="77528"/>
                </a:lnTo>
                <a:close/>
                <a:moveTo>
                  <a:pt x="264206" y="82257"/>
                </a:moveTo>
                <a:lnTo>
                  <a:pt x="264206" y="126342"/>
                </a:lnTo>
                <a:lnTo>
                  <a:pt x="240137" y="126342"/>
                </a:lnTo>
                <a:lnTo>
                  <a:pt x="240137" y="2027"/>
                </a:lnTo>
                <a:lnTo>
                  <a:pt x="281181" y="2027"/>
                </a:lnTo>
                <a:cubicBezTo>
                  <a:pt x="311472" y="2027"/>
                  <a:pt x="326617" y="15004"/>
                  <a:pt x="326617" y="40960"/>
                </a:cubicBezTo>
                <a:cubicBezTo>
                  <a:pt x="326617" y="53515"/>
                  <a:pt x="322042" y="63621"/>
                  <a:pt x="312893" y="71278"/>
                </a:cubicBezTo>
                <a:cubicBezTo>
                  <a:pt x="303744" y="78935"/>
                  <a:pt x="292244" y="82595"/>
                  <a:pt x="278394" y="82257"/>
                </a:cubicBezTo>
                <a:lnTo>
                  <a:pt x="264206" y="82257"/>
                </a:lnTo>
                <a:moveTo>
                  <a:pt x="264206" y="21198"/>
                </a:moveTo>
                <a:lnTo>
                  <a:pt x="264206" y="63424"/>
                </a:lnTo>
                <a:lnTo>
                  <a:pt x="276452" y="63424"/>
                </a:lnTo>
                <a:cubicBezTo>
                  <a:pt x="293061" y="63424"/>
                  <a:pt x="301365" y="56246"/>
                  <a:pt x="301365" y="41889"/>
                </a:cubicBezTo>
                <a:cubicBezTo>
                  <a:pt x="301365" y="28095"/>
                  <a:pt x="293230" y="21198"/>
                  <a:pt x="276959" y="21198"/>
                </a:cubicBezTo>
                <a:lnTo>
                  <a:pt x="264206" y="21198"/>
                </a:lnTo>
                <a:close/>
                <a:moveTo>
                  <a:pt x="430816" y="22042"/>
                </a:moveTo>
                <a:lnTo>
                  <a:pt x="395261" y="22042"/>
                </a:lnTo>
                <a:lnTo>
                  <a:pt x="395261" y="126342"/>
                </a:lnTo>
                <a:lnTo>
                  <a:pt x="371107" y="126342"/>
                </a:lnTo>
                <a:lnTo>
                  <a:pt x="371107" y="22042"/>
                </a:lnTo>
                <a:lnTo>
                  <a:pt x="335637" y="22042"/>
                </a:lnTo>
                <a:lnTo>
                  <a:pt x="335637" y="2027"/>
                </a:lnTo>
                <a:lnTo>
                  <a:pt x="430816" y="2027"/>
                </a:lnTo>
                <a:lnTo>
                  <a:pt x="430816" y="22042"/>
                </a:lnTo>
                <a:close/>
                <a:moveTo>
                  <a:pt x="469844" y="106495"/>
                </a:moveTo>
                <a:lnTo>
                  <a:pt x="522542" y="106495"/>
                </a:lnTo>
                <a:lnTo>
                  <a:pt x="522542" y="126342"/>
                </a:lnTo>
                <a:lnTo>
                  <a:pt x="444930" y="126342"/>
                </a:lnTo>
                <a:lnTo>
                  <a:pt x="444930" y="116967"/>
                </a:lnTo>
                <a:cubicBezTo>
                  <a:pt x="444930" y="110267"/>
                  <a:pt x="446070" y="104088"/>
                  <a:pt x="448351" y="98430"/>
                </a:cubicBezTo>
                <a:cubicBezTo>
                  <a:pt x="450631" y="92772"/>
                  <a:pt x="453896" y="87479"/>
                  <a:pt x="458147" y="82553"/>
                </a:cubicBezTo>
                <a:cubicBezTo>
                  <a:pt x="462398" y="77626"/>
                  <a:pt x="471336" y="70068"/>
                  <a:pt x="484961" y="59877"/>
                </a:cubicBezTo>
                <a:cubicBezTo>
                  <a:pt x="490253" y="55936"/>
                  <a:pt x="494054" y="52164"/>
                  <a:pt x="496362" y="48560"/>
                </a:cubicBezTo>
                <a:cubicBezTo>
                  <a:pt x="498670" y="44957"/>
                  <a:pt x="499825" y="40932"/>
                  <a:pt x="499825" y="36484"/>
                </a:cubicBezTo>
                <a:cubicBezTo>
                  <a:pt x="499825" y="30966"/>
                  <a:pt x="498206" y="26673"/>
                  <a:pt x="494969" y="23605"/>
                </a:cubicBezTo>
                <a:cubicBezTo>
                  <a:pt x="491731" y="20536"/>
                  <a:pt x="486706" y="19002"/>
                  <a:pt x="479894" y="19002"/>
                </a:cubicBezTo>
                <a:cubicBezTo>
                  <a:pt x="469253" y="19002"/>
                  <a:pt x="459034" y="23225"/>
                  <a:pt x="449237" y="31670"/>
                </a:cubicBezTo>
                <a:lnTo>
                  <a:pt x="449237" y="10472"/>
                </a:lnTo>
                <a:cubicBezTo>
                  <a:pt x="459259" y="3491"/>
                  <a:pt x="470604" y="0"/>
                  <a:pt x="483272" y="0"/>
                </a:cubicBezTo>
                <a:cubicBezTo>
                  <a:pt x="496109" y="0"/>
                  <a:pt x="506032" y="3125"/>
                  <a:pt x="513041" y="9374"/>
                </a:cubicBezTo>
                <a:cubicBezTo>
                  <a:pt x="520051" y="15624"/>
                  <a:pt x="523556" y="24266"/>
                  <a:pt x="523556" y="35301"/>
                </a:cubicBezTo>
                <a:cubicBezTo>
                  <a:pt x="523556" y="40988"/>
                  <a:pt x="522641" y="46027"/>
                  <a:pt x="520811" y="50418"/>
                </a:cubicBezTo>
                <a:cubicBezTo>
                  <a:pt x="518981" y="54810"/>
                  <a:pt x="516560" y="58793"/>
                  <a:pt x="513548" y="62368"/>
                </a:cubicBezTo>
                <a:cubicBezTo>
                  <a:pt x="510536" y="65944"/>
                  <a:pt x="507073" y="69265"/>
                  <a:pt x="503161" y="72334"/>
                </a:cubicBezTo>
                <a:cubicBezTo>
                  <a:pt x="499248" y="75402"/>
                  <a:pt x="495236" y="78457"/>
                  <a:pt x="491126" y="81497"/>
                </a:cubicBezTo>
                <a:cubicBezTo>
                  <a:pt x="483525" y="87127"/>
                  <a:pt x="478078" y="91941"/>
                  <a:pt x="474784" y="95939"/>
                </a:cubicBezTo>
                <a:cubicBezTo>
                  <a:pt x="471491" y="99936"/>
                  <a:pt x="469844" y="103455"/>
                  <a:pt x="469844" y="106495"/>
                </a:cubicBezTo>
                <a:close/>
                <a:moveTo>
                  <a:pt x="542190" y="92898"/>
                </a:moveTo>
                <a:cubicBezTo>
                  <a:pt x="542190" y="85748"/>
                  <a:pt x="544203" y="79372"/>
                  <a:pt x="548229" y="73770"/>
                </a:cubicBezTo>
                <a:cubicBezTo>
                  <a:pt x="552254" y="68168"/>
                  <a:pt x="558067" y="63987"/>
                  <a:pt x="565668" y="61228"/>
                </a:cubicBezTo>
                <a:cubicBezTo>
                  <a:pt x="559644" y="58132"/>
                  <a:pt x="554900" y="54148"/>
                  <a:pt x="551438" y="49278"/>
                </a:cubicBezTo>
                <a:cubicBezTo>
                  <a:pt x="547975" y="44408"/>
                  <a:pt x="546244" y="38989"/>
                  <a:pt x="546244" y="33021"/>
                </a:cubicBezTo>
                <a:cubicBezTo>
                  <a:pt x="546244" y="26884"/>
                  <a:pt x="547891" y="21296"/>
                  <a:pt x="551184" y="16257"/>
                </a:cubicBezTo>
                <a:cubicBezTo>
                  <a:pt x="554478" y="11218"/>
                  <a:pt x="559109" y="7249"/>
                  <a:pt x="565077" y="4349"/>
                </a:cubicBezTo>
                <a:cubicBezTo>
                  <a:pt x="571045" y="1450"/>
                  <a:pt x="577632" y="0"/>
                  <a:pt x="584839" y="0"/>
                </a:cubicBezTo>
                <a:cubicBezTo>
                  <a:pt x="592102" y="0"/>
                  <a:pt x="598745" y="1422"/>
                  <a:pt x="604770" y="4265"/>
                </a:cubicBezTo>
                <a:cubicBezTo>
                  <a:pt x="610794" y="7108"/>
                  <a:pt x="615453" y="11021"/>
                  <a:pt x="618747" y="16004"/>
                </a:cubicBezTo>
                <a:cubicBezTo>
                  <a:pt x="622040" y="20987"/>
                  <a:pt x="623687" y="26546"/>
                  <a:pt x="623687" y="32683"/>
                </a:cubicBezTo>
                <a:cubicBezTo>
                  <a:pt x="623687" y="44901"/>
                  <a:pt x="616875" y="54219"/>
                  <a:pt x="603250" y="60637"/>
                </a:cubicBezTo>
                <a:cubicBezTo>
                  <a:pt x="610794" y="63340"/>
                  <a:pt x="616664" y="67478"/>
                  <a:pt x="620858" y="73052"/>
                </a:cubicBezTo>
                <a:cubicBezTo>
                  <a:pt x="625053" y="78626"/>
                  <a:pt x="627150" y="85157"/>
                  <a:pt x="627150" y="92645"/>
                </a:cubicBezTo>
                <a:cubicBezTo>
                  <a:pt x="627150" y="103624"/>
                  <a:pt x="623307" y="112351"/>
                  <a:pt x="615622" y="118825"/>
                </a:cubicBezTo>
                <a:cubicBezTo>
                  <a:pt x="607937" y="125300"/>
                  <a:pt x="597591" y="128537"/>
                  <a:pt x="584586" y="128537"/>
                </a:cubicBezTo>
                <a:cubicBezTo>
                  <a:pt x="571749" y="128537"/>
                  <a:pt x="561474" y="125314"/>
                  <a:pt x="553760" y="118867"/>
                </a:cubicBezTo>
                <a:cubicBezTo>
                  <a:pt x="546047" y="112421"/>
                  <a:pt x="542190" y="103764"/>
                  <a:pt x="542190" y="92898"/>
                </a:cubicBezTo>
                <a:moveTo>
                  <a:pt x="564739" y="91378"/>
                </a:moveTo>
                <a:cubicBezTo>
                  <a:pt x="564739" y="97628"/>
                  <a:pt x="566513" y="102470"/>
                  <a:pt x="570060" y="105904"/>
                </a:cubicBezTo>
                <a:cubicBezTo>
                  <a:pt x="573607" y="109338"/>
                  <a:pt x="578477" y="111056"/>
                  <a:pt x="584670" y="111056"/>
                </a:cubicBezTo>
                <a:cubicBezTo>
                  <a:pt x="591032" y="111056"/>
                  <a:pt x="595959" y="109324"/>
                  <a:pt x="599449" y="105862"/>
                </a:cubicBezTo>
                <a:cubicBezTo>
                  <a:pt x="602940" y="102399"/>
                  <a:pt x="604685" y="97571"/>
                  <a:pt x="604685" y="91378"/>
                </a:cubicBezTo>
                <a:cubicBezTo>
                  <a:pt x="604685" y="85692"/>
                  <a:pt x="602799" y="80864"/>
                  <a:pt x="599027" y="76894"/>
                </a:cubicBezTo>
                <a:cubicBezTo>
                  <a:pt x="595255" y="72925"/>
                  <a:pt x="590469" y="70940"/>
                  <a:pt x="584670" y="70940"/>
                </a:cubicBezTo>
                <a:cubicBezTo>
                  <a:pt x="578984" y="70940"/>
                  <a:pt x="574240" y="72869"/>
                  <a:pt x="570440" y="76725"/>
                </a:cubicBezTo>
                <a:cubicBezTo>
                  <a:pt x="566639" y="80582"/>
                  <a:pt x="564739" y="85466"/>
                  <a:pt x="564739" y="91378"/>
                </a:cubicBezTo>
                <a:moveTo>
                  <a:pt x="568539" y="34710"/>
                </a:moveTo>
                <a:cubicBezTo>
                  <a:pt x="568539" y="39608"/>
                  <a:pt x="570144" y="43803"/>
                  <a:pt x="573353" y="47294"/>
                </a:cubicBezTo>
                <a:cubicBezTo>
                  <a:pt x="576563" y="50784"/>
                  <a:pt x="580447" y="52530"/>
                  <a:pt x="585008" y="52530"/>
                </a:cubicBezTo>
                <a:cubicBezTo>
                  <a:pt x="589681" y="52530"/>
                  <a:pt x="593622" y="50770"/>
                  <a:pt x="596831" y="47251"/>
                </a:cubicBezTo>
                <a:cubicBezTo>
                  <a:pt x="600040" y="43733"/>
                  <a:pt x="601645" y="39552"/>
                  <a:pt x="601645" y="34710"/>
                </a:cubicBezTo>
                <a:cubicBezTo>
                  <a:pt x="601645" y="29249"/>
                  <a:pt x="600153" y="25012"/>
                  <a:pt x="597169" y="22000"/>
                </a:cubicBezTo>
                <a:cubicBezTo>
                  <a:pt x="594185" y="18988"/>
                  <a:pt x="590131" y="17482"/>
                  <a:pt x="585008" y="17482"/>
                </a:cubicBezTo>
                <a:cubicBezTo>
                  <a:pt x="579884" y="17482"/>
                  <a:pt x="575859" y="19002"/>
                  <a:pt x="572931" y="22042"/>
                </a:cubicBezTo>
                <a:cubicBezTo>
                  <a:pt x="570003" y="25083"/>
                  <a:pt x="568539" y="29305"/>
                  <a:pt x="568539" y="34710"/>
                </a:cubicBezTo>
                <a:close/>
                <a:moveTo>
                  <a:pt x="730630" y="154549"/>
                </a:moveTo>
                <a:cubicBezTo>
                  <a:pt x="712163" y="134055"/>
                  <a:pt x="702929" y="108832"/>
                  <a:pt x="702929" y="78879"/>
                </a:cubicBezTo>
                <a:cubicBezTo>
                  <a:pt x="702929" y="49546"/>
                  <a:pt x="712163" y="23928"/>
                  <a:pt x="730630" y="2027"/>
                </a:cubicBezTo>
                <a:lnTo>
                  <a:pt x="750054" y="2027"/>
                </a:lnTo>
                <a:cubicBezTo>
                  <a:pt x="732375" y="24829"/>
                  <a:pt x="723536" y="50418"/>
                  <a:pt x="723536" y="78795"/>
                </a:cubicBezTo>
                <a:cubicBezTo>
                  <a:pt x="723536" y="106946"/>
                  <a:pt x="732375" y="132197"/>
                  <a:pt x="750054" y="154549"/>
                </a:cubicBezTo>
                <a:lnTo>
                  <a:pt x="730630" y="154549"/>
                </a:lnTo>
                <a:close/>
                <a:moveTo>
                  <a:pt x="765862" y="103877"/>
                </a:moveTo>
                <a:cubicBezTo>
                  <a:pt x="772506" y="108043"/>
                  <a:pt x="780219" y="110127"/>
                  <a:pt x="789002" y="110127"/>
                </a:cubicBezTo>
                <a:cubicBezTo>
                  <a:pt x="799305" y="110127"/>
                  <a:pt x="807159" y="106425"/>
                  <a:pt x="812564" y="99021"/>
                </a:cubicBezTo>
                <a:cubicBezTo>
                  <a:pt x="817969" y="91617"/>
                  <a:pt x="820672" y="81413"/>
                  <a:pt x="820672" y="68407"/>
                </a:cubicBezTo>
                <a:lnTo>
                  <a:pt x="820250" y="68238"/>
                </a:lnTo>
                <a:cubicBezTo>
                  <a:pt x="814901" y="77134"/>
                  <a:pt x="806287" y="81582"/>
                  <a:pt x="794407" y="81582"/>
                </a:cubicBezTo>
                <a:cubicBezTo>
                  <a:pt x="783879" y="81582"/>
                  <a:pt x="775321" y="77908"/>
                  <a:pt x="768733" y="70560"/>
                </a:cubicBezTo>
                <a:cubicBezTo>
                  <a:pt x="762146" y="63213"/>
                  <a:pt x="758852" y="54106"/>
                  <a:pt x="758852" y="43240"/>
                </a:cubicBezTo>
                <a:cubicBezTo>
                  <a:pt x="758852" y="30459"/>
                  <a:pt x="762822" y="20058"/>
                  <a:pt x="770760" y="12035"/>
                </a:cubicBezTo>
                <a:cubicBezTo>
                  <a:pt x="778699" y="4012"/>
                  <a:pt x="788974" y="0"/>
                  <a:pt x="801586" y="0"/>
                </a:cubicBezTo>
                <a:cubicBezTo>
                  <a:pt x="814985" y="0"/>
                  <a:pt x="825373" y="5095"/>
                  <a:pt x="832749" y="15286"/>
                </a:cubicBezTo>
                <a:cubicBezTo>
                  <a:pt x="840124" y="25477"/>
                  <a:pt x="843812" y="39665"/>
                  <a:pt x="843812" y="57850"/>
                </a:cubicBezTo>
                <a:cubicBezTo>
                  <a:pt x="843812" y="79977"/>
                  <a:pt x="839195" y="97290"/>
                  <a:pt x="829962" y="109789"/>
                </a:cubicBezTo>
                <a:cubicBezTo>
                  <a:pt x="820728" y="122288"/>
                  <a:pt x="807666" y="128537"/>
                  <a:pt x="790776" y="128537"/>
                </a:cubicBezTo>
                <a:cubicBezTo>
                  <a:pt x="781092" y="128537"/>
                  <a:pt x="772787" y="126989"/>
                  <a:pt x="765862" y="123892"/>
                </a:cubicBezTo>
                <a:lnTo>
                  <a:pt x="765862" y="103877"/>
                </a:lnTo>
                <a:moveTo>
                  <a:pt x="782077" y="40960"/>
                </a:moveTo>
                <a:cubicBezTo>
                  <a:pt x="782077" y="47829"/>
                  <a:pt x="783780" y="53290"/>
                  <a:pt x="787186" y="57344"/>
                </a:cubicBezTo>
                <a:cubicBezTo>
                  <a:pt x="790593" y="61397"/>
                  <a:pt x="795308" y="63424"/>
                  <a:pt x="801332" y="63424"/>
                </a:cubicBezTo>
                <a:cubicBezTo>
                  <a:pt x="806737" y="63424"/>
                  <a:pt x="811157" y="61510"/>
                  <a:pt x="814591" y="57681"/>
                </a:cubicBezTo>
                <a:cubicBezTo>
                  <a:pt x="818026" y="53853"/>
                  <a:pt x="819743" y="49208"/>
                  <a:pt x="819743" y="43747"/>
                </a:cubicBezTo>
                <a:cubicBezTo>
                  <a:pt x="819743" y="36821"/>
                  <a:pt x="817998" y="30853"/>
                  <a:pt x="814507" y="25843"/>
                </a:cubicBezTo>
                <a:cubicBezTo>
                  <a:pt x="811016" y="20832"/>
                  <a:pt x="806399" y="18326"/>
                  <a:pt x="800657" y="18326"/>
                </a:cubicBezTo>
                <a:cubicBezTo>
                  <a:pt x="794970" y="18326"/>
                  <a:pt x="790452" y="20550"/>
                  <a:pt x="787102" y="24998"/>
                </a:cubicBezTo>
                <a:cubicBezTo>
                  <a:pt x="783752" y="29446"/>
                  <a:pt x="782077" y="34766"/>
                  <a:pt x="782077" y="40960"/>
                </a:cubicBezTo>
                <a:close/>
                <a:moveTo>
                  <a:pt x="853076" y="154549"/>
                </a:moveTo>
                <a:cubicBezTo>
                  <a:pt x="870867" y="132591"/>
                  <a:pt x="879763" y="107340"/>
                  <a:pt x="879763" y="78795"/>
                </a:cubicBezTo>
                <a:cubicBezTo>
                  <a:pt x="879763" y="50531"/>
                  <a:pt x="870867" y="24942"/>
                  <a:pt x="853076" y="2027"/>
                </a:cubicBezTo>
                <a:lnTo>
                  <a:pt x="872669" y="2027"/>
                </a:lnTo>
                <a:cubicBezTo>
                  <a:pt x="891192" y="24041"/>
                  <a:pt x="900454" y="49658"/>
                  <a:pt x="900454" y="78879"/>
                </a:cubicBezTo>
                <a:cubicBezTo>
                  <a:pt x="900454" y="108606"/>
                  <a:pt x="891164" y="133830"/>
                  <a:pt x="872585" y="154549"/>
                </a:cubicBezTo>
                <a:lnTo>
                  <a:pt x="853076" y="15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•SpearPhishing(54)">
            <a:extLst xmlns:a="http://schemas.openxmlformats.org/drawingml/2006/main">
              <a:ext uri="{FF2B5EF4-FFF2-40B4-BE49-F238E27FC236}">
                <a16:creationId xmlns:a16="http://schemas.microsoft.com/office/drawing/2014/main" id="{EFD0CA99-D33E-463C-BDB3-65BD4835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09" y="982860"/>
            <a:ext cx="1698246" cy="173044"/>
          </a:xfrm>
          <a:custGeom xmlns:a="http://schemas.openxmlformats.org/drawingml/2006/main">
            <a:pathLst>
              <a:path w="1698246" h="173044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12631" y="101850"/>
                </a:moveTo>
                <a:cubicBezTo>
                  <a:pt x="122484" y="110014"/>
                  <a:pt x="133772" y="114096"/>
                  <a:pt x="146497" y="114096"/>
                </a:cubicBezTo>
                <a:cubicBezTo>
                  <a:pt x="154154" y="114096"/>
                  <a:pt x="159868" y="112759"/>
                  <a:pt x="163641" y="110084"/>
                </a:cubicBezTo>
                <a:cubicBezTo>
                  <a:pt x="167413" y="107410"/>
                  <a:pt x="169299" y="103905"/>
                  <a:pt x="169299" y="99570"/>
                </a:cubicBezTo>
                <a:cubicBezTo>
                  <a:pt x="169299" y="95798"/>
                  <a:pt x="167722" y="92335"/>
                  <a:pt x="164570" y="89182"/>
                </a:cubicBezTo>
                <a:cubicBezTo>
                  <a:pt x="161417" y="86029"/>
                  <a:pt x="153788" y="81863"/>
                  <a:pt x="141683" y="76683"/>
                </a:cubicBezTo>
                <a:cubicBezTo>
                  <a:pt x="131380" y="72066"/>
                  <a:pt x="123905" y="66873"/>
                  <a:pt x="119261" y="61102"/>
                </a:cubicBezTo>
                <a:cubicBezTo>
                  <a:pt x="114616" y="55331"/>
                  <a:pt x="112293" y="48560"/>
                  <a:pt x="112293" y="40791"/>
                </a:cubicBezTo>
                <a:cubicBezTo>
                  <a:pt x="112293" y="29587"/>
                  <a:pt x="116628" y="20818"/>
                  <a:pt x="125299" y="14484"/>
                </a:cubicBezTo>
                <a:cubicBezTo>
                  <a:pt x="133969" y="8150"/>
                  <a:pt x="145342" y="4983"/>
                  <a:pt x="159418" y="4983"/>
                </a:cubicBezTo>
                <a:cubicBezTo>
                  <a:pt x="172030" y="4983"/>
                  <a:pt x="181967" y="6559"/>
                  <a:pt x="189230" y="9712"/>
                </a:cubicBezTo>
                <a:lnTo>
                  <a:pt x="189230" y="32768"/>
                </a:lnTo>
                <a:cubicBezTo>
                  <a:pt x="181179" y="27250"/>
                  <a:pt x="171467" y="24491"/>
                  <a:pt x="160094" y="24491"/>
                </a:cubicBezTo>
                <a:cubicBezTo>
                  <a:pt x="153394" y="24491"/>
                  <a:pt x="147975" y="25758"/>
                  <a:pt x="143836" y="28292"/>
                </a:cubicBezTo>
                <a:cubicBezTo>
                  <a:pt x="139698" y="30825"/>
                  <a:pt x="137629" y="34316"/>
                  <a:pt x="137629" y="38764"/>
                </a:cubicBezTo>
                <a:cubicBezTo>
                  <a:pt x="137629" y="42311"/>
                  <a:pt x="139065" y="45548"/>
                  <a:pt x="141936" y="48476"/>
                </a:cubicBezTo>
                <a:cubicBezTo>
                  <a:pt x="144808" y="51404"/>
                  <a:pt x="151536" y="55204"/>
                  <a:pt x="162120" y="59877"/>
                </a:cubicBezTo>
                <a:cubicBezTo>
                  <a:pt x="174282" y="65170"/>
                  <a:pt x="182727" y="70729"/>
                  <a:pt x="187456" y="76557"/>
                </a:cubicBezTo>
                <a:cubicBezTo>
                  <a:pt x="192186" y="82384"/>
                  <a:pt x="194550" y="89351"/>
                  <a:pt x="194550" y="97459"/>
                </a:cubicBezTo>
                <a:cubicBezTo>
                  <a:pt x="194550" y="109169"/>
                  <a:pt x="190370" y="118107"/>
                  <a:pt x="182009" y="124272"/>
                </a:cubicBezTo>
                <a:cubicBezTo>
                  <a:pt x="173648" y="130438"/>
                  <a:pt x="161923" y="133520"/>
                  <a:pt x="146834" y="133520"/>
                </a:cubicBezTo>
                <a:cubicBezTo>
                  <a:pt x="132815" y="133520"/>
                  <a:pt x="121414" y="131184"/>
                  <a:pt x="112631" y="126510"/>
                </a:cubicBezTo>
                <a:lnTo>
                  <a:pt x="112631" y="101850"/>
                </a:lnTo>
                <a:close/>
                <a:moveTo>
                  <a:pt x="237382" y="120261"/>
                </a:moveTo>
                <a:lnTo>
                  <a:pt x="237382" y="172200"/>
                </a:lnTo>
                <a:lnTo>
                  <a:pt x="213820" y="172200"/>
                </a:lnTo>
                <a:lnTo>
                  <a:pt x="213820" y="42564"/>
                </a:lnTo>
                <a:lnTo>
                  <a:pt x="237382" y="42564"/>
                </a:lnTo>
                <a:lnTo>
                  <a:pt x="237382" y="56583"/>
                </a:lnTo>
                <a:lnTo>
                  <a:pt x="237636" y="56583"/>
                </a:lnTo>
                <a:cubicBezTo>
                  <a:pt x="244504" y="45830"/>
                  <a:pt x="254245" y="40453"/>
                  <a:pt x="266856" y="40453"/>
                </a:cubicBezTo>
                <a:cubicBezTo>
                  <a:pt x="278060" y="40453"/>
                  <a:pt x="286886" y="44366"/>
                  <a:pt x="293332" y="52192"/>
                </a:cubicBezTo>
                <a:cubicBezTo>
                  <a:pt x="299779" y="60018"/>
                  <a:pt x="303002" y="70772"/>
                  <a:pt x="303002" y="84453"/>
                </a:cubicBezTo>
                <a:cubicBezTo>
                  <a:pt x="303002" y="99204"/>
                  <a:pt x="299328" y="111070"/>
                  <a:pt x="291981" y="120050"/>
                </a:cubicBezTo>
                <a:cubicBezTo>
                  <a:pt x="284634" y="129030"/>
                  <a:pt x="274907" y="133520"/>
                  <a:pt x="262802" y="133520"/>
                </a:cubicBezTo>
                <a:cubicBezTo>
                  <a:pt x="251880" y="133520"/>
                  <a:pt x="243491" y="129100"/>
                  <a:pt x="237636" y="120261"/>
                </a:cubicBezTo>
                <a:lnTo>
                  <a:pt x="237382" y="120261"/>
                </a:lnTo>
                <a:moveTo>
                  <a:pt x="237044" y="92729"/>
                </a:moveTo>
                <a:cubicBezTo>
                  <a:pt x="237044" y="99148"/>
                  <a:pt x="238902" y="104482"/>
                  <a:pt x="242618" y="108733"/>
                </a:cubicBezTo>
                <a:cubicBezTo>
                  <a:pt x="246334" y="112984"/>
                  <a:pt x="251092" y="115109"/>
                  <a:pt x="256891" y="115109"/>
                </a:cubicBezTo>
                <a:cubicBezTo>
                  <a:pt x="263760" y="115109"/>
                  <a:pt x="269136" y="112435"/>
                  <a:pt x="273021" y="107086"/>
                </a:cubicBezTo>
                <a:cubicBezTo>
                  <a:pt x="276906" y="101738"/>
                  <a:pt x="278849" y="94221"/>
                  <a:pt x="278849" y="84537"/>
                </a:cubicBezTo>
                <a:cubicBezTo>
                  <a:pt x="278849" y="67365"/>
                  <a:pt x="272064" y="58779"/>
                  <a:pt x="258495" y="58779"/>
                </a:cubicBezTo>
                <a:cubicBezTo>
                  <a:pt x="252077" y="58779"/>
                  <a:pt x="246897" y="61172"/>
                  <a:pt x="242956" y="65958"/>
                </a:cubicBezTo>
                <a:cubicBezTo>
                  <a:pt x="239015" y="70743"/>
                  <a:pt x="237044" y="76768"/>
                  <a:pt x="237044" y="84031"/>
                </a:cubicBezTo>
                <a:lnTo>
                  <a:pt x="237044" y="92729"/>
                </a:lnTo>
                <a:close/>
                <a:moveTo>
                  <a:pt x="399886" y="93574"/>
                </a:moveTo>
                <a:lnTo>
                  <a:pt x="340600" y="93574"/>
                </a:lnTo>
                <a:cubicBezTo>
                  <a:pt x="341557" y="108663"/>
                  <a:pt x="350115" y="116207"/>
                  <a:pt x="366274" y="116207"/>
                </a:cubicBezTo>
                <a:cubicBezTo>
                  <a:pt x="376126" y="116207"/>
                  <a:pt x="384909" y="113617"/>
                  <a:pt x="392623" y="108438"/>
                </a:cubicBezTo>
                <a:lnTo>
                  <a:pt x="392623" y="126342"/>
                </a:lnTo>
                <a:cubicBezTo>
                  <a:pt x="384403" y="131127"/>
                  <a:pt x="373846" y="133520"/>
                  <a:pt x="360953" y="133520"/>
                </a:cubicBezTo>
                <a:cubicBezTo>
                  <a:pt x="347159" y="133520"/>
                  <a:pt x="336419" y="129523"/>
                  <a:pt x="328734" y="121528"/>
                </a:cubicBezTo>
                <a:cubicBezTo>
                  <a:pt x="321049" y="113533"/>
                  <a:pt x="317206" y="102357"/>
                  <a:pt x="317206" y="88000"/>
                </a:cubicBezTo>
                <a:cubicBezTo>
                  <a:pt x="317206" y="73924"/>
                  <a:pt x="321330" y="62481"/>
                  <a:pt x="329579" y="53670"/>
                </a:cubicBezTo>
                <a:cubicBezTo>
                  <a:pt x="337827" y="44859"/>
                  <a:pt x="348144" y="40453"/>
                  <a:pt x="360531" y="40453"/>
                </a:cubicBezTo>
                <a:cubicBezTo>
                  <a:pt x="372917" y="40453"/>
                  <a:pt x="382573" y="44253"/>
                  <a:pt x="389498" y="51854"/>
                </a:cubicBezTo>
                <a:cubicBezTo>
                  <a:pt x="396423" y="59455"/>
                  <a:pt x="399886" y="69899"/>
                  <a:pt x="399886" y="83186"/>
                </a:cubicBezTo>
                <a:lnTo>
                  <a:pt x="399886" y="93574"/>
                </a:lnTo>
                <a:moveTo>
                  <a:pt x="377675" y="78119"/>
                </a:moveTo>
                <a:cubicBezTo>
                  <a:pt x="377675" y="64043"/>
                  <a:pt x="371876" y="57006"/>
                  <a:pt x="360277" y="57006"/>
                </a:cubicBezTo>
                <a:cubicBezTo>
                  <a:pt x="355435" y="57006"/>
                  <a:pt x="351171" y="58920"/>
                  <a:pt x="347483" y="62749"/>
                </a:cubicBezTo>
                <a:cubicBezTo>
                  <a:pt x="343795" y="66577"/>
                  <a:pt x="341501" y="71701"/>
                  <a:pt x="340600" y="78119"/>
                </a:cubicBezTo>
                <a:lnTo>
                  <a:pt x="377675" y="78119"/>
                </a:lnTo>
                <a:close/>
                <a:moveTo>
                  <a:pt x="420370" y="48223"/>
                </a:moveTo>
                <a:cubicBezTo>
                  <a:pt x="424367" y="45914"/>
                  <a:pt x="429547" y="44042"/>
                  <a:pt x="435909" y="42607"/>
                </a:cubicBezTo>
                <a:cubicBezTo>
                  <a:pt x="442271" y="41171"/>
                  <a:pt x="447986" y="40453"/>
                  <a:pt x="453053" y="40453"/>
                </a:cubicBezTo>
                <a:cubicBezTo>
                  <a:pt x="477037" y="40453"/>
                  <a:pt x="489030" y="52614"/>
                  <a:pt x="489030" y="76937"/>
                </a:cubicBezTo>
                <a:lnTo>
                  <a:pt x="489030" y="131324"/>
                </a:lnTo>
                <a:lnTo>
                  <a:pt x="466565" y="131324"/>
                </a:lnTo>
                <a:lnTo>
                  <a:pt x="466565" y="118234"/>
                </a:lnTo>
                <a:lnTo>
                  <a:pt x="466143" y="118234"/>
                </a:lnTo>
                <a:cubicBezTo>
                  <a:pt x="460175" y="128425"/>
                  <a:pt x="451307" y="133520"/>
                  <a:pt x="439540" y="133520"/>
                </a:cubicBezTo>
                <a:cubicBezTo>
                  <a:pt x="430982" y="133520"/>
                  <a:pt x="424198" y="131113"/>
                  <a:pt x="419187" y="126299"/>
                </a:cubicBezTo>
                <a:cubicBezTo>
                  <a:pt x="414176" y="121486"/>
                  <a:pt x="411671" y="115025"/>
                  <a:pt x="411671" y="106917"/>
                </a:cubicBezTo>
                <a:cubicBezTo>
                  <a:pt x="411671" y="89971"/>
                  <a:pt x="421749" y="80146"/>
                  <a:pt x="441905" y="77443"/>
                </a:cubicBezTo>
                <a:lnTo>
                  <a:pt x="466650" y="74065"/>
                </a:lnTo>
                <a:cubicBezTo>
                  <a:pt x="466650" y="62749"/>
                  <a:pt x="461132" y="57090"/>
                  <a:pt x="450097" y="57090"/>
                </a:cubicBezTo>
                <a:cubicBezTo>
                  <a:pt x="439568" y="57090"/>
                  <a:pt x="429659" y="60384"/>
                  <a:pt x="420370" y="66971"/>
                </a:cubicBezTo>
                <a:lnTo>
                  <a:pt x="420370" y="48223"/>
                </a:lnTo>
                <a:moveTo>
                  <a:pt x="448999" y="90787"/>
                </a:moveTo>
                <a:cubicBezTo>
                  <a:pt x="438865" y="92082"/>
                  <a:pt x="433798" y="96614"/>
                  <a:pt x="433798" y="104384"/>
                </a:cubicBezTo>
                <a:cubicBezTo>
                  <a:pt x="433798" y="107875"/>
                  <a:pt x="435008" y="110718"/>
                  <a:pt x="437429" y="112914"/>
                </a:cubicBezTo>
                <a:cubicBezTo>
                  <a:pt x="439850" y="115109"/>
                  <a:pt x="443115" y="116207"/>
                  <a:pt x="447226" y="116207"/>
                </a:cubicBezTo>
                <a:cubicBezTo>
                  <a:pt x="452856" y="116207"/>
                  <a:pt x="457501" y="114223"/>
                  <a:pt x="461160" y="110253"/>
                </a:cubicBezTo>
                <a:cubicBezTo>
                  <a:pt x="464820" y="106284"/>
                  <a:pt x="466650" y="101287"/>
                  <a:pt x="466650" y="95263"/>
                </a:cubicBezTo>
                <a:lnTo>
                  <a:pt x="466650" y="88507"/>
                </a:lnTo>
                <a:lnTo>
                  <a:pt x="448999" y="90787"/>
                </a:lnTo>
                <a:close/>
                <a:moveTo>
                  <a:pt x="566647" y="64269"/>
                </a:moveTo>
                <a:cubicBezTo>
                  <a:pt x="563551" y="62411"/>
                  <a:pt x="559751" y="61482"/>
                  <a:pt x="555246" y="61482"/>
                </a:cubicBezTo>
                <a:cubicBezTo>
                  <a:pt x="549335" y="61482"/>
                  <a:pt x="544605" y="63889"/>
                  <a:pt x="541058" y="68702"/>
                </a:cubicBezTo>
                <a:cubicBezTo>
                  <a:pt x="537511" y="73516"/>
                  <a:pt x="535738" y="79977"/>
                  <a:pt x="535738" y="88084"/>
                </a:cubicBezTo>
                <a:lnTo>
                  <a:pt x="535738" y="131324"/>
                </a:lnTo>
                <a:lnTo>
                  <a:pt x="512175" y="131324"/>
                </a:lnTo>
                <a:lnTo>
                  <a:pt x="512175" y="42564"/>
                </a:lnTo>
                <a:lnTo>
                  <a:pt x="535738" y="42564"/>
                </a:lnTo>
                <a:lnTo>
                  <a:pt x="535738" y="59624"/>
                </a:lnTo>
                <a:lnTo>
                  <a:pt x="535991" y="59624"/>
                </a:lnTo>
                <a:cubicBezTo>
                  <a:pt x="540326" y="47237"/>
                  <a:pt x="548124" y="41044"/>
                  <a:pt x="559385" y="41044"/>
                </a:cubicBezTo>
                <a:cubicBezTo>
                  <a:pt x="562594" y="41044"/>
                  <a:pt x="565015" y="41438"/>
                  <a:pt x="566647" y="42226"/>
                </a:cubicBezTo>
                <a:lnTo>
                  <a:pt x="566647" y="64269"/>
                </a:lnTo>
                <a:close/>
                <a:moveTo>
                  <a:pt x="664781" y="87240"/>
                </a:moveTo>
                <a:lnTo>
                  <a:pt x="664781" y="131324"/>
                </a:lnTo>
                <a:lnTo>
                  <a:pt x="640712" y="131324"/>
                </a:lnTo>
                <a:lnTo>
                  <a:pt x="640712" y="7010"/>
                </a:lnTo>
                <a:lnTo>
                  <a:pt x="681756" y="7010"/>
                </a:lnTo>
                <a:cubicBezTo>
                  <a:pt x="712047" y="7010"/>
                  <a:pt x="727192" y="19987"/>
                  <a:pt x="727192" y="45942"/>
                </a:cubicBezTo>
                <a:cubicBezTo>
                  <a:pt x="727192" y="58498"/>
                  <a:pt x="722617" y="68604"/>
                  <a:pt x="713468" y="76261"/>
                </a:cubicBezTo>
                <a:cubicBezTo>
                  <a:pt x="704319" y="83918"/>
                  <a:pt x="692819" y="87578"/>
                  <a:pt x="678969" y="87240"/>
                </a:cubicBezTo>
                <a:lnTo>
                  <a:pt x="664781" y="87240"/>
                </a:lnTo>
                <a:moveTo>
                  <a:pt x="664781" y="26180"/>
                </a:moveTo>
                <a:lnTo>
                  <a:pt x="664781" y="68407"/>
                </a:lnTo>
                <a:lnTo>
                  <a:pt x="677027" y="68407"/>
                </a:lnTo>
                <a:cubicBezTo>
                  <a:pt x="693636" y="68407"/>
                  <a:pt x="701940" y="61228"/>
                  <a:pt x="701940" y="46871"/>
                </a:cubicBezTo>
                <a:cubicBezTo>
                  <a:pt x="701940" y="33077"/>
                  <a:pt x="693805" y="26180"/>
                  <a:pt x="677533" y="26180"/>
                </a:cubicBezTo>
                <a:lnTo>
                  <a:pt x="664781" y="26180"/>
                </a:lnTo>
                <a:close/>
                <a:moveTo>
                  <a:pt x="827075" y="131324"/>
                </a:moveTo>
                <a:lnTo>
                  <a:pt x="803597" y="131324"/>
                </a:lnTo>
                <a:lnTo>
                  <a:pt x="803597" y="80737"/>
                </a:lnTo>
                <a:cubicBezTo>
                  <a:pt x="803597" y="66098"/>
                  <a:pt x="798249" y="58779"/>
                  <a:pt x="787551" y="58779"/>
                </a:cubicBezTo>
                <a:cubicBezTo>
                  <a:pt x="782034" y="58779"/>
                  <a:pt x="777544" y="60848"/>
                  <a:pt x="774081" y="64987"/>
                </a:cubicBezTo>
                <a:cubicBezTo>
                  <a:pt x="770618" y="69125"/>
                  <a:pt x="768887" y="74375"/>
                  <a:pt x="768887" y="80737"/>
                </a:cubicBezTo>
                <a:lnTo>
                  <a:pt x="768887" y="131324"/>
                </a:lnTo>
                <a:lnTo>
                  <a:pt x="745325" y="131324"/>
                </a:lnTo>
                <a:lnTo>
                  <a:pt x="745325" y="0"/>
                </a:lnTo>
                <a:lnTo>
                  <a:pt x="768887" y="0"/>
                </a:lnTo>
                <a:lnTo>
                  <a:pt x="768887" y="56246"/>
                </a:lnTo>
                <a:lnTo>
                  <a:pt x="769141" y="56246"/>
                </a:lnTo>
                <a:cubicBezTo>
                  <a:pt x="775897" y="45717"/>
                  <a:pt x="785187" y="40453"/>
                  <a:pt x="797010" y="40453"/>
                </a:cubicBezTo>
                <a:cubicBezTo>
                  <a:pt x="817053" y="40453"/>
                  <a:pt x="827075" y="52558"/>
                  <a:pt x="827075" y="76768"/>
                </a:cubicBezTo>
                <a:lnTo>
                  <a:pt x="827075" y="131324"/>
                </a:lnTo>
                <a:close/>
                <a:moveTo>
                  <a:pt x="848115" y="13344"/>
                </a:moveTo>
                <a:cubicBezTo>
                  <a:pt x="848115" y="9740"/>
                  <a:pt x="849396" y="6728"/>
                  <a:pt x="851958" y="4307"/>
                </a:cubicBezTo>
                <a:cubicBezTo>
                  <a:pt x="854520" y="1886"/>
                  <a:pt x="857828" y="676"/>
                  <a:pt x="861881" y="676"/>
                </a:cubicBezTo>
                <a:cubicBezTo>
                  <a:pt x="865822" y="676"/>
                  <a:pt x="869116" y="1872"/>
                  <a:pt x="871762" y="4265"/>
                </a:cubicBezTo>
                <a:cubicBezTo>
                  <a:pt x="874408" y="6658"/>
                  <a:pt x="875732" y="9684"/>
                  <a:pt x="875732" y="13344"/>
                </a:cubicBezTo>
                <a:cubicBezTo>
                  <a:pt x="875732" y="17003"/>
                  <a:pt x="874423" y="20044"/>
                  <a:pt x="871805" y="22464"/>
                </a:cubicBezTo>
                <a:cubicBezTo>
                  <a:pt x="869186" y="24885"/>
                  <a:pt x="865879" y="26096"/>
                  <a:pt x="861881" y="26096"/>
                </a:cubicBezTo>
                <a:cubicBezTo>
                  <a:pt x="857884" y="26096"/>
                  <a:pt x="854590" y="24857"/>
                  <a:pt x="852000" y="22380"/>
                </a:cubicBezTo>
                <a:cubicBezTo>
                  <a:pt x="849410" y="19903"/>
                  <a:pt x="848115" y="16891"/>
                  <a:pt x="848115" y="13344"/>
                </a:cubicBezTo>
                <a:moveTo>
                  <a:pt x="849973" y="131324"/>
                </a:moveTo>
                <a:lnTo>
                  <a:pt x="849973" y="42564"/>
                </a:lnTo>
                <a:lnTo>
                  <a:pt x="873451" y="42564"/>
                </a:lnTo>
                <a:lnTo>
                  <a:pt x="873451" y="131324"/>
                </a:lnTo>
                <a:lnTo>
                  <a:pt x="849973" y="131324"/>
                </a:lnTo>
                <a:close/>
                <a:moveTo>
                  <a:pt x="894746" y="108522"/>
                </a:moveTo>
                <a:cubicBezTo>
                  <a:pt x="903529" y="114040"/>
                  <a:pt x="912200" y="116798"/>
                  <a:pt x="920758" y="116798"/>
                </a:cubicBezTo>
                <a:cubicBezTo>
                  <a:pt x="931793" y="116798"/>
                  <a:pt x="937311" y="113674"/>
                  <a:pt x="937311" y="107424"/>
                </a:cubicBezTo>
                <a:cubicBezTo>
                  <a:pt x="937311" y="103089"/>
                  <a:pt x="932947" y="99429"/>
                  <a:pt x="924220" y="96445"/>
                </a:cubicBezTo>
                <a:cubicBezTo>
                  <a:pt x="911496" y="92166"/>
                  <a:pt x="903417" y="87958"/>
                  <a:pt x="899982" y="83820"/>
                </a:cubicBezTo>
                <a:cubicBezTo>
                  <a:pt x="896548" y="79681"/>
                  <a:pt x="894831" y="74375"/>
                  <a:pt x="894831" y="67900"/>
                </a:cubicBezTo>
                <a:cubicBezTo>
                  <a:pt x="894831" y="59342"/>
                  <a:pt x="898321" y="52628"/>
                  <a:pt x="905303" y="47758"/>
                </a:cubicBezTo>
                <a:cubicBezTo>
                  <a:pt x="912284" y="42888"/>
                  <a:pt x="921264" y="40453"/>
                  <a:pt x="932243" y="40453"/>
                </a:cubicBezTo>
                <a:cubicBezTo>
                  <a:pt x="939900" y="40453"/>
                  <a:pt x="947557" y="41663"/>
                  <a:pt x="955215" y="44084"/>
                </a:cubicBezTo>
                <a:lnTo>
                  <a:pt x="955215" y="63255"/>
                </a:lnTo>
                <a:cubicBezTo>
                  <a:pt x="948289" y="59145"/>
                  <a:pt x="940717" y="57090"/>
                  <a:pt x="932497" y="57090"/>
                </a:cubicBezTo>
                <a:cubicBezTo>
                  <a:pt x="928161" y="57090"/>
                  <a:pt x="924671" y="57907"/>
                  <a:pt x="922025" y="59539"/>
                </a:cubicBezTo>
                <a:cubicBezTo>
                  <a:pt x="919378" y="61172"/>
                  <a:pt x="918055" y="63340"/>
                  <a:pt x="918055" y="66042"/>
                </a:cubicBezTo>
                <a:cubicBezTo>
                  <a:pt x="918055" y="70490"/>
                  <a:pt x="921743" y="74009"/>
                  <a:pt x="929119" y="76599"/>
                </a:cubicBezTo>
                <a:cubicBezTo>
                  <a:pt x="937508" y="79639"/>
                  <a:pt x="943673" y="82187"/>
                  <a:pt x="947614" y="84242"/>
                </a:cubicBezTo>
                <a:cubicBezTo>
                  <a:pt x="951555" y="86297"/>
                  <a:pt x="954623" y="89098"/>
                  <a:pt x="956819" y="92645"/>
                </a:cubicBezTo>
                <a:cubicBezTo>
                  <a:pt x="959015" y="96192"/>
                  <a:pt x="960113" y="100358"/>
                  <a:pt x="960113" y="105144"/>
                </a:cubicBezTo>
                <a:cubicBezTo>
                  <a:pt x="960113" y="114152"/>
                  <a:pt x="956524" y="121134"/>
                  <a:pt x="949345" y="126088"/>
                </a:cubicBezTo>
                <a:cubicBezTo>
                  <a:pt x="942167" y="131043"/>
                  <a:pt x="932694" y="133520"/>
                  <a:pt x="920927" y="133520"/>
                </a:cubicBezTo>
                <a:cubicBezTo>
                  <a:pt x="911018" y="133520"/>
                  <a:pt x="902291" y="131944"/>
                  <a:pt x="894746" y="128791"/>
                </a:cubicBezTo>
                <a:lnTo>
                  <a:pt x="894746" y="108522"/>
                </a:lnTo>
                <a:close/>
                <a:moveTo>
                  <a:pt x="1058322" y="131324"/>
                </a:moveTo>
                <a:lnTo>
                  <a:pt x="1034844" y="131324"/>
                </a:lnTo>
                <a:lnTo>
                  <a:pt x="1034844" y="80737"/>
                </a:lnTo>
                <a:cubicBezTo>
                  <a:pt x="1034844" y="66098"/>
                  <a:pt x="1029496" y="58779"/>
                  <a:pt x="1018798" y="58779"/>
                </a:cubicBezTo>
                <a:cubicBezTo>
                  <a:pt x="1013281" y="58779"/>
                  <a:pt x="1008791" y="60848"/>
                  <a:pt x="1005328" y="64987"/>
                </a:cubicBezTo>
                <a:cubicBezTo>
                  <a:pt x="1001866" y="69125"/>
                  <a:pt x="1000134" y="74375"/>
                  <a:pt x="1000134" y="80737"/>
                </a:cubicBezTo>
                <a:lnTo>
                  <a:pt x="1000134" y="131324"/>
                </a:lnTo>
                <a:lnTo>
                  <a:pt x="976572" y="131324"/>
                </a:lnTo>
                <a:lnTo>
                  <a:pt x="976572" y="0"/>
                </a:lnTo>
                <a:lnTo>
                  <a:pt x="1000134" y="0"/>
                </a:lnTo>
                <a:lnTo>
                  <a:pt x="1000134" y="56246"/>
                </a:lnTo>
                <a:lnTo>
                  <a:pt x="1000388" y="56246"/>
                </a:lnTo>
                <a:cubicBezTo>
                  <a:pt x="1007144" y="45717"/>
                  <a:pt x="1016434" y="40453"/>
                  <a:pt x="1028257" y="40453"/>
                </a:cubicBezTo>
                <a:cubicBezTo>
                  <a:pt x="1048301" y="40453"/>
                  <a:pt x="1058322" y="52558"/>
                  <a:pt x="1058322" y="76768"/>
                </a:cubicBezTo>
                <a:lnTo>
                  <a:pt x="1058322" y="131324"/>
                </a:lnTo>
                <a:close/>
                <a:moveTo>
                  <a:pt x="1079362" y="13344"/>
                </a:moveTo>
                <a:cubicBezTo>
                  <a:pt x="1079362" y="9740"/>
                  <a:pt x="1080643" y="6728"/>
                  <a:pt x="1083205" y="4307"/>
                </a:cubicBezTo>
                <a:cubicBezTo>
                  <a:pt x="1085767" y="1886"/>
                  <a:pt x="1089075" y="676"/>
                  <a:pt x="1093128" y="676"/>
                </a:cubicBezTo>
                <a:cubicBezTo>
                  <a:pt x="1097069" y="676"/>
                  <a:pt x="1100363" y="1872"/>
                  <a:pt x="1103009" y="4265"/>
                </a:cubicBezTo>
                <a:cubicBezTo>
                  <a:pt x="1105655" y="6658"/>
                  <a:pt x="1106979" y="9684"/>
                  <a:pt x="1106979" y="13344"/>
                </a:cubicBezTo>
                <a:cubicBezTo>
                  <a:pt x="1106979" y="17003"/>
                  <a:pt x="1105670" y="20044"/>
                  <a:pt x="1103052" y="22464"/>
                </a:cubicBezTo>
                <a:cubicBezTo>
                  <a:pt x="1100433" y="24885"/>
                  <a:pt x="1097126" y="26096"/>
                  <a:pt x="1093128" y="26096"/>
                </a:cubicBezTo>
                <a:cubicBezTo>
                  <a:pt x="1089131" y="26096"/>
                  <a:pt x="1085837" y="24857"/>
                  <a:pt x="1083247" y="22380"/>
                </a:cubicBezTo>
                <a:cubicBezTo>
                  <a:pt x="1080657" y="19903"/>
                  <a:pt x="1079362" y="16891"/>
                  <a:pt x="1079362" y="13344"/>
                </a:cubicBezTo>
                <a:moveTo>
                  <a:pt x="1081220" y="131324"/>
                </a:moveTo>
                <a:lnTo>
                  <a:pt x="1081220" y="42564"/>
                </a:lnTo>
                <a:lnTo>
                  <a:pt x="1104698" y="42564"/>
                </a:lnTo>
                <a:lnTo>
                  <a:pt x="1104698" y="131324"/>
                </a:lnTo>
                <a:lnTo>
                  <a:pt x="1081220" y="131324"/>
                </a:lnTo>
                <a:close/>
                <a:moveTo>
                  <a:pt x="1211122" y="131324"/>
                </a:moveTo>
                <a:lnTo>
                  <a:pt x="1187644" y="131324"/>
                </a:lnTo>
                <a:lnTo>
                  <a:pt x="1187644" y="81582"/>
                </a:lnTo>
                <a:cubicBezTo>
                  <a:pt x="1187644" y="66380"/>
                  <a:pt x="1182155" y="58779"/>
                  <a:pt x="1171176" y="58779"/>
                </a:cubicBezTo>
                <a:cubicBezTo>
                  <a:pt x="1165658" y="58779"/>
                  <a:pt x="1161168" y="60848"/>
                  <a:pt x="1157706" y="64987"/>
                </a:cubicBezTo>
                <a:cubicBezTo>
                  <a:pt x="1154243" y="69125"/>
                  <a:pt x="1152512" y="74375"/>
                  <a:pt x="1152512" y="80737"/>
                </a:cubicBezTo>
                <a:lnTo>
                  <a:pt x="1152512" y="131324"/>
                </a:lnTo>
                <a:lnTo>
                  <a:pt x="1128949" y="131324"/>
                </a:lnTo>
                <a:lnTo>
                  <a:pt x="1128949" y="42564"/>
                </a:lnTo>
                <a:lnTo>
                  <a:pt x="1152512" y="42564"/>
                </a:lnTo>
                <a:lnTo>
                  <a:pt x="1152512" y="56837"/>
                </a:lnTo>
                <a:lnTo>
                  <a:pt x="1152765" y="56837"/>
                </a:lnTo>
                <a:cubicBezTo>
                  <a:pt x="1159296" y="45914"/>
                  <a:pt x="1168896" y="40453"/>
                  <a:pt x="1181563" y="40453"/>
                </a:cubicBezTo>
                <a:cubicBezTo>
                  <a:pt x="1201269" y="40453"/>
                  <a:pt x="1211122" y="52642"/>
                  <a:pt x="1211122" y="77021"/>
                </a:cubicBezTo>
                <a:lnTo>
                  <a:pt x="1211122" y="131324"/>
                </a:lnTo>
                <a:close/>
                <a:moveTo>
                  <a:pt x="1317802" y="122119"/>
                </a:moveTo>
                <a:cubicBezTo>
                  <a:pt x="1317802" y="138559"/>
                  <a:pt x="1313269" y="151157"/>
                  <a:pt x="1304205" y="159912"/>
                </a:cubicBezTo>
                <a:cubicBezTo>
                  <a:pt x="1295140" y="168667"/>
                  <a:pt x="1281994" y="173044"/>
                  <a:pt x="1264765" y="173044"/>
                </a:cubicBezTo>
                <a:cubicBezTo>
                  <a:pt x="1253054" y="173044"/>
                  <a:pt x="1243539" y="171214"/>
                  <a:pt x="1236220" y="167555"/>
                </a:cubicBezTo>
                <a:lnTo>
                  <a:pt x="1236220" y="147117"/>
                </a:lnTo>
                <a:cubicBezTo>
                  <a:pt x="1245510" y="152466"/>
                  <a:pt x="1254828" y="155140"/>
                  <a:pt x="1264174" y="155140"/>
                </a:cubicBezTo>
                <a:cubicBezTo>
                  <a:pt x="1273745" y="155140"/>
                  <a:pt x="1281163" y="152592"/>
                  <a:pt x="1286427" y="147497"/>
                </a:cubicBezTo>
                <a:cubicBezTo>
                  <a:pt x="1291692" y="142402"/>
                  <a:pt x="1294324" y="135153"/>
                  <a:pt x="1294324" y="125750"/>
                </a:cubicBezTo>
                <a:lnTo>
                  <a:pt x="1294324" y="117896"/>
                </a:lnTo>
                <a:lnTo>
                  <a:pt x="1293986" y="117896"/>
                </a:lnTo>
                <a:cubicBezTo>
                  <a:pt x="1287567" y="128312"/>
                  <a:pt x="1278081" y="133520"/>
                  <a:pt x="1265525" y="133520"/>
                </a:cubicBezTo>
                <a:cubicBezTo>
                  <a:pt x="1254490" y="133520"/>
                  <a:pt x="1245594" y="129551"/>
                  <a:pt x="1238838" y="121612"/>
                </a:cubicBezTo>
                <a:cubicBezTo>
                  <a:pt x="1232082" y="113674"/>
                  <a:pt x="1228704" y="102976"/>
                  <a:pt x="1228704" y="89520"/>
                </a:cubicBezTo>
                <a:cubicBezTo>
                  <a:pt x="1228704" y="74600"/>
                  <a:pt x="1232406" y="62692"/>
                  <a:pt x="1239809" y="53797"/>
                </a:cubicBezTo>
                <a:cubicBezTo>
                  <a:pt x="1247213" y="44901"/>
                  <a:pt x="1256967" y="40453"/>
                  <a:pt x="1269072" y="40453"/>
                </a:cubicBezTo>
                <a:cubicBezTo>
                  <a:pt x="1280051" y="40453"/>
                  <a:pt x="1288356" y="44788"/>
                  <a:pt x="1293986" y="53459"/>
                </a:cubicBezTo>
                <a:lnTo>
                  <a:pt x="1294324" y="53459"/>
                </a:lnTo>
                <a:lnTo>
                  <a:pt x="1294324" y="42564"/>
                </a:lnTo>
                <a:lnTo>
                  <a:pt x="1317802" y="42564"/>
                </a:lnTo>
                <a:lnTo>
                  <a:pt x="1317802" y="122119"/>
                </a:lnTo>
                <a:moveTo>
                  <a:pt x="1294577" y="80653"/>
                </a:moveTo>
                <a:cubicBezTo>
                  <a:pt x="1294577" y="74628"/>
                  <a:pt x="1292691" y="69477"/>
                  <a:pt x="1288919" y="65198"/>
                </a:cubicBezTo>
                <a:cubicBezTo>
                  <a:pt x="1285146" y="60919"/>
                  <a:pt x="1280361" y="58779"/>
                  <a:pt x="1274562" y="58779"/>
                </a:cubicBezTo>
                <a:cubicBezTo>
                  <a:pt x="1267805" y="58779"/>
                  <a:pt x="1262443" y="61397"/>
                  <a:pt x="1258473" y="66633"/>
                </a:cubicBezTo>
                <a:cubicBezTo>
                  <a:pt x="1254504" y="71869"/>
                  <a:pt x="1252519" y="79189"/>
                  <a:pt x="1252519" y="88591"/>
                </a:cubicBezTo>
                <a:cubicBezTo>
                  <a:pt x="1252519" y="96699"/>
                  <a:pt x="1254406" y="103145"/>
                  <a:pt x="1258178" y="107931"/>
                </a:cubicBezTo>
                <a:cubicBezTo>
                  <a:pt x="1261950" y="112717"/>
                  <a:pt x="1266961" y="115109"/>
                  <a:pt x="1273210" y="115109"/>
                </a:cubicBezTo>
                <a:cubicBezTo>
                  <a:pt x="1279573" y="115109"/>
                  <a:pt x="1284724" y="112717"/>
                  <a:pt x="1288665" y="107931"/>
                </a:cubicBezTo>
                <a:cubicBezTo>
                  <a:pt x="1292606" y="103145"/>
                  <a:pt x="1294577" y="96980"/>
                  <a:pt x="1294577" y="89436"/>
                </a:cubicBezTo>
                <a:lnTo>
                  <a:pt x="1294577" y="80653"/>
                </a:lnTo>
                <a:close/>
                <a:moveTo>
                  <a:pt x="1428003" y="159532"/>
                </a:moveTo>
                <a:cubicBezTo>
                  <a:pt x="1409536" y="139038"/>
                  <a:pt x="1400303" y="113814"/>
                  <a:pt x="1400303" y="83862"/>
                </a:cubicBezTo>
                <a:cubicBezTo>
                  <a:pt x="1400303" y="54528"/>
                  <a:pt x="1409536" y="28911"/>
                  <a:pt x="1428003" y="7010"/>
                </a:cubicBezTo>
                <a:lnTo>
                  <a:pt x="1447428" y="7010"/>
                </a:lnTo>
                <a:cubicBezTo>
                  <a:pt x="1429749" y="29812"/>
                  <a:pt x="1420909" y="55401"/>
                  <a:pt x="1420909" y="83777"/>
                </a:cubicBezTo>
                <a:cubicBezTo>
                  <a:pt x="1420909" y="111928"/>
                  <a:pt x="1429749" y="137180"/>
                  <a:pt x="1447428" y="159532"/>
                </a:cubicBezTo>
                <a:lnTo>
                  <a:pt x="1428003" y="159532"/>
                </a:lnTo>
                <a:close/>
                <a:moveTo>
                  <a:pt x="1462737" y="127608"/>
                </a:moveTo>
                <a:lnTo>
                  <a:pt x="1462737" y="106242"/>
                </a:lnTo>
                <a:cubicBezTo>
                  <a:pt x="1466509" y="109113"/>
                  <a:pt x="1470802" y="111309"/>
                  <a:pt x="1475616" y="112829"/>
                </a:cubicBezTo>
                <a:cubicBezTo>
                  <a:pt x="1480430" y="114349"/>
                  <a:pt x="1485145" y="115109"/>
                  <a:pt x="1489762" y="115109"/>
                </a:cubicBezTo>
                <a:cubicBezTo>
                  <a:pt x="1497700" y="115109"/>
                  <a:pt x="1503950" y="113195"/>
                  <a:pt x="1508510" y="109367"/>
                </a:cubicBezTo>
                <a:cubicBezTo>
                  <a:pt x="1513071" y="105538"/>
                  <a:pt x="1515351" y="100217"/>
                  <a:pt x="1515351" y="93405"/>
                </a:cubicBezTo>
                <a:cubicBezTo>
                  <a:pt x="1515351" y="86311"/>
                  <a:pt x="1512944" y="81145"/>
                  <a:pt x="1508130" y="77908"/>
                </a:cubicBezTo>
                <a:cubicBezTo>
                  <a:pt x="1503317" y="74670"/>
                  <a:pt x="1495927" y="73052"/>
                  <a:pt x="1485961" y="73052"/>
                </a:cubicBezTo>
                <a:cubicBezTo>
                  <a:pt x="1479205" y="73052"/>
                  <a:pt x="1472111" y="73643"/>
                  <a:pt x="1464679" y="74825"/>
                </a:cubicBezTo>
                <a:lnTo>
                  <a:pt x="1469324" y="7010"/>
                </a:lnTo>
                <a:lnTo>
                  <a:pt x="1533677" y="7010"/>
                </a:lnTo>
                <a:lnTo>
                  <a:pt x="1533677" y="26603"/>
                </a:lnTo>
                <a:lnTo>
                  <a:pt x="1488748" y="26603"/>
                </a:lnTo>
                <a:lnTo>
                  <a:pt x="1486637" y="55486"/>
                </a:lnTo>
                <a:cubicBezTo>
                  <a:pt x="1492943" y="54754"/>
                  <a:pt x="1497109" y="54388"/>
                  <a:pt x="1499136" y="54388"/>
                </a:cubicBezTo>
                <a:cubicBezTo>
                  <a:pt x="1511241" y="54388"/>
                  <a:pt x="1520967" y="57710"/>
                  <a:pt x="1528315" y="64353"/>
                </a:cubicBezTo>
                <a:cubicBezTo>
                  <a:pt x="1535662" y="70997"/>
                  <a:pt x="1539336" y="79836"/>
                  <a:pt x="1539336" y="90871"/>
                </a:cubicBezTo>
                <a:cubicBezTo>
                  <a:pt x="1539336" y="104215"/>
                  <a:pt x="1535113" y="114659"/>
                  <a:pt x="1526668" y="122203"/>
                </a:cubicBezTo>
                <a:cubicBezTo>
                  <a:pt x="1518222" y="129748"/>
                  <a:pt x="1506681" y="133520"/>
                  <a:pt x="1492042" y="133520"/>
                </a:cubicBezTo>
                <a:cubicBezTo>
                  <a:pt x="1479768" y="133520"/>
                  <a:pt x="1470000" y="131550"/>
                  <a:pt x="1462737" y="127608"/>
                </a:cubicBezTo>
                <a:close/>
                <a:moveTo>
                  <a:pt x="1629854" y="7010"/>
                </a:moveTo>
                <a:lnTo>
                  <a:pt x="1629854" y="86649"/>
                </a:lnTo>
                <a:lnTo>
                  <a:pt x="1644718" y="86649"/>
                </a:lnTo>
                <a:lnTo>
                  <a:pt x="1644718" y="103877"/>
                </a:lnTo>
                <a:lnTo>
                  <a:pt x="1629854" y="103877"/>
                </a:lnTo>
                <a:lnTo>
                  <a:pt x="1629854" y="131324"/>
                </a:lnTo>
                <a:lnTo>
                  <a:pt x="1608066" y="131324"/>
                </a:lnTo>
                <a:lnTo>
                  <a:pt x="1608066" y="103877"/>
                </a:lnTo>
                <a:lnTo>
                  <a:pt x="1553931" y="103877"/>
                </a:lnTo>
                <a:lnTo>
                  <a:pt x="1553931" y="85720"/>
                </a:lnTo>
                <a:cubicBezTo>
                  <a:pt x="1565248" y="72770"/>
                  <a:pt x="1575748" y="59244"/>
                  <a:pt x="1585432" y="45140"/>
                </a:cubicBezTo>
                <a:cubicBezTo>
                  <a:pt x="1595116" y="31036"/>
                  <a:pt x="1602520" y="18326"/>
                  <a:pt x="1607643" y="7010"/>
                </a:cubicBezTo>
                <a:lnTo>
                  <a:pt x="1629854" y="7010"/>
                </a:lnTo>
                <a:moveTo>
                  <a:pt x="1573947" y="86649"/>
                </a:moveTo>
                <a:lnTo>
                  <a:pt x="1608066" y="86649"/>
                </a:lnTo>
                <a:lnTo>
                  <a:pt x="1608066" y="38511"/>
                </a:lnTo>
                <a:cubicBezTo>
                  <a:pt x="1604631" y="44647"/>
                  <a:pt x="1599761" y="52234"/>
                  <a:pt x="1593455" y="61271"/>
                </a:cubicBezTo>
                <a:cubicBezTo>
                  <a:pt x="1587149" y="70307"/>
                  <a:pt x="1580647" y="78766"/>
                  <a:pt x="1573947" y="86649"/>
                </a:cubicBezTo>
                <a:close/>
                <a:moveTo>
                  <a:pt x="1650868" y="159532"/>
                </a:moveTo>
                <a:cubicBezTo>
                  <a:pt x="1668660" y="137574"/>
                  <a:pt x="1677555" y="112322"/>
                  <a:pt x="1677555" y="83777"/>
                </a:cubicBezTo>
                <a:cubicBezTo>
                  <a:pt x="1677555" y="55514"/>
                  <a:pt x="1668660" y="29924"/>
                  <a:pt x="1650868" y="7010"/>
                </a:cubicBezTo>
                <a:lnTo>
                  <a:pt x="1670461" y="7010"/>
                </a:lnTo>
                <a:cubicBezTo>
                  <a:pt x="1688985" y="29024"/>
                  <a:pt x="1698246" y="54641"/>
                  <a:pt x="1698246" y="83862"/>
                </a:cubicBezTo>
                <a:cubicBezTo>
                  <a:pt x="1698246" y="113589"/>
                  <a:pt x="1688957" y="138812"/>
                  <a:pt x="1670377" y="159532"/>
                </a:cubicBezTo>
                <a:lnTo>
                  <a:pt x="1650868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•Government/Defense(57)">
            <a:extLst xmlns:a="http://schemas.openxmlformats.org/drawingml/2006/main">
              <a:ext uri="{FF2B5EF4-FFF2-40B4-BE49-F238E27FC236}">
                <a16:creationId xmlns:a16="http://schemas.microsoft.com/office/drawing/2014/main" id="{0AAC7130-EFDD-4FD1-9541-93706411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09" y="1187633"/>
            <a:ext cx="2230515" cy="161558"/>
          </a:xfrm>
          <a:custGeom xmlns:a="http://schemas.openxmlformats.org/drawingml/2006/main">
            <a:pathLst>
              <a:path w="2230515" h="161558">
                <a:moveTo>
                  <a:pt x="0" y="72672"/>
                </a:moveTo>
                <a:cubicBezTo>
                  <a:pt x="0" y="66748"/>
                  <a:pt x="2097" y="61699"/>
                  <a:pt x="6292" y="57526"/>
                </a:cubicBezTo>
                <a:cubicBezTo>
                  <a:pt x="10486" y="53350"/>
                  <a:pt x="15511" y="51263"/>
                  <a:pt x="21367" y="51263"/>
                </a:cubicBezTo>
                <a:cubicBezTo>
                  <a:pt x="27278" y="51263"/>
                  <a:pt x="32331" y="53350"/>
                  <a:pt x="36526" y="57526"/>
                </a:cubicBezTo>
                <a:cubicBezTo>
                  <a:pt x="40720" y="61699"/>
                  <a:pt x="42818" y="66748"/>
                  <a:pt x="42818" y="72672"/>
                </a:cubicBezTo>
                <a:cubicBezTo>
                  <a:pt x="42818" y="78596"/>
                  <a:pt x="40720" y="83659"/>
                  <a:pt x="36526" y="87863"/>
                </a:cubicBezTo>
                <a:cubicBezTo>
                  <a:pt x="32331" y="92064"/>
                  <a:pt x="27278" y="94165"/>
                  <a:pt x="21367" y="94165"/>
                </a:cubicBezTo>
                <a:cubicBezTo>
                  <a:pt x="15511" y="94165"/>
                  <a:pt x="10486" y="92064"/>
                  <a:pt x="6292" y="87863"/>
                </a:cubicBezTo>
                <a:cubicBezTo>
                  <a:pt x="2097" y="83659"/>
                  <a:pt x="0" y="78596"/>
                  <a:pt x="0" y="72672"/>
                </a:cubicBezTo>
                <a:close/>
                <a:moveTo>
                  <a:pt x="217775" y="124906"/>
                </a:moveTo>
                <a:cubicBezTo>
                  <a:pt x="205557" y="132000"/>
                  <a:pt x="190806" y="135547"/>
                  <a:pt x="173522" y="135547"/>
                </a:cubicBezTo>
                <a:cubicBezTo>
                  <a:pt x="154266" y="135547"/>
                  <a:pt x="138952" y="129959"/>
                  <a:pt x="127579" y="118783"/>
                </a:cubicBezTo>
                <a:cubicBezTo>
                  <a:pt x="116206" y="107607"/>
                  <a:pt x="110520" y="92392"/>
                  <a:pt x="110520" y="73136"/>
                </a:cubicBezTo>
                <a:cubicBezTo>
                  <a:pt x="110520" y="53768"/>
                  <a:pt x="116713" y="37905"/>
                  <a:pt x="129099" y="25547"/>
                </a:cubicBezTo>
                <a:cubicBezTo>
                  <a:pt x="141486" y="13189"/>
                  <a:pt x="157870" y="7010"/>
                  <a:pt x="178251" y="7010"/>
                </a:cubicBezTo>
                <a:cubicBezTo>
                  <a:pt x="191538" y="7010"/>
                  <a:pt x="203080" y="8924"/>
                  <a:pt x="212877" y="12752"/>
                </a:cubicBezTo>
                <a:lnTo>
                  <a:pt x="212877" y="36146"/>
                </a:lnTo>
                <a:cubicBezTo>
                  <a:pt x="203305" y="30347"/>
                  <a:pt x="191538" y="27447"/>
                  <a:pt x="177575" y="27447"/>
                </a:cubicBezTo>
                <a:cubicBezTo>
                  <a:pt x="165245" y="27447"/>
                  <a:pt x="155209" y="31515"/>
                  <a:pt x="147468" y="39651"/>
                </a:cubicBezTo>
                <a:cubicBezTo>
                  <a:pt x="139726" y="47786"/>
                  <a:pt x="135856" y="58526"/>
                  <a:pt x="135856" y="71869"/>
                </a:cubicBezTo>
                <a:cubicBezTo>
                  <a:pt x="135856" y="85495"/>
                  <a:pt x="139346" y="96093"/>
                  <a:pt x="146328" y="103666"/>
                </a:cubicBezTo>
                <a:cubicBezTo>
                  <a:pt x="153309" y="111239"/>
                  <a:pt x="162880" y="115025"/>
                  <a:pt x="175042" y="115025"/>
                </a:cubicBezTo>
                <a:cubicBezTo>
                  <a:pt x="182474" y="115025"/>
                  <a:pt x="188667" y="113814"/>
                  <a:pt x="193621" y="111393"/>
                </a:cubicBezTo>
                <a:lnTo>
                  <a:pt x="193621" y="83946"/>
                </a:lnTo>
                <a:lnTo>
                  <a:pt x="168117" y="83946"/>
                </a:lnTo>
                <a:lnTo>
                  <a:pt x="168117" y="64353"/>
                </a:lnTo>
                <a:lnTo>
                  <a:pt x="217775" y="64353"/>
                </a:lnTo>
                <a:lnTo>
                  <a:pt x="217775" y="124906"/>
                </a:lnTo>
                <a:close/>
                <a:moveTo>
                  <a:pt x="234531" y="89520"/>
                </a:moveTo>
                <a:cubicBezTo>
                  <a:pt x="234531" y="74994"/>
                  <a:pt x="238810" y="63523"/>
                  <a:pt x="247368" y="55106"/>
                </a:cubicBezTo>
                <a:cubicBezTo>
                  <a:pt x="255926" y="46688"/>
                  <a:pt x="267524" y="42480"/>
                  <a:pt x="282163" y="42480"/>
                </a:cubicBezTo>
                <a:cubicBezTo>
                  <a:pt x="296295" y="42480"/>
                  <a:pt x="307457" y="46604"/>
                  <a:pt x="315649" y="54852"/>
                </a:cubicBezTo>
                <a:cubicBezTo>
                  <a:pt x="323840" y="63100"/>
                  <a:pt x="327936" y="74150"/>
                  <a:pt x="327936" y="88000"/>
                </a:cubicBezTo>
                <a:cubicBezTo>
                  <a:pt x="327936" y="102413"/>
                  <a:pt x="323700" y="113941"/>
                  <a:pt x="315226" y="122583"/>
                </a:cubicBezTo>
                <a:cubicBezTo>
                  <a:pt x="306753" y="131226"/>
                  <a:pt x="295281" y="135547"/>
                  <a:pt x="280812" y="135547"/>
                </a:cubicBezTo>
                <a:cubicBezTo>
                  <a:pt x="266624" y="135547"/>
                  <a:pt x="255363" y="131395"/>
                  <a:pt x="247031" y="123090"/>
                </a:cubicBezTo>
                <a:cubicBezTo>
                  <a:pt x="238698" y="114786"/>
                  <a:pt x="234531" y="103596"/>
                  <a:pt x="234531" y="89520"/>
                </a:cubicBezTo>
                <a:moveTo>
                  <a:pt x="258347" y="89182"/>
                </a:moveTo>
                <a:cubicBezTo>
                  <a:pt x="258347" y="107818"/>
                  <a:pt x="266089" y="117136"/>
                  <a:pt x="281572" y="117136"/>
                </a:cubicBezTo>
                <a:cubicBezTo>
                  <a:pt x="296492" y="117136"/>
                  <a:pt x="303952" y="107593"/>
                  <a:pt x="303952" y="88507"/>
                </a:cubicBezTo>
                <a:cubicBezTo>
                  <a:pt x="303952" y="70040"/>
                  <a:pt x="296464" y="60806"/>
                  <a:pt x="281487" y="60806"/>
                </a:cubicBezTo>
                <a:cubicBezTo>
                  <a:pt x="274168" y="60806"/>
                  <a:pt x="268482" y="63326"/>
                  <a:pt x="264428" y="68365"/>
                </a:cubicBezTo>
                <a:cubicBezTo>
                  <a:pt x="260374" y="73404"/>
                  <a:pt x="258347" y="80343"/>
                  <a:pt x="258347" y="89182"/>
                </a:cubicBezTo>
                <a:close/>
                <a:moveTo>
                  <a:pt x="427402" y="44591"/>
                </a:moveTo>
                <a:lnTo>
                  <a:pt x="393621" y="133351"/>
                </a:lnTo>
                <a:lnTo>
                  <a:pt x="367525" y="133351"/>
                </a:lnTo>
                <a:lnTo>
                  <a:pt x="335433" y="44591"/>
                </a:lnTo>
                <a:lnTo>
                  <a:pt x="360769" y="44591"/>
                </a:lnTo>
                <a:lnTo>
                  <a:pt x="378250" y="102188"/>
                </a:lnTo>
                <a:cubicBezTo>
                  <a:pt x="379883" y="107649"/>
                  <a:pt x="380897" y="112548"/>
                  <a:pt x="381291" y="116883"/>
                </a:cubicBezTo>
                <a:lnTo>
                  <a:pt x="381713" y="116883"/>
                </a:lnTo>
                <a:cubicBezTo>
                  <a:pt x="382163" y="112660"/>
                  <a:pt x="383177" y="107903"/>
                  <a:pt x="384753" y="102610"/>
                </a:cubicBezTo>
                <a:lnTo>
                  <a:pt x="402742" y="44591"/>
                </a:lnTo>
                <a:lnTo>
                  <a:pt x="427402" y="44591"/>
                </a:lnTo>
                <a:close/>
                <a:moveTo>
                  <a:pt x="516460" y="95601"/>
                </a:moveTo>
                <a:lnTo>
                  <a:pt x="457175" y="95601"/>
                </a:lnTo>
                <a:cubicBezTo>
                  <a:pt x="458132" y="110690"/>
                  <a:pt x="466690" y="118234"/>
                  <a:pt x="482848" y="118234"/>
                </a:cubicBezTo>
                <a:cubicBezTo>
                  <a:pt x="492701" y="118234"/>
                  <a:pt x="501484" y="115644"/>
                  <a:pt x="509198" y="110464"/>
                </a:cubicBezTo>
                <a:lnTo>
                  <a:pt x="509198" y="128368"/>
                </a:lnTo>
                <a:cubicBezTo>
                  <a:pt x="500977" y="133154"/>
                  <a:pt x="490421" y="135547"/>
                  <a:pt x="477528" y="135547"/>
                </a:cubicBezTo>
                <a:cubicBezTo>
                  <a:pt x="463734" y="135547"/>
                  <a:pt x="452994" y="131550"/>
                  <a:pt x="445309" y="123555"/>
                </a:cubicBezTo>
                <a:cubicBezTo>
                  <a:pt x="437624" y="115560"/>
                  <a:pt x="433781" y="104384"/>
                  <a:pt x="433781" y="90027"/>
                </a:cubicBezTo>
                <a:cubicBezTo>
                  <a:pt x="433781" y="75951"/>
                  <a:pt x="437905" y="64508"/>
                  <a:pt x="446153" y="55697"/>
                </a:cubicBezTo>
                <a:cubicBezTo>
                  <a:pt x="454402" y="46885"/>
                  <a:pt x="464719" y="42480"/>
                  <a:pt x="477105" y="42480"/>
                </a:cubicBezTo>
                <a:cubicBezTo>
                  <a:pt x="489492" y="42480"/>
                  <a:pt x="499148" y="46280"/>
                  <a:pt x="506073" y="53881"/>
                </a:cubicBezTo>
                <a:cubicBezTo>
                  <a:pt x="512998" y="61482"/>
                  <a:pt x="516460" y="71926"/>
                  <a:pt x="516460" y="85213"/>
                </a:cubicBezTo>
                <a:lnTo>
                  <a:pt x="516460" y="95601"/>
                </a:lnTo>
                <a:moveTo>
                  <a:pt x="494249" y="80146"/>
                </a:moveTo>
                <a:cubicBezTo>
                  <a:pt x="494249" y="66070"/>
                  <a:pt x="488450" y="59033"/>
                  <a:pt x="476852" y="59033"/>
                </a:cubicBezTo>
                <a:cubicBezTo>
                  <a:pt x="472010" y="59033"/>
                  <a:pt x="467745" y="60947"/>
                  <a:pt x="464057" y="64775"/>
                </a:cubicBezTo>
                <a:cubicBezTo>
                  <a:pt x="460370" y="68604"/>
                  <a:pt x="458075" y="73727"/>
                  <a:pt x="457175" y="80146"/>
                </a:cubicBezTo>
                <a:lnTo>
                  <a:pt x="494249" y="80146"/>
                </a:lnTo>
                <a:close/>
                <a:moveTo>
                  <a:pt x="589305" y="66296"/>
                </a:moveTo>
                <a:cubicBezTo>
                  <a:pt x="586208" y="64438"/>
                  <a:pt x="582408" y="63509"/>
                  <a:pt x="577904" y="63509"/>
                </a:cubicBezTo>
                <a:cubicBezTo>
                  <a:pt x="571992" y="63509"/>
                  <a:pt x="567263" y="65916"/>
                  <a:pt x="563716" y="70729"/>
                </a:cubicBezTo>
                <a:cubicBezTo>
                  <a:pt x="560169" y="75543"/>
                  <a:pt x="558395" y="82004"/>
                  <a:pt x="558395" y="90111"/>
                </a:cubicBezTo>
                <a:lnTo>
                  <a:pt x="558395" y="133351"/>
                </a:lnTo>
                <a:lnTo>
                  <a:pt x="534833" y="133351"/>
                </a:lnTo>
                <a:lnTo>
                  <a:pt x="534833" y="44591"/>
                </a:lnTo>
                <a:lnTo>
                  <a:pt x="558395" y="44591"/>
                </a:lnTo>
                <a:lnTo>
                  <a:pt x="558395" y="61651"/>
                </a:lnTo>
                <a:lnTo>
                  <a:pt x="558649" y="61651"/>
                </a:lnTo>
                <a:cubicBezTo>
                  <a:pt x="562984" y="49264"/>
                  <a:pt x="570782" y="43071"/>
                  <a:pt x="582042" y="43071"/>
                </a:cubicBezTo>
                <a:cubicBezTo>
                  <a:pt x="585251" y="43071"/>
                  <a:pt x="587672" y="43465"/>
                  <a:pt x="589305" y="44253"/>
                </a:cubicBezTo>
                <a:lnTo>
                  <a:pt x="589305" y="66296"/>
                </a:lnTo>
                <a:close/>
                <a:moveTo>
                  <a:pt x="685152" y="133351"/>
                </a:moveTo>
                <a:lnTo>
                  <a:pt x="661674" y="133351"/>
                </a:lnTo>
                <a:lnTo>
                  <a:pt x="661674" y="83608"/>
                </a:lnTo>
                <a:cubicBezTo>
                  <a:pt x="661674" y="68407"/>
                  <a:pt x="656184" y="60806"/>
                  <a:pt x="645205" y="60806"/>
                </a:cubicBezTo>
                <a:cubicBezTo>
                  <a:pt x="639688" y="60806"/>
                  <a:pt x="635198" y="62875"/>
                  <a:pt x="631735" y="67013"/>
                </a:cubicBezTo>
                <a:cubicBezTo>
                  <a:pt x="628273" y="71152"/>
                  <a:pt x="626541" y="76402"/>
                  <a:pt x="626541" y="82764"/>
                </a:cubicBezTo>
                <a:lnTo>
                  <a:pt x="626541" y="133351"/>
                </a:lnTo>
                <a:lnTo>
                  <a:pt x="602979" y="133351"/>
                </a:lnTo>
                <a:lnTo>
                  <a:pt x="602979" y="44591"/>
                </a:lnTo>
                <a:lnTo>
                  <a:pt x="626541" y="44591"/>
                </a:lnTo>
                <a:lnTo>
                  <a:pt x="626541" y="58864"/>
                </a:lnTo>
                <a:lnTo>
                  <a:pt x="626795" y="58864"/>
                </a:lnTo>
                <a:cubicBezTo>
                  <a:pt x="633326" y="47941"/>
                  <a:pt x="642925" y="42480"/>
                  <a:pt x="655593" y="42480"/>
                </a:cubicBezTo>
                <a:cubicBezTo>
                  <a:pt x="675299" y="42480"/>
                  <a:pt x="685152" y="54669"/>
                  <a:pt x="685152" y="79048"/>
                </a:cubicBezTo>
                <a:lnTo>
                  <a:pt x="685152" y="133351"/>
                </a:lnTo>
                <a:close/>
                <a:moveTo>
                  <a:pt x="844699" y="133351"/>
                </a:moveTo>
                <a:lnTo>
                  <a:pt x="821221" y="133351"/>
                </a:lnTo>
                <a:lnTo>
                  <a:pt x="821221" y="82679"/>
                </a:lnTo>
                <a:cubicBezTo>
                  <a:pt x="821221" y="68097"/>
                  <a:pt x="815929" y="60806"/>
                  <a:pt x="805344" y="60806"/>
                </a:cubicBezTo>
                <a:cubicBezTo>
                  <a:pt x="800446" y="60806"/>
                  <a:pt x="796350" y="63016"/>
                  <a:pt x="793056" y="67436"/>
                </a:cubicBezTo>
                <a:cubicBezTo>
                  <a:pt x="789762" y="71855"/>
                  <a:pt x="788116" y="77162"/>
                  <a:pt x="788116" y="83355"/>
                </a:cubicBezTo>
                <a:lnTo>
                  <a:pt x="788116" y="133351"/>
                </a:lnTo>
                <a:lnTo>
                  <a:pt x="764638" y="133351"/>
                </a:lnTo>
                <a:lnTo>
                  <a:pt x="764638" y="81750"/>
                </a:lnTo>
                <a:cubicBezTo>
                  <a:pt x="764638" y="67788"/>
                  <a:pt x="759373" y="60806"/>
                  <a:pt x="748845" y="60806"/>
                </a:cubicBezTo>
                <a:cubicBezTo>
                  <a:pt x="743834" y="60806"/>
                  <a:pt x="739724" y="62875"/>
                  <a:pt x="736515" y="67013"/>
                </a:cubicBezTo>
                <a:cubicBezTo>
                  <a:pt x="733306" y="71152"/>
                  <a:pt x="731701" y="76683"/>
                  <a:pt x="731701" y="83608"/>
                </a:cubicBezTo>
                <a:lnTo>
                  <a:pt x="731701" y="133351"/>
                </a:lnTo>
                <a:lnTo>
                  <a:pt x="708139" y="133351"/>
                </a:lnTo>
                <a:lnTo>
                  <a:pt x="708139" y="44591"/>
                </a:lnTo>
                <a:lnTo>
                  <a:pt x="731701" y="44591"/>
                </a:lnTo>
                <a:lnTo>
                  <a:pt x="731701" y="58610"/>
                </a:lnTo>
                <a:lnTo>
                  <a:pt x="731954" y="58610"/>
                </a:lnTo>
                <a:cubicBezTo>
                  <a:pt x="738598" y="47857"/>
                  <a:pt x="748085" y="42480"/>
                  <a:pt x="760415" y="42480"/>
                </a:cubicBezTo>
                <a:cubicBezTo>
                  <a:pt x="772914" y="42480"/>
                  <a:pt x="781416" y="48166"/>
                  <a:pt x="785920" y="59539"/>
                </a:cubicBezTo>
                <a:cubicBezTo>
                  <a:pt x="792676" y="48166"/>
                  <a:pt x="802557" y="42480"/>
                  <a:pt x="815563" y="42480"/>
                </a:cubicBezTo>
                <a:cubicBezTo>
                  <a:pt x="834987" y="42480"/>
                  <a:pt x="844699" y="54416"/>
                  <a:pt x="844699" y="78288"/>
                </a:cubicBezTo>
                <a:lnTo>
                  <a:pt x="844699" y="133351"/>
                </a:lnTo>
                <a:close/>
                <a:moveTo>
                  <a:pt x="945055" y="95601"/>
                </a:moveTo>
                <a:lnTo>
                  <a:pt x="885769" y="95601"/>
                </a:lnTo>
                <a:cubicBezTo>
                  <a:pt x="886726" y="110690"/>
                  <a:pt x="895284" y="118234"/>
                  <a:pt x="911443" y="118234"/>
                </a:cubicBezTo>
                <a:cubicBezTo>
                  <a:pt x="921295" y="118234"/>
                  <a:pt x="930078" y="115644"/>
                  <a:pt x="937792" y="110464"/>
                </a:cubicBezTo>
                <a:lnTo>
                  <a:pt x="937792" y="128368"/>
                </a:lnTo>
                <a:cubicBezTo>
                  <a:pt x="929572" y="133154"/>
                  <a:pt x="919015" y="135547"/>
                  <a:pt x="906122" y="135547"/>
                </a:cubicBezTo>
                <a:cubicBezTo>
                  <a:pt x="892328" y="135547"/>
                  <a:pt x="881588" y="131550"/>
                  <a:pt x="873903" y="123555"/>
                </a:cubicBezTo>
                <a:cubicBezTo>
                  <a:pt x="866218" y="115560"/>
                  <a:pt x="862375" y="104384"/>
                  <a:pt x="862375" y="90027"/>
                </a:cubicBezTo>
                <a:cubicBezTo>
                  <a:pt x="862375" y="75951"/>
                  <a:pt x="866499" y="64508"/>
                  <a:pt x="874748" y="55697"/>
                </a:cubicBezTo>
                <a:cubicBezTo>
                  <a:pt x="882996" y="46885"/>
                  <a:pt x="893313" y="42480"/>
                  <a:pt x="905700" y="42480"/>
                </a:cubicBezTo>
                <a:cubicBezTo>
                  <a:pt x="918086" y="42480"/>
                  <a:pt x="927742" y="46280"/>
                  <a:pt x="934667" y="53881"/>
                </a:cubicBezTo>
                <a:cubicBezTo>
                  <a:pt x="941592" y="61482"/>
                  <a:pt x="945055" y="71926"/>
                  <a:pt x="945055" y="85213"/>
                </a:cubicBezTo>
                <a:lnTo>
                  <a:pt x="945055" y="95601"/>
                </a:lnTo>
                <a:moveTo>
                  <a:pt x="922844" y="80146"/>
                </a:moveTo>
                <a:cubicBezTo>
                  <a:pt x="922844" y="66070"/>
                  <a:pt x="917045" y="59033"/>
                  <a:pt x="905446" y="59033"/>
                </a:cubicBezTo>
                <a:cubicBezTo>
                  <a:pt x="900604" y="59033"/>
                  <a:pt x="896340" y="60947"/>
                  <a:pt x="892652" y="64775"/>
                </a:cubicBezTo>
                <a:cubicBezTo>
                  <a:pt x="888964" y="68604"/>
                  <a:pt x="886670" y="73727"/>
                  <a:pt x="885769" y="80146"/>
                </a:cubicBezTo>
                <a:lnTo>
                  <a:pt x="922844" y="80146"/>
                </a:lnTo>
                <a:close/>
                <a:moveTo>
                  <a:pt x="1045427" y="133351"/>
                </a:moveTo>
                <a:lnTo>
                  <a:pt x="1021949" y="133351"/>
                </a:lnTo>
                <a:lnTo>
                  <a:pt x="1021949" y="83608"/>
                </a:lnTo>
                <a:cubicBezTo>
                  <a:pt x="1021949" y="68407"/>
                  <a:pt x="1016459" y="60806"/>
                  <a:pt x="1005480" y="60806"/>
                </a:cubicBezTo>
                <a:cubicBezTo>
                  <a:pt x="999963" y="60806"/>
                  <a:pt x="995473" y="62875"/>
                  <a:pt x="992010" y="67013"/>
                </a:cubicBezTo>
                <a:cubicBezTo>
                  <a:pt x="988548" y="71152"/>
                  <a:pt x="986816" y="76402"/>
                  <a:pt x="986816" y="82764"/>
                </a:cubicBezTo>
                <a:lnTo>
                  <a:pt x="986816" y="133351"/>
                </a:lnTo>
                <a:lnTo>
                  <a:pt x="963254" y="133351"/>
                </a:lnTo>
                <a:lnTo>
                  <a:pt x="963254" y="44591"/>
                </a:lnTo>
                <a:lnTo>
                  <a:pt x="986816" y="44591"/>
                </a:lnTo>
                <a:lnTo>
                  <a:pt x="986816" y="58864"/>
                </a:lnTo>
                <a:lnTo>
                  <a:pt x="987070" y="58864"/>
                </a:lnTo>
                <a:cubicBezTo>
                  <a:pt x="993601" y="47941"/>
                  <a:pt x="1003200" y="42480"/>
                  <a:pt x="1015868" y="42480"/>
                </a:cubicBezTo>
                <a:cubicBezTo>
                  <a:pt x="1035574" y="42480"/>
                  <a:pt x="1045427" y="54669"/>
                  <a:pt x="1045427" y="79048"/>
                </a:cubicBezTo>
                <a:lnTo>
                  <a:pt x="1045427" y="133351"/>
                </a:lnTo>
                <a:close/>
                <a:moveTo>
                  <a:pt x="1118325" y="132422"/>
                </a:moveTo>
                <a:cubicBezTo>
                  <a:pt x="1114328" y="134449"/>
                  <a:pt x="1108754" y="135462"/>
                  <a:pt x="1101603" y="135462"/>
                </a:cubicBezTo>
                <a:cubicBezTo>
                  <a:pt x="1083418" y="135462"/>
                  <a:pt x="1074325" y="125835"/>
                  <a:pt x="1074325" y="106580"/>
                </a:cubicBezTo>
                <a:lnTo>
                  <a:pt x="1074325" y="62495"/>
                </a:lnTo>
                <a:lnTo>
                  <a:pt x="1059630" y="62495"/>
                </a:lnTo>
                <a:lnTo>
                  <a:pt x="1059630" y="44591"/>
                </a:lnTo>
                <a:lnTo>
                  <a:pt x="1074325" y="44591"/>
                </a:lnTo>
                <a:lnTo>
                  <a:pt x="1074325" y="24745"/>
                </a:lnTo>
                <a:lnTo>
                  <a:pt x="1097803" y="17904"/>
                </a:lnTo>
                <a:lnTo>
                  <a:pt x="1097803" y="44591"/>
                </a:lnTo>
                <a:lnTo>
                  <a:pt x="1118325" y="44591"/>
                </a:lnTo>
                <a:lnTo>
                  <a:pt x="1118325" y="62495"/>
                </a:lnTo>
                <a:lnTo>
                  <a:pt x="1097803" y="62495"/>
                </a:lnTo>
                <a:lnTo>
                  <a:pt x="1097803" y="102441"/>
                </a:lnTo>
                <a:cubicBezTo>
                  <a:pt x="1097803" y="112238"/>
                  <a:pt x="1101660" y="117136"/>
                  <a:pt x="1109373" y="117136"/>
                </a:cubicBezTo>
                <a:cubicBezTo>
                  <a:pt x="1112582" y="117136"/>
                  <a:pt x="1115566" y="116235"/>
                  <a:pt x="1118325" y="114434"/>
                </a:cubicBezTo>
                <a:lnTo>
                  <a:pt x="1118325" y="132422"/>
                </a:lnTo>
                <a:close/>
                <a:moveTo>
                  <a:pt x="1200281" y="9036"/>
                </a:moveTo>
                <a:lnTo>
                  <a:pt x="1139982" y="153958"/>
                </a:lnTo>
                <a:lnTo>
                  <a:pt x="1118784" y="153958"/>
                </a:lnTo>
                <a:lnTo>
                  <a:pt x="1178914" y="9036"/>
                </a:lnTo>
                <a:lnTo>
                  <a:pt x="1200281" y="9036"/>
                </a:lnTo>
                <a:close/>
                <a:moveTo>
                  <a:pt x="1211998" y="133351"/>
                </a:moveTo>
                <a:lnTo>
                  <a:pt x="1211998" y="9036"/>
                </a:lnTo>
                <a:lnTo>
                  <a:pt x="1253211" y="9036"/>
                </a:lnTo>
                <a:cubicBezTo>
                  <a:pt x="1297239" y="9036"/>
                  <a:pt x="1319253" y="29249"/>
                  <a:pt x="1319253" y="69674"/>
                </a:cubicBezTo>
                <a:cubicBezTo>
                  <a:pt x="1319253" y="88929"/>
                  <a:pt x="1313046" y="104356"/>
                  <a:pt x="1300631" y="115954"/>
                </a:cubicBezTo>
                <a:cubicBezTo>
                  <a:pt x="1288216" y="127552"/>
                  <a:pt x="1272241" y="133351"/>
                  <a:pt x="1252704" y="133351"/>
                </a:cubicBezTo>
                <a:lnTo>
                  <a:pt x="1211998" y="133351"/>
                </a:lnTo>
                <a:moveTo>
                  <a:pt x="1236067" y="29052"/>
                </a:moveTo>
                <a:lnTo>
                  <a:pt x="1236067" y="113420"/>
                </a:lnTo>
                <a:lnTo>
                  <a:pt x="1251268" y="113420"/>
                </a:lnTo>
                <a:cubicBezTo>
                  <a:pt x="1264612" y="113420"/>
                  <a:pt x="1275056" y="109550"/>
                  <a:pt x="1282600" y="101808"/>
                </a:cubicBezTo>
                <a:cubicBezTo>
                  <a:pt x="1290145" y="94066"/>
                  <a:pt x="1293917" y="83468"/>
                  <a:pt x="1293917" y="70011"/>
                </a:cubicBezTo>
                <a:cubicBezTo>
                  <a:pt x="1293917" y="56781"/>
                  <a:pt x="1290145" y="46646"/>
                  <a:pt x="1282600" y="39608"/>
                </a:cubicBezTo>
                <a:cubicBezTo>
                  <a:pt x="1275056" y="32571"/>
                  <a:pt x="1264668" y="29052"/>
                  <a:pt x="1251437" y="29052"/>
                </a:cubicBezTo>
                <a:lnTo>
                  <a:pt x="1236067" y="29052"/>
                </a:lnTo>
                <a:close/>
                <a:moveTo>
                  <a:pt x="1416370" y="95601"/>
                </a:moveTo>
                <a:lnTo>
                  <a:pt x="1357084" y="95601"/>
                </a:lnTo>
                <a:cubicBezTo>
                  <a:pt x="1358041" y="110690"/>
                  <a:pt x="1366599" y="118234"/>
                  <a:pt x="1382757" y="118234"/>
                </a:cubicBezTo>
                <a:cubicBezTo>
                  <a:pt x="1392610" y="118234"/>
                  <a:pt x="1401393" y="115644"/>
                  <a:pt x="1409107" y="110464"/>
                </a:cubicBezTo>
                <a:lnTo>
                  <a:pt x="1409107" y="128368"/>
                </a:lnTo>
                <a:cubicBezTo>
                  <a:pt x="1400887" y="133154"/>
                  <a:pt x="1390330" y="135547"/>
                  <a:pt x="1377437" y="135547"/>
                </a:cubicBezTo>
                <a:cubicBezTo>
                  <a:pt x="1363643" y="135547"/>
                  <a:pt x="1352903" y="131550"/>
                  <a:pt x="1345218" y="123555"/>
                </a:cubicBezTo>
                <a:cubicBezTo>
                  <a:pt x="1337533" y="115560"/>
                  <a:pt x="1333690" y="104384"/>
                  <a:pt x="1333690" y="90027"/>
                </a:cubicBezTo>
                <a:cubicBezTo>
                  <a:pt x="1333690" y="75951"/>
                  <a:pt x="1337814" y="64508"/>
                  <a:pt x="1346063" y="55697"/>
                </a:cubicBezTo>
                <a:cubicBezTo>
                  <a:pt x="1354311" y="46885"/>
                  <a:pt x="1364628" y="42480"/>
                  <a:pt x="1377015" y="42480"/>
                </a:cubicBezTo>
                <a:cubicBezTo>
                  <a:pt x="1389401" y="42480"/>
                  <a:pt x="1399057" y="46280"/>
                  <a:pt x="1405982" y="53881"/>
                </a:cubicBezTo>
                <a:cubicBezTo>
                  <a:pt x="1412907" y="61482"/>
                  <a:pt x="1416370" y="71926"/>
                  <a:pt x="1416370" y="85213"/>
                </a:cubicBezTo>
                <a:lnTo>
                  <a:pt x="1416370" y="95601"/>
                </a:lnTo>
                <a:moveTo>
                  <a:pt x="1394159" y="80146"/>
                </a:moveTo>
                <a:cubicBezTo>
                  <a:pt x="1394159" y="66070"/>
                  <a:pt x="1388359" y="59033"/>
                  <a:pt x="1376761" y="59033"/>
                </a:cubicBezTo>
                <a:cubicBezTo>
                  <a:pt x="1371919" y="59033"/>
                  <a:pt x="1367654" y="60947"/>
                  <a:pt x="1363967" y="64775"/>
                </a:cubicBezTo>
                <a:cubicBezTo>
                  <a:pt x="1360279" y="68604"/>
                  <a:pt x="1357985" y="73727"/>
                  <a:pt x="1357084" y="80146"/>
                </a:cubicBezTo>
                <a:lnTo>
                  <a:pt x="1394159" y="80146"/>
                </a:lnTo>
                <a:close/>
                <a:moveTo>
                  <a:pt x="1488539" y="20438"/>
                </a:moveTo>
                <a:cubicBezTo>
                  <a:pt x="1485329" y="19030"/>
                  <a:pt x="1482036" y="18326"/>
                  <a:pt x="1478658" y="18326"/>
                </a:cubicBezTo>
                <a:cubicBezTo>
                  <a:pt x="1469537" y="18326"/>
                  <a:pt x="1464976" y="23534"/>
                  <a:pt x="1464976" y="33950"/>
                </a:cubicBezTo>
                <a:lnTo>
                  <a:pt x="1464976" y="44591"/>
                </a:lnTo>
                <a:lnTo>
                  <a:pt x="1485329" y="44591"/>
                </a:lnTo>
                <a:lnTo>
                  <a:pt x="1485329" y="62495"/>
                </a:lnTo>
                <a:lnTo>
                  <a:pt x="1464976" y="62495"/>
                </a:lnTo>
                <a:lnTo>
                  <a:pt x="1464976" y="133351"/>
                </a:lnTo>
                <a:lnTo>
                  <a:pt x="1441498" y="133351"/>
                </a:lnTo>
                <a:lnTo>
                  <a:pt x="1441498" y="62495"/>
                </a:lnTo>
                <a:lnTo>
                  <a:pt x="1426466" y="62495"/>
                </a:lnTo>
                <a:lnTo>
                  <a:pt x="1426466" y="44591"/>
                </a:lnTo>
                <a:lnTo>
                  <a:pt x="1441498" y="44591"/>
                </a:lnTo>
                <a:lnTo>
                  <a:pt x="1441498" y="32683"/>
                </a:lnTo>
                <a:cubicBezTo>
                  <a:pt x="1441498" y="22718"/>
                  <a:pt x="1444623" y="14779"/>
                  <a:pt x="1450873" y="8868"/>
                </a:cubicBezTo>
                <a:cubicBezTo>
                  <a:pt x="1457122" y="2956"/>
                  <a:pt x="1465398" y="0"/>
                  <a:pt x="1475702" y="0"/>
                </a:cubicBezTo>
                <a:cubicBezTo>
                  <a:pt x="1481050" y="0"/>
                  <a:pt x="1485329" y="535"/>
                  <a:pt x="1488539" y="1605"/>
                </a:cubicBezTo>
                <a:lnTo>
                  <a:pt x="1488539" y="20438"/>
                </a:lnTo>
                <a:close/>
                <a:moveTo>
                  <a:pt x="1576012" y="95601"/>
                </a:moveTo>
                <a:lnTo>
                  <a:pt x="1516726" y="95601"/>
                </a:lnTo>
                <a:cubicBezTo>
                  <a:pt x="1517683" y="110690"/>
                  <a:pt x="1526241" y="118234"/>
                  <a:pt x="1542399" y="118234"/>
                </a:cubicBezTo>
                <a:cubicBezTo>
                  <a:pt x="1552252" y="118234"/>
                  <a:pt x="1561035" y="115644"/>
                  <a:pt x="1568749" y="110464"/>
                </a:cubicBezTo>
                <a:lnTo>
                  <a:pt x="1568749" y="128368"/>
                </a:lnTo>
                <a:cubicBezTo>
                  <a:pt x="1560529" y="133154"/>
                  <a:pt x="1549972" y="135547"/>
                  <a:pt x="1537079" y="135547"/>
                </a:cubicBezTo>
                <a:cubicBezTo>
                  <a:pt x="1523285" y="135547"/>
                  <a:pt x="1512545" y="131550"/>
                  <a:pt x="1504860" y="123555"/>
                </a:cubicBezTo>
                <a:cubicBezTo>
                  <a:pt x="1497175" y="115560"/>
                  <a:pt x="1493332" y="104384"/>
                  <a:pt x="1493332" y="90027"/>
                </a:cubicBezTo>
                <a:cubicBezTo>
                  <a:pt x="1493332" y="75951"/>
                  <a:pt x="1497456" y="64508"/>
                  <a:pt x="1505705" y="55697"/>
                </a:cubicBezTo>
                <a:cubicBezTo>
                  <a:pt x="1513953" y="46885"/>
                  <a:pt x="1524270" y="42480"/>
                  <a:pt x="1536657" y="42480"/>
                </a:cubicBezTo>
                <a:cubicBezTo>
                  <a:pt x="1549043" y="42480"/>
                  <a:pt x="1558699" y="46280"/>
                  <a:pt x="1565624" y="53881"/>
                </a:cubicBezTo>
                <a:cubicBezTo>
                  <a:pt x="1572549" y="61482"/>
                  <a:pt x="1576012" y="71926"/>
                  <a:pt x="1576012" y="85213"/>
                </a:cubicBezTo>
                <a:lnTo>
                  <a:pt x="1576012" y="95601"/>
                </a:lnTo>
                <a:moveTo>
                  <a:pt x="1553801" y="80146"/>
                </a:moveTo>
                <a:cubicBezTo>
                  <a:pt x="1553801" y="66070"/>
                  <a:pt x="1548001" y="59033"/>
                  <a:pt x="1536403" y="59033"/>
                </a:cubicBezTo>
                <a:cubicBezTo>
                  <a:pt x="1531561" y="59033"/>
                  <a:pt x="1527296" y="60947"/>
                  <a:pt x="1523609" y="64775"/>
                </a:cubicBezTo>
                <a:cubicBezTo>
                  <a:pt x="1519921" y="68604"/>
                  <a:pt x="1517627" y="73727"/>
                  <a:pt x="1516726" y="80146"/>
                </a:cubicBezTo>
                <a:lnTo>
                  <a:pt x="1553801" y="80146"/>
                </a:lnTo>
                <a:close/>
                <a:moveTo>
                  <a:pt x="1676557" y="133351"/>
                </a:moveTo>
                <a:lnTo>
                  <a:pt x="1653079" y="133351"/>
                </a:lnTo>
                <a:lnTo>
                  <a:pt x="1653079" y="83608"/>
                </a:lnTo>
                <a:cubicBezTo>
                  <a:pt x="1653079" y="68407"/>
                  <a:pt x="1647589" y="60806"/>
                  <a:pt x="1636611" y="60806"/>
                </a:cubicBezTo>
                <a:cubicBezTo>
                  <a:pt x="1631093" y="60806"/>
                  <a:pt x="1626603" y="62875"/>
                  <a:pt x="1623140" y="67013"/>
                </a:cubicBezTo>
                <a:cubicBezTo>
                  <a:pt x="1619678" y="71152"/>
                  <a:pt x="1617946" y="76402"/>
                  <a:pt x="1617946" y="82764"/>
                </a:cubicBezTo>
                <a:lnTo>
                  <a:pt x="1617946" y="133351"/>
                </a:lnTo>
                <a:lnTo>
                  <a:pt x="1594384" y="133351"/>
                </a:lnTo>
                <a:lnTo>
                  <a:pt x="1594384" y="44591"/>
                </a:lnTo>
                <a:lnTo>
                  <a:pt x="1617946" y="44591"/>
                </a:lnTo>
                <a:lnTo>
                  <a:pt x="1617946" y="58864"/>
                </a:lnTo>
                <a:lnTo>
                  <a:pt x="1618200" y="58864"/>
                </a:lnTo>
                <a:cubicBezTo>
                  <a:pt x="1624731" y="47941"/>
                  <a:pt x="1634330" y="42480"/>
                  <a:pt x="1646998" y="42480"/>
                </a:cubicBezTo>
                <a:cubicBezTo>
                  <a:pt x="1666704" y="42480"/>
                  <a:pt x="1676557" y="54669"/>
                  <a:pt x="1676557" y="79048"/>
                </a:cubicBezTo>
                <a:lnTo>
                  <a:pt x="1676557" y="133351"/>
                </a:lnTo>
                <a:close/>
                <a:moveTo>
                  <a:pt x="1696588" y="110549"/>
                </a:moveTo>
                <a:cubicBezTo>
                  <a:pt x="1705371" y="116066"/>
                  <a:pt x="1714041" y="118825"/>
                  <a:pt x="1722599" y="118825"/>
                </a:cubicBezTo>
                <a:cubicBezTo>
                  <a:pt x="1733634" y="118825"/>
                  <a:pt x="1739152" y="115701"/>
                  <a:pt x="1739152" y="109451"/>
                </a:cubicBezTo>
                <a:cubicBezTo>
                  <a:pt x="1739152" y="105116"/>
                  <a:pt x="1734788" y="101456"/>
                  <a:pt x="1726062" y="98472"/>
                </a:cubicBezTo>
                <a:cubicBezTo>
                  <a:pt x="1713337" y="94193"/>
                  <a:pt x="1705258" y="89985"/>
                  <a:pt x="1701824" y="85846"/>
                </a:cubicBezTo>
                <a:cubicBezTo>
                  <a:pt x="1698389" y="81708"/>
                  <a:pt x="1696672" y="76402"/>
                  <a:pt x="1696672" y="69927"/>
                </a:cubicBezTo>
                <a:cubicBezTo>
                  <a:pt x="1696672" y="61369"/>
                  <a:pt x="1700163" y="54655"/>
                  <a:pt x="1707144" y="49785"/>
                </a:cubicBezTo>
                <a:cubicBezTo>
                  <a:pt x="1714126" y="44915"/>
                  <a:pt x="1723106" y="42480"/>
                  <a:pt x="1734085" y="42480"/>
                </a:cubicBezTo>
                <a:cubicBezTo>
                  <a:pt x="1741742" y="42480"/>
                  <a:pt x="1749399" y="43690"/>
                  <a:pt x="1757056" y="46111"/>
                </a:cubicBezTo>
                <a:lnTo>
                  <a:pt x="1757056" y="65282"/>
                </a:lnTo>
                <a:cubicBezTo>
                  <a:pt x="1750131" y="61172"/>
                  <a:pt x="1742558" y="59117"/>
                  <a:pt x="1734338" y="59117"/>
                </a:cubicBezTo>
                <a:cubicBezTo>
                  <a:pt x="1730003" y="59117"/>
                  <a:pt x="1726512" y="59933"/>
                  <a:pt x="1723866" y="61566"/>
                </a:cubicBezTo>
                <a:cubicBezTo>
                  <a:pt x="1721220" y="63199"/>
                  <a:pt x="1719897" y="65367"/>
                  <a:pt x="1719897" y="68069"/>
                </a:cubicBezTo>
                <a:cubicBezTo>
                  <a:pt x="1719897" y="72517"/>
                  <a:pt x="1723584" y="76036"/>
                  <a:pt x="1730960" y="78626"/>
                </a:cubicBezTo>
                <a:cubicBezTo>
                  <a:pt x="1739349" y="81666"/>
                  <a:pt x="1745514" y="84214"/>
                  <a:pt x="1749455" y="86269"/>
                </a:cubicBezTo>
                <a:cubicBezTo>
                  <a:pt x="1753396" y="88324"/>
                  <a:pt x="1756465" y="91125"/>
                  <a:pt x="1758661" y="94672"/>
                </a:cubicBezTo>
                <a:cubicBezTo>
                  <a:pt x="1760856" y="98219"/>
                  <a:pt x="1761954" y="102385"/>
                  <a:pt x="1761954" y="107171"/>
                </a:cubicBezTo>
                <a:cubicBezTo>
                  <a:pt x="1761954" y="116179"/>
                  <a:pt x="1758365" y="123161"/>
                  <a:pt x="1751186" y="128115"/>
                </a:cubicBezTo>
                <a:cubicBezTo>
                  <a:pt x="1744008" y="133070"/>
                  <a:pt x="1734535" y="135547"/>
                  <a:pt x="1722768" y="135547"/>
                </a:cubicBezTo>
                <a:cubicBezTo>
                  <a:pt x="1712859" y="135547"/>
                  <a:pt x="1704132" y="133970"/>
                  <a:pt x="1696588" y="130818"/>
                </a:cubicBezTo>
                <a:lnTo>
                  <a:pt x="1696588" y="110549"/>
                </a:lnTo>
                <a:close/>
                <a:moveTo>
                  <a:pt x="1855860" y="95601"/>
                </a:moveTo>
                <a:lnTo>
                  <a:pt x="1796574" y="95601"/>
                </a:lnTo>
                <a:cubicBezTo>
                  <a:pt x="1797532" y="110690"/>
                  <a:pt x="1806089" y="118234"/>
                  <a:pt x="1822248" y="118234"/>
                </a:cubicBezTo>
                <a:cubicBezTo>
                  <a:pt x="1832101" y="118234"/>
                  <a:pt x="1840884" y="115644"/>
                  <a:pt x="1848597" y="110464"/>
                </a:cubicBezTo>
                <a:lnTo>
                  <a:pt x="1848597" y="128368"/>
                </a:lnTo>
                <a:cubicBezTo>
                  <a:pt x="1840377" y="133154"/>
                  <a:pt x="1829821" y="135547"/>
                  <a:pt x="1816928" y="135547"/>
                </a:cubicBezTo>
                <a:cubicBezTo>
                  <a:pt x="1803134" y="135547"/>
                  <a:pt x="1792394" y="131550"/>
                  <a:pt x="1784709" y="123555"/>
                </a:cubicBezTo>
                <a:cubicBezTo>
                  <a:pt x="1777024" y="115560"/>
                  <a:pt x="1773181" y="104384"/>
                  <a:pt x="1773181" y="90027"/>
                </a:cubicBezTo>
                <a:cubicBezTo>
                  <a:pt x="1773181" y="75951"/>
                  <a:pt x="1777305" y="64508"/>
                  <a:pt x="1785553" y="55697"/>
                </a:cubicBezTo>
                <a:cubicBezTo>
                  <a:pt x="1793802" y="46885"/>
                  <a:pt x="1804119" y="42480"/>
                  <a:pt x="1816505" y="42480"/>
                </a:cubicBezTo>
                <a:cubicBezTo>
                  <a:pt x="1828892" y="42480"/>
                  <a:pt x="1838547" y="46280"/>
                  <a:pt x="1845473" y="53881"/>
                </a:cubicBezTo>
                <a:cubicBezTo>
                  <a:pt x="1852398" y="61482"/>
                  <a:pt x="1855860" y="71926"/>
                  <a:pt x="1855860" y="85213"/>
                </a:cubicBezTo>
                <a:lnTo>
                  <a:pt x="1855860" y="95601"/>
                </a:lnTo>
                <a:moveTo>
                  <a:pt x="1833649" y="80146"/>
                </a:moveTo>
                <a:cubicBezTo>
                  <a:pt x="1833649" y="66070"/>
                  <a:pt x="1827850" y="59033"/>
                  <a:pt x="1816252" y="59033"/>
                </a:cubicBezTo>
                <a:cubicBezTo>
                  <a:pt x="1811410" y="59033"/>
                  <a:pt x="1807145" y="60947"/>
                  <a:pt x="1803457" y="64775"/>
                </a:cubicBezTo>
                <a:cubicBezTo>
                  <a:pt x="1799770" y="68604"/>
                  <a:pt x="1797475" y="73727"/>
                  <a:pt x="1796574" y="80146"/>
                </a:cubicBezTo>
                <a:lnTo>
                  <a:pt x="1833649" y="80146"/>
                </a:lnTo>
                <a:close/>
                <a:moveTo>
                  <a:pt x="1961065" y="161558"/>
                </a:moveTo>
                <a:cubicBezTo>
                  <a:pt x="1942598" y="141065"/>
                  <a:pt x="1933365" y="115841"/>
                  <a:pt x="1933365" y="85889"/>
                </a:cubicBezTo>
                <a:cubicBezTo>
                  <a:pt x="1933365" y="56555"/>
                  <a:pt x="1942598" y="30938"/>
                  <a:pt x="1961065" y="9036"/>
                </a:cubicBezTo>
                <a:lnTo>
                  <a:pt x="1980490" y="9036"/>
                </a:lnTo>
                <a:cubicBezTo>
                  <a:pt x="1962811" y="31839"/>
                  <a:pt x="1953971" y="57428"/>
                  <a:pt x="1953971" y="85804"/>
                </a:cubicBezTo>
                <a:cubicBezTo>
                  <a:pt x="1953971" y="113955"/>
                  <a:pt x="1962811" y="139207"/>
                  <a:pt x="1980490" y="161558"/>
                </a:cubicBezTo>
                <a:lnTo>
                  <a:pt x="1961065" y="161558"/>
                </a:lnTo>
                <a:close/>
                <a:moveTo>
                  <a:pt x="1994862" y="129635"/>
                </a:moveTo>
                <a:lnTo>
                  <a:pt x="1994862" y="108269"/>
                </a:lnTo>
                <a:cubicBezTo>
                  <a:pt x="1998634" y="111140"/>
                  <a:pt x="2002927" y="113336"/>
                  <a:pt x="2007741" y="114856"/>
                </a:cubicBezTo>
                <a:cubicBezTo>
                  <a:pt x="2012555" y="116376"/>
                  <a:pt x="2017270" y="117136"/>
                  <a:pt x="2021887" y="117136"/>
                </a:cubicBezTo>
                <a:cubicBezTo>
                  <a:pt x="2029826" y="117136"/>
                  <a:pt x="2036075" y="115222"/>
                  <a:pt x="2040636" y="111393"/>
                </a:cubicBezTo>
                <a:cubicBezTo>
                  <a:pt x="2045196" y="107565"/>
                  <a:pt x="2047476" y="102244"/>
                  <a:pt x="2047476" y="95432"/>
                </a:cubicBezTo>
                <a:cubicBezTo>
                  <a:pt x="2047476" y="88338"/>
                  <a:pt x="2045069" y="83172"/>
                  <a:pt x="2040255" y="79935"/>
                </a:cubicBezTo>
                <a:cubicBezTo>
                  <a:pt x="2035442" y="76697"/>
                  <a:pt x="2028052" y="75079"/>
                  <a:pt x="2018087" y="75079"/>
                </a:cubicBezTo>
                <a:cubicBezTo>
                  <a:pt x="2011330" y="75079"/>
                  <a:pt x="2004236" y="75670"/>
                  <a:pt x="1996804" y="76852"/>
                </a:cubicBezTo>
                <a:lnTo>
                  <a:pt x="2001449" y="9036"/>
                </a:lnTo>
                <a:lnTo>
                  <a:pt x="2065802" y="9036"/>
                </a:lnTo>
                <a:lnTo>
                  <a:pt x="2065802" y="28630"/>
                </a:lnTo>
                <a:lnTo>
                  <a:pt x="2020874" y="28630"/>
                </a:lnTo>
                <a:lnTo>
                  <a:pt x="2018762" y="57512"/>
                </a:lnTo>
                <a:cubicBezTo>
                  <a:pt x="2025068" y="56781"/>
                  <a:pt x="2029234" y="56415"/>
                  <a:pt x="2031261" y="56415"/>
                </a:cubicBezTo>
                <a:cubicBezTo>
                  <a:pt x="2043366" y="56415"/>
                  <a:pt x="2053092" y="59736"/>
                  <a:pt x="2060440" y="66380"/>
                </a:cubicBezTo>
                <a:cubicBezTo>
                  <a:pt x="2067787" y="73024"/>
                  <a:pt x="2071461" y="81863"/>
                  <a:pt x="2071461" y="92898"/>
                </a:cubicBezTo>
                <a:cubicBezTo>
                  <a:pt x="2071461" y="106242"/>
                  <a:pt x="2067238" y="116686"/>
                  <a:pt x="2058793" y="124230"/>
                </a:cubicBezTo>
                <a:cubicBezTo>
                  <a:pt x="2050348" y="131775"/>
                  <a:pt x="2038806" y="135547"/>
                  <a:pt x="2024167" y="135547"/>
                </a:cubicBezTo>
                <a:cubicBezTo>
                  <a:pt x="2011893" y="135547"/>
                  <a:pt x="2002125" y="133576"/>
                  <a:pt x="1994862" y="129635"/>
                </a:cubicBezTo>
                <a:close/>
                <a:moveTo>
                  <a:pt x="2174553" y="22042"/>
                </a:moveTo>
                <a:cubicBezTo>
                  <a:pt x="2161209" y="46871"/>
                  <a:pt x="2151694" y="67210"/>
                  <a:pt x="2146008" y="83059"/>
                </a:cubicBezTo>
                <a:cubicBezTo>
                  <a:pt x="2140321" y="98908"/>
                  <a:pt x="2136211" y="115672"/>
                  <a:pt x="2133677" y="133351"/>
                </a:cubicBezTo>
                <a:lnTo>
                  <a:pt x="2109355" y="133351"/>
                </a:lnTo>
                <a:cubicBezTo>
                  <a:pt x="2112001" y="116742"/>
                  <a:pt x="2116548" y="99978"/>
                  <a:pt x="2122994" y="83059"/>
                </a:cubicBezTo>
                <a:cubicBezTo>
                  <a:pt x="2129441" y="66141"/>
                  <a:pt x="2138463" y="47997"/>
                  <a:pt x="2150061" y="28630"/>
                </a:cubicBezTo>
                <a:lnTo>
                  <a:pt x="2090015" y="28630"/>
                </a:lnTo>
                <a:lnTo>
                  <a:pt x="2090015" y="9036"/>
                </a:lnTo>
                <a:lnTo>
                  <a:pt x="2174553" y="9036"/>
                </a:lnTo>
                <a:lnTo>
                  <a:pt x="2174553" y="22042"/>
                </a:lnTo>
                <a:close/>
                <a:moveTo>
                  <a:pt x="2183137" y="161558"/>
                </a:moveTo>
                <a:cubicBezTo>
                  <a:pt x="2200928" y="139601"/>
                  <a:pt x="2209824" y="114349"/>
                  <a:pt x="2209824" y="85804"/>
                </a:cubicBezTo>
                <a:cubicBezTo>
                  <a:pt x="2209824" y="57541"/>
                  <a:pt x="2200928" y="31951"/>
                  <a:pt x="2183137" y="9036"/>
                </a:cubicBezTo>
                <a:lnTo>
                  <a:pt x="2202730" y="9036"/>
                </a:lnTo>
                <a:cubicBezTo>
                  <a:pt x="2221253" y="31051"/>
                  <a:pt x="2230515" y="56668"/>
                  <a:pt x="2230515" y="85889"/>
                </a:cubicBezTo>
                <a:cubicBezTo>
                  <a:pt x="2230515" y="115616"/>
                  <a:pt x="2221225" y="140839"/>
                  <a:pt x="2202645" y="161558"/>
                </a:cubicBezTo>
                <a:lnTo>
                  <a:pt x="2183137" y="161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F1BB8-5A11-4429-8098-1F4CCA36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141" y="1984936"/>
            <a:ext cx="2432088" cy="88830"/>
          </a:xfrm>
          <a:custGeom xmlns:a="http://schemas.openxmlformats.org/drawingml/2006/main">
            <a:pathLst>
              <a:path w="2432088" h="88830">
                <a:moveTo>
                  <a:pt x="0" y="88830"/>
                </a:moveTo>
                <a:cubicBezTo>
                  <a:pt x="0" y="64390"/>
                  <a:pt x="73790" y="44493"/>
                  <a:pt x="164813" y="44493"/>
                </a:cubicBezTo>
                <a:lnTo>
                  <a:pt x="938901" y="44493"/>
                </a:lnTo>
                <a:cubicBezTo>
                  <a:pt x="1029924" y="44493"/>
                  <a:pt x="1103714" y="24597"/>
                  <a:pt x="1103714" y="0"/>
                </a:cubicBezTo>
                <a:cubicBezTo>
                  <a:pt x="1103714" y="24597"/>
                  <a:pt x="1177504" y="44493"/>
                  <a:pt x="1268527" y="44493"/>
                </a:cubicBezTo>
                <a:lnTo>
                  <a:pt x="2267431" y="44493"/>
                </a:lnTo>
                <a:cubicBezTo>
                  <a:pt x="2358298" y="44493"/>
                  <a:pt x="2432088" y="64390"/>
                  <a:pt x="2432088" y="88830"/>
                </a:cubicBezTo>
                <a:lnTo>
                  <a:pt x="0" y="8883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1B88D-8BE0-473A-BB18-28727E65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31" y="2073781"/>
            <a:ext cx="2432088" cy="1332275"/>
          </a:xfrm>
          <a:custGeom xmlns:a="http://schemas.openxmlformats.org/drawingml/2006/main">
            <a:pathLst>
              <a:path w="2432088" h="1332275" fill="none">
                <a:moveTo>
                  <a:pt x="0" y="1332275"/>
                </a:moveTo>
                <a:lnTo>
                  <a:pt x="2432088" y="1332275"/>
                </a:lnTo>
                <a:lnTo>
                  <a:pt x="2432088" y="0"/>
                </a:lnTo>
                <a:lnTo>
                  <a:pt x="0" y="0"/>
                </a:lnTo>
                <a:lnTo>
                  <a:pt x="0" y="133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33" cap="flat">
            <a:solidFill>
              <a:srgbClr val="262626"/>
            </a:solidFill>
            <a:custDash>
              <a:ds d="300000" sp="100000"/>
            </a:custDash>
            <a:miter/>
          </a:ln>
        </p:spPr>
      </p:sp>
      <p:sp>
        <p:nvSpPr>
          <p:cNvPr id="51" name="Text •168incidents">
            <a:extLst xmlns:a="http://schemas.openxmlformats.org/drawingml/2006/main">
              <a:ext uri="{FF2B5EF4-FFF2-40B4-BE49-F238E27FC236}">
                <a16:creationId xmlns:a16="http://schemas.microsoft.com/office/drawing/2014/main" id="{E6E92BE8-B2F3-4416-BADC-FF5FFF64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26" y="2158484"/>
            <a:ext cx="1199315" cy="133520"/>
          </a:xfrm>
          <a:custGeom xmlns:a="http://schemas.openxmlformats.org/drawingml/2006/main">
            <a:pathLst>
              <a:path w="1199315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5" y="4983"/>
                </a:moveTo>
                <a:lnTo>
                  <a:pt x="172085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0" y="19846"/>
                  <a:pt x="146243" y="13653"/>
                  <a:pt x="157222" y="4983"/>
                </a:cubicBezTo>
                <a:lnTo>
                  <a:pt x="172085" y="4983"/>
                </a:lnTo>
                <a:close/>
                <a:moveTo>
                  <a:pt x="288770" y="28545"/>
                </a:moveTo>
                <a:cubicBezTo>
                  <a:pt x="282520" y="25054"/>
                  <a:pt x="275680" y="23309"/>
                  <a:pt x="268248" y="23309"/>
                </a:cubicBezTo>
                <a:cubicBezTo>
                  <a:pt x="258282" y="23309"/>
                  <a:pt x="250358" y="27349"/>
                  <a:pt x="244474" y="35428"/>
                </a:cubicBezTo>
                <a:cubicBezTo>
                  <a:pt x="238591" y="43507"/>
                  <a:pt x="235649" y="53853"/>
                  <a:pt x="235649" y="66464"/>
                </a:cubicBezTo>
                <a:lnTo>
                  <a:pt x="236156" y="66464"/>
                </a:lnTo>
                <a:cubicBezTo>
                  <a:pt x="242068" y="56837"/>
                  <a:pt x="250991" y="52023"/>
                  <a:pt x="262927" y="52023"/>
                </a:cubicBezTo>
                <a:cubicBezTo>
                  <a:pt x="273400" y="52023"/>
                  <a:pt x="281732" y="55584"/>
                  <a:pt x="287925" y="62706"/>
                </a:cubicBezTo>
                <a:cubicBezTo>
                  <a:pt x="294119" y="69828"/>
                  <a:pt x="297215" y="79104"/>
                  <a:pt x="297215" y="90534"/>
                </a:cubicBezTo>
                <a:cubicBezTo>
                  <a:pt x="297215" y="103089"/>
                  <a:pt x="293274" y="113392"/>
                  <a:pt x="285392" y="121443"/>
                </a:cubicBezTo>
                <a:cubicBezTo>
                  <a:pt x="277510" y="129494"/>
                  <a:pt x="267516" y="133520"/>
                  <a:pt x="255411" y="133520"/>
                </a:cubicBezTo>
                <a:cubicBezTo>
                  <a:pt x="241392" y="133520"/>
                  <a:pt x="230680" y="128368"/>
                  <a:pt x="223277" y="118065"/>
                </a:cubicBezTo>
                <a:cubicBezTo>
                  <a:pt x="215873" y="107762"/>
                  <a:pt x="212171" y="93743"/>
                  <a:pt x="212171" y="76008"/>
                </a:cubicBezTo>
                <a:cubicBezTo>
                  <a:pt x="212171" y="55007"/>
                  <a:pt x="217013" y="37919"/>
                  <a:pt x="226697" y="24745"/>
                </a:cubicBezTo>
                <a:cubicBezTo>
                  <a:pt x="236381" y="11570"/>
                  <a:pt x="249781" y="4983"/>
                  <a:pt x="266897" y="4983"/>
                </a:cubicBezTo>
                <a:cubicBezTo>
                  <a:pt x="276355" y="4983"/>
                  <a:pt x="283647" y="6137"/>
                  <a:pt x="288770" y="8445"/>
                </a:cubicBezTo>
                <a:lnTo>
                  <a:pt x="288770" y="28545"/>
                </a:lnTo>
                <a:moveTo>
                  <a:pt x="236494" y="90534"/>
                </a:moveTo>
                <a:cubicBezTo>
                  <a:pt x="236494" y="97233"/>
                  <a:pt x="238211" y="103004"/>
                  <a:pt x="241645" y="107846"/>
                </a:cubicBezTo>
                <a:cubicBezTo>
                  <a:pt x="245080" y="112688"/>
                  <a:pt x="249696" y="115109"/>
                  <a:pt x="255496" y="115109"/>
                </a:cubicBezTo>
                <a:cubicBezTo>
                  <a:pt x="261182" y="115109"/>
                  <a:pt x="265686" y="112942"/>
                  <a:pt x="269008" y="108606"/>
                </a:cubicBezTo>
                <a:cubicBezTo>
                  <a:pt x="272330" y="104271"/>
                  <a:pt x="273991" y="98810"/>
                  <a:pt x="273991" y="92223"/>
                </a:cubicBezTo>
                <a:cubicBezTo>
                  <a:pt x="273991" y="77359"/>
                  <a:pt x="267798" y="69927"/>
                  <a:pt x="255411" y="69927"/>
                </a:cubicBezTo>
                <a:cubicBezTo>
                  <a:pt x="249837" y="69927"/>
                  <a:pt x="245291" y="71884"/>
                  <a:pt x="241772" y="75797"/>
                </a:cubicBezTo>
                <a:cubicBezTo>
                  <a:pt x="238253" y="79709"/>
                  <a:pt x="236494" y="84622"/>
                  <a:pt x="236494" y="90534"/>
                </a:cubicBezTo>
                <a:close/>
                <a:moveTo>
                  <a:pt x="311289" y="97881"/>
                </a:moveTo>
                <a:cubicBezTo>
                  <a:pt x="311289" y="90731"/>
                  <a:pt x="313302" y="84354"/>
                  <a:pt x="317327" y="78752"/>
                </a:cubicBezTo>
                <a:cubicBezTo>
                  <a:pt x="321353" y="73150"/>
                  <a:pt x="327166" y="68970"/>
                  <a:pt x="334767" y="66211"/>
                </a:cubicBezTo>
                <a:cubicBezTo>
                  <a:pt x="328743" y="63114"/>
                  <a:pt x="323999" y="59131"/>
                  <a:pt x="320537" y="54261"/>
                </a:cubicBezTo>
                <a:cubicBezTo>
                  <a:pt x="317074" y="49391"/>
                  <a:pt x="315343" y="43972"/>
                  <a:pt x="315343" y="38004"/>
                </a:cubicBezTo>
                <a:cubicBezTo>
                  <a:pt x="315343" y="31867"/>
                  <a:pt x="316989" y="26279"/>
                  <a:pt x="320283" y="21240"/>
                </a:cubicBezTo>
                <a:cubicBezTo>
                  <a:pt x="323577" y="16201"/>
                  <a:pt x="328208" y="12232"/>
                  <a:pt x="334176" y="9332"/>
                </a:cubicBezTo>
                <a:cubicBezTo>
                  <a:pt x="340144" y="6433"/>
                  <a:pt x="346731" y="4983"/>
                  <a:pt x="353938" y="4983"/>
                </a:cubicBezTo>
                <a:cubicBezTo>
                  <a:pt x="361201" y="4983"/>
                  <a:pt x="367844" y="6404"/>
                  <a:pt x="373869" y="9248"/>
                </a:cubicBezTo>
                <a:cubicBezTo>
                  <a:pt x="379893" y="12091"/>
                  <a:pt x="384552" y="16004"/>
                  <a:pt x="387846" y="20987"/>
                </a:cubicBezTo>
                <a:cubicBezTo>
                  <a:pt x="391139" y="25969"/>
                  <a:pt x="392786" y="31529"/>
                  <a:pt x="392786" y="37666"/>
                </a:cubicBezTo>
                <a:cubicBezTo>
                  <a:pt x="392786" y="49884"/>
                  <a:pt x="385973" y="59202"/>
                  <a:pt x="372348" y="65620"/>
                </a:cubicBezTo>
                <a:cubicBezTo>
                  <a:pt x="379893" y="68322"/>
                  <a:pt x="385762" y="72461"/>
                  <a:pt x="389957" y="78035"/>
                </a:cubicBezTo>
                <a:cubicBezTo>
                  <a:pt x="394151" y="83608"/>
                  <a:pt x="396249" y="90139"/>
                  <a:pt x="396249" y="97628"/>
                </a:cubicBezTo>
                <a:cubicBezTo>
                  <a:pt x="396249" y="108606"/>
                  <a:pt x="392406" y="117333"/>
                  <a:pt x="384721" y="123808"/>
                </a:cubicBezTo>
                <a:cubicBezTo>
                  <a:pt x="377036" y="130283"/>
                  <a:pt x="366690" y="133520"/>
                  <a:pt x="353684" y="133520"/>
                </a:cubicBezTo>
                <a:cubicBezTo>
                  <a:pt x="340847" y="133520"/>
                  <a:pt x="330572" y="130297"/>
                  <a:pt x="322859" y="123850"/>
                </a:cubicBezTo>
                <a:cubicBezTo>
                  <a:pt x="315146" y="117404"/>
                  <a:pt x="311289" y="108747"/>
                  <a:pt x="311289" y="97881"/>
                </a:cubicBezTo>
                <a:moveTo>
                  <a:pt x="333838" y="96361"/>
                </a:moveTo>
                <a:cubicBezTo>
                  <a:pt x="333838" y="102610"/>
                  <a:pt x="335611" y="107452"/>
                  <a:pt x="339158" y="110887"/>
                </a:cubicBezTo>
                <a:cubicBezTo>
                  <a:pt x="342705" y="114321"/>
                  <a:pt x="347576" y="116038"/>
                  <a:pt x="353769" y="116038"/>
                </a:cubicBezTo>
                <a:cubicBezTo>
                  <a:pt x="360131" y="116038"/>
                  <a:pt x="365057" y="114307"/>
                  <a:pt x="368548" y="110844"/>
                </a:cubicBezTo>
                <a:cubicBezTo>
                  <a:pt x="372039" y="107382"/>
                  <a:pt x="373784" y="102554"/>
                  <a:pt x="373784" y="96361"/>
                </a:cubicBezTo>
                <a:cubicBezTo>
                  <a:pt x="373784" y="90674"/>
                  <a:pt x="371898" y="85846"/>
                  <a:pt x="368126" y="81877"/>
                </a:cubicBezTo>
                <a:cubicBezTo>
                  <a:pt x="364354" y="77908"/>
                  <a:pt x="359568" y="75923"/>
                  <a:pt x="353769" y="75923"/>
                </a:cubicBezTo>
                <a:cubicBezTo>
                  <a:pt x="348082" y="75923"/>
                  <a:pt x="343339" y="77852"/>
                  <a:pt x="339538" y="81708"/>
                </a:cubicBezTo>
                <a:cubicBezTo>
                  <a:pt x="335738" y="85565"/>
                  <a:pt x="333838" y="90449"/>
                  <a:pt x="333838" y="96361"/>
                </a:cubicBezTo>
                <a:moveTo>
                  <a:pt x="337638" y="39693"/>
                </a:moveTo>
                <a:cubicBezTo>
                  <a:pt x="337638" y="44591"/>
                  <a:pt x="339243" y="48786"/>
                  <a:pt x="342452" y="52276"/>
                </a:cubicBezTo>
                <a:cubicBezTo>
                  <a:pt x="345661" y="55767"/>
                  <a:pt x="349546" y="57512"/>
                  <a:pt x="354107" y="57512"/>
                </a:cubicBezTo>
                <a:cubicBezTo>
                  <a:pt x="358780" y="57512"/>
                  <a:pt x="362721" y="55753"/>
                  <a:pt x="365930" y="52234"/>
                </a:cubicBezTo>
                <a:cubicBezTo>
                  <a:pt x="369139" y="48715"/>
                  <a:pt x="370744" y="44535"/>
                  <a:pt x="370744" y="39693"/>
                </a:cubicBezTo>
                <a:cubicBezTo>
                  <a:pt x="370744" y="34232"/>
                  <a:pt x="369252" y="29995"/>
                  <a:pt x="366268" y="26983"/>
                </a:cubicBezTo>
                <a:cubicBezTo>
                  <a:pt x="363284" y="23971"/>
                  <a:pt x="359230" y="22464"/>
                  <a:pt x="354107" y="22464"/>
                </a:cubicBezTo>
                <a:cubicBezTo>
                  <a:pt x="348983" y="22464"/>
                  <a:pt x="344957" y="23985"/>
                  <a:pt x="342030" y="27025"/>
                </a:cubicBezTo>
                <a:cubicBezTo>
                  <a:pt x="339102" y="30065"/>
                  <a:pt x="337638" y="34288"/>
                  <a:pt x="337638" y="39693"/>
                </a:cubicBezTo>
                <a:close/>
                <a:moveTo>
                  <a:pt x="474522" y="13344"/>
                </a:moveTo>
                <a:cubicBezTo>
                  <a:pt x="474522" y="9740"/>
                  <a:pt x="475803" y="6728"/>
                  <a:pt x="478365" y="4307"/>
                </a:cubicBezTo>
                <a:cubicBezTo>
                  <a:pt x="480926" y="1886"/>
                  <a:pt x="484234" y="676"/>
                  <a:pt x="488288" y="676"/>
                </a:cubicBezTo>
                <a:cubicBezTo>
                  <a:pt x="492229" y="676"/>
                  <a:pt x="495523" y="1872"/>
                  <a:pt x="498169" y="4265"/>
                </a:cubicBezTo>
                <a:cubicBezTo>
                  <a:pt x="500815" y="6658"/>
                  <a:pt x="502138" y="9684"/>
                  <a:pt x="502138" y="13344"/>
                </a:cubicBezTo>
                <a:cubicBezTo>
                  <a:pt x="502138" y="17003"/>
                  <a:pt x="500829" y="20044"/>
                  <a:pt x="498211" y="22464"/>
                </a:cubicBezTo>
                <a:cubicBezTo>
                  <a:pt x="495593" y="24885"/>
                  <a:pt x="492285" y="26096"/>
                  <a:pt x="488288" y="26096"/>
                </a:cubicBezTo>
                <a:cubicBezTo>
                  <a:pt x="484290" y="26096"/>
                  <a:pt x="480997" y="24857"/>
                  <a:pt x="478407" y="22380"/>
                </a:cubicBezTo>
                <a:cubicBezTo>
                  <a:pt x="475817" y="19903"/>
                  <a:pt x="474522" y="16891"/>
                  <a:pt x="474522" y="13344"/>
                </a:cubicBezTo>
                <a:moveTo>
                  <a:pt x="476380" y="131324"/>
                </a:moveTo>
                <a:lnTo>
                  <a:pt x="476380" y="42564"/>
                </a:lnTo>
                <a:lnTo>
                  <a:pt x="499858" y="42564"/>
                </a:lnTo>
                <a:lnTo>
                  <a:pt x="499858" y="131324"/>
                </a:lnTo>
                <a:lnTo>
                  <a:pt x="476380" y="131324"/>
                </a:lnTo>
                <a:close/>
                <a:moveTo>
                  <a:pt x="606281" y="131324"/>
                </a:moveTo>
                <a:lnTo>
                  <a:pt x="582804" y="131324"/>
                </a:lnTo>
                <a:lnTo>
                  <a:pt x="582804" y="81582"/>
                </a:lnTo>
                <a:cubicBezTo>
                  <a:pt x="582804" y="66380"/>
                  <a:pt x="577314" y="58779"/>
                  <a:pt x="566335" y="58779"/>
                </a:cubicBezTo>
                <a:cubicBezTo>
                  <a:pt x="560818" y="58779"/>
                  <a:pt x="556328" y="60848"/>
                  <a:pt x="552865" y="64987"/>
                </a:cubicBezTo>
                <a:cubicBezTo>
                  <a:pt x="549402" y="69125"/>
                  <a:pt x="547671" y="74375"/>
                  <a:pt x="547671" y="80737"/>
                </a:cubicBezTo>
                <a:lnTo>
                  <a:pt x="547671" y="131324"/>
                </a:lnTo>
                <a:lnTo>
                  <a:pt x="524109" y="131324"/>
                </a:lnTo>
                <a:lnTo>
                  <a:pt x="524109" y="42564"/>
                </a:lnTo>
                <a:lnTo>
                  <a:pt x="547671" y="42564"/>
                </a:lnTo>
                <a:lnTo>
                  <a:pt x="547671" y="56837"/>
                </a:lnTo>
                <a:lnTo>
                  <a:pt x="547924" y="56837"/>
                </a:lnTo>
                <a:cubicBezTo>
                  <a:pt x="554455" y="45914"/>
                  <a:pt x="564055" y="40453"/>
                  <a:pt x="576723" y="40453"/>
                </a:cubicBezTo>
                <a:cubicBezTo>
                  <a:pt x="596429" y="40453"/>
                  <a:pt x="606281" y="52642"/>
                  <a:pt x="606281" y="77021"/>
                </a:cubicBezTo>
                <a:lnTo>
                  <a:pt x="606281" y="131324"/>
                </a:lnTo>
                <a:close/>
                <a:moveTo>
                  <a:pt x="694635" y="127862"/>
                </a:moveTo>
                <a:cubicBezTo>
                  <a:pt x="688273" y="131634"/>
                  <a:pt x="679574" y="133520"/>
                  <a:pt x="668539" y="133520"/>
                </a:cubicBezTo>
                <a:cubicBezTo>
                  <a:pt x="655252" y="133520"/>
                  <a:pt x="644484" y="129424"/>
                  <a:pt x="636236" y="121232"/>
                </a:cubicBezTo>
                <a:cubicBezTo>
                  <a:pt x="627987" y="113040"/>
                  <a:pt x="623863" y="102329"/>
                  <a:pt x="623863" y="89098"/>
                </a:cubicBezTo>
                <a:cubicBezTo>
                  <a:pt x="623863" y="74009"/>
                  <a:pt x="628283" y="62129"/>
                  <a:pt x="637122" y="53459"/>
                </a:cubicBezTo>
                <a:cubicBezTo>
                  <a:pt x="645962" y="44788"/>
                  <a:pt x="657757" y="40453"/>
                  <a:pt x="672508" y="40453"/>
                </a:cubicBezTo>
                <a:cubicBezTo>
                  <a:pt x="682136" y="40453"/>
                  <a:pt x="689511" y="41861"/>
                  <a:pt x="694635" y="44676"/>
                </a:cubicBezTo>
                <a:lnTo>
                  <a:pt x="694635" y="65367"/>
                </a:lnTo>
                <a:cubicBezTo>
                  <a:pt x="688667" y="60975"/>
                  <a:pt x="682079" y="58779"/>
                  <a:pt x="674873" y="58779"/>
                </a:cubicBezTo>
                <a:cubicBezTo>
                  <a:pt x="666653" y="58779"/>
                  <a:pt x="660065" y="61355"/>
                  <a:pt x="655111" y="66507"/>
                </a:cubicBezTo>
                <a:cubicBezTo>
                  <a:pt x="650156" y="71658"/>
                  <a:pt x="647679" y="78626"/>
                  <a:pt x="647679" y="87409"/>
                </a:cubicBezTo>
                <a:cubicBezTo>
                  <a:pt x="647679" y="96079"/>
                  <a:pt x="650015" y="102864"/>
                  <a:pt x="654688" y="107762"/>
                </a:cubicBezTo>
                <a:cubicBezTo>
                  <a:pt x="659362" y="112660"/>
                  <a:pt x="665780" y="115109"/>
                  <a:pt x="673944" y="115109"/>
                </a:cubicBezTo>
                <a:cubicBezTo>
                  <a:pt x="681094" y="115109"/>
                  <a:pt x="687991" y="112857"/>
                  <a:pt x="694635" y="108353"/>
                </a:cubicBezTo>
                <a:lnTo>
                  <a:pt x="694635" y="127862"/>
                </a:lnTo>
                <a:close/>
                <a:moveTo>
                  <a:pt x="711304" y="13344"/>
                </a:moveTo>
                <a:cubicBezTo>
                  <a:pt x="711304" y="9740"/>
                  <a:pt x="712585" y="6728"/>
                  <a:pt x="715147" y="4307"/>
                </a:cubicBezTo>
                <a:cubicBezTo>
                  <a:pt x="717708" y="1886"/>
                  <a:pt x="721016" y="676"/>
                  <a:pt x="725070" y="676"/>
                </a:cubicBezTo>
                <a:cubicBezTo>
                  <a:pt x="729011" y="676"/>
                  <a:pt x="732305" y="1872"/>
                  <a:pt x="734951" y="4265"/>
                </a:cubicBezTo>
                <a:cubicBezTo>
                  <a:pt x="737597" y="6658"/>
                  <a:pt x="738920" y="9684"/>
                  <a:pt x="738920" y="13344"/>
                </a:cubicBezTo>
                <a:cubicBezTo>
                  <a:pt x="738920" y="17003"/>
                  <a:pt x="737611" y="20044"/>
                  <a:pt x="734993" y="22464"/>
                </a:cubicBezTo>
                <a:cubicBezTo>
                  <a:pt x="732375" y="24885"/>
                  <a:pt x="729067" y="26096"/>
                  <a:pt x="725070" y="26096"/>
                </a:cubicBezTo>
                <a:cubicBezTo>
                  <a:pt x="721072" y="26096"/>
                  <a:pt x="717779" y="24857"/>
                  <a:pt x="715189" y="22380"/>
                </a:cubicBezTo>
                <a:cubicBezTo>
                  <a:pt x="712599" y="19903"/>
                  <a:pt x="711304" y="16891"/>
                  <a:pt x="711304" y="13344"/>
                </a:cubicBezTo>
                <a:moveTo>
                  <a:pt x="713162" y="131324"/>
                </a:moveTo>
                <a:lnTo>
                  <a:pt x="713162" y="42564"/>
                </a:lnTo>
                <a:lnTo>
                  <a:pt x="736640" y="42564"/>
                </a:lnTo>
                <a:lnTo>
                  <a:pt x="736640" y="131324"/>
                </a:lnTo>
                <a:lnTo>
                  <a:pt x="713162" y="131324"/>
                </a:lnTo>
                <a:close/>
                <a:moveTo>
                  <a:pt x="844499" y="131324"/>
                </a:moveTo>
                <a:lnTo>
                  <a:pt x="821021" y="131324"/>
                </a:lnTo>
                <a:lnTo>
                  <a:pt x="821021" y="118234"/>
                </a:lnTo>
                <a:lnTo>
                  <a:pt x="820599" y="118234"/>
                </a:lnTo>
                <a:cubicBezTo>
                  <a:pt x="814293" y="128425"/>
                  <a:pt x="804862" y="133520"/>
                  <a:pt x="792307" y="133520"/>
                </a:cubicBezTo>
                <a:cubicBezTo>
                  <a:pt x="781159" y="133520"/>
                  <a:pt x="772235" y="129523"/>
                  <a:pt x="765536" y="121528"/>
                </a:cubicBezTo>
                <a:cubicBezTo>
                  <a:pt x="758836" y="113533"/>
                  <a:pt x="755486" y="102667"/>
                  <a:pt x="755486" y="88929"/>
                </a:cubicBezTo>
                <a:cubicBezTo>
                  <a:pt x="755486" y="74347"/>
                  <a:pt x="759230" y="62622"/>
                  <a:pt x="766718" y="53754"/>
                </a:cubicBezTo>
                <a:cubicBezTo>
                  <a:pt x="774206" y="44887"/>
                  <a:pt x="783946" y="40453"/>
                  <a:pt x="795939" y="40453"/>
                </a:cubicBezTo>
                <a:cubicBezTo>
                  <a:pt x="807593" y="40453"/>
                  <a:pt x="815813" y="44760"/>
                  <a:pt x="820599" y="53374"/>
                </a:cubicBezTo>
                <a:lnTo>
                  <a:pt x="821021" y="53374"/>
                </a:lnTo>
                <a:lnTo>
                  <a:pt x="821021" y="0"/>
                </a:lnTo>
                <a:lnTo>
                  <a:pt x="844499" y="0"/>
                </a:lnTo>
                <a:lnTo>
                  <a:pt x="844499" y="131324"/>
                </a:lnTo>
                <a:moveTo>
                  <a:pt x="821359" y="80568"/>
                </a:moveTo>
                <a:cubicBezTo>
                  <a:pt x="821359" y="74319"/>
                  <a:pt x="819445" y="69125"/>
                  <a:pt x="815616" y="64987"/>
                </a:cubicBezTo>
                <a:cubicBezTo>
                  <a:pt x="811788" y="60848"/>
                  <a:pt x="806974" y="58779"/>
                  <a:pt x="801175" y="58779"/>
                </a:cubicBezTo>
                <a:cubicBezTo>
                  <a:pt x="794418" y="58779"/>
                  <a:pt x="789084" y="61425"/>
                  <a:pt x="785171" y="66718"/>
                </a:cubicBezTo>
                <a:cubicBezTo>
                  <a:pt x="781258" y="72010"/>
                  <a:pt x="779301" y="79189"/>
                  <a:pt x="779301" y="88253"/>
                </a:cubicBezTo>
                <a:cubicBezTo>
                  <a:pt x="779301" y="96755"/>
                  <a:pt x="781187" y="103356"/>
                  <a:pt x="784960" y="108058"/>
                </a:cubicBezTo>
                <a:cubicBezTo>
                  <a:pt x="788732" y="112759"/>
                  <a:pt x="793827" y="115109"/>
                  <a:pt x="800246" y="115109"/>
                </a:cubicBezTo>
                <a:cubicBezTo>
                  <a:pt x="806439" y="115109"/>
                  <a:pt x="811506" y="112660"/>
                  <a:pt x="815447" y="107762"/>
                </a:cubicBezTo>
                <a:cubicBezTo>
                  <a:pt x="819388" y="102864"/>
                  <a:pt x="821359" y="96614"/>
                  <a:pt x="821359" y="89013"/>
                </a:cubicBezTo>
                <a:lnTo>
                  <a:pt x="821359" y="80568"/>
                </a:lnTo>
                <a:close/>
                <a:moveTo>
                  <a:pt x="946438" y="93574"/>
                </a:moveTo>
                <a:lnTo>
                  <a:pt x="887152" y="93574"/>
                </a:lnTo>
                <a:cubicBezTo>
                  <a:pt x="888109" y="108663"/>
                  <a:pt x="896667" y="116207"/>
                  <a:pt x="912826" y="116207"/>
                </a:cubicBezTo>
                <a:cubicBezTo>
                  <a:pt x="922679" y="116207"/>
                  <a:pt x="931462" y="113617"/>
                  <a:pt x="939175" y="108438"/>
                </a:cubicBezTo>
                <a:lnTo>
                  <a:pt x="939175" y="126342"/>
                </a:lnTo>
                <a:cubicBezTo>
                  <a:pt x="930955" y="131127"/>
                  <a:pt x="920398" y="133520"/>
                  <a:pt x="907505" y="133520"/>
                </a:cubicBezTo>
                <a:cubicBezTo>
                  <a:pt x="893711" y="133520"/>
                  <a:pt x="882972" y="129523"/>
                  <a:pt x="875286" y="121528"/>
                </a:cubicBezTo>
                <a:cubicBezTo>
                  <a:pt x="867601" y="113533"/>
                  <a:pt x="863759" y="102357"/>
                  <a:pt x="863759" y="88000"/>
                </a:cubicBezTo>
                <a:cubicBezTo>
                  <a:pt x="863759" y="73924"/>
                  <a:pt x="867883" y="62481"/>
                  <a:pt x="876131" y="53670"/>
                </a:cubicBezTo>
                <a:cubicBezTo>
                  <a:pt x="884379" y="44859"/>
                  <a:pt x="894697" y="40453"/>
                  <a:pt x="907083" y="40453"/>
                </a:cubicBezTo>
                <a:cubicBezTo>
                  <a:pt x="919469" y="40453"/>
                  <a:pt x="929125" y="44253"/>
                  <a:pt x="936050" y="51854"/>
                </a:cubicBezTo>
                <a:cubicBezTo>
                  <a:pt x="942975" y="59455"/>
                  <a:pt x="946438" y="69899"/>
                  <a:pt x="946438" y="83186"/>
                </a:cubicBezTo>
                <a:lnTo>
                  <a:pt x="946438" y="93574"/>
                </a:lnTo>
                <a:moveTo>
                  <a:pt x="924227" y="78119"/>
                </a:moveTo>
                <a:cubicBezTo>
                  <a:pt x="924227" y="64043"/>
                  <a:pt x="918428" y="57006"/>
                  <a:pt x="906830" y="57006"/>
                </a:cubicBezTo>
                <a:cubicBezTo>
                  <a:pt x="901988" y="57006"/>
                  <a:pt x="897723" y="58920"/>
                  <a:pt x="894035" y="62749"/>
                </a:cubicBezTo>
                <a:cubicBezTo>
                  <a:pt x="890347" y="66577"/>
                  <a:pt x="888053" y="71701"/>
                  <a:pt x="887152" y="78119"/>
                </a:cubicBezTo>
                <a:lnTo>
                  <a:pt x="924227" y="78119"/>
                </a:lnTo>
                <a:close/>
                <a:moveTo>
                  <a:pt x="1047502" y="131324"/>
                </a:moveTo>
                <a:lnTo>
                  <a:pt x="1024024" y="131324"/>
                </a:lnTo>
                <a:lnTo>
                  <a:pt x="1024024" y="81582"/>
                </a:lnTo>
                <a:cubicBezTo>
                  <a:pt x="1024024" y="66380"/>
                  <a:pt x="1018534" y="58779"/>
                  <a:pt x="1007555" y="58779"/>
                </a:cubicBezTo>
                <a:cubicBezTo>
                  <a:pt x="1002038" y="58779"/>
                  <a:pt x="997548" y="60848"/>
                  <a:pt x="994085" y="64987"/>
                </a:cubicBezTo>
                <a:cubicBezTo>
                  <a:pt x="990623" y="69125"/>
                  <a:pt x="988891" y="74375"/>
                  <a:pt x="988891" y="80737"/>
                </a:cubicBezTo>
                <a:lnTo>
                  <a:pt x="988891" y="131324"/>
                </a:lnTo>
                <a:lnTo>
                  <a:pt x="965329" y="131324"/>
                </a:lnTo>
                <a:lnTo>
                  <a:pt x="965329" y="42564"/>
                </a:lnTo>
                <a:lnTo>
                  <a:pt x="988891" y="42564"/>
                </a:lnTo>
                <a:lnTo>
                  <a:pt x="988891" y="56837"/>
                </a:lnTo>
                <a:lnTo>
                  <a:pt x="989145" y="56837"/>
                </a:lnTo>
                <a:cubicBezTo>
                  <a:pt x="995676" y="45914"/>
                  <a:pt x="1005275" y="40453"/>
                  <a:pt x="1017943" y="40453"/>
                </a:cubicBezTo>
                <a:cubicBezTo>
                  <a:pt x="1037649" y="40453"/>
                  <a:pt x="1047502" y="52642"/>
                  <a:pt x="1047502" y="77021"/>
                </a:cubicBezTo>
                <a:lnTo>
                  <a:pt x="1047502" y="131324"/>
                </a:lnTo>
                <a:close/>
                <a:moveTo>
                  <a:pt x="1120400" y="130395"/>
                </a:moveTo>
                <a:cubicBezTo>
                  <a:pt x="1116403" y="132422"/>
                  <a:pt x="1110829" y="133436"/>
                  <a:pt x="1103678" y="133436"/>
                </a:cubicBezTo>
                <a:cubicBezTo>
                  <a:pt x="1085493" y="133436"/>
                  <a:pt x="1076400" y="123808"/>
                  <a:pt x="1076400" y="104553"/>
                </a:cubicBezTo>
                <a:lnTo>
                  <a:pt x="1076400" y="60468"/>
                </a:lnTo>
                <a:lnTo>
                  <a:pt x="1061705" y="60468"/>
                </a:lnTo>
                <a:lnTo>
                  <a:pt x="1061705" y="42564"/>
                </a:lnTo>
                <a:lnTo>
                  <a:pt x="1076400" y="42564"/>
                </a:lnTo>
                <a:lnTo>
                  <a:pt x="1076400" y="22718"/>
                </a:lnTo>
                <a:lnTo>
                  <a:pt x="1099878" y="15877"/>
                </a:lnTo>
                <a:lnTo>
                  <a:pt x="1099878" y="42564"/>
                </a:lnTo>
                <a:lnTo>
                  <a:pt x="1120400" y="42564"/>
                </a:lnTo>
                <a:lnTo>
                  <a:pt x="1120400" y="60468"/>
                </a:lnTo>
                <a:lnTo>
                  <a:pt x="1099878" y="60468"/>
                </a:lnTo>
                <a:lnTo>
                  <a:pt x="1099878" y="100415"/>
                </a:lnTo>
                <a:cubicBezTo>
                  <a:pt x="1099878" y="110211"/>
                  <a:pt x="1103735" y="115109"/>
                  <a:pt x="1111448" y="115109"/>
                </a:cubicBezTo>
                <a:cubicBezTo>
                  <a:pt x="1114657" y="115109"/>
                  <a:pt x="1117641" y="114209"/>
                  <a:pt x="1120400" y="112407"/>
                </a:cubicBezTo>
                <a:lnTo>
                  <a:pt x="1120400" y="130395"/>
                </a:lnTo>
                <a:close/>
                <a:moveTo>
                  <a:pt x="1133949" y="108522"/>
                </a:moveTo>
                <a:cubicBezTo>
                  <a:pt x="1142732" y="114040"/>
                  <a:pt x="1151402" y="116798"/>
                  <a:pt x="1159960" y="116798"/>
                </a:cubicBezTo>
                <a:cubicBezTo>
                  <a:pt x="1170996" y="116798"/>
                  <a:pt x="1176513" y="113674"/>
                  <a:pt x="1176513" y="107424"/>
                </a:cubicBezTo>
                <a:cubicBezTo>
                  <a:pt x="1176513" y="103089"/>
                  <a:pt x="1172150" y="99429"/>
                  <a:pt x="1163423" y="96445"/>
                </a:cubicBezTo>
                <a:cubicBezTo>
                  <a:pt x="1150699" y="92166"/>
                  <a:pt x="1142619" y="87958"/>
                  <a:pt x="1139185" y="83820"/>
                </a:cubicBezTo>
                <a:cubicBezTo>
                  <a:pt x="1135751" y="79681"/>
                  <a:pt x="1134033" y="74375"/>
                  <a:pt x="1134033" y="67900"/>
                </a:cubicBezTo>
                <a:cubicBezTo>
                  <a:pt x="1134033" y="59342"/>
                  <a:pt x="1137524" y="52628"/>
                  <a:pt x="1144506" y="47758"/>
                </a:cubicBezTo>
                <a:cubicBezTo>
                  <a:pt x="1151487" y="42888"/>
                  <a:pt x="1160467" y="40453"/>
                  <a:pt x="1171446" y="40453"/>
                </a:cubicBezTo>
                <a:cubicBezTo>
                  <a:pt x="1179103" y="40453"/>
                  <a:pt x="1186760" y="41663"/>
                  <a:pt x="1194417" y="44084"/>
                </a:cubicBezTo>
                <a:lnTo>
                  <a:pt x="1194417" y="63255"/>
                </a:lnTo>
                <a:cubicBezTo>
                  <a:pt x="1187492" y="59145"/>
                  <a:pt x="1179919" y="57090"/>
                  <a:pt x="1171699" y="57090"/>
                </a:cubicBezTo>
                <a:cubicBezTo>
                  <a:pt x="1167364" y="57090"/>
                  <a:pt x="1163873" y="57907"/>
                  <a:pt x="1161227" y="59539"/>
                </a:cubicBezTo>
                <a:cubicBezTo>
                  <a:pt x="1158581" y="61172"/>
                  <a:pt x="1157258" y="63340"/>
                  <a:pt x="1157258" y="66042"/>
                </a:cubicBezTo>
                <a:cubicBezTo>
                  <a:pt x="1157258" y="70490"/>
                  <a:pt x="1160946" y="74009"/>
                  <a:pt x="1168321" y="76599"/>
                </a:cubicBezTo>
                <a:cubicBezTo>
                  <a:pt x="1176710" y="79639"/>
                  <a:pt x="1182875" y="82187"/>
                  <a:pt x="1186816" y="84242"/>
                </a:cubicBezTo>
                <a:cubicBezTo>
                  <a:pt x="1190758" y="86297"/>
                  <a:pt x="1193826" y="89098"/>
                  <a:pt x="1196022" y="92645"/>
                </a:cubicBezTo>
                <a:cubicBezTo>
                  <a:pt x="1198218" y="96192"/>
                  <a:pt x="1199315" y="100358"/>
                  <a:pt x="1199315" y="105144"/>
                </a:cubicBezTo>
                <a:cubicBezTo>
                  <a:pt x="1199315" y="114152"/>
                  <a:pt x="1195726" y="121134"/>
                  <a:pt x="1188548" y="126088"/>
                </a:cubicBezTo>
                <a:cubicBezTo>
                  <a:pt x="1181369" y="131043"/>
                  <a:pt x="1171896" y="133520"/>
                  <a:pt x="1160129" y="133520"/>
                </a:cubicBezTo>
                <a:cubicBezTo>
                  <a:pt x="1150220" y="133520"/>
                  <a:pt x="1141493" y="131944"/>
                  <a:pt x="1133949" y="128791"/>
                </a:cubicBezTo>
                <a:lnTo>
                  <a:pt x="1133949" y="108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•138malware">
            <a:extLst xmlns:a="http://schemas.openxmlformats.org/drawingml/2006/main">
              <a:ext uri="{FF2B5EF4-FFF2-40B4-BE49-F238E27FC236}">
                <a16:creationId xmlns:a16="http://schemas.microsoft.com/office/drawing/2014/main" id="{06E7851C-5207-4BA7-8501-6EE656AB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26" y="2365283"/>
            <a:ext cx="1153643" cy="133520"/>
          </a:xfrm>
          <a:custGeom xmlns:a="http://schemas.openxmlformats.org/drawingml/2006/main">
            <a:pathLst>
              <a:path w="1153643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5" y="4983"/>
                </a:moveTo>
                <a:lnTo>
                  <a:pt x="172085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0" y="19846"/>
                  <a:pt x="146243" y="13653"/>
                  <a:pt x="157222" y="4983"/>
                </a:cubicBezTo>
                <a:lnTo>
                  <a:pt x="172085" y="4983"/>
                </a:lnTo>
                <a:close/>
                <a:moveTo>
                  <a:pt x="215549" y="105735"/>
                </a:moveTo>
                <a:cubicBezTo>
                  <a:pt x="223938" y="111985"/>
                  <a:pt x="233622" y="115109"/>
                  <a:pt x="244601" y="115109"/>
                </a:cubicBezTo>
                <a:cubicBezTo>
                  <a:pt x="251808" y="115109"/>
                  <a:pt x="257607" y="113463"/>
                  <a:pt x="261998" y="110169"/>
                </a:cubicBezTo>
                <a:cubicBezTo>
                  <a:pt x="266390" y="106875"/>
                  <a:pt x="268586" y="102160"/>
                  <a:pt x="268586" y="96023"/>
                </a:cubicBezTo>
                <a:cubicBezTo>
                  <a:pt x="268586" y="83130"/>
                  <a:pt x="258846" y="76683"/>
                  <a:pt x="239365" y="76683"/>
                </a:cubicBezTo>
                <a:lnTo>
                  <a:pt x="228386" y="76683"/>
                </a:lnTo>
                <a:lnTo>
                  <a:pt x="228386" y="58273"/>
                </a:lnTo>
                <a:lnTo>
                  <a:pt x="238605" y="58273"/>
                </a:lnTo>
                <a:cubicBezTo>
                  <a:pt x="256059" y="58273"/>
                  <a:pt x="264785" y="52248"/>
                  <a:pt x="264785" y="40200"/>
                </a:cubicBezTo>
                <a:cubicBezTo>
                  <a:pt x="264785" y="28939"/>
                  <a:pt x="258085" y="23309"/>
                  <a:pt x="244686" y="23309"/>
                </a:cubicBezTo>
                <a:cubicBezTo>
                  <a:pt x="236297" y="23309"/>
                  <a:pt x="228161" y="26068"/>
                  <a:pt x="220279" y="31585"/>
                </a:cubicBezTo>
                <a:lnTo>
                  <a:pt x="220279" y="11739"/>
                </a:lnTo>
                <a:cubicBezTo>
                  <a:pt x="228724" y="7235"/>
                  <a:pt x="238689" y="4983"/>
                  <a:pt x="250175" y="4983"/>
                </a:cubicBezTo>
                <a:cubicBezTo>
                  <a:pt x="261604" y="4983"/>
                  <a:pt x="270894" y="7685"/>
                  <a:pt x="278044" y="13090"/>
                </a:cubicBezTo>
                <a:cubicBezTo>
                  <a:pt x="285195" y="18495"/>
                  <a:pt x="288770" y="25983"/>
                  <a:pt x="288770" y="35555"/>
                </a:cubicBezTo>
                <a:cubicBezTo>
                  <a:pt x="288770" y="51713"/>
                  <a:pt x="280522" y="61960"/>
                  <a:pt x="264025" y="66296"/>
                </a:cubicBezTo>
                <a:lnTo>
                  <a:pt x="264025" y="66633"/>
                </a:lnTo>
                <a:cubicBezTo>
                  <a:pt x="272639" y="67534"/>
                  <a:pt x="279565" y="70701"/>
                  <a:pt x="284801" y="76134"/>
                </a:cubicBezTo>
                <a:cubicBezTo>
                  <a:pt x="290037" y="81567"/>
                  <a:pt x="292655" y="88141"/>
                  <a:pt x="292655" y="95854"/>
                </a:cubicBezTo>
                <a:cubicBezTo>
                  <a:pt x="292655" y="107621"/>
                  <a:pt x="288390" y="116841"/>
                  <a:pt x="279860" y="123512"/>
                </a:cubicBezTo>
                <a:cubicBezTo>
                  <a:pt x="271330" y="130184"/>
                  <a:pt x="260028" y="133520"/>
                  <a:pt x="245952" y="133520"/>
                </a:cubicBezTo>
                <a:cubicBezTo>
                  <a:pt x="233566" y="133520"/>
                  <a:pt x="223432" y="131381"/>
                  <a:pt x="215549" y="127102"/>
                </a:cubicBezTo>
                <a:lnTo>
                  <a:pt x="215549" y="105735"/>
                </a:lnTo>
                <a:close/>
                <a:moveTo>
                  <a:pt x="311289" y="97881"/>
                </a:moveTo>
                <a:cubicBezTo>
                  <a:pt x="311289" y="90731"/>
                  <a:pt x="313302" y="84354"/>
                  <a:pt x="317327" y="78752"/>
                </a:cubicBezTo>
                <a:cubicBezTo>
                  <a:pt x="321353" y="73150"/>
                  <a:pt x="327166" y="68970"/>
                  <a:pt x="334767" y="66211"/>
                </a:cubicBezTo>
                <a:cubicBezTo>
                  <a:pt x="328743" y="63114"/>
                  <a:pt x="323999" y="59131"/>
                  <a:pt x="320537" y="54261"/>
                </a:cubicBezTo>
                <a:cubicBezTo>
                  <a:pt x="317074" y="49391"/>
                  <a:pt x="315343" y="43972"/>
                  <a:pt x="315343" y="38004"/>
                </a:cubicBezTo>
                <a:cubicBezTo>
                  <a:pt x="315343" y="31867"/>
                  <a:pt x="316989" y="26279"/>
                  <a:pt x="320283" y="21240"/>
                </a:cubicBezTo>
                <a:cubicBezTo>
                  <a:pt x="323577" y="16201"/>
                  <a:pt x="328208" y="12232"/>
                  <a:pt x="334176" y="9332"/>
                </a:cubicBezTo>
                <a:cubicBezTo>
                  <a:pt x="340144" y="6433"/>
                  <a:pt x="346731" y="4983"/>
                  <a:pt x="353938" y="4983"/>
                </a:cubicBezTo>
                <a:cubicBezTo>
                  <a:pt x="361201" y="4983"/>
                  <a:pt x="367844" y="6404"/>
                  <a:pt x="373869" y="9248"/>
                </a:cubicBezTo>
                <a:cubicBezTo>
                  <a:pt x="379893" y="12091"/>
                  <a:pt x="384552" y="16004"/>
                  <a:pt x="387846" y="20987"/>
                </a:cubicBezTo>
                <a:cubicBezTo>
                  <a:pt x="391139" y="25969"/>
                  <a:pt x="392786" y="31529"/>
                  <a:pt x="392786" y="37666"/>
                </a:cubicBezTo>
                <a:cubicBezTo>
                  <a:pt x="392786" y="49884"/>
                  <a:pt x="385973" y="59202"/>
                  <a:pt x="372348" y="65620"/>
                </a:cubicBezTo>
                <a:cubicBezTo>
                  <a:pt x="379893" y="68322"/>
                  <a:pt x="385762" y="72461"/>
                  <a:pt x="389957" y="78035"/>
                </a:cubicBezTo>
                <a:cubicBezTo>
                  <a:pt x="394151" y="83608"/>
                  <a:pt x="396249" y="90139"/>
                  <a:pt x="396249" y="97628"/>
                </a:cubicBezTo>
                <a:cubicBezTo>
                  <a:pt x="396249" y="108606"/>
                  <a:pt x="392406" y="117333"/>
                  <a:pt x="384721" y="123808"/>
                </a:cubicBezTo>
                <a:cubicBezTo>
                  <a:pt x="377036" y="130283"/>
                  <a:pt x="366690" y="133520"/>
                  <a:pt x="353684" y="133520"/>
                </a:cubicBezTo>
                <a:cubicBezTo>
                  <a:pt x="340847" y="133520"/>
                  <a:pt x="330572" y="130297"/>
                  <a:pt x="322859" y="123850"/>
                </a:cubicBezTo>
                <a:cubicBezTo>
                  <a:pt x="315146" y="117404"/>
                  <a:pt x="311289" y="108747"/>
                  <a:pt x="311289" y="97881"/>
                </a:cubicBezTo>
                <a:moveTo>
                  <a:pt x="333838" y="96361"/>
                </a:moveTo>
                <a:cubicBezTo>
                  <a:pt x="333838" y="102610"/>
                  <a:pt x="335611" y="107452"/>
                  <a:pt x="339158" y="110887"/>
                </a:cubicBezTo>
                <a:cubicBezTo>
                  <a:pt x="342705" y="114321"/>
                  <a:pt x="347576" y="116038"/>
                  <a:pt x="353769" y="116038"/>
                </a:cubicBezTo>
                <a:cubicBezTo>
                  <a:pt x="360131" y="116038"/>
                  <a:pt x="365057" y="114307"/>
                  <a:pt x="368548" y="110844"/>
                </a:cubicBezTo>
                <a:cubicBezTo>
                  <a:pt x="372039" y="107382"/>
                  <a:pt x="373784" y="102554"/>
                  <a:pt x="373784" y="96361"/>
                </a:cubicBezTo>
                <a:cubicBezTo>
                  <a:pt x="373784" y="90674"/>
                  <a:pt x="371898" y="85846"/>
                  <a:pt x="368126" y="81877"/>
                </a:cubicBezTo>
                <a:cubicBezTo>
                  <a:pt x="364354" y="77908"/>
                  <a:pt x="359568" y="75923"/>
                  <a:pt x="353769" y="75923"/>
                </a:cubicBezTo>
                <a:cubicBezTo>
                  <a:pt x="348082" y="75923"/>
                  <a:pt x="343339" y="77852"/>
                  <a:pt x="339538" y="81708"/>
                </a:cubicBezTo>
                <a:cubicBezTo>
                  <a:pt x="335738" y="85565"/>
                  <a:pt x="333838" y="90449"/>
                  <a:pt x="333838" y="96361"/>
                </a:cubicBezTo>
                <a:moveTo>
                  <a:pt x="337638" y="39693"/>
                </a:moveTo>
                <a:cubicBezTo>
                  <a:pt x="337638" y="44591"/>
                  <a:pt x="339243" y="48786"/>
                  <a:pt x="342452" y="52276"/>
                </a:cubicBezTo>
                <a:cubicBezTo>
                  <a:pt x="345661" y="55767"/>
                  <a:pt x="349546" y="57512"/>
                  <a:pt x="354107" y="57512"/>
                </a:cubicBezTo>
                <a:cubicBezTo>
                  <a:pt x="358780" y="57512"/>
                  <a:pt x="362721" y="55753"/>
                  <a:pt x="365930" y="52234"/>
                </a:cubicBezTo>
                <a:cubicBezTo>
                  <a:pt x="369139" y="48715"/>
                  <a:pt x="370744" y="44535"/>
                  <a:pt x="370744" y="39693"/>
                </a:cubicBezTo>
                <a:cubicBezTo>
                  <a:pt x="370744" y="34232"/>
                  <a:pt x="369252" y="29995"/>
                  <a:pt x="366268" y="26983"/>
                </a:cubicBezTo>
                <a:cubicBezTo>
                  <a:pt x="363284" y="23971"/>
                  <a:pt x="359230" y="22464"/>
                  <a:pt x="354107" y="22464"/>
                </a:cubicBezTo>
                <a:cubicBezTo>
                  <a:pt x="348983" y="22464"/>
                  <a:pt x="344957" y="23985"/>
                  <a:pt x="342030" y="27025"/>
                </a:cubicBezTo>
                <a:cubicBezTo>
                  <a:pt x="339102" y="30065"/>
                  <a:pt x="337638" y="34288"/>
                  <a:pt x="337638" y="39693"/>
                </a:cubicBezTo>
                <a:close/>
                <a:moveTo>
                  <a:pt x="613278" y="131324"/>
                </a:moveTo>
                <a:lnTo>
                  <a:pt x="589800" y="131324"/>
                </a:lnTo>
                <a:lnTo>
                  <a:pt x="589800" y="80653"/>
                </a:lnTo>
                <a:cubicBezTo>
                  <a:pt x="589800" y="66070"/>
                  <a:pt x="584508" y="58779"/>
                  <a:pt x="573923" y="58779"/>
                </a:cubicBezTo>
                <a:cubicBezTo>
                  <a:pt x="569025" y="58779"/>
                  <a:pt x="564929" y="60989"/>
                  <a:pt x="561635" y="65409"/>
                </a:cubicBezTo>
                <a:cubicBezTo>
                  <a:pt x="558342" y="69828"/>
                  <a:pt x="556695" y="75135"/>
                  <a:pt x="556695" y="81328"/>
                </a:cubicBezTo>
                <a:lnTo>
                  <a:pt x="556695" y="131324"/>
                </a:lnTo>
                <a:lnTo>
                  <a:pt x="533217" y="131324"/>
                </a:lnTo>
                <a:lnTo>
                  <a:pt x="533217" y="79724"/>
                </a:lnTo>
                <a:cubicBezTo>
                  <a:pt x="533217" y="65761"/>
                  <a:pt x="527953" y="58779"/>
                  <a:pt x="517424" y="58779"/>
                </a:cubicBezTo>
                <a:cubicBezTo>
                  <a:pt x="512413" y="58779"/>
                  <a:pt x="508303" y="60848"/>
                  <a:pt x="505094" y="64987"/>
                </a:cubicBezTo>
                <a:cubicBezTo>
                  <a:pt x="501885" y="69125"/>
                  <a:pt x="500280" y="74656"/>
                  <a:pt x="500280" y="81582"/>
                </a:cubicBezTo>
                <a:lnTo>
                  <a:pt x="500280" y="131324"/>
                </a:lnTo>
                <a:lnTo>
                  <a:pt x="476718" y="131324"/>
                </a:lnTo>
                <a:lnTo>
                  <a:pt x="476718" y="42564"/>
                </a:lnTo>
                <a:lnTo>
                  <a:pt x="500280" y="42564"/>
                </a:lnTo>
                <a:lnTo>
                  <a:pt x="500280" y="56583"/>
                </a:lnTo>
                <a:lnTo>
                  <a:pt x="500534" y="56583"/>
                </a:lnTo>
                <a:cubicBezTo>
                  <a:pt x="507177" y="45830"/>
                  <a:pt x="516664" y="40453"/>
                  <a:pt x="528994" y="40453"/>
                </a:cubicBezTo>
                <a:cubicBezTo>
                  <a:pt x="541493" y="40453"/>
                  <a:pt x="549995" y="46139"/>
                  <a:pt x="554499" y="57512"/>
                </a:cubicBezTo>
                <a:cubicBezTo>
                  <a:pt x="561255" y="46139"/>
                  <a:pt x="571136" y="40453"/>
                  <a:pt x="584142" y="40453"/>
                </a:cubicBezTo>
                <a:cubicBezTo>
                  <a:pt x="603566" y="40453"/>
                  <a:pt x="613278" y="52389"/>
                  <a:pt x="613278" y="76261"/>
                </a:cubicBezTo>
                <a:lnTo>
                  <a:pt x="613278" y="131324"/>
                </a:lnTo>
                <a:close/>
                <a:moveTo>
                  <a:pt x="638471" y="48223"/>
                </a:moveTo>
                <a:cubicBezTo>
                  <a:pt x="642468" y="45914"/>
                  <a:pt x="647648" y="44042"/>
                  <a:pt x="654010" y="42607"/>
                </a:cubicBezTo>
                <a:cubicBezTo>
                  <a:pt x="660372" y="41171"/>
                  <a:pt x="666087" y="40453"/>
                  <a:pt x="671154" y="40453"/>
                </a:cubicBezTo>
                <a:cubicBezTo>
                  <a:pt x="695139" y="40453"/>
                  <a:pt x="707131" y="52614"/>
                  <a:pt x="707131" y="76937"/>
                </a:cubicBezTo>
                <a:lnTo>
                  <a:pt x="707131" y="131324"/>
                </a:lnTo>
                <a:lnTo>
                  <a:pt x="684667" y="131324"/>
                </a:lnTo>
                <a:lnTo>
                  <a:pt x="684667" y="118234"/>
                </a:lnTo>
                <a:lnTo>
                  <a:pt x="684244" y="118234"/>
                </a:lnTo>
                <a:cubicBezTo>
                  <a:pt x="678276" y="128425"/>
                  <a:pt x="669409" y="133520"/>
                  <a:pt x="657642" y="133520"/>
                </a:cubicBezTo>
                <a:cubicBezTo>
                  <a:pt x="649084" y="133520"/>
                  <a:pt x="642299" y="131113"/>
                  <a:pt x="637289" y="126299"/>
                </a:cubicBezTo>
                <a:cubicBezTo>
                  <a:pt x="632278" y="121486"/>
                  <a:pt x="629772" y="115025"/>
                  <a:pt x="629772" y="106917"/>
                </a:cubicBezTo>
                <a:cubicBezTo>
                  <a:pt x="629772" y="89971"/>
                  <a:pt x="639850" y="80146"/>
                  <a:pt x="660006" y="77443"/>
                </a:cubicBezTo>
                <a:lnTo>
                  <a:pt x="684751" y="74065"/>
                </a:lnTo>
                <a:cubicBezTo>
                  <a:pt x="684751" y="62749"/>
                  <a:pt x="679234" y="57090"/>
                  <a:pt x="668198" y="57090"/>
                </a:cubicBezTo>
                <a:cubicBezTo>
                  <a:pt x="657670" y="57090"/>
                  <a:pt x="647761" y="60384"/>
                  <a:pt x="638471" y="66971"/>
                </a:cubicBezTo>
                <a:lnTo>
                  <a:pt x="638471" y="48223"/>
                </a:lnTo>
                <a:moveTo>
                  <a:pt x="667100" y="90787"/>
                </a:moveTo>
                <a:cubicBezTo>
                  <a:pt x="656966" y="92082"/>
                  <a:pt x="651899" y="96614"/>
                  <a:pt x="651899" y="104384"/>
                </a:cubicBezTo>
                <a:cubicBezTo>
                  <a:pt x="651899" y="107875"/>
                  <a:pt x="653109" y="110718"/>
                  <a:pt x="655530" y="112914"/>
                </a:cubicBezTo>
                <a:cubicBezTo>
                  <a:pt x="657951" y="115109"/>
                  <a:pt x="661217" y="116207"/>
                  <a:pt x="665327" y="116207"/>
                </a:cubicBezTo>
                <a:cubicBezTo>
                  <a:pt x="670957" y="116207"/>
                  <a:pt x="675602" y="114223"/>
                  <a:pt x="679262" y="110253"/>
                </a:cubicBezTo>
                <a:cubicBezTo>
                  <a:pt x="682921" y="106284"/>
                  <a:pt x="684751" y="101287"/>
                  <a:pt x="684751" y="95263"/>
                </a:cubicBezTo>
                <a:lnTo>
                  <a:pt x="684751" y="88507"/>
                </a:lnTo>
                <a:lnTo>
                  <a:pt x="667100" y="90787"/>
                </a:lnTo>
                <a:close/>
                <a:moveTo>
                  <a:pt x="729939" y="131324"/>
                </a:moveTo>
                <a:lnTo>
                  <a:pt x="729939" y="0"/>
                </a:lnTo>
                <a:lnTo>
                  <a:pt x="753417" y="0"/>
                </a:lnTo>
                <a:lnTo>
                  <a:pt x="753417" y="131324"/>
                </a:lnTo>
                <a:lnTo>
                  <a:pt x="729939" y="131324"/>
                </a:lnTo>
                <a:close/>
                <a:moveTo>
                  <a:pt x="901222" y="42564"/>
                </a:moveTo>
                <a:lnTo>
                  <a:pt x="875380" y="131324"/>
                </a:lnTo>
                <a:lnTo>
                  <a:pt x="850719" y="131324"/>
                </a:lnTo>
                <a:lnTo>
                  <a:pt x="836109" y="75923"/>
                </a:lnTo>
                <a:cubicBezTo>
                  <a:pt x="835377" y="73221"/>
                  <a:pt x="834898" y="69758"/>
                  <a:pt x="834673" y="65535"/>
                </a:cubicBezTo>
                <a:lnTo>
                  <a:pt x="834167" y="65535"/>
                </a:lnTo>
                <a:cubicBezTo>
                  <a:pt x="833829" y="69758"/>
                  <a:pt x="833266" y="73164"/>
                  <a:pt x="832477" y="75754"/>
                </a:cubicBezTo>
                <a:lnTo>
                  <a:pt x="816769" y="131324"/>
                </a:lnTo>
                <a:lnTo>
                  <a:pt x="792447" y="131324"/>
                </a:lnTo>
                <a:lnTo>
                  <a:pt x="766858" y="42564"/>
                </a:lnTo>
                <a:lnTo>
                  <a:pt x="791011" y="42564"/>
                </a:lnTo>
                <a:lnTo>
                  <a:pt x="804946" y="103117"/>
                </a:lnTo>
                <a:cubicBezTo>
                  <a:pt x="805678" y="106383"/>
                  <a:pt x="806128" y="109479"/>
                  <a:pt x="806297" y="112407"/>
                </a:cubicBezTo>
                <a:lnTo>
                  <a:pt x="806804" y="112407"/>
                </a:lnTo>
                <a:cubicBezTo>
                  <a:pt x="806973" y="109535"/>
                  <a:pt x="807479" y="106326"/>
                  <a:pt x="808324" y="102779"/>
                </a:cubicBezTo>
                <a:lnTo>
                  <a:pt x="825215" y="42564"/>
                </a:lnTo>
                <a:lnTo>
                  <a:pt x="847510" y="42564"/>
                </a:lnTo>
                <a:lnTo>
                  <a:pt x="862458" y="103201"/>
                </a:lnTo>
                <a:cubicBezTo>
                  <a:pt x="862852" y="104834"/>
                  <a:pt x="863275" y="107959"/>
                  <a:pt x="863725" y="112576"/>
                </a:cubicBezTo>
                <a:lnTo>
                  <a:pt x="864316" y="112576"/>
                </a:lnTo>
                <a:cubicBezTo>
                  <a:pt x="864485" y="110155"/>
                  <a:pt x="864964" y="107030"/>
                  <a:pt x="865752" y="103201"/>
                </a:cubicBezTo>
                <a:lnTo>
                  <a:pt x="879180" y="42564"/>
                </a:lnTo>
                <a:lnTo>
                  <a:pt x="901222" y="42564"/>
                </a:lnTo>
                <a:close/>
                <a:moveTo>
                  <a:pt x="917282" y="48223"/>
                </a:moveTo>
                <a:cubicBezTo>
                  <a:pt x="921279" y="45914"/>
                  <a:pt x="926459" y="44042"/>
                  <a:pt x="932821" y="42607"/>
                </a:cubicBezTo>
                <a:cubicBezTo>
                  <a:pt x="939183" y="41171"/>
                  <a:pt x="944898" y="40453"/>
                  <a:pt x="949965" y="40453"/>
                </a:cubicBezTo>
                <a:cubicBezTo>
                  <a:pt x="973949" y="40453"/>
                  <a:pt x="985942" y="52614"/>
                  <a:pt x="985942" y="76937"/>
                </a:cubicBezTo>
                <a:lnTo>
                  <a:pt x="985942" y="131324"/>
                </a:lnTo>
                <a:lnTo>
                  <a:pt x="963477" y="131324"/>
                </a:lnTo>
                <a:lnTo>
                  <a:pt x="963477" y="118234"/>
                </a:lnTo>
                <a:lnTo>
                  <a:pt x="963055" y="118234"/>
                </a:lnTo>
                <a:cubicBezTo>
                  <a:pt x="957087" y="128425"/>
                  <a:pt x="948219" y="133520"/>
                  <a:pt x="936452" y="133520"/>
                </a:cubicBezTo>
                <a:cubicBezTo>
                  <a:pt x="927894" y="133520"/>
                  <a:pt x="921110" y="131113"/>
                  <a:pt x="916099" y="126299"/>
                </a:cubicBezTo>
                <a:cubicBezTo>
                  <a:pt x="911088" y="121486"/>
                  <a:pt x="908583" y="115025"/>
                  <a:pt x="908583" y="106917"/>
                </a:cubicBezTo>
                <a:cubicBezTo>
                  <a:pt x="908583" y="89971"/>
                  <a:pt x="918661" y="80146"/>
                  <a:pt x="938817" y="77443"/>
                </a:cubicBezTo>
                <a:lnTo>
                  <a:pt x="963562" y="74065"/>
                </a:lnTo>
                <a:cubicBezTo>
                  <a:pt x="963562" y="62749"/>
                  <a:pt x="958044" y="57090"/>
                  <a:pt x="947009" y="57090"/>
                </a:cubicBezTo>
                <a:cubicBezTo>
                  <a:pt x="936480" y="57090"/>
                  <a:pt x="926571" y="60384"/>
                  <a:pt x="917282" y="66971"/>
                </a:cubicBezTo>
                <a:lnTo>
                  <a:pt x="917282" y="48223"/>
                </a:lnTo>
                <a:moveTo>
                  <a:pt x="945911" y="90787"/>
                </a:moveTo>
                <a:cubicBezTo>
                  <a:pt x="935777" y="92082"/>
                  <a:pt x="930710" y="96614"/>
                  <a:pt x="930710" y="104384"/>
                </a:cubicBezTo>
                <a:cubicBezTo>
                  <a:pt x="930710" y="107875"/>
                  <a:pt x="931920" y="110718"/>
                  <a:pt x="934341" y="112914"/>
                </a:cubicBezTo>
                <a:cubicBezTo>
                  <a:pt x="936762" y="115109"/>
                  <a:pt x="940027" y="116207"/>
                  <a:pt x="944138" y="116207"/>
                </a:cubicBezTo>
                <a:cubicBezTo>
                  <a:pt x="949768" y="116207"/>
                  <a:pt x="954413" y="114223"/>
                  <a:pt x="958072" y="110253"/>
                </a:cubicBezTo>
                <a:cubicBezTo>
                  <a:pt x="961732" y="106284"/>
                  <a:pt x="963562" y="101287"/>
                  <a:pt x="963562" y="95263"/>
                </a:cubicBezTo>
                <a:lnTo>
                  <a:pt x="963562" y="88507"/>
                </a:lnTo>
                <a:lnTo>
                  <a:pt x="945911" y="90787"/>
                </a:lnTo>
                <a:close/>
                <a:moveTo>
                  <a:pt x="1063560" y="64269"/>
                </a:moveTo>
                <a:cubicBezTo>
                  <a:pt x="1060463" y="62411"/>
                  <a:pt x="1056663" y="61482"/>
                  <a:pt x="1052159" y="61482"/>
                </a:cubicBezTo>
                <a:cubicBezTo>
                  <a:pt x="1046247" y="61482"/>
                  <a:pt x="1041518" y="63889"/>
                  <a:pt x="1037971" y="68702"/>
                </a:cubicBezTo>
                <a:cubicBezTo>
                  <a:pt x="1034424" y="73516"/>
                  <a:pt x="1032650" y="79977"/>
                  <a:pt x="1032650" y="88084"/>
                </a:cubicBezTo>
                <a:lnTo>
                  <a:pt x="1032650" y="131324"/>
                </a:lnTo>
                <a:lnTo>
                  <a:pt x="1009088" y="131324"/>
                </a:lnTo>
                <a:lnTo>
                  <a:pt x="1009088" y="42564"/>
                </a:lnTo>
                <a:lnTo>
                  <a:pt x="1032650" y="42564"/>
                </a:lnTo>
                <a:lnTo>
                  <a:pt x="1032650" y="59624"/>
                </a:lnTo>
                <a:lnTo>
                  <a:pt x="1032903" y="59624"/>
                </a:lnTo>
                <a:cubicBezTo>
                  <a:pt x="1037239" y="47237"/>
                  <a:pt x="1045036" y="41044"/>
                  <a:pt x="1056297" y="41044"/>
                </a:cubicBezTo>
                <a:cubicBezTo>
                  <a:pt x="1059506" y="41044"/>
                  <a:pt x="1061927" y="41438"/>
                  <a:pt x="1063560" y="42226"/>
                </a:cubicBezTo>
                <a:lnTo>
                  <a:pt x="1063560" y="64269"/>
                </a:lnTo>
                <a:close/>
                <a:moveTo>
                  <a:pt x="1153643" y="93574"/>
                </a:moveTo>
                <a:lnTo>
                  <a:pt x="1094357" y="93574"/>
                </a:lnTo>
                <a:cubicBezTo>
                  <a:pt x="1095314" y="108663"/>
                  <a:pt x="1103872" y="116207"/>
                  <a:pt x="1120031" y="116207"/>
                </a:cubicBezTo>
                <a:cubicBezTo>
                  <a:pt x="1129884" y="116207"/>
                  <a:pt x="1138667" y="113617"/>
                  <a:pt x="1146380" y="108438"/>
                </a:cubicBezTo>
                <a:lnTo>
                  <a:pt x="1146380" y="126342"/>
                </a:lnTo>
                <a:cubicBezTo>
                  <a:pt x="1138160" y="131127"/>
                  <a:pt x="1127603" y="133520"/>
                  <a:pt x="1114710" y="133520"/>
                </a:cubicBezTo>
                <a:cubicBezTo>
                  <a:pt x="1100916" y="133520"/>
                  <a:pt x="1090177" y="129523"/>
                  <a:pt x="1082491" y="121528"/>
                </a:cubicBezTo>
                <a:cubicBezTo>
                  <a:pt x="1074806" y="113533"/>
                  <a:pt x="1070964" y="102357"/>
                  <a:pt x="1070964" y="88000"/>
                </a:cubicBezTo>
                <a:cubicBezTo>
                  <a:pt x="1070964" y="73924"/>
                  <a:pt x="1075088" y="62481"/>
                  <a:pt x="1083336" y="53670"/>
                </a:cubicBezTo>
                <a:cubicBezTo>
                  <a:pt x="1091584" y="44859"/>
                  <a:pt x="1101902" y="40453"/>
                  <a:pt x="1114288" y="40453"/>
                </a:cubicBezTo>
                <a:cubicBezTo>
                  <a:pt x="1126674" y="40453"/>
                  <a:pt x="1136330" y="44253"/>
                  <a:pt x="1143255" y="51854"/>
                </a:cubicBezTo>
                <a:cubicBezTo>
                  <a:pt x="1150180" y="59455"/>
                  <a:pt x="1153643" y="69899"/>
                  <a:pt x="1153643" y="83186"/>
                </a:cubicBezTo>
                <a:lnTo>
                  <a:pt x="1153643" y="93574"/>
                </a:lnTo>
                <a:moveTo>
                  <a:pt x="1131432" y="78119"/>
                </a:moveTo>
                <a:cubicBezTo>
                  <a:pt x="1131432" y="64043"/>
                  <a:pt x="1125633" y="57006"/>
                  <a:pt x="1114035" y="57006"/>
                </a:cubicBezTo>
                <a:cubicBezTo>
                  <a:pt x="1109193" y="57006"/>
                  <a:pt x="1104928" y="58920"/>
                  <a:pt x="1101240" y="62749"/>
                </a:cubicBezTo>
                <a:cubicBezTo>
                  <a:pt x="1097552" y="66577"/>
                  <a:pt x="1095258" y="71701"/>
                  <a:pt x="1094357" y="78119"/>
                </a:cubicBezTo>
                <a:lnTo>
                  <a:pt x="1131432" y="78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•UnitedStates(35)">
            <a:extLst xmlns:a="http://schemas.openxmlformats.org/drawingml/2006/main">
              <a:ext uri="{FF2B5EF4-FFF2-40B4-BE49-F238E27FC236}">
                <a16:creationId xmlns:a16="http://schemas.microsoft.com/office/drawing/2014/main" id="{E9678836-A2FD-466A-ACD2-77AE178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26" y="2572083"/>
            <a:ext cx="1581687" cy="159532"/>
          </a:xfrm>
          <a:custGeom xmlns:a="http://schemas.openxmlformats.org/drawingml/2006/main">
            <a:pathLst>
              <a:path w="1581687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16761" y="78541"/>
                </a:moveTo>
                <a:cubicBezTo>
                  <a:pt x="216761" y="115194"/>
                  <a:pt x="199814" y="133520"/>
                  <a:pt x="165920" y="133520"/>
                </a:cubicBezTo>
                <a:cubicBezTo>
                  <a:pt x="133322" y="133520"/>
                  <a:pt x="117022" y="115701"/>
                  <a:pt x="117022" y="80061"/>
                </a:cubicBezTo>
                <a:lnTo>
                  <a:pt x="117022" y="7010"/>
                </a:lnTo>
                <a:lnTo>
                  <a:pt x="141176" y="7010"/>
                </a:lnTo>
                <a:lnTo>
                  <a:pt x="141176" y="80061"/>
                </a:lnTo>
                <a:cubicBezTo>
                  <a:pt x="141176" y="101738"/>
                  <a:pt x="149846" y="112576"/>
                  <a:pt x="167187" y="112576"/>
                </a:cubicBezTo>
                <a:cubicBezTo>
                  <a:pt x="184190" y="112576"/>
                  <a:pt x="192692" y="102104"/>
                  <a:pt x="192692" y="81159"/>
                </a:cubicBezTo>
                <a:lnTo>
                  <a:pt x="192692" y="7010"/>
                </a:lnTo>
                <a:lnTo>
                  <a:pt x="216761" y="7010"/>
                </a:lnTo>
                <a:lnTo>
                  <a:pt x="216761" y="78541"/>
                </a:lnTo>
                <a:close/>
                <a:moveTo>
                  <a:pt x="324531" y="131324"/>
                </a:moveTo>
                <a:lnTo>
                  <a:pt x="301053" y="131324"/>
                </a:lnTo>
                <a:lnTo>
                  <a:pt x="301053" y="81582"/>
                </a:lnTo>
                <a:cubicBezTo>
                  <a:pt x="301053" y="66380"/>
                  <a:pt x="295563" y="58779"/>
                  <a:pt x="284585" y="58779"/>
                </a:cubicBezTo>
                <a:cubicBezTo>
                  <a:pt x="279067" y="58779"/>
                  <a:pt x="274577" y="60848"/>
                  <a:pt x="271114" y="64987"/>
                </a:cubicBezTo>
                <a:cubicBezTo>
                  <a:pt x="267652" y="69125"/>
                  <a:pt x="265920" y="74375"/>
                  <a:pt x="265920" y="80737"/>
                </a:cubicBezTo>
                <a:lnTo>
                  <a:pt x="265920" y="131324"/>
                </a:lnTo>
                <a:lnTo>
                  <a:pt x="242358" y="131324"/>
                </a:lnTo>
                <a:lnTo>
                  <a:pt x="242358" y="42564"/>
                </a:lnTo>
                <a:lnTo>
                  <a:pt x="265920" y="42564"/>
                </a:lnTo>
                <a:lnTo>
                  <a:pt x="265920" y="56837"/>
                </a:lnTo>
                <a:lnTo>
                  <a:pt x="266174" y="56837"/>
                </a:lnTo>
                <a:cubicBezTo>
                  <a:pt x="272705" y="45914"/>
                  <a:pt x="282304" y="40453"/>
                  <a:pt x="294972" y="40453"/>
                </a:cubicBezTo>
                <a:cubicBezTo>
                  <a:pt x="314678" y="40453"/>
                  <a:pt x="324531" y="52642"/>
                  <a:pt x="324531" y="77021"/>
                </a:cubicBezTo>
                <a:lnTo>
                  <a:pt x="324531" y="131324"/>
                </a:lnTo>
                <a:close/>
                <a:moveTo>
                  <a:pt x="345321" y="13344"/>
                </a:moveTo>
                <a:cubicBezTo>
                  <a:pt x="345321" y="9740"/>
                  <a:pt x="346602" y="6728"/>
                  <a:pt x="349164" y="4307"/>
                </a:cubicBezTo>
                <a:cubicBezTo>
                  <a:pt x="351726" y="1886"/>
                  <a:pt x="355034" y="676"/>
                  <a:pt x="359087" y="676"/>
                </a:cubicBezTo>
                <a:cubicBezTo>
                  <a:pt x="363028" y="676"/>
                  <a:pt x="366322" y="1872"/>
                  <a:pt x="368968" y="4265"/>
                </a:cubicBezTo>
                <a:cubicBezTo>
                  <a:pt x="371614" y="6658"/>
                  <a:pt x="372938" y="9684"/>
                  <a:pt x="372938" y="13344"/>
                </a:cubicBezTo>
                <a:cubicBezTo>
                  <a:pt x="372938" y="17003"/>
                  <a:pt x="371629" y="20044"/>
                  <a:pt x="369010" y="22464"/>
                </a:cubicBezTo>
                <a:cubicBezTo>
                  <a:pt x="366392" y="24885"/>
                  <a:pt x="363085" y="26096"/>
                  <a:pt x="359087" y="26096"/>
                </a:cubicBezTo>
                <a:cubicBezTo>
                  <a:pt x="355090" y="26096"/>
                  <a:pt x="351796" y="24857"/>
                  <a:pt x="349206" y="22380"/>
                </a:cubicBezTo>
                <a:cubicBezTo>
                  <a:pt x="346616" y="19903"/>
                  <a:pt x="345321" y="16891"/>
                  <a:pt x="345321" y="13344"/>
                </a:cubicBezTo>
                <a:moveTo>
                  <a:pt x="347179" y="131324"/>
                </a:moveTo>
                <a:lnTo>
                  <a:pt x="347179" y="42564"/>
                </a:lnTo>
                <a:lnTo>
                  <a:pt x="370657" y="42564"/>
                </a:lnTo>
                <a:lnTo>
                  <a:pt x="370657" y="131324"/>
                </a:lnTo>
                <a:lnTo>
                  <a:pt x="347179" y="131324"/>
                </a:lnTo>
                <a:close/>
                <a:moveTo>
                  <a:pt x="444128" y="130395"/>
                </a:moveTo>
                <a:cubicBezTo>
                  <a:pt x="440130" y="132422"/>
                  <a:pt x="434557" y="133436"/>
                  <a:pt x="427406" y="133436"/>
                </a:cubicBezTo>
                <a:cubicBezTo>
                  <a:pt x="409221" y="133436"/>
                  <a:pt x="400128" y="123808"/>
                  <a:pt x="400128" y="104553"/>
                </a:cubicBezTo>
                <a:lnTo>
                  <a:pt x="400128" y="60468"/>
                </a:lnTo>
                <a:lnTo>
                  <a:pt x="385433" y="60468"/>
                </a:lnTo>
                <a:lnTo>
                  <a:pt x="385433" y="42564"/>
                </a:lnTo>
                <a:lnTo>
                  <a:pt x="400128" y="42564"/>
                </a:lnTo>
                <a:lnTo>
                  <a:pt x="400128" y="22718"/>
                </a:lnTo>
                <a:lnTo>
                  <a:pt x="423606" y="15877"/>
                </a:lnTo>
                <a:lnTo>
                  <a:pt x="423606" y="42564"/>
                </a:lnTo>
                <a:lnTo>
                  <a:pt x="444128" y="42564"/>
                </a:lnTo>
                <a:lnTo>
                  <a:pt x="444128" y="60468"/>
                </a:lnTo>
                <a:lnTo>
                  <a:pt x="423606" y="60468"/>
                </a:lnTo>
                <a:lnTo>
                  <a:pt x="423606" y="100415"/>
                </a:lnTo>
                <a:cubicBezTo>
                  <a:pt x="423606" y="110211"/>
                  <a:pt x="427463" y="115109"/>
                  <a:pt x="435176" y="115109"/>
                </a:cubicBezTo>
                <a:cubicBezTo>
                  <a:pt x="438385" y="115109"/>
                  <a:pt x="441369" y="114209"/>
                  <a:pt x="444128" y="112407"/>
                </a:cubicBezTo>
                <a:lnTo>
                  <a:pt x="444128" y="130395"/>
                </a:lnTo>
                <a:close/>
                <a:moveTo>
                  <a:pt x="537215" y="93574"/>
                </a:moveTo>
                <a:lnTo>
                  <a:pt x="477929" y="93574"/>
                </a:lnTo>
                <a:cubicBezTo>
                  <a:pt x="478887" y="108663"/>
                  <a:pt x="487444" y="116207"/>
                  <a:pt x="503603" y="116207"/>
                </a:cubicBezTo>
                <a:cubicBezTo>
                  <a:pt x="513456" y="116207"/>
                  <a:pt x="522239" y="113617"/>
                  <a:pt x="529952" y="108438"/>
                </a:cubicBezTo>
                <a:lnTo>
                  <a:pt x="529952" y="126342"/>
                </a:lnTo>
                <a:cubicBezTo>
                  <a:pt x="521732" y="131127"/>
                  <a:pt x="511176" y="133520"/>
                  <a:pt x="498283" y="133520"/>
                </a:cubicBezTo>
                <a:cubicBezTo>
                  <a:pt x="484489" y="133520"/>
                  <a:pt x="473749" y="129523"/>
                  <a:pt x="466064" y="121528"/>
                </a:cubicBezTo>
                <a:cubicBezTo>
                  <a:pt x="458379" y="113533"/>
                  <a:pt x="454536" y="102357"/>
                  <a:pt x="454536" y="88000"/>
                </a:cubicBezTo>
                <a:cubicBezTo>
                  <a:pt x="454536" y="73924"/>
                  <a:pt x="458660" y="62481"/>
                  <a:pt x="466908" y="53670"/>
                </a:cubicBezTo>
                <a:cubicBezTo>
                  <a:pt x="475157" y="44859"/>
                  <a:pt x="485474" y="40453"/>
                  <a:pt x="497860" y="40453"/>
                </a:cubicBezTo>
                <a:cubicBezTo>
                  <a:pt x="510247" y="40453"/>
                  <a:pt x="519903" y="44253"/>
                  <a:pt x="526828" y="51854"/>
                </a:cubicBezTo>
                <a:cubicBezTo>
                  <a:pt x="533753" y="59455"/>
                  <a:pt x="537215" y="69899"/>
                  <a:pt x="537215" y="83186"/>
                </a:cubicBezTo>
                <a:lnTo>
                  <a:pt x="537215" y="93574"/>
                </a:lnTo>
                <a:moveTo>
                  <a:pt x="515004" y="78119"/>
                </a:moveTo>
                <a:cubicBezTo>
                  <a:pt x="515004" y="64043"/>
                  <a:pt x="509205" y="57006"/>
                  <a:pt x="497607" y="57006"/>
                </a:cubicBezTo>
                <a:cubicBezTo>
                  <a:pt x="492765" y="57006"/>
                  <a:pt x="488500" y="58920"/>
                  <a:pt x="484812" y="62749"/>
                </a:cubicBezTo>
                <a:cubicBezTo>
                  <a:pt x="481125" y="66577"/>
                  <a:pt x="478830" y="71701"/>
                  <a:pt x="477929" y="78119"/>
                </a:cubicBezTo>
                <a:lnTo>
                  <a:pt x="515004" y="78119"/>
                </a:lnTo>
                <a:close/>
                <a:moveTo>
                  <a:pt x="639196" y="131324"/>
                </a:moveTo>
                <a:lnTo>
                  <a:pt x="615718" y="131324"/>
                </a:lnTo>
                <a:lnTo>
                  <a:pt x="615718" y="118234"/>
                </a:lnTo>
                <a:lnTo>
                  <a:pt x="615296" y="118234"/>
                </a:lnTo>
                <a:cubicBezTo>
                  <a:pt x="608990" y="128425"/>
                  <a:pt x="599560" y="133520"/>
                  <a:pt x="587004" y="133520"/>
                </a:cubicBezTo>
                <a:cubicBezTo>
                  <a:pt x="575856" y="133520"/>
                  <a:pt x="566933" y="129523"/>
                  <a:pt x="560233" y="121528"/>
                </a:cubicBezTo>
                <a:cubicBezTo>
                  <a:pt x="553533" y="113533"/>
                  <a:pt x="550183" y="102667"/>
                  <a:pt x="550183" y="88929"/>
                </a:cubicBezTo>
                <a:cubicBezTo>
                  <a:pt x="550183" y="74347"/>
                  <a:pt x="553927" y="62622"/>
                  <a:pt x="561415" y="53754"/>
                </a:cubicBezTo>
                <a:cubicBezTo>
                  <a:pt x="568903" y="44887"/>
                  <a:pt x="578643" y="40453"/>
                  <a:pt x="590636" y="40453"/>
                </a:cubicBezTo>
                <a:cubicBezTo>
                  <a:pt x="602290" y="40453"/>
                  <a:pt x="610510" y="44760"/>
                  <a:pt x="615296" y="53374"/>
                </a:cubicBezTo>
                <a:lnTo>
                  <a:pt x="615718" y="53374"/>
                </a:lnTo>
                <a:lnTo>
                  <a:pt x="615718" y="0"/>
                </a:lnTo>
                <a:lnTo>
                  <a:pt x="639196" y="0"/>
                </a:lnTo>
                <a:lnTo>
                  <a:pt x="639196" y="131324"/>
                </a:lnTo>
                <a:moveTo>
                  <a:pt x="616056" y="80568"/>
                </a:moveTo>
                <a:cubicBezTo>
                  <a:pt x="616056" y="74319"/>
                  <a:pt x="614142" y="69125"/>
                  <a:pt x="610313" y="64987"/>
                </a:cubicBezTo>
                <a:cubicBezTo>
                  <a:pt x="606485" y="60848"/>
                  <a:pt x="601671" y="58779"/>
                  <a:pt x="595872" y="58779"/>
                </a:cubicBezTo>
                <a:cubicBezTo>
                  <a:pt x="589116" y="58779"/>
                  <a:pt x="583781" y="61425"/>
                  <a:pt x="579868" y="66718"/>
                </a:cubicBezTo>
                <a:cubicBezTo>
                  <a:pt x="575955" y="72010"/>
                  <a:pt x="573999" y="79189"/>
                  <a:pt x="573999" y="88253"/>
                </a:cubicBezTo>
                <a:cubicBezTo>
                  <a:pt x="573999" y="96755"/>
                  <a:pt x="575885" y="103356"/>
                  <a:pt x="579657" y="108058"/>
                </a:cubicBezTo>
                <a:cubicBezTo>
                  <a:pt x="583429" y="112759"/>
                  <a:pt x="588524" y="115109"/>
                  <a:pt x="594943" y="115109"/>
                </a:cubicBezTo>
                <a:cubicBezTo>
                  <a:pt x="601136" y="115109"/>
                  <a:pt x="606203" y="112660"/>
                  <a:pt x="610144" y="107762"/>
                </a:cubicBezTo>
                <a:cubicBezTo>
                  <a:pt x="614086" y="102864"/>
                  <a:pt x="616056" y="96614"/>
                  <a:pt x="616056" y="89013"/>
                </a:cubicBezTo>
                <a:lnTo>
                  <a:pt x="616056" y="80568"/>
                </a:lnTo>
                <a:close/>
                <a:moveTo>
                  <a:pt x="719373" y="101850"/>
                </a:moveTo>
                <a:cubicBezTo>
                  <a:pt x="729226" y="110014"/>
                  <a:pt x="740514" y="114096"/>
                  <a:pt x="753239" y="114096"/>
                </a:cubicBezTo>
                <a:cubicBezTo>
                  <a:pt x="760896" y="114096"/>
                  <a:pt x="766610" y="112759"/>
                  <a:pt x="770383" y="110084"/>
                </a:cubicBezTo>
                <a:cubicBezTo>
                  <a:pt x="774155" y="107410"/>
                  <a:pt x="776041" y="103905"/>
                  <a:pt x="776041" y="99570"/>
                </a:cubicBezTo>
                <a:cubicBezTo>
                  <a:pt x="776041" y="95798"/>
                  <a:pt x="774464" y="92335"/>
                  <a:pt x="771312" y="89182"/>
                </a:cubicBezTo>
                <a:cubicBezTo>
                  <a:pt x="768159" y="86029"/>
                  <a:pt x="760530" y="81863"/>
                  <a:pt x="748425" y="76683"/>
                </a:cubicBezTo>
                <a:cubicBezTo>
                  <a:pt x="738122" y="72066"/>
                  <a:pt x="730647" y="66873"/>
                  <a:pt x="726003" y="61102"/>
                </a:cubicBezTo>
                <a:cubicBezTo>
                  <a:pt x="721358" y="55331"/>
                  <a:pt x="719035" y="48560"/>
                  <a:pt x="719035" y="40791"/>
                </a:cubicBezTo>
                <a:cubicBezTo>
                  <a:pt x="719035" y="29587"/>
                  <a:pt x="723370" y="20818"/>
                  <a:pt x="732041" y="14484"/>
                </a:cubicBezTo>
                <a:cubicBezTo>
                  <a:pt x="740711" y="8150"/>
                  <a:pt x="752084" y="4983"/>
                  <a:pt x="766160" y="4983"/>
                </a:cubicBezTo>
                <a:cubicBezTo>
                  <a:pt x="778772" y="4983"/>
                  <a:pt x="788709" y="6559"/>
                  <a:pt x="795972" y="9712"/>
                </a:cubicBezTo>
                <a:lnTo>
                  <a:pt x="795972" y="32768"/>
                </a:lnTo>
                <a:cubicBezTo>
                  <a:pt x="787921" y="27250"/>
                  <a:pt x="778209" y="24491"/>
                  <a:pt x="766836" y="24491"/>
                </a:cubicBezTo>
                <a:cubicBezTo>
                  <a:pt x="760136" y="24491"/>
                  <a:pt x="754717" y="25758"/>
                  <a:pt x="750578" y="28292"/>
                </a:cubicBezTo>
                <a:cubicBezTo>
                  <a:pt x="746440" y="30825"/>
                  <a:pt x="744371" y="34316"/>
                  <a:pt x="744371" y="38764"/>
                </a:cubicBezTo>
                <a:cubicBezTo>
                  <a:pt x="744371" y="42311"/>
                  <a:pt x="745807" y="45548"/>
                  <a:pt x="748678" y="48476"/>
                </a:cubicBezTo>
                <a:cubicBezTo>
                  <a:pt x="751550" y="51404"/>
                  <a:pt x="758278" y="55204"/>
                  <a:pt x="768862" y="59877"/>
                </a:cubicBezTo>
                <a:cubicBezTo>
                  <a:pt x="781024" y="65170"/>
                  <a:pt x="789469" y="70729"/>
                  <a:pt x="794198" y="76557"/>
                </a:cubicBezTo>
                <a:cubicBezTo>
                  <a:pt x="798928" y="82384"/>
                  <a:pt x="801292" y="89351"/>
                  <a:pt x="801292" y="97459"/>
                </a:cubicBezTo>
                <a:cubicBezTo>
                  <a:pt x="801292" y="109169"/>
                  <a:pt x="797112" y="118107"/>
                  <a:pt x="788751" y="124272"/>
                </a:cubicBezTo>
                <a:cubicBezTo>
                  <a:pt x="780390" y="130438"/>
                  <a:pt x="768665" y="133520"/>
                  <a:pt x="753576" y="133520"/>
                </a:cubicBezTo>
                <a:cubicBezTo>
                  <a:pt x="739557" y="133520"/>
                  <a:pt x="728156" y="131184"/>
                  <a:pt x="719373" y="126510"/>
                </a:cubicBezTo>
                <a:lnTo>
                  <a:pt x="719373" y="101850"/>
                </a:lnTo>
                <a:close/>
                <a:moveTo>
                  <a:pt x="870473" y="130395"/>
                </a:moveTo>
                <a:cubicBezTo>
                  <a:pt x="866476" y="132422"/>
                  <a:pt x="860902" y="133436"/>
                  <a:pt x="853751" y="133436"/>
                </a:cubicBezTo>
                <a:cubicBezTo>
                  <a:pt x="835566" y="133436"/>
                  <a:pt x="826473" y="123808"/>
                  <a:pt x="826473" y="104553"/>
                </a:cubicBezTo>
                <a:lnTo>
                  <a:pt x="826473" y="60468"/>
                </a:lnTo>
                <a:lnTo>
                  <a:pt x="811778" y="60468"/>
                </a:lnTo>
                <a:lnTo>
                  <a:pt x="811778" y="42564"/>
                </a:lnTo>
                <a:lnTo>
                  <a:pt x="826473" y="42564"/>
                </a:lnTo>
                <a:lnTo>
                  <a:pt x="826473" y="22718"/>
                </a:lnTo>
                <a:lnTo>
                  <a:pt x="849951" y="15877"/>
                </a:lnTo>
                <a:lnTo>
                  <a:pt x="849951" y="42564"/>
                </a:lnTo>
                <a:lnTo>
                  <a:pt x="870473" y="42564"/>
                </a:lnTo>
                <a:lnTo>
                  <a:pt x="870473" y="60468"/>
                </a:lnTo>
                <a:lnTo>
                  <a:pt x="849951" y="60468"/>
                </a:lnTo>
                <a:lnTo>
                  <a:pt x="849951" y="100415"/>
                </a:lnTo>
                <a:cubicBezTo>
                  <a:pt x="849951" y="110211"/>
                  <a:pt x="853808" y="115109"/>
                  <a:pt x="861521" y="115109"/>
                </a:cubicBezTo>
                <a:cubicBezTo>
                  <a:pt x="864730" y="115109"/>
                  <a:pt x="867714" y="114209"/>
                  <a:pt x="870473" y="112407"/>
                </a:cubicBezTo>
                <a:lnTo>
                  <a:pt x="870473" y="130395"/>
                </a:lnTo>
                <a:close/>
                <a:moveTo>
                  <a:pt x="888398" y="48223"/>
                </a:moveTo>
                <a:cubicBezTo>
                  <a:pt x="892395" y="45914"/>
                  <a:pt x="897575" y="44042"/>
                  <a:pt x="903937" y="42607"/>
                </a:cubicBezTo>
                <a:cubicBezTo>
                  <a:pt x="910299" y="41171"/>
                  <a:pt x="916014" y="40453"/>
                  <a:pt x="921081" y="40453"/>
                </a:cubicBezTo>
                <a:cubicBezTo>
                  <a:pt x="945066" y="40453"/>
                  <a:pt x="957058" y="52614"/>
                  <a:pt x="957058" y="76937"/>
                </a:cubicBezTo>
                <a:lnTo>
                  <a:pt x="957058" y="131324"/>
                </a:lnTo>
                <a:lnTo>
                  <a:pt x="934593" y="131324"/>
                </a:lnTo>
                <a:lnTo>
                  <a:pt x="934593" y="118234"/>
                </a:lnTo>
                <a:lnTo>
                  <a:pt x="934171" y="118234"/>
                </a:lnTo>
                <a:cubicBezTo>
                  <a:pt x="928203" y="128425"/>
                  <a:pt x="919336" y="133520"/>
                  <a:pt x="907568" y="133520"/>
                </a:cubicBezTo>
                <a:cubicBezTo>
                  <a:pt x="899011" y="133520"/>
                  <a:pt x="892226" y="131113"/>
                  <a:pt x="887215" y="126299"/>
                </a:cubicBezTo>
                <a:cubicBezTo>
                  <a:pt x="882204" y="121486"/>
                  <a:pt x="879699" y="115025"/>
                  <a:pt x="879699" y="106917"/>
                </a:cubicBezTo>
                <a:cubicBezTo>
                  <a:pt x="879699" y="89971"/>
                  <a:pt x="889777" y="80146"/>
                  <a:pt x="909933" y="77443"/>
                </a:cubicBezTo>
                <a:lnTo>
                  <a:pt x="934678" y="74065"/>
                </a:lnTo>
                <a:cubicBezTo>
                  <a:pt x="934678" y="62749"/>
                  <a:pt x="929160" y="57090"/>
                  <a:pt x="918125" y="57090"/>
                </a:cubicBezTo>
                <a:cubicBezTo>
                  <a:pt x="907597" y="57090"/>
                  <a:pt x="897687" y="60384"/>
                  <a:pt x="888398" y="66971"/>
                </a:cubicBezTo>
                <a:lnTo>
                  <a:pt x="888398" y="48223"/>
                </a:lnTo>
                <a:moveTo>
                  <a:pt x="917027" y="90787"/>
                </a:moveTo>
                <a:cubicBezTo>
                  <a:pt x="906893" y="92082"/>
                  <a:pt x="901826" y="96614"/>
                  <a:pt x="901826" y="104384"/>
                </a:cubicBezTo>
                <a:cubicBezTo>
                  <a:pt x="901826" y="107875"/>
                  <a:pt x="903036" y="110718"/>
                  <a:pt x="905457" y="112914"/>
                </a:cubicBezTo>
                <a:cubicBezTo>
                  <a:pt x="907878" y="115109"/>
                  <a:pt x="911144" y="116207"/>
                  <a:pt x="915254" y="116207"/>
                </a:cubicBezTo>
                <a:cubicBezTo>
                  <a:pt x="920884" y="116207"/>
                  <a:pt x="925529" y="114223"/>
                  <a:pt x="929188" y="110253"/>
                </a:cubicBezTo>
                <a:cubicBezTo>
                  <a:pt x="932848" y="106284"/>
                  <a:pt x="934678" y="101287"/>
                  <a:pt x="934678" y="95263"/>
                </a:cubicBezTo>
                <a:lnTo>
                  <a:pt x="934678" y="88507"/>
                </a:lnTo>
                <a:lnTo>
                  <a:pt x="917027" y="90787"/>
                </a:lnTo>
                <a:close/>
                <a:moveTo>
                  <a:pt x="1030115" y="130395"/>
                </a:moveTo>
                <a:cubicBezTo>
                  <a:pt x="1026117" y="132422"/>
                  <a:pt x="1020544" y="133436"/>
                  <a:pt x="1013393" y="133436"/>
                </a:cubicBezTo>
                <a:cubicBezTo>
                  <a:pt x="995208" y="133436"/>
                  <a:pt x="986115" y="123808"/>
                  <a:pt x="986115" y="104553"/>
                </a:cubicBezTo>
                <a:lnTo>
                  <a:pt x="986115" y="60468"/>
                </a:lnTo>
                <a:lnTo>
                  <a:pt x="971420" y="60468"/>
                </a:lnTo>
                <a:lnTo>
                  <a:pt x="971420" y="42564"/>
                </a:lnTo>
                <a:lnTo>
                  <a:pt x="986115" y="42564"/>
                </a:lnTo>
                <a:lnTo>
                  <a:pt x="986115" y="22718"/>
                </a:lnTo>
                <a:lnTo>
                  <a:pt x="1009593" y="15877"/>
                </a:lnTo>
                <a:lnTo>
                  <a:pt x="1009593" y="42564"/>
                </a:lnTo>
                <a:lnTo>
                  <a:pt x="1030115" y="42564"/>
                </a:lnTo>
                <a:lnTo>
                  <a:pt x="1030115" y="60468"/>
                </a:lnTo>
                <a:lnTo>
                  <a:pt x="1009593" y="60468"/>
                </a:lnTo>
                <a:lnTo>
                  <a:pt x="1009593" y="100415"/>
                </a:lnTo>
                <a:cubicBezTo>
                  <a:pt x="1009593" y="110211"/>
                  <a:pt x="1013449" y="115109"/>
                  <a:pt x="1021163" y="115109"/>
                </a:cubicBezTo>
                <a:cubicBezTo>
                  <a:pt x="1024372" y="115109"/>
                  <a:pt x="1027356" y="114209"/>
                  <a:pt x="1030115" y="112407"/>
                </a:cubicBezTo>
                <a:lnTo>
                  <a:pt x="1030115" y="130395"/>
                </a:lnTo>
                <a:close/>
                <a:moveTo>
                  <a:pt x="1123375" y="93574"/>
                </a:moveTo>
                <a:lnTo>
                  <a:pt x="1064089" y="93574"/>
                </a:lnTo>
                <a:cubicBezTo>
                  <a:pt x="1065046" y="108663"/>
                  <a:pt x="1073604" y="116207"/>
                  <a:pt x="1089763" y="116207"/>
                </a:cubicBezTo>
                <a:cubicBezTo>
                  <a:pt x="1099616" y="116207"/>
                  <a:pt x="1108399" y="113617"/>
                  <a:pt x="1116112" y="108438"/>
                </a:cubicBezTo>
                <a:lnTo>
                  <a:pt x="1116112" y="126342"/>
                </a:lnTo>
                <a:cubicBezTo>
                  <a:pt x="1107892" y="131127"/>
                  <a:pt x="1097335" y="133520"/>
                  <a:pt x="1084442" y="133520"/>
                </a:cubicBezTo>
                <a:cubicBezTo>
                  <a:pt x="1070648" y="133520"/>
                  <a:pt x="1059909" y="129523"/>
                  <a:pt x="1052223" y="121528"/>
                </a:cubicBezTo>
                <a:cubicBezTo>
                  <a:pt x="1044538" y="113533"/>
                  <a:pt x="1040696" y="102357"/>
                  <a:pt x="1040696" y="88000"/>
                </a:cubicBezTo>
                <a:cubicBezTo>
                  <a:pt x="1040696" y="73924"/>
                  <a:pt x="1044820" y="62481"/>
                  <a:pt x="1053068" y="53670"/>
                </a:cubicBezTo>
                <a:cubicBezTo>
                  <a:pt x="1061316" y="44859"/>
                  <a:pt x="1071633" y="40453"/>
                  <a:pt x="1084020" y="40453"/>
                </a:cubicBezTo>
                <a:cubicBezTo>
                  <a:pt x="1096406" y="40453"/>
                  <a:pt x="1106062" y="44253"/>
                  <a:pt x="1112987" y="51854"/>
                </a:cubicBezTo>
                <a:cubicBezTo>
                  <a:pt x="1119912" y="59455"/>
                  <a:pt x="1123375" y="69899"/>
                  <a:pt x="1123375" y="83186"/>
                </a:cubicBezTo>
                <a:lnTo>
                  <a:pt x="1123375" y="93574"/>
                </a:lnTo>
                <a:moveTo>
                  <a:pt x="1101164" y="78119"/>
                </a:moveTo>
                <a:cubicBezTo>
                  <a:pt x="1101164" y="64043"/>
                  <a:pt x="1095365" y="57006"/>
                  <a:pt x="1083767" y="57006"/>
                </a:cubicBezTo>
                <a:cubicBezTo>
                  <a:pt x="1078925" y="57006"/>
                  <a:pt x="1074660" y="58920"/>
                  <a:pt x="1070972" y="62749"/>
                </a:cubicBezTo>
                <a:cubicBezTo>
                  <a:pt x="1067284" y="66577"/>
                  <a:pt x="1064990" y="71701"/>
                  <a:pt x="1064089" y="78119"/>
                </a:cubicBezTo>
                <a:lnTo>
                  <a:pt x="1101164" y="78119"/>
                </a:lnTo>
                <a:close/>
                <a:moveTo>
                  <a:pt x="1138791" y="108522"/>
                </a:moveTo>
                <a:cubicBezTo>
                  <a:pt x="1147574" y="114040"/>
                  <a:pt x="1156245" y="116798"/>
                  <a:pt x="1164803" y="116798"/>
                </a:cubicBezTo>
                <a:cubicBezTo>
                  <a:pt x="1175838" y="116798"/>
                  <a:pt x="1181355" y="113674"/>
                  <a:pt x="1181355" y="107424"/>
                </a:cubicBezTo>
                <a:cubicBezTo>
                  <a:pt x="1181355" y="103089"/>
                  <a:pt x="1176992" y="99429"/>
                  <a:pt x="1168265" y="96445"/>
                </a:cubicBezTo>
                <a:cubicBezTo>
                  <a:pt x="1155541" y="92166"/>
                  <a:pt x="1147462" y="87958"/>
                  <a:pt x="1144027" y="83820"/>
                </a:cubicBezTo>
                <a:cubicBezTo>
                  <a:pt x="1140593" y="79681"/>
                  <a:pt x="1138876" y="74375"/>
                  <a:pt x="1138876" y="67900"/>
                </a:cubicBezTo>
                <a:cubicBezTo>
                  <a:pt x="1138876" y="59342"/>
                  <a:pt x="1142366" y="52628"/>
                  <a:pt x="1149348" y="47758"/>
                </a:cubicBezTo>
                <a:cubicBezTo>
                  <a:pt x="1156329" y="42888"/>
                  <a:pt x="1165309" y="40453"/>
                  <a:pt x="1176288" y="40453"/>
                </a:cubicBezTo>
                <a:cubicBezTo>
                  <a:pt x="1183945" y="40453"/>
                  <a:pt x="1191602" y="41663"/>
                  <a:pt x="1199260" y="44084"/>
                </a:cubicBezTo>
                <a:lnTo>
                  <a:pt x="1199260" y="63255"/>
                </a:lnTo>
                <a:cubicBezTo>
                  <a:pt x="1192334" y="59145"/>
                  <a:pt x="1184762" y="57090"/>
                  <a:pt x="1176542" y="57090"/>
                </a:cubicBezTo>
                <a:cubicBezTo>
                  <a:pt x="1172206" y="57090"/>
                  <a:pt x="1168716" y="57907"/>
                  <a:pt x="1166070" y="59539"/>
                </a:cubicBezTo>
                <a:cubicBezTo>
                  <a:pt x="1163423" y="61172"/>
                  <a:pt x="1162100" y="63340"/>
                  <a:pt x="1162100" y="66042"/>
                </a:cubicBezTo>
                <a:cubicBezTo>
                  <a:pt x="1162100" y="70490"/>
                  <a:pt x="1165788" y="74009"/>
                  <a:pt x="1173164" y="76599"/>
                </a:cubicBezTo>
                <a:cubicBezTo>
                  <a:pt x="1181553" y="79639"/>
                  <a:pt x="1187718" y="82187"/>
                  <a:pt x="1191659" y="84242"/>
                </a:cubicBezTo>
                <a:cubicBezTo>
                  <a:pt x="1195600" y="86297"/>
                  <a:pt x="1198668" y="89098"/>
                  <a:pt x="1200864" y="92645"/>
                </a:cubicBezTo>
                <a:cubicBezTo>
                  <a:pt x="1203060" y="96192"/>
                  <a:pt x="1204158" y="100358"/>
                  <a:pt x="1204158" y="105144"/>
                </a:cubicBezTo>
                <a:cubicBezTo>
                  <a:pt x="1204158" y="114152"/>
                  <a:pt x="1200569" y="121134"/>
                  <a:pt x="1193390" y="126088"/>
                </a:cubicBezTo>
                <a:cubicBezTo>
                  <a:pt x="1186212" y="131043"/>
                  <a:pt x="1176739" y="133520"/>
                  <a:pt x="1164972" y="133520"/>
                </a:cubicBezTo>
                <a:cubicBezTo>
                  <a:pt x="1155062" y="133520"/>
                  <a:pt x="1146336" y="131944"/>
                  <a:pt x="1138791" y="128791"/>
                </a:cubicBezTo>
                <a:lnTo>
                  <a:pt x="1138791" y="108522"/>
                </a:lnTo>
                <a:close/>
                <a:moveTo>
                  <a:pt x="1311254" y="159532"/>
                </a:moveTo>
                <a:cubicBezTo>
                  <a:pt x="1292787" y="139038"/>
                  <a:pt x="1283554" y="113814"/>
                  <a:pt x="1283554" y="83862"/>
                </a:cubicBezTo>
                <a:cubicBezTo>
                  <a:pt x="1283554" y="54528"/>
                  <a:pt x="1292787" y="28911"/>
                  <a:pt x="1311254" y="7010"/>
                </a:cubicBezTo>
                <a:lnTo>
                  <a:pt x="1330679" y="7010"/>
                </a:lnTo>
                <a:cubicBezTo>
                  <a:pt x="1313000" y="29812"/>
                  <a:pt x="1304160" y="55401"/>
                  <a:pt x="1304160" y="83777"/>
                </a:cubicBezTo>
                <a:cubicBezTo>
                  <a:pt x="1304160" y="111928"/>
                  <a:pt x="1313000" y="137180"/>
                  <a:pt x="1330679" y="159532"/>
                </a:cubicBezTo>
                <a:lnTo>
                  <a:pt x="1311254" y="159532"/>
                </a:lnTo>
                <a:close/>
                <a:moveTo>
                  <a:pt x="1345755" y="105735"/>
                </a:moveTo>
                <a:cubicBezTo>
                  <a:pt x="1354144" y="111985"/>
                  <a:pt x="1363828" y="115109"/>
                  <a:pt x="1374807" y="115109"/>
                </a:cubicBezTo>
                <a:cubicBezTo>
                  <a:pt x="1382014" y="115109"/>
                  <a:pt x="1387813" y="113463"/>
                  <a:pt x="1392204" y="110169"/>
                </a:cubicBezTo>
                <a:cubicBezTo>
                  <a:pt x="1396596" y="106875"/>
                  <a:pt x="1398792" y="102160"/>
                  <a:pt x="1398792" y="96023"/>
                </a:cubicBezTo>
                <a:cubicBezTo>
                  <a:pt x="1398792" y="83130"/>
                  <a:pt x="1389051" y="76683"/>
                  <a:pt x="1369571" y="76683"/>
                </a:cubicBezTo>
                <a:lnTo>
                  <a:pt x="1358592" y="76683"/>
                </a:lnTo>
                <a:lnTo>
                  <a:pt x="1358592" y="58273"/>
                </a:lnTo>
                <a:lnTo>
                  <a:pt x="1368811" y="58273"/>
                </a:lnTo>
                <a:cubicBezTo>
                  <a:pt x="1386264" y="58273"/>
                  <a:pt x="1394991" y="52248"/>
                  <a:pt x="1394991" y="40200"/>
                </a:cubicBezTo>
                <a:cubicBezTo>
                  <a:pt x="1394991" y="28939"/>
                  <a:pt x="1388291" y="23309"/>
                  <a:pt x="1374891" y="23309"/>
                </a:cubicBezTo>
                <a:cubicBezTo>
                  <a:pt x="1366502" y="23309"/>
                  <a:pt x="1358367" y="26068"/>
                  <a:pt x="1350485" y="31585"/>
                </a:cubicBezTo>
                <a:lnTo>
                  <a:pt x="1350485" y="11739"/>
                </a:lnTo>
                <a:cubicBezTo>
                  <a:pt x="1358930" y="7235"/>
                  <a:pt x="1368895" y="4983"/>
                  <a:pt x="1380381" y="4983"/>
                </a:cubicBezTo>
                <a:cubicBezTo>
                  <a:pt x="1391810" y="4983"/>
                  <a:pt x="1401100" y="7685"/>
                  <a:pt x="1408250" y="13090"/>
                </a:cubicBezTo>
                <a:cubicBezTo>
                  <a:pt x="1415401" y="18495"/>
                  <a:pt x="1418976" y="25983"/>
                  <a:pt x="1418976" y="35555"/>
                </a:cubicBezTo>
                <a:cubicBezTo>
                  <a:pt x="1418976" y="51713"/>
                  <a:pt x="1410728" y="61960"/>
                  <a:pt x="1394231" y="66296"/>
                </a:cubicBezTo>
                <a:lnTo>
                  <a:pt x="1394231" y="66633"/>
                </a:lnTo>
                <a:cubicBezTo>
                  <a:pt x="1402845" y="67534"/>
                  <a:pt x="1409770" y="70701"/>
                  <a:pt x="1415007" y="76134"/>
                </a:cubicBezTo>
                <a:cubicBezTo>
                  <a:pt x="1420243" y="81567"/>
                  <a:pt x="1422861" y="88141"/>
                  <a:pt x="1422861" y="95854"/>
                </a:cubicBezTo>
                <a:cubicBezTo>
                  <a:pt x="1422861" y="107621"/>
                  <a:pt x="1418596" y="116841"/>
                  <a:pt x="1410066" y="123512"/>
                </a:cubicBezTo>
                <a:cubicBezTo>
                  <a:pt x="1401536" y="130184"/>
                  <a:pt x="1390234" y="133520"/>
                  <a:pt x="1376158" y="133520"/>
                </a:cubicBezTo>
                <a:cubicBezTo>
                  <a:pt x="1363772" y="133520"/>
                  <a:pt x="1353637" y="131381"/>
                  <a:pt x="1345755" y="127102"/>
                </a:cubicBezTo>
                <a:lnTo>
                  <a:pt x="1345755" y="105735"/>
                </a:lnTo>
                <a:close/>
                <a:moveTo>
                  <a:pt x="1445817" y="127608"/>
                </a:moveTo>
                <a:lnTo>
                  <a:pt x="1445817" y="106242"/>
                </a:lnTo>
                <a:cubicBezTo>
                  <a:pt x="1449589" y="109113"/>
                  <a:pt x="1453882" y="111309"/>
                  <a:pt x="1458696" y="112829"/>
                </a:cubicBezTo>
                <a:cubicBezTo>
                  <a:pt x="1463510" y="114349"/>
                  <a:pt x="1468225" y="115109"/>
                  <a:pt x="1472842" y="115109"/>
                </a:cubicBezTo>
                <a:cubicBezTo>
                  <a:pt x="1480780" y="115109"/>
                  <a:pt x="1487030" y="113195"/>
                  <a:pt x="1491590" y="109367"/>
                </a:cubicBezTo>
                <a:cubicBezTo>
                  <a:pt x="1496151" y="105538"/>
                  <a:pt x="1498431" y="100217"/>
                  <a:pt x="1498431" y="93405"/>
                </a:cubicBezTo>
                <a:cubicBezTo>
                  <a:pt x="1498431" y="86311"/>
                  <a:pt x="1496024" y="81145"/>
                  <a:pt x="1491210" y="77908"/>
                </a:cubicBezTo>
                <a:cubicBezTo>
                  <a:pt x="1486396" y="74670"/>
                  <a:pt x="1479007" y="73052"/>
                  <a:pt x="1469041" y="73052"/>
                </a:cubicBezTo>
                <a:cubicBezTo>
                  <a:pt x="1462285" y="73052"/>
                  <a:pt x="1455191" y="73643"/>
                  <a:pt x="1447759" y="74825"/>
                </a:cubicBezTo>
                <a:lnTo>
                  <a:pt x="1452404" y="7010"/>
                </a:lnTo>
                <a:lnTo>
                  <a:pt x="1516757" y="7010"/>
                </a:lnTo>
                <a:lnTo>
                  <a:pt x="1516757" y="26603"/>
                </a:lnTo>
                <a:lnTo>
                  <a:pt x="1471828" y="26603"/>
                </a:lnTo>
                <a:lnTo>
                  <a:pt x="1469717" y="55486"/>
                </a:lnTo>
                <a:cubicBezTo>
                  <a:pt x="1476023" y="54754"/>
                  <a:pt x="1480189" y="54388"/>
                  <a:pt x="1482216" y="54388"/>
                </a:cubicBezTo>
                <a:cubicBezTo>
                  <a:pt x="1494321" y="54388"/>
                  <a:pt x="1504047" y="57710"/>
                  <a:pt x="1511394" y="64353"/>
                </a:cubicBezTo>
                <a:cubicBezTo>
                  <a:pt x="1518742" y="70997"/>
                  <a:pt x="1522416" y="79836"/>
                  <a:pt x="1522416" y="90871"/>
                </a:cubicBezTo>
                <a:cubicBezTo>
                  <a:pt x="1522416" y="104215"/>
                  <a:pt x="1518193" y="114659"/>
                  <a:pt x="1509748" y="122203"/>
                </a:cubicBezTo>
                <a:cubicBezTo>
                  <a:pt x="1501302" y="129748"/>
                  <a:pt x="1489760" y="133520"/>
                  <a:pt x="1475122" y="133520"/>
                </a:cubicBezTo>
                <a:cubicBezTo>
                  <a:pt x="1462848" y="133520"/>
                  <a:pt x="1453080" y="131550"/>
                  <a:pt x="1445817" y="127608"/>
                </a:cubicBezTo>
                <a:close/>
                <a:moveTo>
                  <a:pt x="1534309" y="159532"/>
                </a:moveTo>
                <a:cubicBezTo>
                  <a:pt x="1552101" y="137574"/>
                  <a:pt x="1560996" y="112322"/>
                  <a:pt x="1560996" y="83777"/>
                </a:cubicBezTo>
                <a:cubicBezTo>
                  <a:pt x="1560996" y="55514"/>
                  <a:pt x="1552101" y="29924"/>
                  <a:pt x="1534309" y="7010"/>
                </a:cubicBezTo>
                <a:lnTo>
                  <a:pt x="1553902" y="7010"/>
                </a:lnTo>
                <a:cubicBezTo>
                  <a:pt x="1572426" y="29024"/>
                  <a:pt x="1581687" y="54641"/>
                  <a:pt x="1581687" y="83862"/>
                </a:cubicBezTo>
                <a:cubicBezTo>
                  <a:pt x="1581687" y="113589"/>
                  <a:pt x="1572397" y="138812"/>
                  <a:pt x="1553818" y="159532"/>
                </a:cubicBezTo>
                <a:lnTo>
                  <a:pt x="1534309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•APT28(16)">
            <a:extLst xmlns:a="http://schemas.openxmlformats.org/drawingml/2006/main">
              <a:ext uri="{FF2B5EF4-FFF2-40B4-BE49-F238E27FC236}">
                <a16:creationId xmlns:a16="http://schemas.microsoft.com/office/drawing/2014/main" id="{C8581B91-A4DF-4728-BF79-B2A47043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26" y="2783865"/>
            <a:ext cx="1000768" cy="154549"/>
          </a:xfrm>
          <a:custGeom xmlns:a="http://schemas.openxmlformats.org/drawingml/2006/main">
            <a:pathLst>
              <a:path w="1000768" h="154549">
                <a:moveTo>
                  <a:pt x="0" y="65662"/>
                </a:moveTo>
                <a:cubicBezTo>
                  <a:pt x="0" y="59738"/>
                  <a:pt x="2097" y="54689"/>
                  <a:pt x="6292" y="50516"/>
                </a:cubicBezTo>
                <a:cubicBezTo>
                  <a:pt x="10486" y="46341"/>
                  <a:pt x="15511" y="44253"/>
                  <a:pt x="21367" y="44253"/>
                </a:cubicBezTo>
                <a:cubicBezTo>
                  <a:pt x="27278" y="44253"/>
                  <a:pt x="32331" y="46341"/>
                  <a:pt x="36526" y="50516"/>
                </a:cubicBezTo>
                <a:cubicBezTo>
                  <a:pt x="40720" y="54689"/>
                  <a:pt x="42818" y="59738"/>
                  <a:pt x="42818" y="65662"/>
                </a:cubicBezTo>
                <a:cubicBezTo>
                  <a:pt x="42818" y="71586"/>
                  <a:pt x="40720" y="76650"/>
                  <a:pt x="36526" y="80853"/>
                </a:cubicBezTo>
                <a:cubicBezTo>
                  <a:pt x="32331" y="85055"/>
                  <a:pt x="27278" y="87155"/>
                  <a:pt x="21367" y="87155"/>
                </a:cubicBezTo>
                <a:cubicBezTo>
                  <a:pt x="15511" y="87155"/>
                  <a:pt x="10486" y="85055"/>
                  <a:pt x="6292" y="80853"/>
                </a:cubicBezTo>
                <a:cubicBezTo>
                  <a:pt x="2097" y="76650"/>
                  <a:pt x="0" y="71586"/>
                  <a:pt x="0" y="65662"/>
                </a:cubicBezTo>
                <a:close/>
                <a:moveTo>
                  <a:pt x="223771" y="126342"/>
                </a:moveTo>
                <a:lnTo>
                  <a:pt x="197506" y="126342"/>
                </a:lnTo>
                <a:lnTo>
                  <a:pt x="187456" y="96614"/>
                </a:lnTo>
                <a:lnTo>
                  <a:pt x="140753" y="96614"/>
                </a:lnTo>
                <a:lnTo>
                  <a:pt x="130957" y="126342"/>
                </a:lnTo>
                <a:lnTo>
                  <a:pt x="104692" y="126342"/>
                </a:lnTo>
                <a:lnTo>
                  <a:pt x="150719" y="2027"/>
                </a:lnTo>
                <a:lnTo>
                  <a:pt x="178504" y="2027"/>
                </a:lnTo>
                <a:lnTo>
                  <a:pt x="223771" y="126342"/>
                </a:lnTo>
                <a:moveTo>
                  <a:pt x="181460" y="77528"/>
                </a:moveTo>
                <a:lnTo>
                  <a:pt x="166258" y="32514"/>
                </a:lnTo>
                <a:cubicBezTo>
                  <a:pt x="165639" y="30713"/>
                  <a:pt x="164991" y="27278"/>
                  <a:pt x="164316" y="22211"/>
                </a:cubicBezTo>
                <a:lnTo>
                  <a:pt x="163725" y="22211"/>
                </a:lnTo>
                <a:cubicBezTo>
                  <a:pt x="163274" y="25983"/>
                  <a:pt x="162570" y="29361"/>
                  <a:pt x="161613" y="32345"/>
                </a:cubicBezTo>
                <a:lnTo>
                  <a:pt x="146327" y="77528"/>
                </a:lnTo>
                <a:lnTo>
                  <a:pt x="181460" y="77528"/>
                </a:lnTo>
                <a:close/>
                <a:moveTo>
                  <a:pt x="264206" y="82257"/>
                </a:moveTo>
                <a:lnTo>
                  <a:pt x="264206" y="126342"/>
                </a:lnTo>
                <a:lnTo>
                  <a:pt x="240137" y="126342"/>
                </a:lnTo>
                <a:lnTo>
                  <a:pt x="240137" y="2027"/>
                </a:lnTo>
                <a:lnTo>
                  <a:pt x="281181" y="2027"/>
                </a:lnTo>
                <a:cubicBezTo>
                  <a:pt x="311471" y="2027"/>
                  <a:pt x="326617" y="15004"/>
                  <a:pt x="326617" y="40960"/>
                </a:cubicBezTo>
                <a:cubicBezTo>
                  <a:pt x="326617" y="53515"/>
                  <a:pt x="322042" y="63621"/>
                  <a:pt x="312893" y="71278"/>
                </a:cubicBezTo>
                <a:cubicBezTo>
                  <a:pt x="303744" y="78935"/>
                  <a:pt x="292244" y="82595"/>
                  <a:pt x="278394" y="82257"/>
                </a:cubicBezTo>
                <a:lnTo>
                  <a:pt x="264206" y="82257"/>
                </a:lnTo>
                <a:moveTo>
                  <a:pt x="264206" y="21198"/>
                </a:moveTo>
                <a:lnTo>
                  <a:pt x="264206" y="63424"/>
                </a:lnTo>
                <a:lnTo>
                  <a:pt x="276452" y="63424"/>
                </a:lnTo>
                <a:cubicBezTo>
                  <a:pt x="293061" y="63424"/>
                  <a:pt x="301365" y="56246"/>
                  <a:pt x="301365" y="41889"/>
                </a:cubicBezTo>
                <a:cubicBezTo>
                  <a:pt x="301365" y="28095"/>
                  <a:pt x="293230" y="21198"/>
                  <a:pt x="276958" y="21198"/>
                </a:cubicBezTo>
                <a:lnTo>
                  <a:pt x="264206" y="21198"/>
                </a:lnTo>
                <a:close/>
                <a:moveTo>
                  <a:pt x="430815" y="22042"/>
                </a:moveTo>
                <a:lnTo>
                  <a:pt x="395261" y="22042"/>
                </a:lnTo>
                <a:lnTo>
                  <a:pt x="395261" y="126342"/>
                </a:lnTo>
                <a:lnTo>
                  <a:pt x="371107" y="126342"/>
                </a:lnTo>
                <a:lnTo>
                  <a:pt x="371107" y="22042"/>
                </a:lnTo>
                <a:lnTo>
                  <a:pt x="335637" y="22042"/>
                </a:lnTo>
                <a:lnTo>
                  <a:pt x="335637" y="2027"/>
                </a:lnTo>
                <a:lnTo>
                  <a:pt x="430815" y="2027"/>
                </a:lnTo>
                <a:lnTo>
                  <a:pt x="430815" y="22042"/>
                </a:lnTo>
                <a:close/>
                <a:moveTo>
                  <a:pt x="469844" y="106495"/>
                </a:moveTo>
                <a:lnTo>
                  <a:pt x="522542" y="106495"/>
                </a:lnTo>
                <a:lnTo>
                  <a:pt x="522542" y="126342"/>
                </a:lnTo>
                <a:lnTo>
                  <a:pt x="444930" y="126342"/>
                </a:lnTo>
                <a:lnTo>
                  <a:pt x="444930" y="116967"/>
                </a:lnTo>
                <a:cubicBezTo>
                  <a:pt x="444930" y="110267"/>
                  <a:pt x="446070" y="104088"/>
                  <a:pt x="448350" y="98430"/>
                </a:cubicBezTo>
                <a:cubicBezTo>
                  <a:pt x="450631" y="92772"/>
                  <a:pt x="453896" y="87479"/>
                  <a:pt x="458147" y="82553"/>
                </a:cubicBezTo>
                <a:cubicBezTo>
                  <a:pt x="462398" y="77626"/>
                  <a:pt x="471336" y="70068"/>
                  <a:pt x="484961" y="59877"/>
                </a:cubicBezTo>
                <a:cubicBezTo>
                  <a:pt x="490253" y="55936"/>
                  <a:pt x="494053" y="52164"/>
                  <a:pt x="496362" y="48560"/>
                </a:cubicBezTo>
                <a:cubicBezTo>
                  <a:pt x="498670" y="44957"/>
                  <a:pt x="499824" y="40932"/>
                  <a:pt x="499824" y="36484"/>
                </a:cubicBezTo>
                <a:cubicBezTo>
                  <a:pt x="499824" y="30966"/>
                  <a:pt x="498206" y="26673"/>
                  <a:pt x="494968" y="23605"/>
                </a:cubicBezTo>
                <a:cubicBezTo>
                  <a:pt x="491731" y="20536"/>
                  <a:pt x="486706" y="19002"/>
                  <a:pt x="479894" y="19002"/>
                </a:cubicBezTo>
                <a:cubicBezTo>
                  <a:pt x="469252" y="19002"/>
                  <a:pt x="459034" y="23225"/>
                  <a:pt x="449237" y="31670"/>
                </a:cubicBezTo>
                <a:lnTo>
                  <a:pt x="449237" y="10472"/>
                </a:lnTo>
                <a:cubicBezTo>
                  <a:pt x="459259" y="3491"/>
                  <a:pt x="470604" y="0"/>
                  <a:pt x="483272" y="0"/>
                </a:cubicBezTo>
                <a:cubicBezTo>
                  <a:pt x="496108" y="0"/>
                  <a:pt x="506032" y="3125"/>
                  <a:pt x="513041" y="9374"/>
                </a:cubicBezTo>
                <a:cubicBezTo>
                  <a:pt x="520051" y="15624"/>
                  <a:pt x="523556" y="24266"/>
                  <a:pt x="523556" y="35301"/>
                </a:cubicBezTo>
                <a:cubicBezTo>
                  <a:pt x="523556" y="40988"/>
                  <a:pt x="522641" y="46027"/>
                  <a:pt x="520811" y="50418"/>
                </a:cubicBezTo>
                <a:cubicBezTo>
                  <a:pt x="518981" y="54810"/>
                  <a:pt x="516560" y="58793"/>
                  <a:pt x="513548" y="62368"/>
                </a:cubicBezTo>
                <a:cubicBezTo>
                  <a:pt x="510536" y="65944"/>
                  <a:pt x="507073" y="69265"/>
                  <a:pt x="503160" y="72334"/>
                </a:cubicBezTo>
                <a:cubicBezTo>
                  <a:pt x="499247" y="75402"/>
                  <a:pt x="495236" y="78457"/>
                  <a:pt x="491126" y="81497"/>
                </a:cubicBezTo>
                <a:cubicBezTo>
                  <a:pt x="483525" y="87127"/>
                  <a:pt x="478078" y="91941"/>
                  <a:pt x="474784" y="95939"/>
                </a:cubicBezTo>
                <a:cubicBezTo>
                  <a:pt x="471490" y="99936"/>
                  <a:pt x="469844" y="103455"/>
                  <a:pt x="469844" y="106495"/>
                </a:cubicBezTo>
                <a:close/>
                <a:moveTo>
                  <a:pt x="542190" y="92898"/>
                </a:moveTo>
                <a:cubicBezTo>
                  <a:pt x="542190" y="85748"/>
                  <a:pt x="544203" y="79372"/>
                  <a:pt x="548229" y="73770"/>
                </a:cubicBezTo>
                <a:cubicBezTo>
                  <a:pt x="552254" y="68168"/>
                  <a:pt x="558067" y="63987"/>
                  <a:pt x="565668" y="61228"/>
                </a:cubicBezTo>
                <a:cubicBezTo>
                  <a:pt x="559644" y="58132"/>
                  <a:pt x="554900" y="54148"/>
                  <a:pt x="551438" y="49278"/>
                </a:cubicBezTo>
                <a:cubicBezTo>
                  <a:pt x="547975" y="44408"/>
                  <a:pt x="546244" y="38989"/>
                  <a:pt x="546244" y="33021"/>
                </a:cubicBezTo>
                <a:cubicBezTo>
                  <a:pt x="546244" y="26884"/>
                  <a:pt x="547891" y="21296"/>
                  <a:pt x="551185" y="16257"/>
                </a:cubicBezTo>
                <a:cubicBezTo>
                  <a:pt x="554478" y="11218"/>
                  <a:pt x="559109" y="7249"/>
                  <a:pt x="565077" y="4349"/>
                </a:cubicBezTo>
                <a:cubicBezTo>
                  <a:pt x="571045" y="1450"/>
                  <a:pt x="577632" y="0"/>
                  <a:pt x="584839" y="0"/>
                </a:cubicBezTo>
                <a:cubicBezTo>
                  <a:pt x="592102" y="0"/>
                  <a:pt x="598746" y="1422"/>
                  <a:pt x="604770" y="4265"/>
                </a:cubicBezTo>
                <a:cubicBezTo>
                  <a:pt x="610794" y="7108"/>
                  <a:pt x="615453" y="11021"/>
                  <a:pt x="618747" y="16004"/>
                </a:cubicBezTo>
                <a:cubicBezTo>
                  <a:pt x="622041" y="20987"/>
                  <a:pt x="623687" y="26546"/>
                  <a:pt x="623687" y="32683"/>
                </a:cubicBezTo>
                <a:cubicBezTo>
                  <a:pt x="623687" y="44901"/>
                  <a:pt x="616875" y="54219"/>
                  <a:pt x="603250" y="60637"/>
                </a:cubicBezTo>
                <a:cubicBezTo>
                  <a:pt x="610794" y="63340"/>
                  <a:pt x="616664" y="67478"/>
                  <a:pt x="620858" y="73052"/>
                </a:cubicBezTo>
                <a:cubicBezTo>
                  <a:pt x="625053" y="78626"/>
                  <a:pt x="627150" y="85157"/>
                  <a:pt x="627150" y="92645"/>
                </a:cubicBezTo>
                <a:cubicBezTo>
                  <a:pt x="627150" y="103624"/>
                  <a:pt x="623307" y="112351"/>
                  <a:pt x="615622" y="118825"/>
                </a:cubicBezTo>
                <a:cubicBezTo>
                  <a:pt x="607937" y="125300"/>
                  <a:pt x="597591" y="128537"/>
                  <a:pt x="584586" y="128537"/>
                </a:cubicBezTo>
                <a:cubicBezTo>
                  <a:pt x="571749" y="128537"/>
                  <a:pt x="561474" y="125314"/>
                  <a:pt x="553760" y="118867"/>
                </a:cubicBezTo>
                <a:cubicBezTo>
                  <a:pt x="546047" y="112421"/>
                  <a:pt x="542190" y="103764"/>
                  <a:pt x="542190" y="92898"/>
                </a:cubicBezTo>
                <a:moveTo>
                  <a:pt x="564739" y="91378"/>
                </a:moveTo>
                <a:cubicBezTo>
                  <a:pt x="564739" y="97628"/>
                  <a:pt x="566513" y="102470"/>
                  <a:pt x="570060" y="105904"/>
                </a:cubicBezTo>
                <a:cubicBezTo>
                  <a:pt x="573607" y="109338"/>
                  <a:pt x="578477" y="111056"/>
                  <a:pt x="584670" y="111056"/>
                </a:cubicBezTo>
                <a:cubicBezTo>
                  <a:pt x="591032" y="111056"/>
                  <a:pt x="595959" y="109324"/>
                  <a:pt x="599449" y="105862"/>
                </a:cubicBezTo>
                <a:cubicBezTo>
                  <a:pt x="602940" y="102399"/>
                  <a:pt x="604685" y="97571"/>
                  <a:pt x="604685" y="91378"/>
                </a:cubicBezTo>
                <a:cubicBezTo>
                  <a:pt x="604685" y="85692"/>
                  <a:pt x="602799" y="80864"/>
                  <a:pt x="599027" y="76894"/>
                </a:cubicBezTo>
                <a:cubicBezTo>
                  <a:pt x="595255" y="72925"/>
                  <a:pt x="590469" y="70940"/>
                  <a:pt x="584670" y="70940"/>
                </a:cubicBezTo>
                <a:cubicBezTo>
                  <a:pt x="578984" y="70940"/>
                  <a:pt x="574240" y="72869"/>
                  <a:pt x="570440" y="76725"/>
                </a:cubicBezTo>
                <a:cubicBezTo>
                  <a:pt x="566639" y="80582"/>
                  <a:pt x="564739" y="85466"/>
                  <a:pt x="564739" y="91378"/>
                </a:cubicBezTo>
                <a:moveTo>
                  <a:pt x="568540" y="34710"/>
                </a:moveTo>
                <a:cubicBezTo>
                  <a:pt x="568540" y="39608"/>
                  <a:pt x="570144" y="43803"/>
                  <a:pt x="573353" y="47294"/>
                </a:cubicBezTo>
                <a:cubicBezTo>
                  <a:pt x="576563" y="50784"/>
                  <a:pt x="580447" y="52530"/>
                  <a:pt x="585008" y="52530"/>
                </a:cubicBezTo>
                <a:cubicBezTo>
                  <a:pt x="589681" y="52530"/>
                  <a:pt x="593622" y="50770"/>
                  <a:pt x="596831" y="47251"/>
                </a:cubicBezTo>
                <a:cubicBezTo>
                  <a:pt x="600041" y="43733"/>
                  <a:pt x="601645" y="39552"/>
                  <a:pt x="601645" y="34710"/>
                </a:cubicBezTo>
                <a:cubicBezTo>
                  <a:pt x="601645" y="29249"/>
                  <a:pt x="600153" y="25012"/>
                  <a:pt x="597169" y="22000"/>
                </a:cubicBezTo>
                <a:cubicBezTo>
                  <a:pt x="594185" y="18988"/>
                  <a:pt x="590131" y="17482"/>
                  <a:pt x="585008" y="17482"/>
                </a:cubicBezTo>
                <a:cubicBezTo>
                  <a:pt x="579884" y="17482"/>
                  <a:pt x="575859" y="19002"/>
                  <a:pt x="572931" y="22042"/>
                </a:cubicBezTo>
                <a:cubicBezTo>
                  <a:pt x="570003" y="25083"/>
                  <a:pt x="568540" y="29305"/>
                  <a:pt x="568540" y="34710"/>
                </a:cubicBezTo>
                <a:close/>
                <a:moveTo>
                  <a:pt x="730630" y="154549"/>
                </a:moveTo>
                <a:cubicBezTo>
                  <a:pt x="712163" y="134055"/>
                  <a:pt x="702929" y="108832"/>
                  <a:pt x="702929" y="78879"/>
                </a:cubicBezTo>
                <a:cubicBezTo>
                  <a:pt x="702929" y="49546"/>
                  <a:pt x="712163" y="23928"/>
                  <a:pt x="730630" y="2027"/>
                </a:cubicBezTo>
                <a:lnTo>
                  <a:pt x="750054" y="2027"/>
                </a:lnTo>
                <a:cubicBezTo>
                  <a:pt x="732375" y="24829"/>
                  <a:pt x="723536" y="50418"/>
                  <a:pt x="723536" y="78795"/>
                </a:cubicBezTo>
                <a:cubicBezTo>
                  <a:pt x="723536" y="106946"/>
                  <a:pt x="732375" y="132197"/>
                  <a:pt x="750054" y="154549"/>
                </a:cubicBezTo>
                <a:lnTo>
                  <a:pt x="730630" y="154549"/>
                </a:lnTo>
                <a:close/>
                <a:moveTo>
                  <a:pt x="820997" y="0"/>
                </a:moveTo>
                <a:lnTo>
                  <a:pt x="820997" y="126342"/>
                </a:lnTo>
                <a:lnTo>
                  <a:pt x="797435" y="126342"/>
                </a:lnTo>
                <a:lnTo>
                  <a:pt x="797435" y="28630"/>
                </a:lnTo>
                <a:cubicBezTo>
                  <a:pt x="794789" y="31051"/>
                  <a:pt x="791045" y="33303"/>
                  <a:pt x="786203" y="35386"/>
                </a:cubicBezTo>
                <a:cubicBezTo>
                  <a:pt x="781361" y="37469"/>
                  <a:pt x="776322" y="38820"/>
                  <a:pt x="771086" y="39440"/>
                </a:cubicBezTo>
                <a:lnTo>
                  <a:pt x="771086" y="18580"/>
                </a:lnTo>
                <a:cubicBezTo>
                  <a:pt x="783472" y="14864"/>
                  <a:pt x="795155" y="8670"/>
                  <a:pt x="806134" y="0"/>
                </a:cubicBezTo>
                <a:lnTo>
                  <a:pt x="820997" y="0"/>
                </a:lnTo>
                <a:close/>
                <a:moveTo>
                  <a:pt x="937697" y="23562"/>
                </a:moveTo>
                <a:cubicBezTo>
                  <a:pt x="931447" y="20072"/>
                  <a:pt x="924606" y="18326"/>
                  <a:pt x="917174" y="18326"/>
                </a:cubicBezTo>
                <a:cubicBezTo>
                  <a:pt x="907209" y="18326"/>
                  <a:pt x="899285" y="22366"/>
                  <a:pt x="893401" y="30445"/>
                </a:cubicBezTo>
                <a:cubicBezTo>
                  <a:pt x="887517" y="38525"/>
                  <a:pt x="884576" y="48870"/>
                  <a:pt x="884576" y="61482"/>
                </a:cubicBezTo>
                <a:lnTo>
                  <a:pt x="885082" y="61482"/>
                </a:lnTo>
                <a:cubicBezTo>
                  <a:pt x="890994" y="51854"/>
                  <a:pt x="899918" y="47040"/>
                  <a:pt x="911854" y="47040"/>
                </a:cubicBezTo>
                <a:cubicBezTo>
                  <a:pt x="922326" y="47040"/>
                  <a:pt x="930659" y="50601"/>
                  <a:pt x="936852" y="57724"/>
                </a:cubicBezTo>
                <a:cubicBezTo>
                  <a:pt x="943045" y="64846"/>
                  <a:pt x="946142" y="74122"/>
                  <a:pt x="946142" y="85551"/>
                </a:cubicBezTo>
                <a:cubicBezTo>
                  <a:pt x="946142" y="98106"/>
                  <a:pt x="942201" y="108409"/>
                  <a:pt x="934318" y="116461"/>
                </a:cubicBezTo>
                <a:cubicBezTo>
                  <a:pt x="926436" y="124512"/>
                  <a:pt x="916443" y="128537"/>
                  <a:pt x="904338" y="128537"/>
                </a:cubicBezTo>
                <a:cubicBezTo>
                  <a:pt x="890318" y="128537"/>
                  <a:pt x="879607" y="123386"/>
                  <a:pt x="872203" y="113082"/>
                </a:cubicBezTo>
                <a:cubicBezTo>
                  <a:pt x="864800" y="102779"/>
                  <a:pt x="861098" y="88760"/>
                  <a:pt x="861098" y="71025"/>
                </a:cubicBezTo>
                <a:cubicBezTo>
                  <a:pt x="861098" y="50024"/>
                  <a:pt x="865940" y="32937"/>
                  <a:pt x="875624" y="19762"/>
                </a:cubicBezTo>
                <a:cubicBezTo>
                  <a:pt x="885308" y="6587"/>
                  <a:pt x="898707" y="0"/>
                  <a:pt x="915823" y="0"/>
                </a:cubicBezTo>
                <a:cubicBezTo>
                  <a:pt x="925282" y="0"/>
                  <a:pt x="932573" y="1154"/>
                  <a:pt x="937697" y="3463"/>
                </a:cubicBezTo>
                <a:lnTo>
                  <a:pt x="937697" y="23562"/>
                </a:lnTo>
                <a:moveTo>
                  <a:pt x="885420" y="85551"/>
                </a:moveTo>
                <a:cubicBezTo>
                  <a:pt x="885420" y="92251"/>
                  <a:pt x="887137" y="98022"/>
                  <a:pt x="890572" y="102864"/>
                </a:cubicBezTo>
                <a:cubicBezTo>
                  <a:pt x="894006" y="107706"/>
                  <a:pt x="898623" y="110127"/>
                  <a:pt x="904422" y="110127"/>
                </a:cubicBezTo>
                <a:cubicBezTo>
                  <a:pt x="910109" y="110127"/>
                  <a:pt x="914613" y="107959"/>
                  <a:pt x="917935" y="103624"/>
                </a:cubicBezTo>
                <a:cubicBezTo>
                  <a:pt x="921256" y="99288"/>
                  <a:pt x="922917" y="93827"/>
                  <a:pt x="922917" y="87240"/>
                </a:cubicBezTo>
                <a:cubicBezTo>
                  <a:pt x="922917" y="72376"/>
                  <a:pt x="916724" y="64944"/>
                  <a:pt x="904338" y="64944"/>
                </a:cubicBezTo>
                <a:cubicBezTo>
                  <a:pt x="898764" y="64944"/>
                  <a:pt x="894217" y="66901"/>
                  <a:pt x="890698" y="70814"/>
                </a:cubicBezTo>
                <a:cubicBezTo>
                  <a:pt x="887180" y="74727"/>
                  <a:pt x="885420" y="79639"/>
                  <a:pt x="885420" y="85551"/>
                </a:cubicBezTo>
                <a:close/>
                <a:moveTo>
                  <a:pt x="953390" y="154549"/>
                </a:moveTo>
                <a:cubicBezTo>
                  <a:pt x="971182" y="132591"/>
                  <a:pt x="980077" y="107340"/>
                  <a:pt x="980077" y="78795"/>
                </a:cubicBezTo>
                <a:cubicBezTo>
                  <a:pt x="980077" y="50531"/>
                  <a:pt x="971182" y="24942"/>
                  <a:pt x="953390" y="2027"/>
                </a:cubicBezTo>
                <a:lnTo>
                  <a:pt x="972983" y="2027"/>
                </a:lnTo>
                <a:cubicBezTo>
                  <a:pt x="991507" y="24041"/>
                  <a:pt x="1000768" y="49658"/>
                  <a:pt x="1000768" y="78879"/>
                </a:cubicBezTo>
                <a:cubicBezTo>
                  <a:pt x="1000768" y="108606"/>
                  <a:pt x="991478" y="133830"/>
                  <a:pt x="972899" y="154549"/>
                </a:cubicBezTo>
                <a:lnTo>
                  <a:pt x="953390" y="15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•SpearPhishing(80)">
            <a:extLst xmlns:a="http://schemas.openxmlformats.org/drawingml/2006/main">
              <a:ext uri="{FF2B5EF4-FFF2-40B4-BE49-F238E27FC236}">
                <a16:creationId xmlns:a16="http://schemas.microsoft.com/office/drawing/2014/main" id="{35F53EEA-1038-45CA-836D-70EB032A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26" y="2985682"/>
            <a:ext cx="1698247" cy="173044"/>
          </a:xfrm>
          <a:custGeom xmlns:a="http://schemas.openxmlformats.org/drawingml/2006/main">
            <a:pathLst>
              <a:path w="1698247" h="173044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12631" y="101850"/>
                </a:moveTo>
                <a:cubicBezTo>
                  <a:pt x="122483" y="110014"/>
                  <a:pt x="133772" y="114096"/>
                  <a:pt x="146496" y="114096"/>
                </a:cubicBezTo>
                <a:cubicBezTo>
                  <a:pt x="154153" y="114096"/>
                  <a:pt x="159868" y="112759"/>
                  <a:pt x="163640" y="110084"/>
                </a:cubicBezTo>
                <a:cubicBezTo>
                  <a:pt x="167412" y="107410"/>
                  <a:pt x="169299" y="103905"/>
                  <a:pt x="169299" y="99570"/>
                </a:cubicBezTo>
                <a:cubicBezTo>
                  <a:pt x="169299" y="95798"/>
                  <a:pt x="167722" y="92335"/>
                  <a:pt x="164569" y="89182"/>
                </a:cubicBezTo>
                <a:cubicBezTo>
                  <a:pt x="161416" y="86029"/>
                  <a:pt x="153787" y="81863"/>
                  <a:pt x="141682" y="76683"/>
                </a:cubicBezTo>
                <a:cubicBezTo>
                  <a:pt x="131379" y="72066"/>
                  <a:pt x="123905" y="66873"/>
                  <a:pt x="119260" y="61102"/>
                </a:cubicBezTo>
                <a:cubicBezTo>
                  <a:pt x="114615" y="55331"/>
                  <a:pt x="112293" y="48560"/>
                  <a:pt x="112293" y="40791"/>
                </a:cubicBezTo>
                <a:cubicBezTo>
                  <a:pt x="112293" y="29587"/>
                  <a:pt x="116628" y="20818"/>
                  <a:pt x="125299" y="14484"/>
                </a:cubicBezTo>
                <a:cubicBezTo>
                  <a:pt x="133969" y="8150"/>
                  <a:pt x="145342" y="4983"/>
                  <a:pt x="159418" y="4983"/>
                </a:cubicBezTo>
                <a:cubicBezTo>
                  <a:pt x="172029" y="4983"/>
                  <a:pt x="181966" y="6559"/>
                  <a:pt x="189229" y="9712"/>
                </a:cubicBezTo>
                <a:lnTo>
                  <a:pt x="189229" y="32768"/>
                </a:lnTo>
                <a:cubicBezTo>
                  <a:pt x="181178" y="27250"/>
                  <a:pt x="171466" y="24491"/>
                  <a:pt x="160093" y="24491"/>
                </a:cubicBezTo>
                <a:cubicBezTo>
                  <a:pt x="153393" y="24491"/>
                  <a:pt x="147974" y="25758"/>
                  <a:pt x="143836" y="28292"/>
                </a:cubicBezTo>
                <a:cubicBezTo>
                  <a:pt x="139698" y="30825"/>
                  <a:pt x="137629" y="34316"/>
                  <a:pt x="137629" y="38764"/>
                </a:cubicBezTo>
                <a:cubicBezTo>
                  <a:pt x="137629" y="42311"/>
                  <a:pt x="139064" y="45548"/>
                  <a:pt x="141936" y="48476"/>
                </a:cubicBezTo>
                <a:cubicBezTo>
                  <a:pt x="144807" y="51404"/>
                  <a:pt x="151535" y="55204"/>
                  <a:pt x="162120" y="59877"/>
                </a:cubicBezTo>
                <a:cubicBezTo>
                  <a:pt x="174281" y="65170"/>
                  <a:pt x="182727" y="70729"/>
                  <a:pt x="187456" y="76557"/>
                </a:cubicBezTo>
                <a:cubicBezTo>
                  <a:pt x="192185" y="82384"/>
                  <a:pt x="194550" y="89351"/>
                  <a:pt x="194550" y="97459"/>
                </a:cubicBezTo>
                <a:cubicBezTo>
                  <a:pt x="194550" y="109169"/>
                  <a:pt x="190370" y="118107"/>
                  <a:pt x="182009" y="124272"/>
                </a:cubicBezTo>
                <a:cubicBezTo>
                  <a:pt x="173648" y="130438"/>
                  <a:pt x="161923" y="133520"/>
                  <a:pt x="146834" y="133520"/>
                </a:cubicBezTo>
                <a:cubicBezTo>
                  <a:pt x="132815" y="133520"/>
                  <a:pt x="121414" y="131184"/>
                  <a:pt x="112631" y="126510"/>
                </a:cubicBezTo>
                <a:lnTo>
                  <a:pt x="112631" y="101850"/>
                </a:lnTo>
                <a:close/>
                <a:moveTo>
                  <a:pt x="237382" y="120261"/>
                </a:moveTo>
                <a:lnTo>
                  <a:pt x="237382" y="172200"/>
                </a:lnTo>
                <a:lnTo>
                  <a:pt x="213820" y="172200"/>
                </a:lnTo>
                <a:lnTo>
                  <a:pt x="213820" y="42564"/>
                </a:lnTo>
                <a:lnTo>
                  <a:pt x="237382" y="42564"/>
                </a:lnTo>
                <a:lnTo>
                  <a:pt x="237382" y="56583"/>
                </a:lnTo>
                <a:lnTo>
                  <a:pt x="237635" y="56583"/>
                </a:lnTo>
                <a:cubicBezTo>
                  <a:pt x="244504" y="45830"/>
                  <a:pt x="254244" y="40453"/>
                  <a:pt x="266856" y="40453"/>
                </a:cubicBezTo>
                <a:cubicBezTo>
                  <a:pt x="278060" y="40453"/>
                  <a:pt x="286886" y="44366"/>
                  <a:pt x="293332" y="52192"/>
                </a:cubicBezTo>
                <a:cubicBezTo>
                  <a:pt x="299779" y="60018"/>
                  <a:pt x="303002" y="70772"/>
                  <a:pt x="303002" y="84453"/>
                </a:cubicBezTo>
                <a:cubicBezTo>
                  <a:pt x="303002" y="99204"/>
                  <a:pt x="299328" y="111070"/>
                  <a:pt x="291981" y="120050"/>
                </a:cubicBezTo>
                <a:cubicBezTo>
                  <a:pt x="284633" y="129030"/>
                  <a:pt x="274907" y="133520"/>
                  <a:pt x="262802" y="133520"/>
                </a:cubicBezTo>
                <a:cubicBezTo>
                  <a:pt x="251880" y="133520"/>
                  <a:pt x="243491" y="129100"/>
                  <a:pt x="237635" y="120261"/>
                </a:cubicBezTo>
                <a:lnTo>
                  <a:pt x="237382" y="120261"/>
                </a:lnTo>
                <a:moveTo>
                  <a:pt x="237044" y="92729"/>
                </a:moveTo>
                <a:cubicBezTo>
                  <a:pt x="237044" y="99148"/>
                  <a:pt x="238902" y="104482"/>
                  <a:pt x="242618" y="108733"/>
                </a:cubicBezTo>
                <a:cubicBezTo>
                  <a:pt x="246334" y="112984"/>
                  <a:pt x="251092" y="115109"/>
                  <a:pt x="256891" y="115109"/>
                </a:cubicBezTo>
                <a:cubicBezTo>
                  <a:pt x="263759" y="115109"/>
                  <a:pt x="269136" y="112435"/>
                  <a:pt x="273021" y="107086"/>
                </a:cubicBezTo>
                <a:cubicBezTo>
                  <a:pt x="276906" y="101738"/>
                  <a:pt x="278848" y="94221"/>
                  <a:pt x="278848" y="84537"/>
                </a:cubicBezTo>
                <a:cubicBezTo>
                  <a:pt x="278848" y="67365"/>
                  <a:pt x="272064" y="58779"/>
                  <a:pt x="258495" y="58779"/>
                </a:cubicBezTo>
                <a:cubicBezTo>
                  <a:pt x="252077" y="58779"/>
                  <a:pt x="246897" y="61172"/>
                  <a:pt x="242956" y="65958"/>
                </a:cubicBezTo>
                <a:cubicBezTo>
                  <a:pt x="239015" y="70743"/>
                  <a:pt x="237044" y="76768"/>
                  <a:pt x="237044" y="84031"/>
                </a:cubicBezTo>
                <a:lnTo>
                  <a:pt x="237044" y="92729"/>
                </a:lnTo>
                <a:close/>
                <a:moveTo>
                  <a:pt x="399886" y="93574"/>
                </a:moveTo>
                <a:lnTo>
                  <a:pt x="340600" y="93574"/>
                </a:lnTo>
                <a:cubicBezTo>
                  <a:pt x="341557" y="108663"/>
                  <a:pt x="350115" y="116207"/>
                  <a:pt x="366273" y="116207"/>
                </a:cubicBezTo>
                <a:cubicBezTo>
                  <a:pt x="376126" y="116207"/>
                  <a:pt x="384909" y="113617"/>
                  <a:pt x="392623" y="108438"/>
                </a:cubicBezTo>
                <a:lnTo>
                  <a:pt x="392623" y="126342"/>
                </a:lnTo>
                <a:cubicBezTo>
                  <a:pt x="384403" y="131127"/>
                  <a:pt x="373846" y="133520"/>
                  <a:pt x="360953" y="133520"/>
                </a:cubicBezTo>
                <a:cubicBezTo>
                  <a:pt x="347159" y="133520"/>
                  <a:pt x="336419" y="129523"/>
                  <a:pt x="328734" y="121528"/>
                </a:cubicBezTo>
                <a:cubicBezTo>
                  <a:pt x="321049" y="113533"/>
                  <a:pt x="317206" y="102357"/>
                  <a:pt x="317206" y="88000"/>
                </a:cubicBezTo>
                <a:cubicBezTo>
                  <a:pt x="317206" y="73924"/>
                  <a:pt x="321330" y="62481"/>
                  <a:pt x="329579" y="53670"/>
                </a:cubicBezTo>
                <a:cubicBezTo>
                  <a:pt x="337827" y="44859"/>
                  <a:pt x="348144" y="40453"/>
                  <a:pt x="360531" y="40453"/>
                </a:cubicBezTo>
                <a:cubicBezTo>
                  <a:pt x="372917" y="40453"/>
                  <a:pt x="382573" y="44253"/>
                  <a:pt x="389498" y="51854"/>
                </a:cubicBezTo>
                <a:cubicBezTo>
                  <a:pt x="396423" y="59455"/>
                  <a:pt x="399886" y="69899"/>
                  <a:pt x="399886" y="83186"/>
                </a:cubicBezTo>
                <a:lnTo>
                  <a:pt x="399886" y="93574"/>
                </a:lnTo>
                <a:moveTo>
                  <a:pt x="377675" y="78119"/>
                </a:moveTo>
                <a:cubicBezTo>
                  <a:pt x="377675" y="64043"/>
                  <a:pt x="371875" y="57006"/>
                  <a:pt x="360277" y="57006"/>
                </a:cubicBezTo>
                <a:cubicBezTo>
                  <a:pt x="355435" y="57006"/>
                  <a:pt x="351170" y="58920"/>
                  <a:pt x="347483" y="62749"/>
                </a:cubicBezTo>
                <a:cubicBezTo>
                  <a:pt x="343795" y="66577"/>
                  <a:pt x="341501" y="71701"/>
                  <a:pt x="340600" y="78119"/>
                </a:cubicBezTo>
                <a:lnTo>
                  <a:pt x="377675" y="78119"/>
                </a:lnTo>
                <a:close/>
                <a:moveTo>
                  <a:pt x="420369" y="48223"/>
                </a:moveTo>
                <a:cubicBezTo>
                  <a:pt x="424367" y="45914"/>
                  <a:pt x="429547" y="44042"/>
                  <a:pt x="435909" y="42607"/>
                </a:cubicBezTo>
                <a:cubicBezTo>
                  <a:pt x="442271" y="41171"/>
                  <a:pt x="447986" y="40453"/>
                  <a:pt x="453053" y="40453"/>
                </a:cubicBezTo>
                <a:cubicBezTo>
                  <a:pt x="477037" y="40453"/>
                  <a:pt x="489030" y="52614"/>
                  <a:pt x="489030" y="76937"/>
                </a:cubicBezTo>
                <a:lnTo>
                  <a:pt x="489030" y="131324"/>
                </a:lnTo>
                <a:lnTo>
                  <a:pt x="466565" y="131324"/>
                </a:lnTo>
                <a:lnTo>
                  <a:pt x="466565" y="118234"/>
                </a:lnTo>
                <a:lnTo>
                  <a:pt x="466143" y="118234"/>
                </a:lnTo>
                <a:cubicBezTo>
                  <a:pt x="460175" y="128425"/>
                  <a:pt x="451307" y="133520"/>
                  <a:pt x="439540" y="133520"/>
                </a:cubicBezTo>
                <a:cubicBezTo>
                  <a:pt x="430982" y="133520"/>
                  <a:pt x="424198" y="131113"/>
                  <a:pt x="419187" y="126299"/>
                </a:cubicBezTo>
                <a:cubicBezTo>
                  <a:pt x="414176" y="121486"/>
                  <a:pt x="411671" y="115025"/>
                  <a:pt x="411671" y="106917"/>
                </a:cubicBezTo>
                <a:cubicBezTo>
                  <a:pt x="411671" y="89971"/>
                  <a:pt x="421749" y="80146"/>
                  <a:pt x="441905" y="77443"/>
                </a:cubicBezTo>
                <a:lnTo>
                  <a:pt x="466650" y="74065"/>
                </a:lnTo>
                <a:cubicBezTo>
                  <a:pt x="466650" y="62749"/>
                  <a:pt x="461132" y="57090"/>
                  <a:pt x="450097" y="57090"/>
                </a:cubicBezTo>
                <a:cubicBezTo>
                  <a:pt x="439568" y="57090"/>
                  <a:pt x="429659" y="60384"/>
                  <a:pt x="420369" y="66971"/>
                </a:cubicBezTo>
                <a:lnTo>
                  <a:pt x="420369" y="48223"/>
                </a:lnTo>
                <a:moveTo>
                  <a:pt x="448999" y="90787"/>
                </a:moveTo>
                <a:cubicBezTo>
                  <a:pt x="438865" y="92082"/>
                  <a:pt x="433797" y="96614"/>
                  <a:pt x="433797" y="104384"/>
                </a:cubicBezTo>
                <a:cubicBezTo>
                  <a:pt x="433797" y="107875"/>
                  <a:pt x="435008" y="110718"/>
                  <a:pt x="437429" y="112914"/>
                </a:cubicBezTo>
                <a:cubicBezTo>
                  <a:pt x="439850" y="115109"/>
                  <a:pt x="443115" y="116207"/>
                  <a:pt x="447225" y="116207"/>
                </a:cubicBezTo>
                <a:cubicBezTo>
                  <a:pt x="452856" y="116207"/>
                  <a:pt x="457501" y="114223"/>
                  <a:pt x="461160" y="110253"/>
                </a:cubicBezTo>
                <a:cubicBezTo>
                  <a:pt x="464820" y="106284"/>
                  <a:pt x="466650" y="101287"/>
                  <a:pt x="466650" y="95263"/>
                </a:cubicBezTo>
                <a:lnTo>
                  <a:pt x="466650" y="88507"/>
                </a:lnTo>
                <a:lnTo>
                  <a:pt x="448999" y="90787"/>
                </a:lnTo>
                <a:close/>
                <a:moveTo>
                  <a:pt x="566648" y="64269"/>
                </a:moveTo>
                <a:cubicBezTo>
                  <a:pt x="563551" y="62411"/>
                  <a:pt x="559751" y="61482"/>
                  <a:pt x="555246" y="61482"/>
                </a:cubicBezTo>
                <a:cubicBezTo>
                  <a:pt x="549335" y="61482"/>
                  <a:pt x="544605" y="63889"/>
                  <a:pt x="541058" y="68702"/>
                </a:cubicBezTo>
                <a:cubicBezTo>
                  <a:pt x="537511" y="73516"/>
                  <a:pt x="535738" y="79977"/>
                  <a:pt x="535738" y="88084"/>
                </a:cubicBezTo>
                <a:lnTo>
                  <a:pt x="535738" y="131324"/>
                </a:lnTo>
                <a:lnTo>
                  <a:pt x="512175" y="131324"/>
                </a:lnTo>
                <a:lnTo>
                  <a:pt x="512175" y="42564"/>
                </a:lnTo>
                <a:lnTo>
                  <a:pt x="535738" y="42564"/>
                </a:lnTo>
                <a:lnTo>
                  <a:pt x="535738" y="59624"/>
                </a:lnTo>
                <a:lnTo>
                  <a:pt x="535991" y="59624"/>
                </a:lnTo>
                <a:cubicBezTo>
                  <a:pt x="540326" y="47237"/>
                  <a:pt x="548124" y="41044"/>
                  <a:pt x="559385" y="41044"/>
                </a:cubicBezTo>
                <a:cubicBezTo>
                  <a:pt x="562594" y="41044"/>
                  <a:pt x="565015" y="41438"/>
                  <a:pt x="566648" y="42226"/>
                </a:cubicBezTo>
                <a:lnTo>
                  <a:pt x="566648" y="64269"/>
                </a:lnTo>
                <a:close/>
                <a:moveTo>
                  <a:pt x="664781" y="87240"/>
                </a:moveTo>
                <a:lnTo>
                  <a:pt x="664781" y="131324"/>
                </a:lnTo>
                <a:lnTo>
                  <a:pt x="640712" y="131324"/>
                </a:lnTo>
                <a:lnTo>
                  <a:pt x="640712" y="7010"/>
                </a:lnTo>
                <a:lnTo>
                  <a:pt x="681756" y="7010"/>
                </a:lnTo>
                <a:cubicBezTo>
                  <a:pt x="712046" y="7010"/>
                  <a:pt x="727191" y="19987"/>
                  <a:pt x="727191" y="45942"/>
                </a:cubicBezTo>
                <a:cubicBezTo>
                  <a:pt x="727191" y="58498"/>
                  <a:pt x="722617" y="68604"/>
                  <a:pt x="713468" y="76261"/>
                </a:cubicBezTo>
                <a:cubicBezTo>
                  <a:pt x="704319" y="83918"/>
                  <a:pt x="692819" y="87578"/>
                  <a:pt x="678969" y="87240"/>
                </a:cubicBezTo>
                <a:lnTo>
                  <a:pt x="664781" y="87240"/>
                </a:lnTo>
                <a:moveTo>
                  <a:pt x="664781" y="26180"/>
                </a:moveTo>
                <a:lnTo>
                  <a:pt x="664781" y="68407"/>
                </a:lnTo>
                <a:lnTo>
                  <a:pt x="677026" y="68407"/>
                </a:lnTo>
                <a:cubicBezTo>
                  <a:pt x="693635" y="68407"/>
                  <a:pt x="701940" y="61228"/>
                  <a:pt x="701940" y="46871"/>
                </a:cubicBezTo>
                <a:cubicBezTo>
                  <a:pt x="701940" y="33077"/>
                  <a:pt x="693804" y="26180"/>
                  <a:pt x="677533" y="26180"/>
                </a:cubicBezTo>
                <a:lnTo>
                  <a:pt x="664781" y="26180"/>
                </a:lnTo>
                <a:close/>
                <a:moveTo>
                  <a:pt x="827075" y="131324"/>
                </a:moveTo>
                <a:lnTo>
                  <a:pt x="803597" y="131324"/>
                </a:lnTo>
                <a:lnTo>
                  <a:pt x="803597" y="80737"/>
                </a:lnTo>
                <a:cubicBezTo>
                  <a:pt x="803597" y="66098"/>
                  <a:pt x="798248" y="58779"/>
                  <a:pt x="787551" y="58779"/>
                </a:cubicBezTo>
                <a:cubicBezTo>
                  <a:pt x="782033" y="58779"/>
                  <a:pt x="777543" y="60848"/>
                  <a:pt x="774081" y="64987"/>
                </a:cubicBezTo>
                <a:cubicBezTo>
                  <a:pt x="770618" y="69125"/>
                  <a:pt x="768887" y="74375"/>
                  <a:pt x="768887" y="80737"/>
                </a:cubicBezTo>
                <a:lnTo>
                  <a:pt x="768887" y="131324"/>
                </a:lnTo>
                <a:lnTo>
                  <a:pt x="745324" y="131324"/>
                </a:lnTo>
                <a:lnTo>
                  <a:pt x="745324" y="0"/>
                </a:lnTo>
                <a:lnTo>
                  <a:pt x="768887" y="0"/>
                </a:lnTo>
                <a:lnTo>
                  <a:pt x="768887" y="56246"/>
                </a:lnTo>
                <a:lnTo>
                  <a:pt x="769140" y="56246"/>
                </a:lnTo>
                <a:cubicBezTo>
                  <a:pt x="775896" y="45717"/>
                  <a:pt x="785186" y="40453"/>
                  <a:pt x="797010" y="40453"/>
                </a:cubicBezTo>
                <a:cubicBezTo>
                  <a:pt x="817053" y="40453"/>
                  <a:pt x="827075" y="52558"/>
                  <a:pt x="827075" y="76768"/>
                </a:cubicBezTo>
                <a:lnTo>
                  <a:pt x="827075" y="131324"/>
                </a:lnTo>
                <a:close/>
                <a:moveTo>
                  <a:pt x="848116" y="13344"/>
                </a:moveTo>
                <a:cubicBezTo>
                  <a:pt x="848116" y="9740"/>
                  <a:pt x="849397" y="6728"/>
                  <a:pt x="851958" y="4307"/>
                </a:cubicBezTo>
                <a:cubicBezTo>
                  <a:pt x="854520" y="1886"/>
                  <a:pt x="857828" y="676"/>
                  <a:pt x="861882" y="676"/>
                </a:cubicBezTo>
                <a:cubicBezTo>
                  <a:pt x="865823" y="676"/>
                  <a:pt x="869116" y="1872"/>
                  <a:pt x="871763" y="4265"/>
                </a:cubicBezTo>
                <a:cubicBezTo>
                  <a:pt x="874409" y="6658"/>
                  <a:pt x="875732" y="9684"/>
                  <a:pt x="875732" y="13344"/>
                </a:cubicBezTo>
                <a:cubicBezTo>
                  <a:pt x="875732" y="17003"/>
                  <a:pt x="874423" y="20044"/>
                  <a:pt x="871805" y="22464"/>
                </a:cubicBezTo>
                <a:cubicBezTo>
                  <a:pt x="869187" y="24885"/>
                  <a:pt x="865879" y="26096"/>
                  <a:pt x="861882" y="26096"/>
                </a:cubicBezTo>
                <a:cubicBezTo>
                  <a:pt x="857884" y="26096"/>
                  <a:pt x="854590" y="24857"/>
                  <a:pt x="852001" y="22380"/>
                </a:cubicBezTo>
                <a:cubicBezTo>
                  <a:pt x="849411" y="19903"/>
                  <a:pt x="848116" y="16891"/>
                  <a:pt x="848116" y="13344"/>
                </a:cubicBezTo>
                <a:moveTo>
                  <a:pt x="849974" y="131324"/>
                </a:moveTo>
                <a:lnTo>
                  <a:pt x="849974" y="42564"/>
                </a:lnTo>
                <a:lnTo>
                  <a:pt x="873452" y="42564"/>
                </a:lnTo>
                <a:lnTo>
                  <a:pt x="873452" y="131324"/>
                </a:lnTo>
                <a:lnTo>
                  <a:pt x="849974" y="131324"/>
                </a:lnTo>
                <a:close/>
                <a:moveTo>
                  <a:pt x="894747" y="108522"/>
                </a:moveTo>
                <a:cubicBezTo>
                  <a:pt x="903530" y="114040"/>
                  <a:pt x="912200" y="116798"/>
                  <a:pt x="920758" y="116798"/>
                </a:cubicBezTo>
                <a:cubicBezTo>
                  <a:pt x="931793" y="116798"/>
                  <a:pt x="937311" y="113674"/>
                  <a:pt x="937311" y="107424"/>
                </a:cubicBezTo>
                <a:cubicBezTo>
                  <a:pt x="937311" y="103089"/>
                  <a:pt x="932948" y="99429"/>
                  <a:pt x="924221" y="96445"/>
                </a:cubicBezTo>
                <a:cubicBezTo>
                  <a:pt x="911497" y="92166"/>
                  <a:pt x="903417" y="87958"/>
                  <a:pt x="899983" y="83820"/>
                </a:cubicBezTo>
                <a:cubicBezTo>
                  <a:pt x="896548" y="79681"/>
                  <a:pt x="894831" y="74375"/>
                  <a:pt x="894831" y="67900"/>
                </a:cubicBezTo>
                <a:cubicBezTo>
                  <a:pt x="894831" y="59342"/>
                  <a:pt x="898322" y="52628"/>
                  <a:pt x="905303" y="47758"/>
                </a:cubicBezTo>
                <a:cubicBezTo>
                  <a:pt x="912285" y="42888"/>
                  <a:pt x="921265" y="40453"/>
                  <a:pt x="932244" y="40453"/>
                </a:cubicBezTo>
                <a:cubicBezTo>
                  <a:pt x="939901" y="40453"/>
                  <a:pt x="947558" y="41663"/>
                  <a:pt x="955215" y="44084"/>
                </a:cubicBezTo>
                <a:lnTo>
                  <a:pt x="955215" y="63255"/>
                </a:lnTo>
                <a:cubicBezTo>
                  <a:pt x="948290" y="59145"/>
                  <a:pt x="940717" y="57090"/>
                  <a:pt x="932497" y="57090"/>
                </a:cubicBezTo>
                <a:cubicBezTo>
                  <a:pt x="928162" y="57090"/>
                  <a:pt x="924671" y="57907"/>
                  <a:pt x="922025" y="59539"/>
                </a:cubicBezTo>
                <a:cubicBezTo>
                  <a:pt x="919379" y="61172"/>
                  <a:pt x="918056" y="63340"/>
                  <a:pt x="918056" y="66042"/>
                </a:cubicBezTo>
                <a:cubicBezTo>
                  <a:pt x="918056" y="70490"/>
                  <a:pt x="921743" y="74009"/>
                  <a:pt x="929119" y="76599"/>
                </a:cubicBezTo>
                <a:cubicBezTo>
                  <a:pt x="937508" y="79639"/>
                  <a:pt x="943673" y="82187"/>
                  <a:pt x="947614" y="84242"/>
                </a:cubicBezTo>
                <a:cubicBezTo>
                  <a:pt x="951555" y="86297"/>
                  <a:pt x="954624" y="89098"/>
                  <a:pt x="956820" y="92645"/>
                </a:cubicBezTo>
                <a:cubicBezTo>
                  <a:pt x="959015" y="96192"/>
                  <a:pt x="960113" y="100358"/>
                  <a:pt x="960113" y="105144"/>
                </a:cubicBezTo>
                <a:cubicBezTo>
                  <a:pt x="960113" y="114152"/>
                  <a:pt x="956524" y="121134"/>
                  <a:pt x="949346" y="126088"/>
                </a:cubicBezTo>
                <a:cubicBezTo>
                  <a:pt x="942167" y="131043"/>
                  <a:pt x="932694" y="133520"/>
                  <a:pt x="920927" y="133520"/>
                </a:cubicBezTo>
                <a:cubicBezTo>
                  <a:pt x="911018" y="133520"/>
                  <a:pt x="902291" y="131944"/>
                  <a:pt x="894747" y="128791"/>
                </a:cubicBezTo>
                <a:lnTo>
                  <a:pt x="894747" y="108522"/>
                </a:lnTo>
                <a:close/>
                <a:moveTo>
                  <a:pt x="1058322" y="131324"/>
                </a:moveTo>
                <a:lnTo>
                  <a:pt x="1034844" y="131324"/>
                </a:lnTo>
                <a:lnTo>
                  <a:pt x="1034844" y="80737"/>
                </a:lnTo>
                <a:cubicBezTo>
                  <a:pt x="1034844" y="66098"/>
                  <a:pt x="1029496" y="58779"/>
                  <a:pt x="1018798" y="58779"/>
                </a:cubicBezTo>
                <a:cubicBezTo>
                  <a:pt x="1013281" y="58779"/>
                  <a:pt x="1008791" y="60848"/>
                  <a:pt x="1005328" y="64987"/>
                </a:cubicBezTo>
                <a:cubicBezTo>
                  <a:pt x="1001866" y="69125"/>
                  <a:pt x="1000134" y="74375"/>
                  <a:pt x="1000134" y="80737"/>
                </a:cubicBezTo>
                <a:lnTo>
                  <a:pt x="1000134" y="131324"/>
                </a:lnTo>
                <a:lnTo>
                  <a:pt x="976572" y="131324"/>
                </a:lnTo>
                <a:lnTo>
                  <a:pt x="976572" y="0"/>
                </a:lnTo>
                <a:lnTo>
                  <a:pt x="1000134" y="0"/>
                </a:lnTo>
                <a:lnTo>
                  <a:pt x="1000134" y="56246"/>
                </a:lnTo>
                <a:lnTo>
                  <a:pt x="1000388" y="56246"/>
                </a:lnTo>
                <a:cubicBezTo>
                  <a:pt x="1007144" y="45717"/>
                  <a:pt x="1016434" y="40453"/>
                  <a:pt x="1028257" y="40453"/>
                </a:cubicBezTo>
                <a:cubicBezTo>
                  <a:pt x="1048301" y="40453"/>
                  <a:pt x="1058322" y="52558"/>
                  <a:pt x="1058322" y="76768"/>
                </a:cubicBezTo>
                <a:lnTo>
                  <a:pt x="1058322" y="131324"/>
                </a:lnTo>
                <a:close/>
                <a:moveTo>
                  <a:pt x="1079363" y="13344"/>
                </a:moveTo>
                <a:cubicBezTo>
                  <a:pt x="1079363" y="9740"/>
                  <a:pt x="1080644" y="6728"/>
                  <a:pt x="1083206" y="4307"/>
                </a:cubicBezTo>
                <a:cubicBezTo>
                  <a:pt x="1085767" y="1886"/>
                  <a:pt x="1089075" y="676"/>
                  <a:pt x="1093129" y="676"/>
                </a:cubicBezTo>
                <a:cubicBezTo>
                  <a:pt x="1097070" y="676"/>
                  <a:pt x="1100364" y="1872"/>
                  <a:pt x="1103010" y="4265"/>
                </a:cubicBezTo>
                <a:cubicBezTo>
                  <a:pt x="1105656" y="6658"/>
                  <a:pt x="1106979" y="9684"/>
                  <a:pt x="1106979" y="13344"/>
                </a:cubicBezTo>
                <a:cubicBezTo>
                  <a:pt x="1106979" y="17003"/>
                  <a:pt x="1105670" y="20044"/>
                  <a:pt x="1103052" y="22464"/>
                </a:cubicBezTo>
                <a:cubicBezTo>
                  <a:pt x="1100434" y="24885"/>
                  <a:pt x="1097126" y="26096"/>
                  <a:pt x="1093129" y="26096"/>
                </a:cubicBezTo>
                <a:cubicBezTo>
                  <a:pt x="1089131" y="26096"/>
                  <a:pt x="1085838" y="24857"/>
                  <a:pt x="1083248" y="22380"/>
                </a:cubicBezTo>
                <a:cubicBezTo>
                  <a:pt x="1080658" y="19903"/>
                  <a:pt x="1079363" y="16891"/>
                  <a:pt x="1079363" y="13344"/>
                </a:cubicBezTo>
                <a:moveTo>
                  <a:pt x="1081221" y="131324"/>
                </a:moveTo>
                <a:lnTo>
                  <a:pt x="1081221" y="42564"/>
                </a:lnTo>
                <a:lnTo>
                  <a:pt x="1104699" y="42564"/>
                </a:lnTo>
                <a:lnTo>
                  <a:pt x="1104699" y="131324"/>
                </a:lnTo>
                <a:lnTo>
                  <a:pt x="1081221" y="131324"/>
                </a:lnTo>
                <a:close/>
                <a:moveTo>
                  <a:pt x="1211122" y="131324"/>
                </a:moveTo>
                <a:lnTo>
                  <a:pt x="1187644" y="131324"/>
                </a:lnTo>
                <a:lnTo>
                  <a:pt x="1187644" y="81582"/>
                </a:lnTo>
                <a:cubicBezTo>
                  <a:pt x="1187644" y="66380"/>
                  <a:pt x="1182155" y="58779"/>
                  <a:pt x="1171176" y="58779"/>
                </a:cubicBezTo>
                <a:cubicBezTo>
                  <a:pt x="1165658" y="58779"/>
                  <a:pt x="1161168" y="60848"/>
                  <a:pt x="1157706" y="64987"/>
                </a:cubicBezTo>
                <a:cubicBezTo>
                  <a:pt x="1154243" y="69125"/>
                  <a:pt x="1152512" y="74375"/>
                  <a:pt x="1152512" y="80737"/>
                </a:cubicBezTo>
                <a:lnTo>
                  <a:pt x="1152512" y="131324"/>
                </a:lnTo>
                <a:lnTo>
                  <a:pt x="1128949" y="131324"/>
                </a:lnTo>
                <a:lnTo>
                  <a:pt x="1128949" y="42564"/>
                </a:lnTo>
                <a:lnTo>
                  <a:pt x="1152512" y="42564"/>
                </a:lnTo>
                <a:lnTo>
                  <a:pt x="1152512" y="56837"/>
                </a:lnTo>
                <a:lnTo>
                  <a:pt x="1152765" y="56837"/>
                </a:lnTo>
                <a:cubicBezTo>
                  <a:pt x="1159296" y="45914"/>
                  <a:pt x="1168896" y="40453"/>
                  <a:pt x="1181564" y="40453"/>
                </a:cubicBezTo>
                <a:cubicBezTo>
                  <a:pt x="1201269" y="40453"/>
                  <a:pt x="1211122" y="52642"/>
                  <a:pt x="1211122" y="77021"/>
                </a:cubicBezTo>
                <a:lnTo>
                  <a:pt x="1211122" y="131324"/>
                </a:lnTo>
                <a:close/>
                <a:moveTo>
                  <a:pt x="1317802" y="122119"/>
                </a:moveTo>
                <a:cubicBezTo>
                  <a:pt x="1317802" y="138559"/>
                  <a:pt x="1313269" y="151157"/>
                  <a:pt x="1304205" y="159912"/>
                </a:cubicBezTo>
                <a:cubicBezTo>
                  <a:pt x="1295140" y="168667"/>
                  <a:pt x="1281994" y="173044"/>
                  <a:pt x="1264765" y="173044"/>
                </a:cubicBezTo>
                <a:cubicBezTo>
                  <a:pt x="1253055" y="173044"/>
                  <a:pt x="1243539" y="171214"/>
                  <a:pt x="1236220" y="167555"/>
                </a:cubicBezTo>
                <a:lnTo>
                  <a:pt x="1236220" y="147117"/>
                </a:lnTo>
                <a:cubicBezTo>
                  <a:pt x="1245510" y="152466"/>
                  <a:pt x="1254828" y="155140"/>
                  <a:pt x="1264174" y="155140"/>
                </a:cubicBezTo>
                <a:cubicBezTo>
                  <a:pt x="1273745" y="155140"/>
                  <a:pt x="1281163" y="152592"/>
                  <a:pt x="1286427" y="147497"/>
                </a:cubicBezTo>
                <a:cubicBezTo>
                  <a:pt x="1291692" y="142402"/>
                  <a:pt x="1294324" y="135153"/>
                  <a:pt x="1294324" y="125750"/>
                </a:cubicBezTo>
                <a:lnTo>
                  <a:pt x="1294324" y="117896"/>
                </a:lnTo>
                <a:lnTo>
                  <a:pt x="1293986" y="117896"/>
                </a:lnTo>
                <a:cubicBezTo>
                  <a:pt x="1287568" y="128312"/>
                  <a:pt x="1278081" y="133520"/>
                  <a:pt x="1265525" y="133520"/>
                </a:cubicBezTo>
                <a:cubicBezTo>
                  <a:pt x="1254490" y="133520"/>
                  <a:pt x="1245594" y="129551"/>
                  <a:pt x="1238838" y="121612"/>
                </a:cubicBezTo>
                <a:cubicBezTo>
                  <a:pt x="1232082" y="113674"/>
                  <a:pt x="1228704" y="102976"/>
                  <a:pt x="1228704" y="89520"/>
                </a:cubicBezTo>
                <a:cubicBezTo>
                  <a:pt x="1228704" y="74600"/>
                  <a:pt x="1232406" y="62692"/>
                  <a:pt x="1239809" y="53797"/>
                </a:cubicBezTo>
                <a:cubicBezTo>
                  <a:pt x="1247213" y="44901"/>
                  <a:pt x="1256967" y="40453"/>
                  <a:pt x="1269072" y="40453"/>
                </a:cubicBezTo>
                <a:cubicBezTo>
                  <a:pt x="1280051" y="40453"/>
                  <a:pt x="1288356" y="44788"/>
                  <a:pt x="1293986" y="53459"/>
                </a:cubicBezTo>
                <a:lnTo>
                  <a:pt x="1294324" y="53459"/>
                </a:lnTo>
                <a:lnTo>
                  <a:pt x="1294324" y="42564"/>
                </a:lnTo>
                <a:lnTo>
                  <a:pt x="1317802" y="42564"/>
                </a:lnTo>
                <a:lnTo>
                  <a:pt x="1317802" y="122119"/>
                </a:lnTo>
                <a:moveTo>
                  <a:pt x="1294577" y="80653"/>
                </a:moveTo>
                <a:cubicBezTo>
                  <a:pt x="1294577" y="74628"/>
                  <a:pt x="1292691" y="69477"/>
                  <a:pt x="1288919" y="65198"/>
                </a:cubicBezTo>
                <a:cubicBezTo>
                  <a:pt x="1285147" y="60919"/>
                  <a:pt x="1280361" y="58779"/>
                  <a:pt x="1274562" y="58779"/>
                </a:cubicBezTo>
                <a:cubicBezTo>
                  <a:pt x="1267806" y="58779"/>
                  <a:pt x="1262443" y="61397"/>
                  <a:pt x="1258474" y="66633"/>
                </a:cubicBezTo>
                <a:cubicBezTo>
                  <a:pt x="1254504" y="71869"/>
                  <a:pt x="1252520" y="79189"/>
                  <a:pt x="1252520" y="88591"/>
                </a:cubicBezTo>
                <a:cubicBezTo>
                  <a:pt x="1252520" y="96699"/>
                  <a:pt x="1254406" y="103145"/>
                  <a:pt x="1258178" y="107931"/>
                </a:cubicBezTo>
                <a:cubicBezTo>
                  <a:pt x="1261950" y="112717"/>
                  <a:pt x="1266961" y="115109"/>
                  <a:pt x="1273211" y="115109"/>
                </a:cubicBezTo>
                <a:cubicBezTo>
                  <a:pt x="1279573" y="115109"/>
                  <a:pt x="1284724" y="112717"/>
                  <a:pt x="1288665" y="107931"/>
                </a:cubicBezTo>
                <a:cubicBezTo>
                  <a:pt x="1292607" y="103145"/>
                  <a:pt x="1294577" y="96980"/>
                  <a:pt x="1294577" y="89436"/>
                </a:cubicBezTo>
                <a:lnTo>
                  <a:pt x="1294577" y="80653"/>
                </a:lnTo>
                <a:close/>
                <a:moveTo>
                  <a:pt x="1428820" y="159532"/>
                </a:moveTo>
                <a:cubicBezTo>
                  <a:pt x="1410353" y="139038"/>
                  <a:pt x="1401119" y="113814"/>
                  <a:pt x="1401119" y="83862"/>
                </a:cubicBezTo>
                <a:cubicBezTo>
                  <a:pt x="1401119" y="54528"/>
                  <a:pt x="1410353" y="28911"/>
                  <a:pt x="1428820" y="7010"/>
                </a:cubicBezTo>
                <a:lnTo>
                  <a:pt x="1448244" y="7010"/>
                </a:lnTo>
                <a:cubicBezTo>
                  <a:pt x="1430565" y="29812"/>
                  <a:pt x="1421726" y="55401"/>
                  <a:pt x="1421726" y="83777"/>
                </a:cubicBezTo>
                <a:cubicBezTo>
                  <a:pt x="1421726" y="111928"/>
                  <a:pt x="1430565" y="137180"/>
                  <a:pt x="1448244" y="159532"/>
                </a:cubicBezTo>
                <a:lnTo>
                  <a:pt x="1428820" y="159532"/>
                </a:lnTo>
                <a:close/>
                <a:moveTo>
                  <a:pt x="1458430" y="97881"/>
                </a:moveTo>
                <a:cubicBezTo>
                  <a:pt x="1458430" y="90731"/>
                  <a:pt x="1460443" y="84354"/>
                  <a:pt x="1464468" y="78752"/>
                </a:cubicBezTo>
                <a:cubicBezTo>
                  <a:pt x="1468494" y="73150"/>
                  <a:pt x="1474307" y="68970"/>
                  <a:pt x="1481908" y="66211"/>
                </a:cubicBezTo>
                <a:cubicBezTo>
                  <a:pt x="1475883" y="63114"/>
                  <a:pt x="1471140" y="59131"/>
                  <a:pt x="1467677" y="54261"/>
                </a:cubicBezTo>
                <a:cubicBezTo>
                  <a:pt x="1464215" y="49391"/>
                  <a:pt x="1462483" y="43972"/>
                  <a:pt x="1462483" y="38004"/>
                </a:cubicBezTo>
                <a:cubicBezTo>
                  <a:pt x="1462483" y="31867"/>
                  <a:pt x="1464130" y="26279"/>
                  <a:pt x="1467424" y="21240"/>
                </a:cubicBezTo>
                <a:cubicBezTo>
                  <a:pt x="1470718" y="16201"/>
                  <a:pt x="1475348" y="12232"/>
                  <a:pt x="1481316" y="9332"/>
                </a:cubicBezTo>
                <a:cubicBezTo>
                  <a:pt x="1487284" y="6433"/>
                  <a:pt x="1493872" y="4983"/>
                  <a:pt x="1501078" y="4983"/>
                </a:cubicBezTo>
                <a:cubicBezTo>
                  <a:pt x="1508341" y="4983"/>
                  <a:pt x="1514985" y="6404"/>
                  <a:pt x="1521009" y="9248"/>
                </a:cubicBezTo>
                <a:cubicBezTo>
                  <a:pt x="1527034" y="12091"/>
                  <a:pt x="1531693" y="16004"/>
                  <a:pt x="1534986" y="20987"/>
                </a:cubicBezTo>
                <a:cubicBezTo>
                  <a:pt x="1538280" y="25969"/>
                  <a:pt x="1539927" y="31529"/>
                  <a:pt x="1539927" y="37666"/>
                </a:cubicBezTo>
                <a:cubicBezTo>
                  <a:pt x="1539927" y="49884"/>
                  <a:pt x="1533114" y="59202"/>
                  <a:pt x="1519489" y="65620"/>
                </a:cubicBezTo>
                <a:cubicBezTo>
                  <a:pt x="1527034" y="68322"/>
                  <a:pt x="1532903" y="72461"/>
                  <a:pt x="1537098" y="78035"/>
                </a:cubicBezTo>
                <a:cubicBezTo>
                  <a:pt x="1541292" y="83608"/>
                  <a:pt x="1543389" y="90139"/>
                  <a:pt x="1543389" y="97628"/>
                </a:cubicBezTo>
                <a:cubicBezTo>
                  <a:pt x="1543389" y="108606"/>
                  <a:pt x="1539547" y="117333"/>
                  <a:pt x="1531862" y="123808"/>
                </a:cubicBezTo>
                <a:cubicBezTo>
                  <a:pt x="1524176" y="130283"/>
                  <a:pt x="1513831" y="133520"/>
                  <a:pt x="1500825" y="133520"/>
                </a:cubicBezTo>
                <a:cubicBezTo>
                  <a:pt x="1487988" y="133520"/>
                  <a:pt x="1477713" y="130297"/>
                  <a:pt x="1470000" y="123850"/>
                </a:cubicBezTo>
                <a:cubicBezTo>
                  <a:pt x="1462286" y="117404"/>
                  <a:pt x="1458430" y="108747"/>
                  <a:pt x="1458430" y="97881"/>
                </a:cubicBezTo>
                <a:moveTo>
                  <a:pt x="1480979" y="96361"/>
                </a:moveTo>
                <a:cubicBezTo>
                  <a:pt x="1480979" y="102610"/>
                  <a:pt x="1482752" y="107452"/>
                  <a:pt x="1486299" y="110887"/>
                </a:cubicBezTo>
                <a:cubicBezTo>
                  <a:pt x="1489846" y="114321"/>
                  <a:pt x="1494716" y="116038"/>
                  <a:pt x="1500910" y="116038"/>
                </a:cubicBezTo>
                <a:cubicBezTo>
                  <a:pt x="1507272" y="116038"/>
                  <a:pt x="1512198" y="114307"/>
                  <a:pt x="1515689" y="110844"/>
                </a:cubicBezTo>
                <a:cubicBezTo>
                  <a:pt x="1519180" y="107382"/>
                  <a:pt x="1520925" y="102554"/>
                  <a:pt x="1520925" y="96361"/>
                </a:cubicBezTo>
                <a:cubicBezTo>
                  <a:pt x="1520925" y="90674"/>
                  <a:pt x="1519039" y="85846"/>
                  <a:pt x="1515267" y="81877"/>
                </a:cubicBezTo>
                <a:cubicBezTo>
                  <a:pt x="1511494" y="77908"/>
                  <a:pt x="1506709" y="75923"/>
                  <a:pt x="1500910" y="75923"/>
                </a:cubicBezTo>
                <a:cubicBezTo>
                  <a:pt x="1495223" y="75923"/>
                  <a:pt x="1490480" y="77852"/>
                  <a:pt x="1486679" y="81708"/>
                </a:cubicBezTo>
                <a:cubicBezTo>
                  <a:pt x="1482879" y="85565"/>
                  <a:pt x="1480979" y="90449"/>
                  <a:pt x="1480979" y="96361"/>
                </a:cubicBezTo>
                <a:moveTo>
                  <a:pt x="1484779" y="39693"/>
                </a:moveTo>
                <a:cubicBezTo>
                  <a:pt x="1484779" y="44591"/>
                  <a:pt x="1486384" y="48786"/>
                  <a:pt x="1489593" y="52276"/>
                </a:cubicBezTo>
                <a:cubicBezTo>
                  <a:pt x="1492802" y="55767"/>
                  <a:pt x="1496687" y="57512"/>
                  <a:pt x="1501247" y="57512"/>
                </a:cubicBezTo>
                <a:cubicBezTo>
                  <a:pt x="1505920" y="57512"/>
                  <a:pt x="1509862" y="55753"/>
                  <a:pt x="1513071" y="52234"/>
                </a:cubicBezTo>
                <a:cubicBezTo>
                  <a:pt x="1516280" y="48715"/>
                  <a:pt x="1517885" y="44535"/>
                  <a:pt x="1517885" y="39693"/>
                </a:cubicBezTo>
                <a:cubicBezTo>
                  <a:pt x="1517885" y="34232"/>
                  <a:pt x="1516393" y="29995"/>
                  <a:pt x="1513409" y="26983"/>
                </a:cubicBezTo>
                <a:cubicBezTo>
                  <a:pt x="1510425" y="23971"/>
                  <a:pt x="1506371" y="22464"/>
                  <a:pt x="1501247" y="22464"/>
                </a:cubicBezTo>
                <a:cubicBezTo>
                  <a:pt x="1496124" y="22464"/>
                  <a:pt x="1492098" y="23985"/>
                  <a:pt x="1489171" y="27025"/>
                </a:cubicBezTo>
                <a:cubicBezTo>
                  <a:pt x="1486243" y="30065"/>
                  <a:pt x="1484779" y="34288"/>
                  <a:pt x="1484779" y="39693"/>
                </a:cubicBezTo>
                <a:close/>
                <a:moveTo>
                  <a:pt x="1556127" y="71278"/>
                </a:moveTo>
                <a:cubicBezTo>
                  <a:pt x="1556127" y="49658"/>
                  <a:pt x="1559998" y="33204"/>
                  <a:pt x="1567739" y="21916"/>
                </a:cubicBezTo>
                <a:cubicBezTo>
                  <a:pt x="1575481" y="10627"/>
                  <a:pt x="1586727" y="4983"/>
                  <a:pt x="1601478" y="4983"/>
                </a:cubicBezTo>
                <a:cubicBezTo>
                  <a:pt x="1629517" y="4983"/>
                  <a:pt x="1643536" y="26124"/>
                  <a:pt x="1643536" y="68407"/>
                </a:cubicBezTo>
                <a:cubicBezTo>
                  <a:pt x="1643536" y="89239"/>
                  <a:pt x="1639722" y="105299"/>
                  <a:pt x="1632093" y="116587"/>
                </a:cubicBezTo>
                <a:cubicBezTo>
                  <a:pt x="1624464" y="127876"/>
                  <a:pt x="1613414" y="133520"/>
                  <a:pt x="1598945" y="133520"/>
                </a:cubicBezTo>
                <a:cubicBezTo>
                  <a:pt x="1570400" y="133520"/>
                  <a:pt x="1556127" y="112773"/>
                  <a:pt x="1556127" y="71278"/>
                </a:cubicBezTo>
                <a:moveTo>
                  <a:pt x="1580027" y="70687"/>
                </a:moveTo>
                <a:cubicBezTo>
                  <a:pt x="1580027" y="100302"/>
                  <a:pt x="1586671" y="115109"/>
                  <a:pt x="1599958" y="115109"/>
                </a:cubicBezTo>
                <a:cubicBezTo>
                  <a:pt x="1612964" y="115109"/>
                  <a:pt x="1619467" y="99908"/>
                  <a:pt x="1619467" y="69505"/>
                </a:cubicBezTo>
                <a:cubicBezTo>
                  <a:pt x="1619467" y="38708"/>
                  <a:pt x="1613105" y="23309"/>
                  <a:pt x="1600381" y="23309"/>
                </a:cubicBezTo>
                <a:cubicBezTo>
                  <a:pt x="1586812" y="23309"/>
                  <a:pt x="1580027" y="39102"/>
                  <a:pt x="1580027" y="70687"/>
                </a:cubicBezTo>
                <a:close/>
                <a:moveTo>
                  <a:pt x="1650869" y="159532"/>
                </a:moveTo>
                <a:cubicBezTo>
                  <a:pt x="1668660" y="137574"/>
                  <a:pt x="1677556" y="112322"/>
                  <a:pt x="1677556" y="83777"/>
                </a:cubicBezTo>
                <a:cubicBezTo>
                  <a:pt x="1677556" y="55514"/>
                  <a:pt x="1668660" y="29924"/>
                  <a:pt x="1650869" y="7010"/>
                </a:cubicBezTo>
                <a:lnTo>
                  <a:pt x="1670462" y="7010"/>
                </a:lnTo>
                <a:cubicBezTo>
                  <a:pt x="1688985" y="29024"/>
                  <a:pt x="1698247" y="54641"/>
                  <a:pt x="1698247" y="83862"/>
                </a:cubicBezTo>
                <a:cubicBezTo>
                  <a:pt x="1698247" y="113589"/>
                  <a:pt x="1688957" y="138812"/>
                  <a:pt x="1670377" y="159532"/>
                </a:cubicBezTo>
                <a:lnTo>
                  <a:pt x="1650869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•Government/Defense(85)">
            <a:extLst xmlns:a="http://schemas.openxmlformats.org/drawingml/2006/main">
              <a:ext uri="{FF2B5EF4-FFF2-40B4-BE49-F238E27FC236}">
                <a16:creationId xmlns:a16="http://schemas.microsoft.com/office/drawing/2014/main" id="{6A3D379E-2271-434F-A8D9-073AF8AF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26" y="3190455"/>
            <a:ext cx="2230513" cy="161558"/>
          </a:xfrm>
          <a:custGeom xmlns:a="http://schemas.openxmlformats.org/drawingml/2006/main">
            <a:pathLst>
              <a:path w="2230513" h="161558">
                <a:moveTo>
                  <a:pt x="0" y="72672"/>
                </a:moveTo>
                <a:cubicBezTo>
                  <a:pt x="0" y="66748"/>
                  <a:pt x="2097" y="61699"/>
                  <a:pt x="6292" y="57526"/>
                </a:cubicBezTo>
                <a:cubicBezTo>
                  <a:pt x="10486" y="53350"/>
                  <a:pt x="15511" y="51263"/>
                  <a:pt x="21367" y="51263"/>
                </a:cubicBezTo>
                <a:cubicBezTo>
                  <a:pt x="27278" y="51263"/>
                  <a:pt x="32331" y="53350"/>
                  <a:pt x="36526" y="57526"/>
                </a:cubicBezTo>
                <a:cubicBezTo>
                  <a:pt x="40720" y="61699"/>
                  <a:pt x="42818" y="66748"/>
                  <a:pt x="42818" y="72672"/>
                </a:cubicBezTo>
                <a:cubicBezTo>
                  <a:pt x="42818" y="78596"/>
                  <a:pt x="40720" y="83659"/>
                  <a:pt x="36526" y="87863"/>
                </a:cubicBezTo>
                <a:cubicBezTo>
                  <a:pt x="32331" y="92064"/>
                  <a:pt x="27278" y="94165"/>
                  <a:pt x="21367" y="94165"/>
                </a:cubicBezTo>
                <a:cubicBezTo>
                  <a:pt x="15511" y="94165"/>
                  <a:pt x="10486" y="92064"/>
                  <a:pt x="6292" y="87863"/>
                </a:cubicBezTo>
                <a:cubicBezTo>
                  <a:pt x="2097" y="83659"/>
                  <a:pt x="0" y="78596"/>
                  <a:pt x="0" y="72672"/>
                </a:cubicBezTo>
                <a:close/>
                <a:moveTo>
                  <a:pt x="217775" y="124906"/>
                </a:moveTo>
                <a:cubicBezTo>
                  <a:pt x="205557" y="132000"/>
                  <a:pt x="190806" y="135547"/>
                  <a:pt x="173521" y="135547"/>
                </a:cubicBezTo>
                <a:cubicBezTo>
                  <a:pt x="154266" y="135547"/>
                  <a:pt x="138952" y="129959"/>
                  <a:pt x="127579" y="118783"/>
                </a:cubicBezTo>
                <a:cubicBezTo>
                  <a:pt x="116206" y="107607"/>
                  <a:pt x="110519" y="92392"/>
                  <a:pt x="110519" y="73136"/>
                </a:cubicBezTo>
                <a:cubicBezTo>
                  <a:pt x="110519" y="53768"/>
                  <a:pt x="116713" y="37905"/>
                  <a:pt x="129099" y="25547"/>
                </a:cubicBezTo>
                <a:cubicBezTo>
                  <a:pt x="141485" y="13189"/>
                  <a:pt x="157869" y="7010"/>
                  <a:pt x="178251" y="7010"/>
                </a:cubicBezTo>
                <a:cubicBezTo>
                  <a:pt x="191538" y="7010"/>
                  <a:pt x="203080" y="8924"/>
                  <a:pt x="212876" y="12752"/>
                </a:cubicBezTo>
                <a:lnTo>
                  <a:pt x="212876" y="36146"/>
                </a:lnTo>
                <a:cubicBezTo>
                  <a:pt x="203305" y="30347"/>
                  <a:pt x="191538" y="27447"/>
                  <a:pt x="177575" y="27447"/>
                </a:cubicBezTo>
                <a:cubicBezTo>
                  <a:pt x="165245" y="27447"/>
                  <a:pt x="155209" y="31515"/>
                  <a:pt x="147467" y="39651"/>
                </a:cubicBezTo>
                <a:cubicBezTo>
                  <a:pt x="139726" y="47786"/>
                  <a:pt x="135855" y="58526"/>
                  <a:pt x="135855" y="71869"/>
                </a:cubicBezTo>
                <a:cubicBezTo>
                  <a:pt x="135855" y="85495"/>
                  <a:pt x="139346" y="96093"/>
                  <a:pt x="146327" y="103666"/>
                </a:cubicBezTo>
                <a:cubicBezTo>
                  <a:pt x="153309" y="111239"/>
                  <a:pt x="162880" y="115025"/>
                  <a:pt x="175041" y="115025"/>
                </a:cubicBezTo>
                <a:cubicBezTo>
                  <a:pt x="182473" y="115025"/>
                  <a:pt x="188666" y="113814"/>
                  <a:pt x="193621" y="111393"/>
                </a:cubicBezTo>
                <a:lnTo>
                  <a:pt x="193621" y="83946"/>
                </a:lnTo>
                <a:lnTo>
                  <a:pt x="168116" y="83946"/>
                </a:lnTo>
                <a:lnTo>
                  <a:pt x="168116" y="64353"/>
                </a:lnTo>
                <a:lnTo>
                  <a:pt x="217775" y="64353"/>
                </a:lnTo>
                <a:lnTo>
                  <a:pt x="217775" y="124906"/>
                </a:lnTo>
                <a:close/>
                <a:moveTo>
                  <a:pt x="234531" y="89520"/>
                </a:moveTo>
                <a:cubicBezTo>
                  <a:pt x="234531" y="74994"/>
                  <a:pt x="238810" y="63523"/>
                  <a:pt x="247368" y="55106"/>
                </a:cubicBezTo>
                <a:cubicBezTo>
                  <a:pt x="255926" y="46688"/>
                  <a:pt x="267524" y="42480"/>
                  <a:pt x="282163" y="42480"/>
                </a:cubicBezTo>
                <a:cubicBezTo>
                  <a:pt x="296295" y="42480"/>
                  <a:pt x="307456" y="46604"/>
                  <a:pt x="315648" y="54852"/>
                </a:cubicBezTo>
                <a:cubicBezTo>
                  <a:pt x="323840" y="63100"/>
                  <a:pt x="327936" y="74150"/>
                  <a:pt x="327936" y="88000"/>
                </a:cubicBezTo>
                <a:cubicBezTo>
                  <a:pt x="327936" y="102413"/>
                  <a:pt x="323700" y="113941"/>
                  <a:pt x="315226" y="122583"/>
                </a:cubicBezTo>
                <a:cubicBezTo>
                  <a:pt x="306753" y="131226"/>
                  <a:pt x="295281" y="135547"/>
                  <a:pt x="280812" y="135547"/>
                </a:cubicBezTo>
                <a:cubicBezTo>
                  <a:pt x="266623" y="135547"/>
                  <a:pt x="255363" y="131395"/>
                  <a:pt x="247030" y="123090"/>
                </a:cubicBezTo>
                <a:cubicBezTo>
                  <a:pt x="238698" y="114786"/>
                  <a:pt x="234531" y="103596"/>
                  <a:pt x="234531" y="89520"/>
                </a:cubicBezTo>
                <a:moveTo>
                  <a:pt x="258347" y="89182"/>
                </a:moveTo>
                <a:cubicBezTo>
                  <a:pt x="258347" y="107818"/>
                  <a:pt x="266089" y="117136"/>
                  <a:pt x="281572" y="117136"/>
                </a:cubicBezTo>
                <a:cubicBezTo>
                  <a:pt x="296492" y="117136"/>
                  <a:pt x="303952" y="107593"/>
                  <a:pt x="303952" y="88507"/>
                </a:cubicBezTo>
                <a:cubicBezTo>
                  <a:pt x="303952" y="70040"/>
                  <a:pt x="296464" y="60806"/>
                  <a:pt x="281487" y="60806"/>
                </a:cubicBezTo>
                <a:cubicBezTo>
                  <a:pt x="274168" y="60806"/>
                  <a:pt x="268481" y="63326"/>
                  <a:pt x="264428" y="68365"/>
                </a:cubicBezTo>
                <a:cubicBezTo>
                  <a:pt x="260374" y="73404"/>
                  <a:pt x="258347" y="80343"/>
                  <a:pt x="258347" y="89182"/>
                </a:cubicBezTo>
                <a:close/>
                <a:moveTo>
                  <a:pt x="427402" y="44591"/>
                </a:moveTo>
                <a:lnTo>
                  <a:pt x="393621" y="133351"/>
                </a:lnTo>
                <a:lnTo>
                  <a:pt x="367525" y="133351"/>
                </a:lnTo>
                <a:lnTo>
                  <a:pt x="335433" y="44591"/>
                </a:lnTo>
                <a:lnTo>
                  <a:pt x="360768" y="44591"/>
                </a:lnTo>
                <a:lnTo>
                  <a:pt x="378250" y="102188"/>
                </a:lnTo>
                <a:cubicBezTo>
                  <a:pt x="379883" y="107649"/>
                  <a:pt x="380896" y="112548"/>
                  <a:pt x="381290" y="116883"/>
                </a:cubicBezTo>
                <a:lnTo>
                  <a:pt x="381713" y="116883"/>
                </a:lnTo>
                <a:cubicBezTo>
                  <a:pt x="382163" y="112660"/>
                  <a:pt x="383177" y="107903"/>
                  <a:pt x="384753" y="102610"/>
                </a:cubicBezTo>
                <a:lnTo>
                  <a:pt x="402741" y="44591"/>
                </a:lnTo>
                <a:lnTo>
                  <a:pt x="427402" y="44591"/>
                </a:lnTo>
                <a:close/>
                <a:moveTo>
                  <a:pt x="516460" y="95601"/>
                </a:moveTo>
                <a:lnTo>
                  <a:pt x="457174" y="95601"/>
                </a:lnTo>
                <a:cubicBezTo>
                  <a:pt x="458131" y="110690"/>
                  <a:pt x="466689" y="118234"/>
                  <a:pt x="482848" y="118234"/>
                </a:cubicBezTo>
                <a:cubicBezTo>
                  <a:pt x="492701" y="118234"/>
                  <a:pt x="501484" y="115644"/>
                  <a:pt x="509197" y="110464"/>
                </a:cubicBezTo>
                <a:lnTo>
                  <a:pt x="509197" y="128368"/>
                </a:lnTo>
                <a:cubicBezTo>
                  <a:pt x="500977" y="133154"/>
                  <a:pt x="490420" y="135547"/>
                  <a:pt x="477527" y="135547"/>
                </a:cubicBezTo>
                <a:cubicBezTo>
                  <a:pt x="463733" y="135547"/>
                  <a:pt x="452994" y="131550"/>
                  <a:pt x="445308" y="123555"/>
                </a:cubicBezTo>
                <a:cubicBezTo>
                  <a:pt x="437623" y="115560"/>
                  <a:pt x="433781" y="104384"/>
                  <a:pt x="433781" y="90027"/>
                </a:cubicBezTo>
                <a:cubicBezTo>
                  <a:pt x="433781" y="75951"/>
                  <a:pt x="437905" y="64508"/>
                  <a:pt x="446153" y="55697"/>
                </a:cubicBezTo>
                <a:cubicBezTo>
                  <a:pt x="454401" y="46885"/>
                  <a:pt x="464718" y="42480"/>
                  <a:pt x="477105" y="42480"/>
                </a:cubicBezTo>
                <a:cubicBezTo>
                  <a:pt x="489491" y="42480"/>
                  <a:pt x="499147" y="46280"/>
                  <a:pt x="506072" y="53881"/>
                </a:cubicBezTo>
                <a:cubicBezTo>
                  <a:pt x="512997" y="61482"/>
                  <a:pt x="516460" y="71926"/>
                  <a:pt x="516460" y="85213"/>
                </a:cubicBezTo>
                <a:lnTo>
                  <a:pt x="516460" y="95601"/>
                </a:lnTo>
                <a:moveTo>
                  <a:pt x="494249" y="80146"/>
                </a:moveTo>
                <a:cubicBezTo>
                  <a:pt x="494249" y="66070"/>
                  <a:pt x="488450" y="59033"/>
                  <a:pt x="476852" y="59033"/>
                </a:cubicBezTo>
                <a:cubicBezTo>
                  <a:pt x="472010" y="59033"/>
                  <a:pt x="467745" y="60947"/>
                  <a:pt x="464057" y="64775"/>
                </a:cubicBezTo>
                <a:cubicBezTo>
                  <a:pt x="460369" y="68604"/>
                  <a:pt x="458075" y="73727"/>
                  <a:pt x="457174" y="80146"/>
                </a:cubicBezTo>
                <a:lnTo>
                  <a:pt x="494249" y="80146"/>
                </a:lnTo>
                <a:close/>
                <a:moveTo>
                  <a:pt x="589304" y="66296"/>
                </a:moveTo>
                <a:cubicBezTo>
                  <a:pt x="586208" y="64438"/>
                  <a:pt x="582408" y="63509"/>
                  <a:pt x="577903" y="63509"/>
                </a:cubicBezTo>
                <a:cubicBezTo>
                  <a:pt x="571992" y="63509"/>
                  <a:pt x="567262" y="65916"/>
                  <a:pt x="563715" y="70729"/>
                </a:cubicBezTo>
                <a:cubicBezTo>
                  <a:pt x="560168" y="75543"/>
                  <a:pt x="558395" y="82004"/>
                  <a:pt x="558395" y="90111"/>
                </a:cubicBezTo>
                <a:lnTo>
                  <a:pt x="558395" y="133351"/>
                </a:lnTo>
                <a:lnTo>
                  <a:pt x="534832" y="133351"/>
                </a:lnTo>
                <a:lnTo>
                  <a:pt x="534832" y="44591"/>
                </a:lnTo>
                <a:lnTo>
                  <a:pt x="558395" y="44591"/>
                </a:lnTo>
                <a:lnTo>
                  <a:pt x="558395" y="61651"/>
                </a:lnTo>
                <a:lnTo>
                  <a:pt x="558648" y="61651"/>
                </a:lnTo>
                <a:cubicBezTo>
                  <a:pt x="562983" y="49264"/>
                  <a:pt x="570781" y="43071"/>
                  <a:pt x="582042" y="43071"/>
                </a:cubicBezTo>
                <a:cubicBezTo>
                  <a:pt x="585251" y="43071"/>
                  <a:pt x="587672" y="43465"/>
                  <a:pt x="589304" y="44253"/>
                </a:cubicBezTo>
                <a:lnTo>
                  <a:pt x="589304" y="66296"/>
                </a:lnTo>
                <a:close/>
                <a:moveTo>
                  <a:pt x="685151" y="133351"/>
                </a:moveTo>
                <a:lnTo>
                  <a:pt x="661673" y="133351"/>
                </a:lnTo>
                <a:lnTo>
                  <a:pt x="661673" y="83608"/>
                </a:lnTo>
                <a:cubicBezTo>
                  <a:pt x="661673" y="68407"/>
                  <a:pt x="656184" y="60806"/>
                  <a:pt x="645205" y="60806"/>
                </a:cubicBezTo>
                <a:cubicBezTo>
                  <a:pt x="639687" y="60806"/>
                  <a:pt x="635197" y="62875"/>
                  <a:pt x="631735" y="67013"/>
                </a:cubicBezTo>
                <a:cubicBezTo>
                  <a:pt x="628272" y="71152"/>
                  <a:pt x="626541" y="76402"/>
                  <a:pt x="626541" y="82764"/>
                </a:cubicBezTo>
                <a:lnTo>
                  <a:pt x="626541" y="133351"/>
                </a:lnTo>
                <a:lnTo>
                  <a:pt x="602979" y="133351"/>
                </a:lnTo>
                <a:lnTo>
                  <a:pt x="602979" y="44591"/>
                </a:lnTo>
                <a:lnTo>
                  <a:pt x="626541" y="44591"/>
                </a:lnTo>
                <a:lnTo>
                  <a:pt x="626541" y="58864"/>
                </a:lnTo>
                <a:lnTo>
                  <a:pt x="626794" y="58864"/>
                </a:lnTo>
                <a:cubicBezTo>
                  <a:pt x="633325" y="47941"/>
                  <a:pt x="642925" y="42480"/>
                  <a:pt x="655593" y="42480"/>
                </a:cubicBezTo>
                <a:cubicBezTo>
                  <a:pt x="675298" y="42480"/>
                  <a:pt x="685151" y="54669"/>
                  <a:pt x="685151" y="79048"/>
                </a:cubicBezTo>
                <a:lnTo>
                  <a:pt x="685151" y="133351"/>
                </a:lnTo>
                <a:close/>
                <a:moveTo>
                  <a:pt x="844698" y="133351"/>
                </a:moveTo>
                <a:lnTo>
                  <a:pt x="821220" y="133351"/>
                </a:lnTo>
                <a:lnTo>
                  <a:pt x="821220" y="82679"/>
                </a:lnTo>
                <a:cubicBezTo>
                  <a:pt x="821220" y="68097"/>
                  <a:pt x="815928" y="60806"/>
                  <a:pt x="805343" y="60806"/>
                </a:cubicBezTo>
                <a:cubicBezTo>
                  <a:pt x="800445" y="60806"/>
                  <a:pt x="796349" y="63016"/>
                  <a:pt x="793055" y="67436"/>
                </a:cubicBezTo>
                <a:cubicBezTo>
                  <a:pt x="789762" y="71855"/>
                  <a:pt x="788115" y="77162"/>
                  <a:pt x="788115" y="83355"/>
                </a:cubicBezTo>
                <a:lnTo>
                  <a:pt x="788115" y="133351"/>
                </a:lnTo>
                <a:lnTo>
                  <a:pt x="764637" y="133351"/>
                </a:lnTo>
                <a:lnTo>
                  <a:pt x="764637" y="81750"/>
                </a:lnTo>
                <a:cubicBezTo>
                  <a:pt x="764637" y="67788"/>
                  <a:pt x="759373" y="60806"/>
                  <a:pt x="748844" y="60806"/>
                </a:cubicBezTo>
                <a:cubicBezTo>
                  <a:pt x="743833" y="60806"/>
                  <a:pt x="739723" y="62875"/>
                  <a:pt x="736514" y="67013"/>
                </a:cubicBezTo>
                <a:cubicBezTo>
                  <a:pt x="733305" y="71152"/>
                  <a:pt x="731700" y="76683"/>
                  <a:pt x="731700" y="83608"/>
                </a:cubicBezTo>
                <a:lnTo>
                  <a:pt x="731700" y="133351"/>
                </a:lnTo>
                <a:lnTo>
                  <a:pt x="708138" y="133351"/>
                </a:lnTo>
                <a:lnTo>
                  <a:pt x="708138" y="44591"/>
                </a:lnTo>
                <a:lnTo>
                  <a:pt x="731700" y="44591"/>
                </a:lnTo>
                <a:lnTo>
                  <a:pt x="731700" y="58610"/>
                </a:lnTo>
                <a:lnTo>
                  <a:pt x="731954" y="58610"/>
                </a:lnTo>
                <a:cubicBezTo>
                  <a:pt x="738597" y="47857"/>
                  <a:pt x="748084" y="42480"/>
                  <a:pt x="760414" y="42480"/>
                </a:cubicBezTo>
                <a:cubicBezTo>
                  <a:pt x="772913" y="42480"/>
                  <a:pt x="781415" y="48166"/>
                  <a:pt x="785919" y="59539"/>
                </a:cubicBezTo>
                <a:cubicBezTo>
                  <a:pt x="792675" y="48166"/>
                  <a:pt x="802556" y="42480"/>
                  <a:pt x="815562" y="42480"/>
                </a:cubicBezTo>
                <a:cubicBezTo>
                  <a:pt x="834986" y="42480"/>
                  <a:pt x="844698" y="54416"/>
                  <a:pt x="844698" y="78288"/>
                </a:cubicBezTo>
                <a:lnTo>
                  <a:pt x="844698" y="133351"/>
                </a:lnTo>
                <a:close/>
                <a:moveTo>
                  <a:pt x="945054" y="95601"/>
                </a:moveTo>
                <a:lnTo>
                  <a:pt x="885768" y="95601"/>
                </a:lnTo>
                <a:cubicBezTo>
                  <a:pt x="886725" y="110690"/>
                  <a:pt x="895283" y="118234"/>
                  <a:pt x="911441" y="118234"/>
                </a:cubicBezTo>
                <a:cubicBezTo>
                  <a:pt x="921294" y="118234"/>
                  <a:pt x="930077" y="115644"/>
                  <a:pt x="937791" y="110464"/>
                </a:cubicBezTo>
                <a:lnTo>
                  <a:pt x="937791" y="128368"/>
                </a:lnTo>
                <a:cubicBezTo>
                  <a:pt x="929571" y="133154"/>
                  <a:pt x="919014" y="135547"/>
                  <a:pt x="906121" y="135547"/>
                </a:cubicBezTo>
                <a:cubicBezTo>
                  <a:pt x="892327" y="135547"/>
                  <a:pt x="881587" y="131550"/>
                  <a:pt x="873902" y="123555"/>
                </a:cubicBezTo>
                <a:cubicBezTo>
                  <a:pt x="866217" y="115560"/>
                  <a:pt x="862374" y="104384"/>
                  <a:pt x="862374" y="90027"/>
                </a:cubicBezTo>
                <a:cubicBezTo>
                  <a:pt x="862374" y="75951"/>
                  <a:pt x="866498" y="64508"/>
                  <a:pt x="874747" y="55697"/>
                </a:cubicBezTo>
                <a:cubicBezTo>
                  <a:pt x="882995" y="46885"/>
                  <a:pt x="893312" y="42480"/>
                  <a:pt x="905699" y="42480"/>
                </a:cubicBezTo>
                <a:cubicBezTo>
                  <a:pt x="918085" y="42480"/>
                  <a:pt x="927741" y="46280"/>
                  <a:pt x="934666" y="53881"/>
                </a:cubicBezTo>
                <a:cubicBezTo>
                  <a:pt x="941591" y="61482"/>
                  <a:pt x="945054" y="71926"/>
                  <a:pt x="945054" y="85213"/>
                </a:cubicBezTo>
                <a:lnTo>
                  <a:pt x="945054" y="95601"/>
                </a:lnTo>
                <a:moveTo>
                  <a:pt x="922843" y="80146"/>
                </a:moveTo>
                <a:cubicBezTo>
                  <a:pt x="922843" y="66070"/>
                  <a:pt x="917044" y="59033"/>
                  <a:pt x="905445" y="59033"/>
                </a:cubicBezTo>
                <a:cubicBezTo>
                  <a:pt x="900603" y="59033"/>
                  <a:pt x="896338" y="60947"/>
                  <a:pt x="892651" y="64775"/>
                </a:cubicBezTo>
                <a:cubicBezTo>
                  <a:pt x="888963" y="68604"/>
                  <a:pt x="886669" y="73727"/>
                  <a:pt x="885768" y="80146"/>
                </a:cubicBezTo>
                <a:lnTo>
                  <a:pt x="922843" y="80146"/>
                </a:lnTo>
                <a:close/>
                <a:moveTo>
                  <a:pt x="1045426" y="133351"/>
                </a:moveTo>
                <a:lnTo>
                  <a:pt x="1021948" y="133351"/>
                </a:lnTo>
                <a:lnTo>
                  <a:pt x="1021948" y="83608"/>
                </a:lnTo>
                <a:cubicBezTo>
                  <a:pt x="1021948" y="68407"/>
                  <a:pt x="1016459" y="60806"/>
                  <a:pt x="1005480" y="60806"/>
                </a:cubicBezTo>
                <a:cubicBezTo>
                  <a:pt x="999962" y="60806"/>
                  <a:pt x="995472" y="62875"/>
                  <a:pt x="992010" y="67013"/>
                </a:cubicBezTo>
                <a:cubicBezTo>
                  <a:pt x="988547" y="71152"/>
                  <a:pt x="986816" y="76402"/>
                  <a:pt x="986816" y="82764"/>
                </a:cubicBezTo>
                <a:lnTo>
                  <a:pt x="986816" y="133351"/>
                </a:lnTo>
                <a:lnTo>
                  <a:pt x="963253" y="133351"/>
                </a:lnTo>
                <a:lnTo>
                  <a:pt x="963253" y="44591"/>
                </a:lnTo>
                <a:lnTo>
                  <a:pt x="986816" y="44591"/>
                </a:lnTo>
                <a:lnTo>
                  <a:pt x="986816" y="58864"/>
                </a:lnTo>
                <a:lnTo>
                  <a:pt x="987069" y="58864"/>
                </a:lnTo>
                <a:cubicBezTo>
                  <a:pt x="993600" y="47941"/>
                  <a:pt x="1003200" y="42480"/>
                  <a:pt x="1015868" y="42480"/>
                </a:cubicBezTo>
                <a:cubicBezTo>
                  <a:pt x="1035573" y="42480"/>
                  <a:pt x="1045426" y="54669"/>
                  <a:pt x="1045426" y="79048"/>
                </a:cubicBezTo>
                <a:lnTo>
                  <a:pt x="1045426" y="133351"/>
                </a:lnTo>
                <a:close/>
                <a:moveTo>
                  <a:pt x="1118324" y="132422"/>
                </a:moveTo>
                <a:cubicBezTo>
                  <a:pt x="1114327" y="134449"/>
                  <a:pt x="1108753" y="135462"/>
                  <a:pt x="1101602" y="135462"/>
                </a:cubicBezTo>
                <a:cubicBezTo>
                  <a:pt x="1083417" y="135462"/>
                  <a:pt x="1074324" y="125835"/>
                  <a:pt x="1074324" y="106580"/>
                </a:cubicBezTo>
                <a:lnTo>
                  <a:pt x="1074324" y="62495"/>
                </a:lnTo>
                <a:lnTo>
                  <a:pt x="1059629" y="62495"/>
                </a:lnTo>
                <a:lnTo>
                  <a:pt x="1059629" y="44591"/>
                </a:lnTo>
                <a:lnTo>
                  <a:pt x="1074324" y="44591"/>
                </a:lnTo>
                <a:lnTo>
                  <a:pt x="1074324" y="24745"/>
                </a:lnTo>
                <a:lnTo>
                  <a:pt x="1097802" y="17904"/>
                </a:lnTo>
                <a:lnTo>
                  <a:pt x="1097802" y="44591"/>
                </a:lnTo>
                <a:lnTo>
                  <a:pt x="1118324" y="44591"/>
                </a:lnTo>
                <a:lnTo>
                  <a:pt x="1118324" y="62495"/>
                </a:lnTo>
                <a:lnTo>
                  <a:pt x="1097802" y="62495"/>
                </a:lnTo>
                <a:lnTo>
                  <a:pt x="1097802" y="102441"/>
                </a:lnTo>
                <a:cubicBezTo>
                  <a:pt x="1097802" y="112238"/>
                  <a:pt x="1101659" y="117136"/>
                  <a:pt x="1109372" y="117136"/>
                </a:cubicBezTo>
                <a:cubicBezTo>
                  <a:pt x="1112581" y="117136"/>
                  <a:pt x="1115565" y="116235"/>
                  <a:pt x="1118324" y="114434"/>
                </a:cubicBezTo>
                <a:lnTo>
                  <a:pt x="1118324" y="132422"/>
                </a:lnTo>
                <a:close/>
                <a:moveTo>
                  <a:pt x="1200280" y="9036"/>
                </a:moveTo>
                <a:lnTo>
                  <a:pt x="1139980" y="153958"/>
                </a:lnTo>
                <a:lnTo>
                  <a:pt x="1118783" y="153958"/>
                </a:lnTo>
                <a:lnTo>
                  <a:pt x="1178913" y="9036"/>
                </a:lnTo>
                <a:lnTo>
                  <a:pt x="1200280" y="9036"/>
                </a:lnTo>
                <a:close/>
                <a:moveTo>
                  <a:pt x="1211996" y="133351"/>
                </a:moveTo>
                <a:lnTo>
                  <a:pt x="1211996" y="9036"/>
                </a:lnTo>
                <a:lnTo>
                  <a:pt x="1253209" y="9036"/>
                </a:lnTo>
                <a:cubicBezTo>
                  <a:pt x="1297238" y="9036"/>
                  <a:pt x="1319252" y="29249"/>
                  <a:pt x="1319252" y="69674"/>
                </a:cubicBezTo>
                <a:cubicBezTo>
                  <a:pt x="1319252" y="88929"/>
                  <a:pt x="1313044" y="104356"/>
                  <a:pt x="1300630" y="115954"/>
                </a:cubicBezTo>
                <a:cubicBezTo>
                  <a:pt x="1288215" y="127552"/>
                  <a:pt x="1272239" y="133351"/>
                  <a:pt x="1252703" y="133351"/>
                </a:cubicBezTo>
                <a:lnTo>
                  <a:pt x="1211996" y="133351"/>
                </a:lnTo>
                <a:moveTo>
                  <a:pt x="1236065" y="29052"/>
                </a:moveTo>
                <a:lnTo>
                  <a:pt x="1236065" y="113420"/>
                </a:lnTo>
                <a:lnTo>
                  <a:pt x="1251267" y="113420"/>
                </a:lnTo>
                <a:cubicBezTo>
                  <a:pt x="1264611" y="113420"/>
                  <a:pt x="1275055" y="109550"/>
                  <a:pt x="1282599" y="101808"/>
                </a:cubicBezTo>
                <a:cubicBezTo>
                  <a:pt x="1290144" y="94066"/>
                  <a:pt x="1293916" y="83468"/>
                  <a:pt x="1293916" y="70011"/>
                </a:cubicBezTo>
                <a:cubicBezTo>
                  <a:pt x="1293916" y="56781"/>
                  <a:pt x="1290144" y="46646"/>
                  <a:pt x="1282599" y="39608"/>
                </a:cubicBezTo>
                <a:cubicBezTo>
                  <a:pt x="1275055" y="32571"/>
                  <a:pt x="1264667" y="29052"/>
                  <a:pt x="1251436" y="29052"/>
                </a:cubicBezTo>
                <a:lnTo>
                  <a:pt x="1236065" y="29052"/>
                </a:lnTo>
                <a:close/>
                <a:moveTo>
                  <a:pt x="1416368" y="95601"/>
                </a:moveTo>
                <a:lnTo>
                  <a:pt x="1357082" y="95601"/>
                </a:lnTo>
                <a:cubicBezTo>
                  <a:pt x="1358040" y="110690"/>
                  <a:pt x="1366598" y="118234"/>
                  <a:pt x="1382756" y="118234"/>
                </a:cubicBezTo>
                <a:cubicBezTo>
                  <a:pt x="1392609" y="118234"/>
                  <a:pt x="1401392" y="115644"/>
                  <a:pt x="1409105" y="110464"/>
                </a:cubicBezTo>
                <a:lnTo>
                  <a:pt x="1409105" y="128368"/>
                </a:lnTo>
                <a:cubicBezTo>
                  <a:pt x="1400885" y="133154"/>
                  <a:pt x="1390329" y="135547"/>
                  <a:pt x="1377436" y="135547"/>
                </a:cubicBezTo>
                <a:cubicBezTo>
                  <a:pt x="1363642" y="135547"/>
                  <a:pt x="1352902" y="131550"/>
                  <a:pt x="1345217" y="123555"/>
                </a:cubicBezTo>
                <a:cubicBezTo>
                  <a:pt x="1337532" y="115560"/>
                  <a:pt x="1333689" y="104384"/>
                  <a:pt x="1333689" y="90027"/>
                </a:cubicBezTo>
                <a:cubicBezTo>
                  <a:pt x="1333689" y="75951"/>
                  <a:pt x="1337813" y="64508"/>
                  <a:pt x="1346061" y="55697"/>
                </a:cubicBezTo>
                <a:cubicBezTo>
                  <a:pt x="1354310" y="46885"/>
                  <a:pt x="1364627" y="42480"/>
                  <a:pt x="1377013" y="42480"/>
                </a:cubicBezTo>
                <a:cubicBezTo>
                  <a:pt x="1389400" y="42480"/>
                  <a:pt x="1399056" y="46280"/>
                  <a:pt x="1405981" y="53881"/>
                </a:cubicBezTo>
                <a:cubicBezTo>
                  <a:pt x="1412906" y="61482"/>
                  <a:pt x="1416368" y="71926"/>
                  <a:pt x="1416368" y="85213"/>
                </a:cubicBezTo>
                <a:lnTo>
                  <a:pt x="1416368" y="95601"/>
                </a:lnTo>
                <a:moveTo>
                  <a:pt x="1394157" y="80146"/>
                </a:moveTo>
                <a:cubicBezTo>
                  <a:pt x="1394157" y="66070"/>
                  <a:pt x="1388358" y="59033"/>
                  <a:pt x="1376760" y="59033"/>
                </a:cubicBezTo>
                <a:cubicBezTo>
                  <a:pt x="1371918" y="59033"/>
                  <a:pt x="1367653" y="60947"/>
                  <a:pt x="1363965" y="64775"/>
                </a:cubicBezTo>
                <a:cubicBezTo>
                  <a:pt x="1360278" y="68604"/>
                  <a:pt x="1357983" y="73727"/>
                  <a:pt x="1357082" y="80146"/>
                </a:cubicBezTo>
                <a:lnTo>
                  <a:pt x="1394157" y="80146"/>
                </a:lnTo>
                <a:close/>
                <a:moveTo>
                  <a:pt x="1488537" y="20438"/>
                </a:moveTo>
                <a:cubicBezTo>
                  <a:pt x="1485328" y="19030"/>
                  <a:pt x="1482034" y="18326"/>
                  <a:pt x="1478656" y="18326"/>
                </a:cubicBezTo>
                <a:cubicBezTo>
                  <a:pt x="1469535" y="18326"/>
                  <a:pt x="1464974" y="23534"/>
                  <a:pt x="1464974" y="33950"/>
                </a:cubicBezTo>
                <a:lnTo>
                  <a:pt x="1464974" y="44591"/>
                </a:lnTo>
                <a:lnTo>
                  <a:pt x="1485328" y="44591"/>
                </a:lnTo>
                <a:lnTo>
                  <a:pt x="1485328" y="62495"/>
                </a:lnTo>
                <a:lnTo>
                  <a:pt x="1464974" y="62495"/>
                </a:lnTo>
                <a:lnTo>
                  <a:pt x="1464974" y="133351"/>
                </a:lnTo>
                <a:lnTo>
                  <a:pt x="1441496" y="133351"/>
                </a:lnTo>
                <a:lnTo>
                  <a:pt x="1441496" y="62495"/>
                </a:lnTo>
                <a:lnTo>
                  <a:pt x="1426464" y="62495"/>
                </a:lnTo>
                <a:lnTo>
                  <a:pt x="1426464" y="44591"/>
                </a:lnTo>
                <a:lnTo>
                  <a:pt x="1441496" y="44591"/>
                </a:lnTo>
                <a:lnTo>
                  <a:pt x="1441496" y="32683"/>
                </a:lnTo>
                <a:cubicBezTo>
                  <a:pt x="1441496" y="22718"/>
                  <a:pt x="1444621" y="14779"/>
                  <a:pt x="1450871" y="8868"/>
                </a:cubicBezTo>
                <a:cubicBezTo>
                  <a:pt x="1457120" y="2956"/>
                  <a:pt x="1465397" y="0"/>
                  <a:pt x="1475700" y="0"/>
                </a:cubicBezTo>
                <a:cubicBezTo>
                  <a:pt x="1481049" y="0"/>
                  <a:pt x="1485328" y="535"/>
                  <a:pt x="1488537" y="1605"/>
                </a:cubicBezTo>
                <a:lnTo>
                  <a:pt x="1488537" y="20438"/>
                </a:lnTo>
                <a:close/>
                <a:moveTo>
                  <a:pt x="1576010" y="95601"/>
                </a:moveTo>
                <a:lnTo>
                  <a:pt x="1516724" y="95601"/>
                </a:lnTo>
                <a:cubicBezTo>
                  <a:pt x="1517681" y="110690"/>
                  <a:pt x="1526239" y="118234"/>
                  <a:pt x="1542398" y="118234"/>
                </a:cubicBezTo>
                <a:cubicBezTo>
                  <a:pt x="1552251" y="118234"/>
                  <a:pt x="1561034" y="115644"/>
                  <a:pt x="1568747" y="110464"/>
                </a:cubicBezTo>
                <a:lnTo>
                  <a:pt x="1568747" y="128368"/>
                </a:lnTo>
                <a:cubicBezTo>
                  <a:pt x="1560527" y="133154"/>
                  <a:pt x="1549970" y="135547"/>
                  <a:pt x="1537077" y="135547"/>
                </a:cubicBezTo>
                <a:cubicBezTo>
                  <a:pt x="1523283" y="135547"/>
                  <a:pt x="1512544" y="131550"/>
                  <a:pt x="1504859" y="123555"/>
                </a:cubicBezTo>
                <a:cubicBezTo>
                  <a:pt x="1497173" y="115560"/>
                  <a:pt x="1493331" y="104384"/>
                  <a:pt x="1493331" y="90027"/>
                </a:cubicBezTo>
                <a:cubicBezTo>
                  <a:pt x="1493331" y="75951"/>
                  <a:pt x="1497455" y="64508"/>
                  <a:pt x="1505703" y="55697"/>
                </a:cubicBezTo>
                <a:cubicBezTo>
                  <a:pt x="1513951" y="46885"/>
                  <a:pt x="1524269" y="42480"/>
                  <a:pt x="1536655" y="42480"/>
                </a:cubicBezTo>
                <a:cubicBezTo>
                  <a:pt x="1549041" y="42480"/>
                  <a:pt x="1558697" y="46280"/>
                  <a:pt x="1565622" y="53881"/>
                </a:cubicBezTo>
                <a:cubicBezTo>
                  <a:pt x="1572548" y="61482"/>
                  <a:pt x="1576010" y="71926"/>
                  <a:pt x="1576010" y="85213"/>
                </a:cubicBezTo>
                <a:lnTo>
                  <a:pt x="1576010" y="95601"/>
                </a:lnTo>
                <a:moveTo>
                  <a:pt x="1553799" y="80146"/>
                </a:moveTo>
                <a:cubicBezTo>
                  <a:pt x="1553799" y="66070"/>
                  <a:pt x="1548000" y="59033"/>
                  <a:pt x="1536402" y="59033"/>
                </a:cubicBezTo>
                <a:cubicBezTo>
                  <a:pt x="1531560" y="59033"/>
                  <a:pt x="1527295" y="60947"/>
                  <a:pt x="1523607" y="64775"/>
                </a:cubicBezTo>
                <a:cubicBezTo>
                  <a:pt x="1519919" y="68604"/>
                  <a:pt x="1517625" y="73727"/>
                  <a:pt x="1516724" y="80146"/>
                </a:cubicBezTo>
                <a:lnTo>
                  <a:pt x="1553799" y="80146"/>
                </a:lnTo>
                <a:close/>
                <a:moveTo>
                  <a:pt x="1676555" y="133351"/>
                </a:moveTo>
                <a:lnTo>
                  <a:pt x="1653077" y="133351"/>
                </a:lnTo>
                <a:lnTo>
                  <a:pt x="1653077" y="83608"/>
                </a:lnTo>
                <a:cubicBezTo>
                  <a:pt x="1653077" y="68407"/>
                  <a:pt x="1647587" y="60806"/>
                  <a:pt x="1636608" y="60806"/>
                </a:cubicBezTo>
                <a:cubicBezTo>
                  <a:pt x="1631091" y="60806"/>
                  <a:pt x="1626601" y="62875"/>
                  <a:pt x="1623138" y="67013"/>
                </a:cubicBezTo>
                <a:cubicBezTo>
                  <a:pt x="1619676" y="71152"/>
                  <a:pt x="1617944" y="76402"/>
                  <a:pt x="1617944" y="82764"/>
                </a:cubicBezTo>
                <a:lnTo>
                  <a:pt x="1617944" y="133351"/>
                </a:lnTo>
                <a:lnTo>
                  <a:pt x="1594382" y="133351"/>
                </a:lnTo>
                <a:lnTo>
                  <a:pt x="1594382" y="44591"/>
                </a:lnTo>
                <a:lnTo>
                  <a:pt x="1617944" y="44591"/>
                </a:lnTo>
                <a:lnTo>
                  <a:pt x="1617944" y="58864"/>
                </a:lnTo>
                <a:lnTo>
                  <a:pt x="1618198" y="58864"/>
                </a:lnTo>
                <a:cubicBezTo>
                  <a:pt x="1624729" y="47941"/>
                  <a:pt x="1634328" y="42480"/>
                  <a:pt x="1646996" y="42480"/>
                </a:cubicBezTo>
                <a:cubicBezTo>
                  <a:pt x="1666702" y="42480"/>
                  <a:pt x="1676555" y="54669"/>
                  <a:pt x="1676555" y="79048"/>
                </a:cubicBezTo>
                <a:lnTo>
                  <a:pt x="1676555" y="133351"/>
                </a:lnTo>
                <a:close/>
                <a:moveTo>
                  <a:pt x="1696586" y="110549"/>
                </a:moveTo>
                <a:cubicBezTo>
                  <a:pt x="1705369" y="116066"/>
                  <a:pt x="1714039" y="118825"/>
                  <a:pt x="1722597" y="118825"/>
                </a:cubicBezTo>
                <a:cubicBezTo>
                  <a:pt x="1733632" y="118825"/>
                  <a:pt x="1739150" y="115701"/>
                  <a:pt x="1739150" y="109451"/>
                </a:cubicBezTo>
                <a:cubicBezTo>
                  <a:pt x="1739150" y="105116"/>
                  <a:pt x="1734786" y="101456"/>
                  <a:pt x="1726060" y="98472"/>
                </a:cubicBezTo>
                <a:cubicBezTo>
                  <a:pt x="1713335" y="94193"/>
                  <a:pt x="1705256" y="89985"/>
                  <a:pt x="1701822" y="85846"/>
                </a:cubicBezTo>
                <a:cubicBezTo>
                  <a:pt x="1698387" y="81708"/>
                  <a:pt x="1696670" y="76402"/>
                  <a:pt x="1696670" y="69927"/>
                </a:cubicBezTo>
                <a:cubicBezTo>
                  <a:pt x="1696670" y="61369"/>
                  <a:pt x="1700161" y="54655"/>
                  <a:pt x="1707142" y="49785"/>
                </a:cubicBezTo>
                <a:cubicBezTo>
                  <a:pt x="1714124" y="44915"/>
                  <a:pt x="1723104" y="42480"/>
                  <a:pt x="1734083" y="42480"/>
                </a:cubicBezTo>
                <a:cubicBezTo>
                  <a:pt x="1741740" y="42480"/>
                  <a:pt x="1749397" y="43690"/>
                  <a:pt x="1757054" y="46111"/>
                </a:cubicBezTo>
                <a:lnTo>
                  <a:pt x="1757054" y="65282"/>
                </a:lnTo>
                <a:cubicBezTo>
                  <a:pt x="1750129" y="61172"/>
                  <a:pt x="1742556" y="59117"/>
                  <a:pt x="1734336" y="59117"/>
                </a:cubicBezTo>
                <a:cubicBezTo>
                  <a:pt x="1730001" y="59117"/>
                  <a:pt x="1726510" y="59933"/>
                  <a:pt x="1723864" y="61566"/>
                </a:cubicBezTo>
                <a:cubicBezTo>
                  <a:pt x="1721218" y="63199"/>
                  <a:pt x="1719895" y="65367"/>
                  <a:pt x="1719895" y="68069"/>
                </a:cubicBezTo>
                <a:cubicBezTo>
                  <a:pt x="1719895" y="72517"/>
                  <a:pt x="1723582" y="76036"/>
                  <a:pt x="1730958" y="78626"/>
                </a:cubicBezTo>
                <a:cubicBezTo>
                  <a:pt x="1739347" y="81666"/>
                  <a:pt x="1745512" y="84214"/>
                  <a:pt x="1749453" y="86269"/>
                </a:cubicBezTo>
                <a:cubicBezTo>
                  <a:pt x="1753394" y="88324"/>
                  <a:pt x="1756463" y="91125"/>
                  <a:pt x="1758658" y="94672"/>
                </a:cubicBezTo>
                <a:cubicBezTo>
                  <a:pt x="1760854" y="98219"/>
                  <a:pt x="1761952" y="102385"/>
                  <a:pt x="1761952" y="107171"/>
                </a:cubicBezTo>
                <a:cubicBezTo>
                  <a:pt x="1761952" y="116179"/>
                  <a:pt x="1758363" y="123161"/>
                  <a:pt x="1751184" y="128115"/>
                </a:cubicBezTo>
                <a:cubicBezTo>
                  <a:pt x="1744006" y="133070"/>
                  <a:pt x="1734533" y="135547"/>
                  <a:pt x="1722766" y="135547"/>
                </a:cubicBezTo>
                <a:cubicBezTo>
                  <a:pt x="1712857" y="135547"/>
                  <a:pt x="1704130" y="133970"/>
                  <a:pt x="1696586" y="130818"/>
                </a:cubicBezTo>
                <a:lnTo>
                  <a:pt x="1696586" y="110549"/>
                </a:lnTo>
                <a:close/>
                <a:moveTo>
                  <a:pt x="1855858" y="95601"/>
                </a:moveTo>
                <a:lnTo>
                  <a:pt x="1796572" y="95601"/>
                </a:lnTo>
                <a:cubicBezTo>
                  <a:pt x="1797529" y="110690"/>
                  <a:pt x="1806087" y="118234"/>
                  <a:pt x="1822246" y="118234"/>
                </a:cubicBezTo>
                <a:cubicBezTo>
                  <a:pt x="1832099" y="118234"/>
                  <a:pt x="1840882" y="115644"/>
                  <a:pt x="1848595" y="110464"/>
                </a:cubicBezTo>
                <a:lnTo>
                  <a:pt x="1848595" y="128368"/>
                </a:lnTo>
                <a:cubicBezTo>
                  <a:pt x="1840375" y="133154"/>
                  <a:pt x="1829819" y="135547"/>
                  <a:pt x="1816925" y="135547"/>
                </a:cubicBezTo>
                <a:cubicBezTo>
                  <a:pt x="1803131" y="135547"/>
                  <a:pt x="1792392" y="131550"/>
                  <a:pt x="1784707" y="123555"/>
                </a:cubicBezTo>
                <a:cubicBezTo>
                  <a:pt x="1777021" y="115560"/>
                  <a:pt x="1773179" y="104384"/>
                  <a:pt x="1773179" y="90027"/>
                </a:cubicBezTo>
                <a:cubicBezTo>
                  <a:pt x="1773179" y="75951"/>
                  <a:pt x="1777303" y="64508"/>
                  <a:pt x="1785551" y="55697"/>
                </a:cubicBezTo>
                <a:cubicBezTo>
                  <a:pt x="1793799" y="46885"/>
                  <a:pt x="1804117" y="42480"/>
                  <a:pt x="1816503" y="42480"/>
                </a:cubicBezTo>
                <a:cubicBezTo>
                  <a:pt x="1828890" y="42480"/>
                  <a:pt x="1838545" y="46280"/>
                  <a:pt x="1845471" y="53881"/>
                </a:cubicBezTo>
                <a:cubicBezTo>
                  <a:pt x="1852396" y="61482"/>
                  <a:pt x="1855858" y="71926"/>
                  <a:pt x="1855858" y="85213"/>
                </a:cubicBezTo>
                <a:lnTo>
                  <a:pt x="1855858" y="95601"/>
                </a:lnTo>
                <a:moveTo>
                  <a:pt x="1833647" y="80146"/>
                </a:moveTo>
                <a:cubicBezTo>
                  <a:pt x="1833647" y="66070"/>
                  <a:pt x="1827848" y="59033"/>
                  <a:pt x="1816250" y="59033"/>
                </a:cubicBezTo>
                <a:cubicBezTo>
                  <a:pt x="1811408" y="59033"/>
                  <a:pt x="1807143" y="60947"/>
                  <a:pt x="1803455" y="64775"/>
                </a:cubicBezTo>
                <a:cubicBezTo>
                  <a:pt x="1799767" y="68604"/>
                  <a:pt x="1797473" y="73727"/>
                  <a:pt x="1796572" y="80146"/>
                </a:cubicBezTo>
                <a:lnTo>
                  <a:pt x="1833647" y="80146"/>
                </a:lnTo>
                <a:close/>
                <a:moveTo>
                  <a:pt x="1961063" y="161558"/>
                </a:moveTo>
                <a:cubicBezTo>
                  <a:pt x="1942596" y="141065"/>
                  <a:pt x="1933362" y="115841"/>
                  <a:pt x="1933362" y="85889"/>
                </a:cubicBezTo>
                <a:cubicBezTo>
                  <a:pt x="1933362" y="56555"/>
                  <a:pt x="1942596" y="30938"/>
                  <a:pt x="1961063" y="9036"/>
                </a:cubicBezTo>
                <a:lnTo>
                  <a:pt x="1980487" y="9036"/>
                </a:lnTo>
                <a:cubicBezTo>
                  <a:pt x="1962808" y="31839"/>
                  <a:pt x="1953969" y="57428"/>
                  <a:pt x="1953969" y="85804"/>
                </a:cubicBezTo>
                <a:cubicBezTo>
                  <a:pt x="1953969" y="113955"/>
                  <a:pt x="1962808" y="139207"/>
                  <a:pt x="1980487" y="161558"/>
                </a:cubicBezTo>
                <a:lnTo>
                  <a:pt x="1961063" y="161558"/>
                </a:lnTo>
                <a:close/>
                <a:moveTo>
                  <a:pt x="1990553" y="99908"/>
                </a:moveTo>
                <a:cubicBezTo>
                  <a:pt x="1990553" y="92757"/>
                  <a:pt x="1992566" y="86381"/>
                  <a:pt x="1996591" y="80779"/>
                </a:cubicBezTo>
                <a:cubicBezTo>
                  <a:pt x="2000617" y="75177"/>
                  <a:pt x="2006430" y="70997"/>
                  <a:pt x="2014031" y="68238"/>
                </a:cubicBezTo>
                <a:cubicBezTo>
                  <a:pt x="2008006" y="65141"/>
                  <a:pt x="2003263" y="61158"/>
                  <a:pt x="1999800" y="56288"/>
                </a:cubicBezTo>
                <a:cubicBezTo>
                  <a:pt x="1996338" y="51418"/>
                  <a:pt x="1994607" y="45999"/>
                  <a:pt x="1994607" y="40031"/>
                </a:cubicBezTo>
                <a:cubicBezTo>
                  <a:pt x="1994607" y="33894"/>
                  <a:pt x="1996253" y="28306"/>
                  <a:pt x="1999547" y="23267"/>
                </a:cubicBezTo>
                <a:cubicBezTo>
                  <a:pt x="2002841" y="18228"/>
                  <a:pt x="2007472" y="14258"/>
                  <a:pt x="2013440" y="11359"/>
                </a:cubicBezTo>
                <a:cubicBezTo>
                  <a:pt x="2019408" y="8459"/>
                  <a:pt x="2025995" y="7010"/>
                  <a:pt x="2033202" y="7010"/>
                </a:cubicBezTo>
                <a:cubicBezTo>
                  <a:pt x="2040464" y="7010"/>
                  <a:pt x="2047108" y="8431"/>
                  <a:pt x="2053132" y="11274"/>
                </a:cubicBezTo>
                <a:cubicBezTo>
                  <a:pt x="2059157" y="14118"/>
                  <a:pt x="2063816" y="18031"/>
                  <a:pt x="2067109" y="23013"/>
                </a:cubicBezTo>
                <a:cubicBezTo>
                  <a:pt x="2070403" y="27996"/>
                  <a:pt x="2072050" y="33556"/>
                  <a:pt x="2072050" y="39693"/>
                </a:cubicBezTo>
                <a:cubicBezTo>
                  <a:pt x="2072050" y="51910"/>
                  <a:pt x="2065237" y="61228"/>
                  <a:pt x="2051612" y="67647"/>
                </a:cubicBezTo>
                <a:cubicBezTo>
                  <a:pt x="2059157" y="70349"/>
                  <a:pt x="2065026" y="74487"/>
                  <a:pt x="2069221" y="80061"/>
                </a:cubicBezTo>
                <a:cubicBezTo>
                  <a:pt x="2073415" y="85635"/>
                  <a:pt x="2075512" y="92166"/>
                  <a:pt x="2075512" y="99654"/>
                </a:cubicBezTo>
                <a:cubicBezTo>
                  <a:pt x="2075512" y="110633"/>
                  <a:pt x="2071670" y="119360"/>
                  <a:pt x="2063985" y="125835"/>
                </a:cubicBezTo>
                <a:cubicBezTo>
                  <a:pt x="2056299" y="132310"/>
                  <a:pt x="2045954" y="135547"/>
                  <a:pt x="2032948" y="135547"/>
                </a:cubicBezTo>
                <a:cubicBezTo>
                  <a:pt x="2020111" y="135547"/>
                  <a:pt x="2009836" y="132324"/>
                  <a:pt x="2002123" y="125877"/>
                </a:cubicBezTo>
                <a:cubicBezTo>
                  <a:pt x="1994409" y="119431"/>
                  <a:pt x="1990553" y="110774"/>
                  <a:pt x="1990553" y="99908"/>
                </a:cubicBezTo>
                <a:moveTo>
                  <a:pt x="2013102" y="98388"/>
                </a:moveTo>
                <a:cubicBezTo>
                  <a:pt x="2013102" y="104637"/>
                  <a:pt x="2014875" y="109479"/>
                  <a:pt x="2018422" y="112914"/>
                </a:cubicBezTo>
                <a:cubicBezTo>
                  <a:pt x="2021969" y="116348"/>
                  <a:pt x="2026839" y="118065"/>
                  <a:pt x="2033033" y="118065"/>
                </a:cubicBezTo>
                <a:cubicBezTo>
                  <a:pt x="2039395" y="118065"/>
                  <a:pt x="2044321" y="116334"/>
                  <a:pt x="2047812" y="112871"/>
                </a:cubicBezTo>
                <a:cubicBezTo>
                  <a:pt x="2051303" y="109409"/>
                  <a:pt x="2053048" y="104581"/>
                  <a:pt x="2053048" y="98388"/>
                </a:cubicBezTo>
                <a:cubicBezTo>
                  <a:pt x="2053048" y="92701"/>
                  <a:pt x="2051162" y="87873"/>
                  <a:pt x="2047390" y="83904"/>
                </a:cubicBezTo>
                <a:cubicBezTo>
                  <a:pt x="2043617" y="79935"/>
                  <a:pt x="2038832" y="77950"/>
                  <a:pt x="2033033" y="77950"/>
                </a:cubicBezTo>
                <a:cubicBezTo>
                  <a:pt x="2027346" y="77950"/>
                  <a:pt x="2022603" y="79878"/>
                  <a:pt x="2018802" y="83735"/>
                </a:cubicBezTo>
                <a:cubicBezTo>
                  <a:pt x="2015002" y="87592"/>
                  <a:pt x="2013102" y="92476"/>
                  <a:pt x="2013102" y="98388"/>
                </a:cubicBezTo>
                <a:moveTo>
                  <a:pt x="2016902" y="41720"/>
                </a:moveTo>
                <a:cubicBezTo>
                  <a:pt x="2016902" y="46618"/>
                  <a:pt x="2018507" y="50813"/>
                  <a:pt x="2021716" y="54303"/>
                </a:cubicBezTo>
                <a:cubicBezTo>
                  <a:pt x="2024925" y="57794"/>
                  <a:pt x="2028810" y="59539"/>
                  <a:pt x="2033370" y="59539"/>
                </a:cubicBezTo>
                <a:cubicBezTo>
                  <a:pt x="2038044" y="59539"/>
                  <a:pt x="2041985" y="57780"/>
                  <a:pt x="2045194" y="54261"/>
                </a:cubicBezTo>
                <a:cubicBezTo>
                  <a:pt x="2048403" y="50742"/>
                  <a:pt x="2050008" y="46562"/>
                  <a:pt x="2050008" y="41720"/>
                </a:cubicBezTo>
                <a:cubicBezTo>
                  <a:pt x="2050008" y="36258"/>
                  <a:pt x="2048516" y="32022"/>
                  <a:pt x="2045532" y="29010"/>
                </a:cubicBezTo>
                <a:cubicBezTo>
                  <a:pt x="2042548" y="25997"/>
                  <a:pt x="2038494" y="24491"/>
                  <a:pt x="2033370" y="24491"/>
                </a:cubicBezTo>
                <a:cubicBezTo>
                  <a:pt x="2028247" y="24491"/>
                  <a:pt x="2024221" y="26011"/>
                  <a:pt x="2021294" y="29052"/>
                </a:cubicBezTo>
                <a:cubicBezTo>
                  <a:pt x="2018366" y="32092"/>
                  <a:pt x="2016902" y="36315"/>
                  <a:pt x="2016902" y="41720"/>
                </a:cubicBezTo>
                <a:close/>
                <a:moveTo>
                  <a:pt x="2094658" y="129635"/>
                </a:moveTo>
                <a:lnTo>
                  <a:pt x="2094658" y="108269"/>
                </a:lnTo>
                <a:cubicBezTo>
                  <a:pt x="2098430" y="111140"/>
                  <a:pt x="2102723" y="113336"/>
                  <a:pt x="2107537" y="114856"/>
                </a:cubicBezTo>
                <a:cubicBezTo>
                  <a:pt x="2112350" y="116376"/>
                  <a:pt x="2117066" y="117136"/>
                  <a:pt x="2121682" y="117136"/>
                </a:cubicBezTo>
                <a:cubicBezTo>
                  <a:pt x="2129621" y="117136"/>
                  <a:pt x="2135871" y="115222"/>
                  <a:pt x="2140431" y="111393"/>
                </a:cubicBezTo>
                <a:cubicBezTo>
                  <a:pt x="2144991" y="107565"/>
                  <a:pt x="2147272" y="102244"/>
                  <a:pt x="2147272" y="95432"/>
                </a:cubicBezTo>
                <a:cubicBezTo>
                  <a:pt x="2147272" y="88338"/>
                  <a:pt x="2144865" y="83172"/>
                  <a:pt x="2140051" y="79935"/>
                </a:cubicBezTo>
                <a:cubicBezTo>
                  <a:pt x="2135237" y="76697"/>
                  <a:pt x="2127848" y="75079"/>
                  <a:pt x="2117882" y="75079"/>
                </a:cubicBezTo>
                <a:cubicBezTo>
                  <a:pt x="2111126" y="75079"/>
                  <a:pt x="2104032" y="75670"/>
                  <a:pt x="2096600" y="76852"/>
                </a:cubicBezTo>
                <a:lnTo>
                  <a:pt x="2101245" y="9036"/>
                </a:lnTo>
                <a:lnTo>
                  <a:pt x="2165598" y="9036"/>
                </a:lnTo>
                <a:lnTo>
                  <a:pt x="2165598" y="28630"/>
                </a:lnTo>
                <a:lnTo>
                  <a:pt x="2120669" y="28630"/>
                </a:lnTo>
                <a:lnTo>
                  <a:pt x="2118558" y="57512"/>
                </a:lnTo>
                <a:cubicBezTo>
                  <a:pt x="2124864" y="56781"/>
                  <a:pt x="2129030" y="56415"/>
                  <a:pt x="2131057" y="56415"/>
                </a:cubicBezTo>
                <a:cubicBezTo>
                  <a:pt x="2143162" y="56415"/>
                  <a:pt x="2152888" y="59736"/>
                  <a:pt x="2160235" y="66380"/>
                </a:cubicBezTo>
                <a:cubicBezTo>
                  <a:pt x="2167583" y="73024"/>
                  <a:pt x="2171256" y="81863"/>
                  <a:pt x="2171256" y="92898"/>
                </a:cubicBezTo>
                <a:cubicBezTo>
                  <a:pt x="2171256" y="106242"/>
                  <a:pt x="2167034" y="116686"/>
                  <a:pt x="2158588" y="124230"/>
                </a:cubicBezTo>
                <a:cubicBezTo>
                  <a:pt x="2150143" y="131775"/>
                  <a:pt x="2138601" y="135547"/>
                  <a:pt x="2123963" y="135547"/>
                </a:cubicBezTo>
                <a:cubicBezTo>
                  <a:pt x="2111689" y="135547"/>
                  <a:pt x="2101920" y="133576"/>
                  <a:pt x="2094658" y="129635"/>
                </a:cubicBezTo>
                <a:close/>
                <a:moveTo>
                  <a:pt x="2183134" y="161558"/>
                </a:moveTo>
                <a:cubicBezTo>
                  <a:pt x="2200926" y="139601"/>
                  <a:pt x="2209822" y="114349"/>
                  <a:pt x="2209822" y="85804"/>
                </a:cubicBezTo>
                <a:cubicBezTo>
                  <a:pt x="2209822" y="57541"/>
                  <a:pt x="2200926" y="31951"/>
                  <a:pt x="2183134" y="9036"/>
                </a:cubicBezTo>
                <a:lnTo>
                  <a:pt x="2202728" y="9036"/>
                </a:lnTo>
                <a:cubicBezTo>
                  <a:pt x="2221251" y="31051"/>
                  <a:pt x="2230513" y="56668"/>
                  <a:pt x="2230513" y="85889"/>
                </a:cubicBezTo>
                <a:cubicBezTo>
                  <a:pt x="2230513" y="115616"/>
                  <a:pt x="2221223" y="140839"/>
                  <a:pt x="2202643" y="161558"/>
                </a:cubicBezTo>
                <a:lnTo>
                  <a:pt x="2183134" y="161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D40AD-357D-4703-A01C-2934D065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394" y="1984936"/>
            <a:ext cx="2432088" cy="88830"/>
          </a:xfrm>
          <a:custGeom xmlns:a="http://schemas.openxmlformats.org/drawingml/2006/main">
            <a:pathLst>
              <a:path w="2432088" h="88830">
                <a:moveTo>
                  <a:pt x="0" y="88830"/>
                </a:moveTo>
                <a:cubicBezTo>
                  <a:pt x="0" y="64390"/>
                  <a:pt x="73790" y="44493"/>
                  <a:pt x="164813" y="44493"/>
                </a:cubicBezTo>
                <a:lnTo>
                  <a:pt x="938901" y="44493"/>
                </a:lnTo>
                <a:cubicBezTo>
                  <a:pt x="1029924" y="44493"/>
                  <a:pt x="1103714" y="24597"/>
                  <a:pt x="1103714" y="0"/>
                </a:cubicBezTo>
                <a:cubicBezTo>
                  <a:pt x="1103714" y="24597"/>
                  <a:pt x="1177504" y="44493"/>
                  <a:pt x="1268527" y="44493"/>
                </a:cubicBezTo>
                <a:lnTo>
                  <a:pt x="2267431" y="44493"/>
                </a:lnTo>
                <a:cubicBezTo>
                  <a:pt x="2358454" y="44493"/>
                  <a:pt x="2432088" y="64390"/>
                  <a:pt x="2432088" y="88830"/>
                </a:cubicBezTo>
                <a:lnTo>
                  <a:pt x="0" y="8883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C1E37-5465-4C41-AE88-CB01A497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284" y="2073781"/>
            <a:ext cx="2432088" cy="1332275"/>
          </a:xfrm>
          <a:custGeom xmlns:a="http://schemas.openxmlformats.org/drawingml/2006/main">
            <a:pathLst>
              <a:path w="2432088" h="1332275" fill="none">
                <a:moveTo>
                  <a:pt x="0" y="1332275"/>
                </a:moveTo>
                <a:lnTo>
                  <a:pt x="2432088" y="1332275"/>
                </a:lnTo>
                <a:lnTo>
                  <a:pt x="2432088" y="0"/>
                </a:lnTo>
                <a:lnTo>
                  <a:pt x="0" y="0"/>
                </a:lnTo>
                <a:lnTo>
                  <a:pt x="0" y="133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33" cap="flat">
            <a:solidFill>
              <a:srgbClr val="262626"/>
            </a:solidFill>
            <a:custDash>
              <a:ds d="300000" sp="100000"/>
            </a:custDash>
            <a:miter/>
          </a:ln>
        </p:spPr>
      </p:sp>
      <p:sp>
        <p:nvSpPr>
          <p:cNvPr id="59" name="Text •160incidents">
            <a:extLst xmlns:a="http://schemas.openxmlformats.org/drawingml/2006/main">
              <a:ext uri="{FF2B5EF4-FFF2-40B4-BE49-F238E27FC236}">
                <a16:creationId xmlns:a16="http://schemas.microsoft.com/office/drawing/2014/main" id="{81E6A8D9-BC3C-4007-BBA9-BBCE5C0F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349" y="2158484"/>
            <a:ext cx="1199316" cy="133520"/>
          </a:xfrm>
          <a:custGeom xmlns:a="http://schemas.openxmlformats.org/drawingml/2006/main">
            <a:pathLst>
              <a:path w="1199316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88770" y="28545"/>
                </a:moveTo>
                <a:cubicBezTo>
                  <a:pt x="282520" y="25054"/>
                  <a:pt x="275680" y="23309"/>
                  <a:pt x="268248" y="23309"/>
                </a:cubicBezTo>
                <a:cubicBezTo>
                  <a:pt x="258282" y="23309"/>
                  <a:pt x="250358" y="27349"/>
                  <a:pt x="244474" y="35428"/>
                </a:cubicBezTo>
                <a:cubicBezTo>
                  <a:pt x="238591" y="43507"/>
                  <a:pt x="235649" y="53853"/>
                  <a:pt x="235649" y="66464"/>
                </a:cubicBezTo>
                <a:lnTo>
                  <a:pt x="236156" y="66464"/>
                </a:lnTo>
                <a:cubicBezTo>
                  <a:pt x="242068" y="56837"/>
                  <a:pt x="250991" y="52023"/>
                  <a:pt x="262927" y="52023"/>
                </a:cubicBezTo>
                <a:cubicBezTo>
                  <a:pt x="273400" y="52023"/>
                  <a:pt x="281732" y="55584"/>
                  <a:pt x="287925" y="62706"/>
                </a:cubicBezTo>
                <a:cubicBezTo>
                  <a:pt x="294119" y="69828"/>
                  <a:pt x="297215" y="79104"/>
                  <a:pt x="297215" y="90534"/>
                </a:cubicBezTo>
                <a:cubicBezTo>
                  <a:pt x="297215" y="103089"/>
                  <a:pt x="293274" y="113392"/>
                  <a:pt x="285392" y="121443"/>
                </a:cubicBezTo>
                <a:cubicBezTo>
                  <a:pt x="277510" y="129494"/>
                  <a:pt x="267516" y="133520"/>
                  <a:pt x="255411" y="133520"/>
                </a:cubicBezTo>
                <a:cubicBezTo>
                  <a:pt x="241392" y="133520"/>
                  <a:pt x="230680" y="128368"/>
                  <a:pt x="223277" y="118065"/>
                </a:cubicBezTo>
                <a:cubicBezTo>
                  <a:pt x="215873" y="107762"/>
                  <a:pt x="212171" y="93743"/>
                  <a:pt x="212171" y="76008"/>
                </a:cubicBezTo>
                <a:cubicBezTo>
                  <a:pt x="212171" y="55007"/>
                  <a:pt x="217013" y="37919"/>
                  <a:pt x="226697" y="24745"/>
                </a:cubicBezTo>
                <a:cubicBezTo>
                  <a:pt x="236381" y="11570"/>
                  <a:pt x="249781" y="4983"/>
                  <a:pt x="266897" y="4983"/>
                </a:cubicBezTo>
                <a:cubicBezTo>
                  <a:pt x="276355" y="4983"/>
                  <a:pt x="283647" y="6137"/>
                  <a:pt x="288770" y="8445"/>
                </a:cubicBezTo>
                <a:lnTo>
                  <a:pt x="288770" y="28545"/>
                </a:lnTo>
                <a:moveTo>
                  <a:pt x="236494" y="90534"/>
                </a:moveTo>
                <a:cubicBezTo>
                  <a:pt x="236494" y="97233"/>
                  <a:pt x="238211" y="103004"/>
                  <a:pt x="241645" y="107846"/>
                </a:cubicBezTo>
                <a:cubicBezTo>
                  <a:pt x="245080" y="112688"/>
                  <a:pt x="249696" y="115109"/>
                  <a:pt x="255496" y="115109"/>
                </a:cubicBezTo>
                <a:cubicBezTo>
                  <a:pt x="261182" y="115109"/>
                  <a:pt x="265686" y="112942"/>
                  <a:pt x="269008" y="108606"/>
                </a:cubicBezTo>
                <a:cubicBezTo>
                  <a:pt x="272330" y="104271"/>
                  <a:pt x="273991" y="98810"/>
                  <a:pt x="273991" y="92223"/>
                </a:cubicBezTo>
                <a:cubicBezTo>
                  <a:pt x="273991" y="77359"/>
                  <a:pt x="267798" y="69927"/>
                  <a:pt x="255411" y="69927"/>
                </a:cubicBezTo>
                <a:cubicBezTo>
                  <a:pt x="249837" y="69927"/>
                  <a:pt x="245291" y="71884"/>
                  <a:pt x="241772" y="75797"/>
                </a:cubicBezTo>
                <a:cubicBezTo>
                  <a:pt x="238253" y="79709"/>
                  <a:pt x="236494" y="84622"/>
                  <a:pt x="236494" y="90534"/>
                </a:cubicBezTo>
                <a:close/>
                <a:moveTo>
                  <a:pt x="309347" y="71278"/>
                </a:moveTo>
                <a:cubicBezTo>
                  <a:pt x="309347" y="49658"/>
                  <a:pt x="313218" y="33204"/>
                  <a:pt x="320959" y="21916"/>
                </a:cubicBezTo>
                <a:cubicBezTo>
                  <a:pt x="328701" y="10627"/>
                  <a:pt x="339947" y="4983"/>
                  <a:pt x="354698" y="4983"/>
                </a:cubicBezTo>
                <a:cubicBezTo>
                  <a:pt x="382737" y="4983"/>
                  <a:pt x="396756" y="26124"/>
                  <a:pt x="396756" y="68407"/>
                </a:cubicBezTo>
                <a:cubicBezTo>
                  <a:pt x="396756" y="89239"/>
                  <a:pt x="392941" y="105299"/>
                  <a:pt x="385312" y="116587"/>
                </a:cubicBezTo>
                <a:cubicBezTo>
                  <a:pt x="377684" y="127876"/>
                  <a:pt x="366634" y="133520"/>
                  <a:pt x="352165" y="133520"/>
                </a:cubicBezTo>
                <a:cubicBezTo>
                  <a:pt x="323620" y="133520"/>
                  <a:pt x="309347" y="112773"/>
                  <a:pt x="309347" y="71278"/>
                </a:cubicBezTo>
                <a:moveTo>
                  <a:pt x="333247" y="70687"/>
                </a:moveTo>
                <a:cubicBezTo>
                  <a:pt x="333247" y="100302"/>
                  <a:pt x="339891" y="115109"/>
                  <a:pt x="353178" y="115109"/>
                </a:cubicBezTo>
                <a:cubicBezTo>
                  <a:pt x="366184" y="115109"/>
                  <a:pt x="372687" y="99908"/>
                  <a:pt x="372687" y="69505"/>
                </a:cubicBezTo>
                <a:cubicBezTo>
                  <a:pt x="372687" y="38708"/>
                  <a:pt x="366325" y="23309"/>
                  <a:pt x="353600" y="23309"/>
                </a:cubicBezTo>
                <a:cubicBezTo>
                  <a:pt x="340032" y="23309"/>
                  <a:pt x="333247" y="39102"/>
                  <a:pt x="333247" y="70687"/>
                </a:cubicBezTo>
                <a:close/>
                <a:moveTo>
                  <a:pt x="474522" y="13344"/>
                </a:moveTo>
                <a:cubicBezTo>
                  <a:pt x="474522" y="9740"/>
                  <a:pt x="475803" y="6728"/>
                  <a:pt x="478365" y="4307"/>
                </a:cubicBezTo>
                <a:cubicBezTo>
                  <a:pt x="480927" y="1886"/>
                  <a:pt x="484235" y="676"/>
                  <a:pt x="488288" y="676"/>
                </a:cubicBezTo>
                <a:cubicBezTo>
                  <a:pt x="492229" y="676"/>
                  <a:pt x="495523" y="1872"/>
                  <a:pt x="498169" y="4265"/>
                </a:cubicBezTo>
                <a:cubicBezTo>
                  <a:pt x="500815" y="6658"/>
                  <a:pt x="502139" y="9684"/>
                  <a:pt x="502139" y="13344"/>
                </a:cubicBezTo>
                <a:cubicBezTo>
                  <a:pt x="502139" y="17003"/>
                  <a:pt x="500830" y="20044"/>
                  <a:pt x="498212" y="22464"/>
                </a:cubicBezTo>
                <a:cubicBezTo>
                  <a:pt x="495593" y="24885"/>
                  <a:pt x="492286" y="26096"/>
                  <a:pt x="488288" y="26096"/>
                </a:cubicBezTo>
                <a:cubicBezTo>
                  <a:pt x="484291" y="26096"/>
                  <a:pt x="480997" y="24857"/>
                  <a:pt x="478407" y="22380"/>
                </a:cubicBezTo>
                <a:cubicBezTo>
                  <a:pt x="475817" y="19903"/>
                  <a:pt x="474522" y="16891"/>
                  <a:pt x="474522" y="13344"/>
                </a:cubicBezTo>
                <a:moveTo>
                  <a:pt x="476380" y="131324"/>
                </a:moveTo>
                <a:lnTo>
                  <a:pt x="476380" y="42564"/>
                </a:lnTo>
                <a:lnTo>
                  <a:pt x="499858" y="42564"/>
                </a:lnTo>
                <a:lnTo>
                  <a:pt x="499858" y="131324"/>
                </a:lnTo>
                <a:lnTo>
                  <a:pt x="476380" y="131324"/>
                </a:lnTo>
                <a:close/>
                <a:moveTo>
                  <a:pt x="606282" y="131324"/>
                </a:moveTo>
                <a:lnTo>
                  <a:pt x="582804" y="131324"/>
                </a:lnTo>
                <a:lnTo>
                  <a:pt x="582804" y="81582"/>
                </a:lnTo>
                <a:cubicBezTo>
                  <a:pt x="582804" y="66380"/>
                  <a:pt x="577315" y="58779"/>
                  <a:pt x="566336" y="58779"/>
                </a:cubicBezTo>
                <a:cubicBezTo>
                  <a:pt x="560818" y="58779"/>
                  <a:pt x="556328" y="60848"/>
                  <a:pt x="552866" y="64987"/>
                </a:cubicBezTo>
                <a:cubicBezTo>
                  <a:pt x="549403" y="69125"/>
                  <a:pt x="547672" y="74375"/>
                  <a:pt x="547672" y="80737"/>
                </a:cubicBezTo>
                <a:lnTo>
                  <a:pt x="547672" y="131324"/>
                </a:lnTo>
                <a:lnTo>
                  <a:pt x="524109" y="131324"/>
                </a:lnTo>
                <a:lnTo>
                  <a:pt x="524109" y="42564"/>
                </a:lnTo>
                <a:lnTo>
                  <a:pt x="547672" y="42564"/>
                </a:lnTo>
                <a:lnTo>
                  <a:pt x="547672" y="56837"/>
                </a:lnTo>
                <a:lnTo>
                  <a:pt x="547925" y="56837"/>
                </a:lnTo>
                <a:cubicBezTo>
                  <a:pt x="554456" y="45914"/>
                  <a:pt x="564056" y="40453"/>
                  <a:pt x="576723" y="40453"/>
                </a:cubicBezTo>
                <a:cubicBezTo>
                  <a:pt x="596429" y="40453"/>
                  <a:pt x="606282" y="52642"/>
                  <a:pt x="606282" y="77021"/>
                </a:cubicBezTo>
                <a:lnTo>
                  <a:pt x="606282" y="131324"/>
                </a:lnTo>
                <a:close/>
                <a:moveTo>
                  <a:pt x="694635" y="127862"/>
                </a:moveTo>
                <a:cubicBezTo>
                  <a:pt x="688273" y="131634"/>
                  <a:pt x="679574" y="133520"/>
                  <a:pt x="668539" y="133520"/>
                </a:cubicBezTo>
                <a:cubicBezTo>
                  <a:pt x="655252" y="133520"/>
                  <a:pt x="644484" y="129424"/>
                  <a:pt x="636236" y="121232"/>
                </a:cubicBezTo>
                <a:cubicBezTo>
                  <a:pt x="627988" y="113040"/>
                  <a:pt x="623863" y="102329"/>
                  <a:pt x="623863" y="89098"/>
                </a:cubicBezTo>
                <a:cubicBezTo>
                  <a:pt x="623863" y="74009"/>
                  <a:pt x="628283" y="62129"/>
                  <a:pt x="637123" y="53459"/>
                </a:cubicBezTo>
                <a:cubicBezTo>
                  <a:pt x="645962" y="44788"/>
                  <a:pt x="657757" y="40453"/>
                  <a:pt x="672508" y="40453"/>
                </a:cubicBezTo>
                <a:cubicBezTo>
                  <a:pt x="682136" y="40453"/>
                  <a:pt x="689512" y="41861"/>
                  <a:pt x="694635" y="44676"/>
                </a:cubicBezTo>
                <a:lnTo>
                  <a:pt x="694635" y="65367"/>
                </a:lnTo>
                <a:cubicBezTo>
                  <a:pt x="688667" y="60975"/>
                  <a:pt x="682080" y="58779"/>
                  <a:pt x="674873" y="58779"/>
                </a:cubicBezTo>
                <a:cubicBezTo>
                  <a:pt x="666653" y="58779"/>
                  <a:pt x="660066" y="61355"/>
                  <a:pt x="655111" y="66507"/>
                </a:cubicBezTo>
                <a:cubicBezTo>
                  <a:pt x="650156" y="71658"/>
                  <a:pt x="647679" y="78626"/>
                  <a:pt x="647679" y="87409"/>
                </a:cubicBezTo>
                <a:cubicBezTo>
                  <a:pt x="647679" y="96079"/>
                  <a:pt x="650016" y="102864"/>
                  <a:pt x="654689" y="107762"/>
                </a:cubicBezTo>
                <a:cubicBezTo>
                  <a:pt x="659362" y="112660"/>
                  <a:pt x="665780" y="115109"/>
                  <a:pt x="673944" y="115109"/>
                </a:cubicBezTo>
                <a:cubicBezTo>
                  <a:pt x="681094" y="115109"/>
                  <a:pt x="687991" y="112857"/>
                  <a:pt x="694635" y="108353"/>
                </a:cubicBezTo>
                <a:lnTo>
                  <a:pt x="694635" y="127862"/>
                </a:lnTo>
                <a:close/>
                <a:moveTo>
                  <a:pt x="711304" y="13344"/>
                </a:moveTo>
                <a:cubicBezTo>
                  <a:pt x="711304" y="9740"/>
                  <a:pt x="712585" y="6728"/>
                  <a:pt x="715147" y="4307"/>
                </a:cubicBezTo>
                <a:cubicBezTo>
                  <a:pt x="717709" y="1886"/>
                  <a:pt x="721016" y="676"/>
                  <a:pt x="725070" y="676"/>
                </a:cubicBezTo>
                <a:cubicBezTo>
                  <a:pt x="729011" y="676"/>
                  <a:pt x="732305" y="1872"/>
                  <a:pt x="734951" y="4265"/>
                </a:cubicBezTo>
                <a:cubicBezTo>
                  <a:pt x="737597" y="6658"/>
                  <a:pt x="738920" y="9684"/>
                  <a:pt x="738920" y="13344"/>
                </a:cubicBezTo>
                <a:cubicBezTo>
                  <a:pt x="738920" y="17003"/>
                  <a:pt x="737611" y="20044"/>
                  <a:pt x="734993" y="22464"/>
                </a:cubicBezTo>
                <a:cubicBezTo>
                  <a:pt x="732375" y="24885"/>
                  <a:pt x="729068" y="26096"/>
                  <a:pt x="725070" y="26096"/>
                </a:cubicBezTo>
                <a:cubicBezTo>
                  <a:pt x="721073" y="26096"/>
                  <a:pt x="717779" y="24857"/>
                  <a:pt x="715189" y="22380"/>
                </a:cubicBezTo>
                <a:cubicBezTo>
                  <a:pt x="712599" y="19903"/>
                  <a:pt x="711304" y="16891"/>
                  <a:pt x="711304" y="13344"/>
                </a:cubicBezTo>
                <a:moveTo>
                  <a:pt x="713162" y="131324"/>
                </a:moveTo>
                <a:lnTo>
                  <a:pt x="713162" y="42564"/>
                </a:lnTo>
                <a:lnTo>
                  <a:pt x="736640" y="42564"/>
                </a:lnTo>
                <a:lnTo>
                  <a:pt x="736640" y="131324"/>
                </a:lnTo>
                <a:lnTo>
                  <a:pt x="713162" y="131324"/>
                </a:lnTo>
                <a:close/>
                <a:moveTo>
                  <a:pt x="844500" y="131324"/>
                </a:moveTo>
                <a:lnTo>
                  <a:pt x="821022" y="131324"/>
                </a:lnTo>
                <a:lnTo>
                  <a:pt x="821022" y="118234"/>
                </a:lnTo>
                <a:lnTo>
                  <a:pt x="820599" y="118234"/>
                </a:lnTo>
                <a:cubicBezTo>
                  <a:pt x="814294" y="128425"/>
                  <a:pt x="804863" y="133520"/>
                  <a:pt x="792308" y="133520"/>
                </a:cubicBezTo>
                <a:cubicBezTo>
                  <a:pt x="781160" y="133520"/>
                  <a:pt x="772236" y="129523"/>
                  <a:pt x="765536" y="121528"/>
                </a:cubicBezTo>
                <a:cubicBezTo>
                  <a:pt x="758836" y="113533"/>
                  <a:pt x="755486" y="102667"/>
                  <a:pt x="755486" y="88929"/>
                </a:cubicBezTo>
                <a:cubicBezTo>
                  <a:pt x="755486" y="74347"/>
                  <a:pt x="759230" y="62622"/>
                  <a:pt x="766718" y="53754"/>
                </a:cubicBezTo>
                <a:cubicBezTo>
                  <a:pt x="774207" y="44887"/>
                  <a:pt x="783947" y="40453"/>
                  <a:pt x="795939" y="40453"/>
                </a:cubicBezTo>
                <a:cubicBezTo>
                  <a:pt x="807594" y="40453"/>
                  <a:pt x="815814" y="44760"/>
                  <a:pt x="820599" y="53374"/>
                </a:cubicBezTo>
                <a:lnTo>
                  <a:pt x="821022" y="53374"/>
                </a:lnTo>
                <a:lnTo>
                  <a:pt x="821022" y="0"/>
                </a:lnTo>
                <a:lnTo>
                  <a:pt x="844500" y="0"/>
                </a:lnTo>
                <a:lnTo>
                  <a:pt x="844500" y="131324"/>
                </a:lnTo>
                <a:moveTo>
                  <a:pt x="821359" y="80568"/>
                </a:moveTo>
                <a:cubicBezTo>
                  <a:pt x="821359" y="74319"/>
                  <a:pt x="819445" y="69125"/>
                  <a:pt x="815617" y="64987"/>
                </a:cubicBezTo>
                <a:cubicBezTo>
                  <a:pt x="811788" y="60848"/>
                  <a:pt x="806974" y="58779"/>
                  <a:pt x="801175" y="58779"/>
                </a:cubicBezTo>
                <a:cubicBezTo>
                  <a:pt x="794419" y="58779"/>
                  <a:pt x="789084" y="61425"/>
                  <a:pt x="785171" y="66718"/>
                </a:cubicBezTo>
                <a:cubicBezTo>
                  <a:pt x="781258" y="72010"/>
                  <a:pt x="779302" y="79189"/>
                  <a:pt x="779302" y="88253"/>
                </a:cubicBezTo>
                <a:cubicBezTo>
                  <a:pt x="779302" y="96755"/>
                  <a:pt x="781188" y="103356"/>
                  <a:pt x="784960" y="108058"/>
                </a:cubicBezTo>
                <a:cubicBezTo>
                  <a:pt x="788732" y="112759"/>
                  <a:pt x="793828" y="115109"/>
                  <a:pt x="800246" y="115109"/>
                </a:cubicBezTo>
                <a:cubicBezTo>
                  <a:pt x="806439" y="115109"/>
                  <a:pt x="811507" y="112660"/>
                  <a:pt x="815448" y="107762"/>
                </a:cubicBezTo>
                <a:cubicBezTo>
                  <a:pt x="819389" y="102864"/>
                  <a:pt x="821359" y="96614"/>
                  <a:pt x="821359" y="89013"/>
                </a:cubicBezTo>
                <a:lnTo>
                  <a:pt x="821359" y="80568"/>
                </a:lnTo>
                <a:close/>
                <a:moveTo>
                  <a:pt x="946439" y="93574"/>
                </a:moveTo>
                <a:lnTo>
                  <a:pt x="887153" y="93574"/>
                </a:lnTo>
                <a:cubicBezTo>
                  <a:pt x="888110" y="108663"/>
                  <a:pt x="896668" y="116207"/>
                  <a:pt x="912826" y="116207"/>
                </a:cubicBezTo>
                <a:cubicBezTo>
                  <a:pt x="922679" y="116207"/>
                  <a:pt x="931462" y="113617"/>
                  <a:pt x="939176" y="108438"/>
                </a:cubicBezTo>
                <a:lnTo>
                  <a:pt x="939176" y="126342"/>
                </a:lnTo>
                <a:cubicBezTo>
                  <a:pt x="930956" y="131127"/>
                  <a:pt x="920399" y="133520"/>
                  <a:pt x="907506" y="133520"/>
                </a:cubicBezTo>
                <a:cubicBezTo>
                  <a:pt x="893712" y="133520"/>
                  <a:pt x="882972" y="129523"/>
                  <a:pt x="875287" y="121528"/>
                </a:cubicBezTo>
                <a:cubicBezTo>
                  <a:pt x="867602" y="113533"/>
                  <a:pt x="863759" y="102357"/>
                  <a:pt x="863759" y="88000"/>
                </a:cubicBezTo>
                <a:cubicBezTo>
                  <a:pt x="863759" y="73924"/>
                  <a:pt x="867883" y="62481"/>
                  <a:pt x="876132" y="53670"/>
                </a:cubicBezTo>
                <a:cubicBezTo>
                  <a:pt x="884380" y="44859"/>
                  <a:pt x="894697" y="40453"/>
                  <a:pt x="907084" y="40453"/>
                </a:cubicBezTo>
                <a:cubicBezTo>
                  <a:pt x="919470" y="40453"/>
                  <a:pt x="929126" y="44253"/>
                  <a:pt x="936051" y="51854"/>
                </a:cubicBezTo>
                <a:cubicBezTo>
                  <a:pt x="942976" y="59455"/>
                  <a:pt x="946439" y="69899"/>
                  <a:pt x="946439" y="83186"/>
                </a:cubicBezTo>
                <a:lnTo>
                  <a:pt x="946439" y="93574"/>
                </a:lnTo>
                <a:moveTo>
                  <a:pt x="924227" y="78119"/>
                </a:moveTo>
                <a:cubicBezTo>
                  <a:pt x="924227" y="64043"/>
                  <a:pt x="918428" y="57006"/>
                  <a:pt x="906830" y="57006"/>
                </a:cubicBezTo>
                <a:cubicBezTo>
                  <a:pt x="901988" y="57006"/>
                  <a:pt x="897723" y="58920"/>
                  <a:pt x="894036" y="62749"/>
                </a:cubicBezTo>
                <a:cubicBezTo>
                  <a:pt x="890348" y="66577"/>
                  <a:pt x="888053" y="71701"/>
                  <a:pt x="887153" y="78119"/>
                </a:cubicBezTo>
                <a:lnTo>
                  <a:pt x="924227" y="78119"/>
                </a:lnTo>
                <a:close/>
                <a:moveTo>
                  <a:pt x="1047502" y="131324"/>
                </a:moveTo>
                <a:lnTo>
                  <a:pt x="1024024" y="131324"/>
                </a:lnTo>
                <a:lnTo>
                  <a:pt x="1024024" y="81582"/>
                </a:lnTo>
                <a:cubicBezTo>
                  <a:pt x="1024024" y="66380"/>
                  <a:pt x="1018535" y="58779"/>
                  <a:pt x="1007556" y="58779"/>
                </a:cubicBezTo>
                <a:cubicBezTo>
                  <a:pt x="1002038" y="58779"/>
                  <a:pt x="997548" y="60848"/>
                  <a:pt x="994086" y="64987"/>
                </a:cubicBezTo>
                <a:cubicBezTo>
                  <a:pt x="990623" y="69125"/>
                  <a:pt x="988892" y="74375"/>
                  <a:pt x="988892" y="80737"/>
                </a:cubicBezTo>
                <a:lnTo>
                  <a:pt x="988892" y="131324"/>
                </a:lnTo>
                <a:lnTo>
                  <a:pt x="965330" y="131324"/>
                </a:lnTo>
                <a:lnTo>
                  <a:pt x="965330" y="42564"/>
                </a:lnTo>
                <a:lnTo>
                  <a:pt x="988892" y="42564"/>
                </a:lnTo>
                <a:lnTo>
                  <a:pt x="988892" y="56837"/>
                </a:lnTo>
                <a:lnTo>
                  <a:pt x="989145" y="56837"/>
                </a:lnTo>
                <a:cubicBezTo>
                  <a:pt x="995676" y="45914"/>
                  <a:pt x="1005276" y="40453"/>
                  <a:pt x="1017944" y="40453"/>
                </a:cubicBezTo>
                <a:cubicBezTo>
                  <a:pt x="1037649" y="40453"/>
                  <a:pt x="1047502" y="52642"/>
                  <a:pt x="1047502" y="77021"/>
                </a:cubicBezTo>
                <a:lnTo>
                  <a:pt x="1047502" y="131324"/>
                </a:lnTo>
                <a:close/>
                <a:moveTo>
                  <a:pt x="1120400" y="130395"/>
                </a:moveTo>
                <a:cubicBezTo>
                  <a:pt x="1116403" y="132422"/>
                  <a:pt x="1110829" y="133436"/>
                  <a:pt x="1103679" y="133436"/>
                </a:cubicBezTo>
                <a:cubicBezTo>
                  <a:pt x="1085493" y="133436"/>
                  <a:pt x="1076400" y="123808"/>
                  <a:pt x="1076400" y="104553"/>
                </a:cubicBezTo>
                <a:lnTo>
                  <a:pt x="1076400" y="60468"/>
                </a:lnTo>
                <a:lnTo>
                  <a:pt x="1061706" y="60468"/>
                </a:lnTo>
                <a:lnTo>
                  <a:pt x="1061706" y="42564"/>
                </a:lnTo>
                <a:lnTo>
                  <a:pt x="1076400" y="42564"/>
                </a:lnTo>
                <a:lnTo>
                  <a:pt x="1076400" y="22718"/>
                </a:lnTo>
                <a:lnTo>
                  <a:pt x="1099878" y="15877"/>
                </a:lnTo>
                <a:lnTo>
                  <a:pt x="1099878" y="42564"/>
                </a:lnTo>
                <a:lnTo>
                  <a:pt x="1120400" y="42564"/>
                </a:lnTo>
                <a:lnTo>
                  <a:pt x="1120400" y="60468"/>
                </a:lnTo>
                <a:lnTo>
                  <a:pt x="1099878" y="60468"/>
                </a:lnTo>
                <a:lnTo>
                  <a:pt x="1099878" y="100415"/>
                </a:lnTo>
                <a:cubicBezTo>
                  <a:pt x="1099878" y="110211"/>
                  <a:pt x="1103735" y="115109"/>
                  <a:pt x="1111448" y="115109"/>
                </a:cubicBezTo>
                <a:cubicBezTo>
                  <a:pt x="1114658" y="115109"/>
                  <a:pt x="1117642" y="114209"/>
                  <a:pt x="1120400" y="112407"/>
                </a:cubicBezTo>
                <a:lnTo>
                  <a:pt x="1120400" y="130395"/>
                </a:lnTo>
                <a:close/>
                <a:moveTo>
                  <a:pt x="1133949" y="108522"/>
                </a:moveTo>
                <a:cubicBezTo>
                  <a:pt x="1142732" y="114040"/>
                  <a:pt x="1151403" y="116798"/>
                  <a:pt x="1159961" y="116798"/>
                </a:cubicBezTo>
                <a:cubicBezTo>
                  <a:pt x="1170996" y="116798"/>
                  <a:pt x="1176513" y="113674"/>
                  <a:pt x="1176513" y="107424"/>
                </a:cubicBezTo>
                <a:cubicBezTo>
                  <a:pt x="1176513" y="103089"/>
                  <a:pt x="1172150" y="99429"/>
                  <a:pt x="1163423" y="96445"/>
                </a:cubicBezTo>
                <a:cubicBezTo>
                  <a:pt x="1150699" y="92166"/>
                  <a:pt x="1142620" y="87958"/>
                  <a:pt x="1139185" y="83820"/>
                </a:cubicBezTo>
                <a:cubicBezTo>
                  <a:pt x="1135751" y="79681"/>
                  <a:pt x="1134034" y="74375"/>
                  <a:pt x="1134034" y="67900"/>
                </a:cubicBezTo>
                <a:cubicBezTo>
                  <a:pt x="1134034" y="59342"/>
                  <a:pt x="1137524" y="52628"/>
                  <a:pt x="1144506" y="47758"/>
                </a:cubicBezTo>
                <a:cubicBezTo>
                  <a:pt x="1151487" y="42888"/>
                  <a:pt x="1160467" y="40453"/>
                  <a:pt x="1171446" y="40453"/>
                </a:cubicBezTo>
                <a:cubicBezTo>
                  <a:pt x="1179103" y="40453"/>
                  <a:pt x="1186760" y="41663"/>
                  <a:pt x="1194417" y="44084"/>
                </a:cubicBezTo>
                <a:lnTo>
                  <a:pt x="1194417" y="63255"/>
                </a:lnTo>
                <a:cubicBezTo>
                  <a:pt x="1187492" y="59145"/>
                  <a:pt x="1179920" y="57090"/>
                  <a:pt x="1171700" y="57090"/>
                </a:cubicBezTo>
                <a:cubicBezTo>
                  <a:pt x="1167364" y="57090"/>
                  <a:pt x="1163874" y="57907"/>
                  <a:pt x="1161227" y="59539"/>
                </a:cubicBezTo>
                <a:cubicBezTo>
                  <a:pt x="1158581" y="61172"/>
                  <a:pt x="1157258" y="63340"/>
                  <a:pt x="1157258" y="66042"/>
                </a:cubicBezTo>
                <a:cubicBezTo>
                  <a:pt x="1157258" y="70490"/>
                  <a:pt x="1160946" y="74009"/>
                  <a:pt x="1168322" y="76599"/>
                </a:cubicBezTo>
                <a:cubicBezTo>
                  <a:pt x="1176711" y="79639"/>
                  <a:pt x="1182876" y="82187"/>
                  <a:pt x="1186817" y="84242"/>
                </a:cubicBezTo>
                <a:cubicBezTo>
                  <a:pt x="1190758" y="86297"/>
                  <a:pt x="1193826" y="89098"/>
                  <a:pt x="1196022" y="92645"/>
                </a:cubicBezTo>
                <a:cubicBezTo>
                  <a:pt x="1198218" y="96192"/>
                  <a:pt x="1199316" y="100358"/>
                  <a:pt x="1199316" y="105144"/>
                </a:cubicBezTo>
                <a:cubicBezTo>
                  <a:pt x="1199316" y="114152"/>
                  <a:pt x="1195726" y="121134"/>
                  <a:pt x="1188548" y="126088"/>
                </a:cubicBezTo>
                <a:cubicBezTo>
                  <a:pt x="1181370" y="131043"/>
                  <a:pt x="1171897" y="133520"/>
                  <a:pt x="1160130" y="133520"/>
                </a:cubicBezTo>
                <a:cubicBezTo>
                  <a:pt x="1150220" y="133520"/>
                  <a:pt x="1141494" y="131944"/>
                  <a:pt x="1133949" y="128791"/>
                </a:cubicBezTo>
                <a:lnTo>
                  <a:pt x="1133949" y="108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•130malware">
            <a:extLst xmlns:a="http://schemas.openxmlformats.org/drawingml/2006/main">
              <a:ext uri="{FF2B5EF4-FFF2-40B4-BE49-F238E27FC236}">
                <a16:creationId xmlns:a16="http://schemas.microsoft.com/office/drawing/2014/main" id="{CAE19EC6-75E4-4228-88C9-A9407F56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349" y="2365283"/>
            <a:ext cx="1153643" cy="133520"/>
          </a:xfrm>
          <a:custGeom xmlns:a="http://schemas.openxmlformats.org/drawingml/2006/main">
            <a:pathLst>
              <a:path w="1153643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15549" y="105735"/>
                </a:moveTo>
                <a:cubicBezTo>
                  <a:pt x="223938" y="111985"/>
                  <a:pt x="233622" y="115109"/>
                  <a:pt x="244601" y="115109"/>
                </a:cubicBezTo>
                <a:cubicBezTo>
                  <a:pt x="251808" y="115109"/>
                  <a:pt x="257607" y="113463"/>
                  <a:pt x="261998" y="110169"/>
                </a:cubicBezTo>
                <a:cubicBezTo>
                  <a:pt x="266390" y="106875"/>
                  <a:pt x="268586" y="102160"/>
                  <a:pt x="268586" y="96023"/>
                </a:cubicBezTo>
                <a:cubicBezTo>
                  <a:pt x="268586" y="83130"/>
                  <a:pt x="258846" y="76683"/>
                  <a:pt x="239365" y="76683"/>
                </a:cubicBezTo>
                <a:lnTo>
                  <a:pt x="228386" y="76683"/>
                </a:lnTo>
                <a:lnTo>
                  <a:pt x="228386" y="58273"/>
                </a:lnTo>
                <a:lnTo>
                  <a:pt x="238605" y="58273"/>
                </a:lnTo>
                <a:cubicBezTo>
                  <a:pt x="256059" y="58273"/>
                  <a:pt x="264785" y="52248"/>
                  <a:pt x="264785" y="40200"/>
                </a:cubicBezTo>
                <a:cubicBezTo>
                  <a:pt x="264785" y="28939"/>
                  <a:pt x="258085" y="23309"/>
                  <a:pt x="244686" y="23309"/>
                </a:cubicBezTo>
                <a:cubicBezTo>
                  <a:pt x="236297" y="23309"/>
                  <a:pt x="228161" y="26068"/>
                  <a:pt x="220279" y="31585"/>
                </a:cubicBezTo>
                <a:lnTo>
                  <a:pt x="220279" y="11739"/>
                </a:lnTo>
                <a:cubicBezTo>
                  <a:pt x="228724" y="7235"/>
                  <a:pt x="238689" y="4983"/>
                  <a:pt x="250175" y="4983"/>
                </a:cubicBezTo>
                <a:cubicBezTo>
                  <a:pt x="261604" y="4983"/>
                  <a:pt x="270894" y="7685"/>
                  <a:pt x="278044" y="13090"/>
                </a:cubicBezTo>
                <a:cubicBezTo>
                  <a:pt x="285195" y="18495"/>
                  <a:pt x="288770" y="25983"/>
                  <a:pt x="288770" y="35555"/>
                </a:cubicBezTo>
                <a:cubicBezTo>
                  <a:pt x="288770" y="51713"/>
                  <a:pt x="280522" y="61960"/>
                  <a:pt x="264025" y="66296"/>
                </a:cubicBezTo>
                <a:lnTo>
                  <a:pt x="264025" y="66633"/>
                </a:lnTo>
                <a:cubicBezTo>
                  <a:pt x="272639" y="67534"/>
                  <a:pt x="279565" y="70701"/>
                  <a:pt x="284801" y="76134"/>
                </a:cubicBezTo>
                <a:cubicBezTo>
                  <a:pt x="290037" y="81567"/>
                  <a:pt x="292655" y="88141"/>
                  <a:pt x="292655" y="95854"/>
                </a:cubicBezTo>
                <a:cubicBezTo>
                  <a:pt x="292655" y="107621"/>
                  <a:pt x="288390" y="116841"/>
                  <a:pt x="279860" y="123512"/>
                </a:cubicBezTo>
                <a:cubicBezTo>
                  <a:pt x="271330" y="130184"/>
                  <a:pt x="260028" y="133520"/>
                  <a:pt x="245952" y="133520"/>
                </a:cubicBezTo>
                <a:cubicBezTo>
                  <a:pt x="233566" y="133520"/>
                  <a:pt x="223432" y="131381"/>
                  <a:pt x="215549" y="127102"/>
                </a:cubicBezTo>
                <a:lnTo>
                  <a:pt x="215549" y="105735"/>
                </a:lnTo>
                <a:close/>
                <a:moveTo>
                  <a:pt x="309347" y="71278"/>
                </a:moveTo>
                <a:cubicBezTo>
                  <a:pt x="309347" y="49658"/>
                  <a:pt x="313218" y="33204"/>
                  <a:pt x="320959" y="21916"/>
                </a:cubicBezTo>
                <a:cubicBezTo>
                  <a:pt x="328701" y="10627"/>
                  <a:pt x="339947" y="4983"/>
                  <a:pt x="354698" y="4983"/>
                </a:cubicBezTo>
                <a:cubicBezTo>
                  <a:pt x="382737" y="4983"/>
                  <a:pt x="396756" y="26124"/>
                  <a:pt x="396756" y="68407"/>
                </a:cubicBezTo>
                <a:cubicBezTo>
                  <a:pt x="396756" y="89239"/>
                  <a:pt x="392941" y="105299"/>
                  <a:pt x="385312" y="116587"/>
                </a:cubicBezTo>
                <a:cubicBezTo>
                  <a:pt x="377684" y="127876"/>
                  <a:pt x="366634" y="133520"/>
                  <a:pt x="352165" y="133520"/>
                </a:cubicBezTo>
                <a:cubicBezTo>
                  <a:pt x="323620" y="133520"/>
                  <a:pt x="309347" y="112773"/>
                  <a:pt x="309347" y="71278"/>
                </a:cubicBezTo>
                <a:moveTo>
                  <a:pt x="333247" y="70687"/>
                </a:moveTo>
                <a:cubicBezTo>
                  <a:pt x="333247" y="100302"/>
                  <a:pt x="339891" y="115109"/>
                  <a:pt x="353178" y="115109"/>
                </a:cubicBezTo>
                <a:cubicBezTo>
                  <a:pt x="366184" y="115109"/>
                  <a:pt x="372687" y="99908"/>
                  <a:pt x="372687" y="69505"/>
                </a:cubicBezTo>
                <a:cubicBezTo>
                  <a:pt x="372687" y="38708"/>
                  <a:pt x="366325" y="23309"/>
                  <a:pt x="353600" y="23309"/>
                </a:cubicBezTo>
                <a:cubicBezTo>
                  <a:pt x="340032" y="23309"/>
                  <a:pt x="333247" y="39102"/>
                  <a:pt x="333247" y="70687"/>
                </a:cubicBezTo>
                <a:close/>
                <a:moveTo>
                  <a:pt x="613279" y="131324"/>
                </a:moveTo>
                <a:lnTo>
                  <a:pt x="589801" y="131324"/>
                </a:lnTo>
                <a:lnTo>
                  <a:pt x="589801" y="80653"/>
                </a:lnTo>
                <a:cubicBezTo>
                  <a:pt x="589801" y="66070"/>
                  <a:pt x="584508" y="58779"/>
                  <a:pt x="573924" y="58779"/>
                </a:cubicBezTo>
                <a:cubicBezTo>
                  <a:pt x="569025" y="58779"/>
                  <a:pt x="564929" y="60989"/>
                  <a:pt x="561636" y="65409"/>
                </a:cubicBezTo>
                <a:cubicBezTo>
                  <a:pt x="558342" y="69828"/>
                  <a:pt x="556695" y="75135"/>
                  <a:pt x="556695" y="81328"/>
                </a:cubicBezTo>
                <a:lnTo>
                  <a:pt x="556695" y="131324"/>
                </a:lnTo>
                <a:lnTo>
                  <a:pt x="533217" y="131324"/>
                </a:lnTo>
                <a:lnTo>
                  <a:pt x="533217" y="79724"/>
                </a:lnTo>
                <a:cubicBezTo>
                  <a:pt x="533217" y="65761"/>
                  <a:pt x="527953" y="58779"/>
                  <a:pt x="517425" y="58779"/>
                </a:cubicBezTo>
                <a:cubicBezTo>
                  <a:pt x="512414" y="58779"/>
                  <a:pt x="508304" y="60848"/>
                  <a:pt x="505094" y="64987"/>
                </a:cubicBezTo>
                <a:cubicBezTo>
                  <a:pt x="501885" y="69125"/>
                  <a:pt x="500281" y="74656"/>
                  <a:pt x="500281" y="81582"/>
                </a:cubicBezTo>
                <a:lnTo>
                  <a:pt x="500281" y="131324"/>
                </a:lnTo>
                <a:lnTo>
                  <a:pt x="476718" y="131324"/>
                </a:lnTo>
                <a:lnTo>
                  <a:pt x="476718" y="42564"/>
                </a:lnTo>
                <a:lnTo>
                  <a:pt x="500281" y="42564"/>
                </a:lnTo>
                <a:lnTo>
                  <a:pt x="500281" y="56583"/>
                </a:lnTo>
                <a:lnTo>
                  <a:pt x="500534" y="56583"/>
                </a:lnTo>
                <a:cubicBezTo>
                  <a:pt x="507178" y="45830"/>
                  <a:pt x="516664" y="40453"/>
                  <a:pt x="528995" y="40453"/>
                </a:cubicBezTo>
                <a:cubicBezTo>
                  <a:pt x="541494" y="40453"/>
                  <a:pt x="549995" y="46139"/>
                  <a:pt x="554499" y="57512"/>
                </a:cubicBezTo>
                <a:cubicBezTo>
                  <a:pt x="561256" y="46139"/>
                  <a:pt x="571137" y="40453"/>
                  <a:pt x="584142" y="40453"/>
                </a:cubicBezTo>
                <a:cubicBezTo>
                  <a:pt x="603567" y="40453"/>
                  <a:pt x="613279" y="52389"/>
                  <a:pt x="613279" y="76261"/>
                </a:cubicBezTo>
                <a:lnTo>
                  <a:pt x="613279" y="131324"/>
                </a:lnTo>
                <a:close/>
                <a:moveTo>
                  <a:pt x="638471" y="48223"/>
                </a:moveTo>
                <a:cubicBezTo>
                  <a:pt x="642469" y="45914"/>
                  <a:pt x="647648" y="44042"/>
                  <a:pt x="654011" y="42607"/>
                </a:cubicBezTo>
                <a:cubicBezTo>
                  <a:pt x="660373" y="41171"/>
                  <a:pt x="666087" y="40453"/>
                  <a:pt x="671155" y="40453"/>
                </a:cubicBezTo>
                <a:cubicBezTo>
                  <a:pt x="695139" y="40453"/>
                  <a:pt x="707131" y="52614"/>
                  <a:pt x="707131" y="76937"/>
                </a:cubicBezTo>
                <a:lnTo>
                  <a:pt x="707131" y="131324"/>
                </a:lnTo>
                <a:lnTo>
                  <a:pt x="684667" y="131324"/>
                </a:lnTo>
                <a:lnTo>
                  <a:pt x="684667" y="118234"/>
                </a:lnTo>
                <a:lnTo>
                  <a:pt x="684245" y="118234"/>
                </a:lnTo>
                <a:cubicBezTo>
                  <a:pt x="678277" y="128425"/>
                  <a:pt x="669409" y="133520"/>
                  <a:pt x="657642" y="133520"/>
                </a:cubicBezTo>
                <a:cubicBezTo>
                  <a:pt x="649084" y="133520"/>
                  <a:pt x="642300" y="131113"/>
                  <a:pt x="637289" y="126299"/>
                </a:cubicBezTo>
                <a:cubicBezTo>
                  <a:pt x="632278" y="121486"/>
                  <a:pt x="629773" y="115025"/>
                  <a:pt x="629773" y="106917"/>
                </a:cubicBezTo>
                <a:cubicBezTo>
                  <a:pt x="629773" y="89971"/>
                  <a:pt x="639851" y="80146"/>
                  <a:pt x="660007" y="77443"/>
                </a:cubicBezTo>
                <a:lnTo>
                  <a:pt x="684751" y="74065"/>
                </a:lnTo>
                <a:cubicBezTo>
                  <a:pt x="684751" y="62749"/>
                  <a:pt x="679234" y="57090"/>
                  <a:pt x="668199" y="57090"/>
                </a:cubicBezTo>
                <a:cubicBezTo>
                  <a:pt x="657670" y="57090"/>
                  <a:pt x="647761" y="60384"/>
                  <a:pt x="638471" y="66971"/>
                </a:cubicBezTo>
                <a:lnTo>
                  <a:pt x="638471" y="48223"/>
                </a:lnTo>
                <a:moveTo>
                  <a:pt x="667101" y="90787"/>
                </a:moveTo>
                <a:cubicBezTo>
                  <a:pt x="656966" y="92082"/>
                  <a:pt x="651899" y="96614"/>
                  <a:pt x="651899" y="104384"/>
                </a:cubicBezTo>
                <a:cubicBezTo>
                  <a:pt x="651899" y="107875"/>
                  <a:pt x="653110" y="110718"/>
                  <a:pt x="655531" y="112914"/>
                </a:cubicBezTo>
                <a:cubicBezTo>
                  <a:pt x="657952" y="115109"/>
                  <a:pt x="661217" y="116207"/>
                  <a:pt x="665327" y="116207"/>
                </a:cubicBezTo>
                <a:cubicBezTo>
                  <a:pt x="670957" y="116207"/>
                  <a:pt x="675602" y="114223"/>
                  <a:pt x="679262" y="110253"/>
                </a:cubicBezTo>
                <a:cubicBezTo>
                  <a:pt x="682922" y="106284"/>
                  <a:pt x="684751" y="101287"/>
                  <a:pt x="684751" y="95263"/>
                </a:cubicBezTo>
                <a:lnTo>
                  <a:pt x="684751" y="88507"/>
                </a:lnTo>
                <a:lnTo>
                  <a:pt x="667101" y="90787"/>
                </a:lnTo>
                <a:close/>
                <a:moveTo>
                  <a:pt x="729939" y="131324"/>
                </a:moveTo>
                <a:lnTo>
                  <a:pt x="729939" y="0"/>
                </a:lnTo>
                <a:lnTo>
                  <a:pt x="753417" y="0"/>
                </a:lnTo>
                <a:lnTo>
                  <a:pt x="753417" y="131324"/>
                </a:lnTo>
                <a:lnTo>
                  <a:pt x="729939" y="131324"/>
                </a:lnTo>
                <a:close/>
                <a:moveTo>
                  <a:pt x="901222" y="42564"/>
                </a:moveTo>
                <a:lnTo>
                  <a:pt x="875380" y="131324"/>
                </a:lnTo>
                <a:lnTo>
                  <a:pt x="850720" y="131324"/>
                </a:lnTo>
                <a:lnTo>
                  <a:pt x="836109" y="75923"/>
                </a:lnTo>
                <a:cubicBezTo>
                  <a:pt x="835377" y="73221"/>
                  <a:pt x="834899" y="69758"/>
                  <a:pt x="834674" y="65535"/>
                </a:cubicBezTo>
                <a:lnTo>
                  <a:pt x="834167" y="65535"/>
                </a:lnTo>
                <a:cubicBezTo>
                  <a:pt x="833829" y="69758"/>
                  <a:pt x="833266" y="73164"/>
                  <a:pt x="832478" y="75754"/>
                </a:cubicBezTo>
                <a:lnTo>
                  <a:pt x="816770" y="131324"/>
                </a:lnTo>
                <a:lnTo>
                  <a:pt x="792447" y="131324"/>
                </a:lnTo>
                <a:lnTo>
                  <a:pt x="766858" y="42564"/>
                </a:lnTo>
                <a:lnTo>
                  <a:pt x="791011" y="42564"/>
                </a:lnTo>
                <a:lnTo>
                  <a:pt x="804946" y="103117"/>
                </a:lnTo>
                <a:cubicBezTo>
                  <a:pt x="805678" y="106383"/>
                  <a:pt x="806128" y="109479"/>
                  <a:pt x="806297" y="112407"/>
                </a:cubicBezTo>
                <a:lnTo>
                  <a:pt x="806804" y="112407"/>
                </a:lnTo>
                <a:cubicBezTo>
                  <a:pt x="806973" y="109535"/>
                  <a:pt x="807480" y="106326"/>
                  <a:pt x="808324" y="102779"/>
                </a:cubicBezTo>
                <a:lnTo>
                  <a:pt x="825215" y="42564"/>
                </a:lnTo>
                <a:lnTo>
                  <a:pt x="847510" y="42564"/>
                </a:lnTo>
                <a:lnTo>
                  <a:pt x="862459" y="103201"/>
                </a:lnTo>
                <a:cubicBezTo>
                  <a:pt x="862853" y="104834"/>
                  <a:pt x="863275" y="107959"/>
                  <a:pt x="863725" y="112576"/>
                </a:cubicBezTo>
                <a:lnTo>
                  <a:pt x="864317" y="112576"/>
                </a:lnTo>
                <a:cubicBezTo>
                  <a:pt x="864485" y="110155"/>
                  <a:pt x="864964" y="107030"/>
                  <a:pt x="865752" y="103201"/>
                </a:cubicBezTo>
                <a:lnTo>
                  <a:pt x="879180" y="42564"/>
                </a:lnTo>
                <a:lnTo>
                  <a:pt x="901222" y="42564"/>
                </a:lnTo>
                <a:close/>
                <a:moveTo>
                  <a:pt x="917282" y="48223"/>
                </a:moveTo>
                <a:cubicBezTo>
                  <a:pt x="921280" y="45914"/>
                  <a:pt x="926459" y="44042"/>
                  <a:pt x="932821" y="42607"/>
                </a:cubicBezTo>
                <a:cubicBezTo>
                  <a:pt x="939184" y="41171"/>
                  <a:pt x="944898" y="40453"/>
                  <a:pt x="949965" y="40453"/>
                </a:cubicBezTo>
                <a:cubicBezTo>
                  <a:pt x="973950" y="40453"/>
                  <a:pt x="985942" y="52614"/>
                  <a:pt x="985942" y="76937"/>
                </a:cubicBezTo>
                <a:lnTo>
                  <a:pt x="985942" y="131324"/>
                </a:lnTo>
                <a:lnTo>
                  <a:pt x="963478" y="131324"/>
                </a:lnTo>
                <a:lnTo>
                  <a:pt x="963478" y="118234"/>
                </a:lnTo>
                <a:lnTo>
                  <a:pt x="963056" y="118234"/>
                </a:lnTo>
                <a:cubicBezTo>
                  <a:pt x="957088" y="128425"/>
                  <a:pt x="948220" y="133520"/>
                  <a:pt x="936453" y="133520"/>
                </a:cubicBezTo>
                <a:cubicBezTo>
                  <a:pt x="927895" y="133520"/>
                  <a:pt x="921111" y="131113"/>
                  <a:pt x="916100" y="126299"/>
                </a:cubicBezTo>
                <a:cubicBezTo>
                  <a:pt x="911089" y="121486"/>
                  <a:pt x="908583" y="115025"/>
                  <a:pt x="908583" y="106917"/>
                </a:cubicBezTo>
                <a:cubicBezTo>
                  <a:pt x="908583" y="89971"/>
                  <a:pt x="918661" y="80146"/>
                  <a:pt x="938818" y="77443"/>
                </a:cubicBezTo>
                <a:lnTo>
                  <a:pt x="963562" y="74065"/>
                </a:lnTo>
                <a:cubicBezTo>
                  <a:pt x="963562" y="62749"/>
                  <a:pt x="958045" y="57090"/>
                  <a:pt x="947010" y="57090"/>
                </a:cubicBezTo>
                <a:cubicBezTo>
                  <a:pt x="936481" y="57090"/>
                  <a:pt x="926572" y="60384"/>
                  <a:pt x="917282" y="66971"/>
                </a:cubicBezTo>
                <a:lnTo>
                  <a:pt x="917282" y="48223"/>
                </a:lnTo>
                <a:moveTo>
                  <a:pt x="945912" y="90787"/>
                </a:moveTo>
                <a:cubicBezTo>
                  <a:pt x="935777" y="92082"/>
                  <a:pt x="930710" y="96614"/>
                  <a:pt x="930710" y="104384"/>
                </a:cubicBezTo>
                <a:cubicBezTo>
                  <a:pt x="930710" y="107875"/>
                  <a:pt x="931921" y="110718"/>
                  <a:pt x="934342" y="112914"/>
                </a:cubicBezTo>
                <a:cubicBezTo>
                  <a:pt x="936763" y="115109"/>
                  <a:pt x="940028" y="116207"/>
                  <a:pt x="944138" y="116207"/>
                </a:cubicBezTo>
                <a:cubicBezTo>
                  <a:pt x="949768" y="116207"/>
                  <a:pt x="954413" y="114223"/>
                  <a:pt x="958073" y="110253"/>
                </a:cubicBezTo>
                <a:cubicBezTo>
                  <a:pt x="961732" y="106284"/>
                  <a:pt x="963562" y="101287"/>
                  <a:pt x="963562" y="95263"/>
                </a:cubicBezTo>
                <a:lnTo>
                  <a:pt x="963562" y="88507"/>
                </a:lnTo>
                <a:lnTo>
                  <a:pt x="945912" y="90787"/>
                </a:lnTo>
                <a:close/>
                <a:moveTo>
                  <a:pt x="1063560" y="64269"/>
                </a:moveTo>
                <a:cubicBezTo>
                  <a:pt x="1060463" y="62411"/>
                  <a:pt x="1056663" y="61482"/>
                  <a:pt x="1052159" y="61482"/>
                </a:cubicBezTo>
                <a:cubicBezTo>
                  <a:pt x="1046247" y="61482"/>
                  <a:pt x="1041518" y="63889"/>
                  <a:pt x="1037971" y="68702"/>
                </a:cubicBezTo>
                <a:cubicBezTo>
                  <a:pt x="1034424" y="73516"/>
                  <a:pt x="1032650" y="79977"/>
                  <a:pt x="1032650" y="88084"/>
                </a:cubicBezTo>
                <a:lnTo>
                  <a:pt x="1032650" y="131324"/>
                </a:lnTo>
                <a:lnTo>
                  <a:pt x="1009088" y="131324"/>
                </a:lnTo>
                <a:lnTo>
                  <a:pt x="1009088" y="42564"/>
                </a:lnTo>
                <a:lnTo>
                  <a:pt x="1032650" y="42564"/>
                </a:lnTo>
                <a:lnTo>
                  <a:pt x="1032650" y="59624"/>
                </a:lnTo>
                <a:lnTo>
                  <a:pt x="1032903" y="59624"/>
                </a:lnTo>
                <a:cubicBezTo>
                  <a:pt x="1037239" y="47237"/>
                  <a:pt x="1045036" y="41044"/>
                  <a:pt x="1056297" y="41044"/>
                </a:cubicBezTo>
                <a:cubicBezTo>
                  <a:pt x="1059506" y="41044"/>
                  <a:pt x="1061927" y="41438"/>
                  <a:pt x="1063560" y="42226"/>
                </a:cubicBezTo>
                <a:lnTo>
                  <a:pt x="1063560" y="64269"/>
                </a:lnTo>
                <a:close/>
                <a:moveTo>
                  <a:pt x="1153643" y="93574"/>
                </a:moveTo>
                <a:lnTo>
                  <a:pt x="1094357" y="93574"/>
                </a:lnTo>
                <a:cubicBezTo>
                  <a:pt x="1095315" y="108663"/>
                  <a:pt x="1103872" y="116207"/>
                  <a:pt x="1120031" y="116207"/>
                </a:cubicBezTo>
                <a:cubicBezTo>
                  <a:pt x="1129884" y="116207"/>
                  <a:pt x="1138667" y="113617"/>
                  <a:pt x="1146380" y="108438"/>
                </a:cubicBezTo>
                <a:lnTo>
                  <a:pt x="1146380" y="126342"/>
                </a:lnTo>
                <a:cubicBezTo>
                  <a:pt x="1138160" y="131127"/>
                  <a:pt x="1127604" y="133520"/>
                  <a:pt x="1114711" y="133520"/>
                </a:cubicBezTo>
                <a:cubicBezTo>
                  <a:pt x="1100917" y="133520"/>
                  <a:pt x="1090177" y="129523"/>
                  <a:pt x="1082492" y="121528"/>
                </a:cubicBezTo>
                <a:cubicBezTo>
                  <a:pt x="1074807" y="113533"/>
                  <a:pt x="1070964" y="102357"/>
                  <a:pt x="1070964" y="88000"/>
                </a:cubicBezTo>
                <a:cubicBezTo>
                  <a:pt x="1070964" y="73924"/>
                  <a:pt x="1075088" y="62481"/>
                  <a:pt x="1083336" y="53670"/>
                </a:cubicBezTo>
                <a:cubicBezTo>
                  <a:pt x="1091584" y="44859"/>
                  <a:pt x="1101902" y="40453"/>
                  <a:pt x="1114288" y="40453"/>
                </a:cubicBezTo>
                <a:cubicBezTo>
                  <a:pt x="1126675" y="40453"/>
                  <a:pt x="1136330" y="44253"/>
                  <a:pt x="1143256" y="51854"/>
                </a:cubicBezTo>
                <a:cubicBezTo>
                  <a:pt x="1150181" y="59455"/>
                  <a:pt x="1153643" y="69899"/>
                  <a:pt x="1153643" y="83186"/>
                </a:cubicBezTo>
                <a:lnTo>
                  <a:pt x="1153643" y="93574"/>
                </a:lnTo>
                <a:moveTo>
                  <a:pt x="1131432" y="78119"/>
                </a:moveTo>
                <a:cubicBezTo>
                  <a:pt x="1131432" y="64043"/>
                  <a:pt x="1125633" y="57006"/>
                  <a:pt x="1114035" y="57006"/>
                </a:cubicBezTo>
                <a:cubicBezTo>
                  <a:pt x="1109193" y="57006"/>
                  <a:pt x="1104928" y="58920"/>
                  <a:pt x="1101240" y="62749"/>
                </a:cubicBezTo>
                <a:cubicBezTo>
                  <a:pt x="1097553" y="66577"/>
                  <a:pt x="1095258" y="71701"/>
                  <a:pt x="1094357" y="78119"/>
                </a:cubicBezTo>
                <a:lnTo>
                  <a:pt x="1131432" y="78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•SouthKorea(24)">
            <a:extLst xmlns:a="http://schemas.openxmlformats.org/drawingml/2006/main">
              <a:ext uri="{FF2B5EF4-FFF2-40B4-BE49-F238E27FC236}">
                <a16:creationId xmlns:a16="http://schemas.microsoft.com/office/drawing/2014/main" id="{E0059D06-664E-434E-B3C0-F56EE58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349" y="2572083"/>
            <a:ext cx="1493014" cy="159532"/>
          </a:xfrm>
          <a:custGeom xmlns:a="http://schemas.openxmlformats.org/drawingml/2006/main">
            <a:pathLst>
              <a:path w="1493014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12631" y="101850"/>
                </a:moveTo>
                <a:cubicBezTo>
                  <a:pt x="122484" y="110014"/>
                  <a:pt x="133772" y="114096"/>
                  <a:pt x="146497" y="114096"/>
                </a:cubicBezTo>
                <a:cubicBezTo>
                  <a:pt x="154154" y="114096"/>
                  <a:pt x="159868" y="112759"/>
                  <a:pt x="163640" y="110084"/>
                </a:cubicBezTo>
                <a:cubicBezTo>
                  <a:pt x="167413" y="107410"/>
                  <a:pt x="169299" y="103905"/>
                  <a:pt x="169299" y="99570"/>
                </a:cubicBezTo>
                <a:cubicBezTo>
                  <a:pt x="169299" y="95798"/>
                  <a:pt x="167722" y="92335"/>
                  <a:pt x="164569" y="89182"/>
                </a:cubicBezTo>
                <a:cubicBezTo>
                  <a:pt x="161417" y="86029"/>
                  <a:pt x="153788" y="81863"/>
                  <a:pt x="141683" y="76683"/>
                </a:cubicBezTo>
                <a:cubicBezTo>
                  <a:pt x="131379" y="72066"/>
                  <a:pt x="123905" y="66873"/>
                  <a:pt x="119260" y="61102"/>
                </a:cubicBezTo>
                <a:cubicBezTo>
                  <a:pt x="114616" y="55331"/>
                  <a:pt x="112293" y="48560"/>
                  <a:pt x="112293" y="40791"/>
                </a:cubicBezTo>
                <a:cubicBezTo>
                  <a:pt x="112293" y="29587"/>
                  <a:pt x="116628" y="20818"/>
                  <a:pt x="125299" y="14484"/>
                </a:cubicBezTo>
                <a:cubicBezTo>
                  <a:pt x="133969" y="8150"/>
                  <a:pt x="145342" y="4983"/>
                  <a:pt x="159418" y="4983"/>
                </a:cubicBezTo>
                <a:cubicBezTo>
                  <a:pt x="172029" y="4983"/>
                  <a:pt x="181967" y="6559"/>
                  <a:pt x="189230" y="9712"/>
                </a:cubicBezTo>
                <a:lnTo>
                  <a:pt x="189230" y="32768"/>
                </a:lnTo>
                <a:cubicBezTo>
                  <a:pt x="181179" y="27250"/>
                  <a:pt x="171466" y="24491"/>
                  <a:pt x="160093" y="24491"/>
                </a:cubicBezTo>
                <a:cubicBezTo>
                  <a:pt x="153394" y="24491"/>
                  <a:pt x="147974" y="25758"/>
                  <a:pt x="143836" y="28292"/>
                </a:cubicBezTo>
                <a:cubicBezTo>
                  <a:pt x="139698" y="30825"/>
                  <a:pt x="137629" y="34316"/>
                  <a:pt x="137629" y="38764"/>
                </a:cubicBezTo>
                <a:cubicBezTo>
                  <a:pt x="137629" y="42311"/>
                  <a:pt x="139065" y="45548"/>
                  <a:pt x="141936" y="48476"/>
                </a:cubicBezTo>
                <a:cubicBezTo>
                  <a:pt x="144807" y="51404"/>
                  <a:pt x="151536" y="55204"/>
                  <a:pt x="162120" y="59877"/>
                </a:cubicBezTo>
                <a:cubicBezTo>
                  <a:pt x="174282" y="65170"/>
                  <a:pt x="182727" y="70729"/>
                  <a:pt x="187456" y="76557"/>
                </a:cubicBezTo>
                <a:cubicBezTo>
                  <a:pt x="192186" y="82384"/>
                  <a:pt x="194550" y="89351"/>
                  <a:pt x="194550" y="97459"/>
                </a:cubicBezTo>
                <a:cubicBezTo>
                  <a:pt x="194550" y="109169"/>
                  <a:pt x="190370" y="118107"/>
                  <a:pt x="182009" y="124272"/>
                </a:cubicBezTo>
                <a:cubicBezTo>
                  <a:pt x="173648" y="130438"/>
                  <a:pt x="161923" y="133520"/>
                  <a:pt x="146834" y="133520"/>
                </a:cubicBezTo>
                <a:cubicBezTo>
                  <a:pt x="132815" y="133520"/>
                  <a:pt x="121414" y="131184"/>
                  <a:pt x="112631" y="126510"/>
                </a:cubicBezTo>
                <a:lnTo>
                  <a:pt x="112631" y="101850"/>
                </a:lnTo>
                <a:close/>
                <a:moveTo>
                  <a:pt x="208415" y="87493"/>
                </a:moveTo>
                <a:cubicBezTo>
                  <a:pt x="208415" y="72967"/>
                  <a:pt x="212694" y="61496"/>
                  <a:pt x="221252" y="53079"/>
                </a:cubicBezTo>
                <a:cubicBezTo>
                  <a:pt x="229809" y="44662"/>
                  <a:pt x="241408" y="40453"/>
                  <a:pt x="256046" y="40453"/>
                </a:cubicBezTo>
                <a:cubicBezTo>
                  <a:pt x="270178" y="40453"/>
                  <a:pt x="281340" y="44577"/>
                  <a:pt x="289532" y="52825"/>
                </a:cubicBezTo>
                <a:cubicBezTo>
                  <a:pt x="297724" y="61074"/>
                  <a:pt x="301820" y="72123"/>
                  <a:pt x="301820" y="85973"/>
                </a:cubicBezTo>
                <a:cubicBezTo>
                  <a:pt x="301820" y="100386"/>
                  <a:pt x="297583" y="111914"/>
                  <a:pt x="289109" y="120557"/>
                </a:cubicBezTo>
                <a:cubicBezTo>
                  <a:pt x="280636" y="129199"/>
                  <a:pt x="269164" y="133520"/>
                  <a:pt x="254695" y="133520"/>
                </a:cubicBezTo>
                <a:cubicBezTo>
                  <a:pt x="240507" y="133520"/>
                  <a:pt x="229246" y="129368"/>
                  <a:pt x="220914" y="121063"/>
                </a:cubicBezTo>
                <a:cubicBezTo>
                  <a:pt x="212581" y="112759"/>
                  <a:pt x="208415" y="101569"/>
                  <a:pt x="208415" y="87493"/>
                </a:cubicBezTo>
                <a:moveTo>
                  <a:pt x="232230" y="87155"/>
                </a:moveTo>
                <a:cubicBezTo>
                  <a:pt x="232230" y="105791"/>
                  <a:pt x="239972" y="115109"/>
                  <a:pt x="255455" y="115109"/>
                </a:cubicBezTo>
                <a:cubicBezTo>
                  <a:pt x="270375" y="115109"/>
                  <a:pt x="277835" y="105566"/>
                  <a:pt x="277835" y="86480"/>
                </a:cubicBezTo>
                <a:cubicBezTo>
                  <a:pt x="277835" y="68013"/>
                  <a:pt x="270347" y="58779"/>
                  <a:pt x="255371" y="58779"/>
                </a:cubicBezTo>
                <a:cubicBezTo>
                  <a:pt x="248051" y="58779"/>
                  <a:pt x="242365" y="61299"/>
                  <a:pt x="238311" y="66338"/>
                </a:cubicBezTo>
                <a:cubicBezTo>
                  <a:pt x="234257" y="71377"/>
                  <a:pt x="232230" y="78316"/>
                  <a:pt x="232230" y="87155"/>
                </a:cubicBezTo>
                <a:close/>
                <a:moveTo>
                  <a:pt x="401791" y="131324"/>
                </a:moveTo>
                <a:lnTo>
                  <a:pt x="378313" y="131324"/>
                </a:lnTo>
                <a:lnTo>
                  <a:pt x="378313" y="117643"/>
                </a:lnTo>
                <a:lnTo>
                  <a:pt x="377891" y="117643"/>
                </a:lnTo>
                <a:cubicBezTo>
                  <a:pt x="371360" y="128228"/>
                  <a:pt x="362295" y="133520"/>
                  <a:pt x="350697" y="133520"/>
                </a:cubicBezTo>
                <a:cubicBezTo>
                  <a:pt x="329922" y="133520"/>
                  <a:pt x="319534" y="121021"/>
                  <a:pt x="319534" y="96023"/>
                </a:cubicBezTo>
                <a:lnTo>
                  <a:pt x="319534" y="42564"/>
                </a:lnTo>
                <a:lnTo>
                  <a:pt x="343096" y="42564"/>
                </a:lnTo>
                <a:lnTo>
                  <a:pt x="343096" y="93574"/>
                </a:lnTo>
                <a:cubicBezTo>
                  <a:pt x="343096" y="107931"/>
                  <a:pt x="348670" y="115109"/>
                  <a:pt x="359818" y="115109"/>
                </a:cubicBezTo>
                <a:cubicBezTo>
                  <a:pt x="365279" y="115109"/>
                  <a:pt x="369727" y="113153"/>
                  <a:pt x="373162" y="109240"/>
                </a:cubicBezTo>
                <a:cubicBezTo>
                  <a:pt x="376596" y="105327"/>
                  <a:pt x="378313" y="100077"/>
                  <a:pt x="378313" y="93489"/>
                </a:cubicBezTo>
                <a:lnTo>
                  <a:pt x="378313" y="42564"/>
                </a:lnTo>
                <a:lnTo>
                  <a:pt x="401791" y="42564"/>
                </a:lnTo>
                <a:lnTo>
                  <a:pt x="401791" y="131324"/>
                </a:lnTo>
                <a:close/>
                <a:moveTo>
                  <a:pt x="476125" y="130395"/>
                </a:moveTo>
                <a:cubicBezTo>
                  <a:pt x="472128" y="132422"/>
                  <a:pt x="466554" y="133436"/>
                  <a:pt x="459404" y="133436"/>
                </a:cubicBezTo>
                <a:cubicBezTo>
                  <a:pt x="441218" y="133436"/>
                  <a:pt x="432125" y="123808"/>
                  <a:pt x="432125" y="104553"/>
                </a:cubicBezTo>
                <a:lnTo>
                  <a:pt x="432125" y="60468"/>
                </a:lnTo>
                <a:lnTo>
                  <a:pt x="417431" y="60468"/>
                </a:lnTo>
                <a:lnTo>
                  <a:pt x="417431" y="42564"/>
                </a:lnTo>
                <a:lnTo>
                  <a:pt x="432125" y="42564"/>
                </a:lnTo>
                <a:lnTo>
                  <a:pt x="432125" y="22718"/>
                </a:lnTo>
                <a:lnTo>
                  <a:pt x="455603" y="15877"/>
                </a:lnTo>
                <a:lnTo>
                  <a:pt x="455603" y="42564"/>
                </a:lnTo>
                <a:lnTo>
                  <a:pt x="476125" y="42564"/>
                </a:lnTo>
                <a:lnTo>
                  <a:pt x="476125" y="60468"/>
                </a:lnTo>
                <a:lnTo>
                  <a:pt x="455603" y="60468"/>
                </a:lnTo>
                <a:lnTo>
                  <a:pt x="455603" y="100415"/>
                </a:lnTo>
                <a:cubicBezTo>
                  <a:pt x="455603" y="110211"/>
                  <a:pt x="459460" y="115109"/>
                  <a:pt x="467173" y="115109"/>
                </a:cubicBezTo>
                <a:cubicBezTo>
                  <a:pt x="470383" y="115109"/>
                  <a:pt x="473367" y="114209"/>
                  <a:pt x="476125" y="112407"/>
                </a:cubicBezTo>
                <a:lnTo>
                  <a:pt x="476125" y="130395"/>
                </a:lnTo>
                <a:close/>
                <a:moveTo>
                  <a:pt x="573688" y="131324"/>
                </a:moveTo>
                <a:lnTo>
                  <a:pt x="550210" y="131324"/>
                </a:lnTo>
                <a:lnTo>
                  <a:pt x="550210" y="80737"/>
                </a:lnTo>
                <a:cubicBezTo>
                  <a:pt x="550210" y="66098"/>
                  <a:pt x="544862" y="58779"/>
                  <a:pt x="534164" y="58779"/>
                </a:cubicBezTo>
                <a:cubicBezTo>
                  <a:pt x="528647" y="58779"/>
                  <a:pt x="524157" y="60848"/>
                  <a:pt x="520694" y="64987"/>
                </a:cubicBezTo>
                <a:cubicBezTo>
                  <a:pt x="517232" y="69125"/>
                  <a:pt x="515500" y="74375"/>
                  <a:pt x="515500" y="80737"/>
                </a:cubicBezTo>
                <a:lnTo>
                  <a:pt x="515500" y="131324"/>
                </a:lnTo>
                <a:lnTo>
                  <a:pt x="491938" y="131324"/>
                </a:lnTo>
                <a:lnTo>
                  <a:pt x="491938" y="0"/>
                </a:lnTo>
                <a:lnTo>
                  <a:pt x="515500" y="0"/>
                </a:lnTo>
                <a:lnTo>
                  <a:pt x="515500" y="56246"/>
                </a:lnTo>
                <a:lnTo>
                  <a:pt x="515754" y="56246"/>
                </a:lnTo>
                <a:cubicBezTo>
                  <a:pt x="522510" y="45717"/>
                  <a:pt x="531800" y="40453"/>
                  <a:pt x="543623" y="40453"/>
                </a:cubicBezTo>
                <a:cubicBezTo>
                  <a:pt x="563667" y="40453"/>
                  <a:pt x="573688" y="52558"/>
                  <a:pt x="573688" y="76768"/>
                </a:cubicBezTo>
                <a:lnTo>
                  <a:pt x="573688" y="131324"/>
                </a:lnTo>
                <a:close/>
                <a:moveTo>
                  <a:pt x="759854" y="131324"/>
                </a:moveTo>
                <a:lnTo>
                  <a:pt x="728859" y="131324"/>
                </a:lnTo>
                <a:lnTo>
                  <a:pt x="689251" y="76514"/>
                </a:lnTo>
                <a:cubicBezTo>
                  <a:pt x="688350" y="75219"/>
                  <a:pt x="687252" y="73193"/>
                  <a:pt x="685957" y="70434"/>
                </a:cubicBezTo>
                <a:lnTo>
                  <a:pt x="685535" y="70434"/>
                </a:lnTo>
                <a:lnTo>
                  <a:pt x="685535" y="131324"/>
                </a:lnTo>
                <a:lnTo>
                  <a:pt x="661466" y="131324"/>
                </a:lnTo>
                <a:lnTo>
                  <a:pt x="661466" y="7010"/>
                </a:lnTo>
                <a:lnTo>
                  <a:pt x="685535" y="7010"/>
                </a:lnTo>
                <a:lnTo>
                  <a:pt x="685535" y="65789"/>
                </a:lnTo>
                <a:lnTo>
                  <a:pt x="685957" y="65789"/>
                </a:lnTo>
                <a:cubicBezTo>
                  <a:pt x="686633" y="64212"/>
                  <a:pt x="687759" y="62129"/>
                  <a:pt x="689335" y="59539"/>
                </a:cubicBezTo>
                <a:lnTo>
                  <a:pt x="727170" y="7010"/>
                </a:lnTo>
                <a:lnTo>
                  <a:pt x="756138" y="7010"/>
                </a:lnTo>
                <a:lnTo>
                  <a:pt x="709857" y="66380"/>
                </a:lnTo>
                <a:lnTo>
                  <a:pt x="759854" y="131324"/>
                </a:lnTo>
                <a:close/>
                <a:moveTo>
                  <a:pt x="764479" y="87493"/>
                </a:moveTo>
                <a:cubicBezTo>
                  <a:pt x="764479" y="72967"/>
                  <a:pt x="768758" y="61496"/>
                  <a:pt x="777316" y="53079"/>
                </a:cubicBezTo>
                <a:cubicBezTo>
                  <a:pt x="785874" y="44662"/>
                  <a:pt x="797472" y="40453"/>
                  <a:pt x="812110" y="40453"/>
                </a:cubicBezTo>
                <a:cubicBezTo>
                  <a:pt x="826242" y="40453"/>
                  <a:pt x="837404" y="44577"/>
                  <a:pt x="845596" y="52825"/>
                </a:cubicBezTo>
                <a:cubicBezTo>
                  <a:pt x="853788" y="61074"/>
                  <a:pt x="857884" y="72123"/>
                  <a:pt x="857884" y="85973"/>
                </a:cubicBezTo>
                <a:cubicBezTo>
                  <a:pt x="857884" y="100386"/>
                  <a:pt x="853647" y="111914"/>
                  <a:pt x="845174" y="120557"/>
                </a:cubicBezTo>
                <a:cubicBezTo>
                  <a:pt x="836700" y="129199"/>
                  <a:pt x="825229" y="133520"/>
                  <a:pt x="810759" y="133520"/>
                </a:cubicBezTo>
                <a:cubicBezTo>
                  <a:pt x="796571" y="133520"/>
                  <a:pt x="785311" y="129368"/>
                  <a:pt x="776978" y="121063"/>
                </a:cubicBezTo>
                <a:cubicBezTo>
                  <a:pt x="768645" y="112759"/>
                  <a:pt x="764479" y="101569"/>
                  <a:pt x="764479" y="87493"/>
                </a:cubicBezTo>
                <a:moveTo>
                  <a:pt x="788295" y="87155"/>
                </a:moveTo>
                <a:cubicBezTo>
                  <a:pt x="788295" y="105791"/>
                  <a:pt x="796036" y="115109"/>
                  <a:pt x="811519" y="115109"/>
                </a:cubicBezTo>
                <a:cubicBezTo>
                  <a:pt x="826439" y="115109"/>
                  <a:pt x="833899" y="105566"/>
                  <a:pt x="833899" y="86480"/>
                </a:cubicBezTo>
                <a:cubicBezTo>
                  <a:pt x="833899" y="68013"/>
                  <a:pt x="826411" y="58779"/>
                  <a:pt x="811435" y="58779"/>
                </a:cubicBezTo>
                <a:cubicBezTo>
                  <a:pt x="804116" y="58779"/>
                  <a:pt x="798429" y="61299"/>
                  <a:pt x="794375" y="66338"/>
                </a:cubicBezTo>
                <a:cubicBezTo>
                  <a:pt x="790322" y="71377"/>
                  <a:pt x="788295" y="78316"/>
                  <a:pt x="788295" y="87155"/>
                </a:cubicBezTo>
                <a:close/>
                <a:moveTo>
                  <a:pt x="931591" y="64269"/>
                </a:moveTo>
                <a:cubicBezTo>
                  <a:pt x="928494" y="62411"/>
                  <a:pt x="924694" y="61482"/>
                  <a:pt x="920190" y="61482"/>
                </a:cubicBezTo>
                <a:cubicBezTo>
                  <a:pt x="914278" y="61482"/>
                  <a:pt x="909549" y="63889"/>
                  <a:pt x="906002" y="68702"/>
                </a:cubicBezTo>
                <a:cubicBezTo>
                  <a:pt x="902455" y="73516"/>
                  <a:pt x="900681" y="79977"/>
                  <a:pt x="900681" y="88084"/>
                </a:cubicBezTo>
                <a:lnTo>
                  <a:pt x="900681" y="131324"/>
                </a:lnTo>
                <a:lnTo>
                  <a:pt x="877119" y="131324"/>
                </a:lnTo>
                <a:lnTo>
                  <a:pt x="877119" y="42564"/>
                </a:lnTo>
                <a:lnTo>
                  <a:pt x="900681" y="42564"/>
                </a:lnTo>
                <a:lnTo>
                  <a:pt x="900681" y="59624"/>
                </a:lnTo>
                <a:lnTo>
                  <a:pt x="900935" y="59624"/>
                </a:lnTo>
                <a:cubicBezTo>
                  <a:pt x="905270" y="47237"/>
                  <a:pt x="913068" y="41044"/>
                  <a:pt x="924328" y="41044"/>
                </a:cubicBezTo>
                <a:cubicBezTo>
                  <a:pt x="927537" y="41044"/>
                  <a:pt x="929958" y="41438"/>
                  <a:pt x="931591" y="42226"/>
                </a:cubicBezTo>
                <a:lnTo>
                  <a:pt x="931591" y="64269"/>
                </a:lnTo>
                <a:close/>
                <a:moveTo>
                  <a:pt x="1022020" y="93574"/>
                </a:moveTo>
                <a:lnTo>
                  <a:pt x="962734" y="93574"/>
                </a:lnTo>
                <a:cubicBezTo>
                  <a:pt x="963691" y="108663"/>
                  <a:pt x="972249" y="116207"/>
                  <a:pt x="988408" y="116207"/>
                </a:cubicBezTo>
                <a:cubicBezTo>
                  <a:pt x="998261" y="116207"/>
                  <a:pt x="1007044" y="113617"/>
                  <a:pt x="1014757" y="108438"/>
                </a:cubicBezTo>
                <a:lnTo>
                  <a:pt x="1014757" y="126342"/>
                </a:lnTo>
                <a:cubicBezTo>
                  <a:pt x="1006537" y="131127"/>
                  <a:pt x="995981" y="133520"/>
                  <a:pt x="983088" y="133520"/>
                </a:cubicBezTo>
                <a:cubicBezTo>
                  <a:pt x="969294" y="133520"/>
                  <a:pt x="958554" y="129523"/>
                  <a:pt x="950869" y="121528"/>
                </a:cubicBezTo>
                <a:cubicBezTo>
                  <a:pt x="943183" y="113533"/>
                  <a:pt x="939341" y="102357"/>
                  <a:pt x="939341" y="88000"/>
                </a:cubicBezTo>
                <a:cubicBezTo>
                  <a:pt x="939341" y="73924"/>
                  <a:pt x="943465" y="62481"/>
                  <a:pt x="951713" y="53670"/>
                </a:cubicBezTo>
                <a:cubicBezTo>
                  <a:pt x="959961" y="44859"/>
                  <a:pt x="970279" y="40453"/>
                  <a:pt x="982665" y="40453"/>
                </a:cubicBezTo>
                <a:cubicBezTo>
                  <a:pt x="995052" y="40453"/>
                  <a:pt x="1004707" y="44253"/>
                  <a:pt x="1011633" y="51854"/>
                </a:cubicBezTo>
                <a:cubicBezTo>
                  <a:pt x="1018558" y="59455"/>
                  <a:pt x="1022020" y="69899"/>
                  <a:pt x="1022020" y="83186"/>
                </a:cubicBezTo>
                <a:lnTo>
                  <a:pt x="1022020" y="93574"/>
                </a:lnTo>
                <a:moveTo>
                  <a:pt x="999809" y="78119"/>
                </a:moveTo>
                <a:cubicBezTo>
                  <a:pt x="999809" y="64043"/>
                  <a:pt x="994010" y="57006"/>
                  <a:pt x="982412" y="57006"/>
                </a:cubicBezTo>
                <a:cubicBezTo>
                  <a:pt x="977570" y="57006"/>
                  <a:pt x="973305" y="58920"/>
                  <a:pt x="969617" y="62749"/>
                </a:cubicBezTo>
                <a:cubicBezTo>
                  <a:pt x="965929" y="66577"/>
                  <a:pt x="963635" y="71701"/>
                  <a:pt x="962734" y="78119"/>
                </a:cubicBezTo>
                <a:lnTo>
                  <a:pt x="999809" y="78119"/>
                </a:lnTo>
                <a:close/>
                <a:moveTo>
                  <a:pt x="1042504" y="48223"/>
                </a:moveTo>
                <a:cubicBezTo>
                  <a:pt x="1046501" y="45914"/>
                  <a:pt x="1051681" y="44042"/>
                  <a:pt x="1058043" y="42607"/>
                </a:cubicBezTo>
                <a:cubicBezTo>
                  <a:pt x="1064405" y="41171"/>
                  <a:pt x="1070120" y="40453"/>
                  <a:pt x="1075187" y="40453"/>
                </a:cubicBezTo>
                <a:cubicBezTo>
                  <a:pt x="1099172" y="40453"/>
                  <a:pt x="1111164" y="52614"/>
                  <a:pt x="1111164" y="76937"/>
                </a:cubicBezTo>
                <a:lnTo>
                  <a:pt x="1111164" y="131324"/>
                </a:lnTo>
                <a:lnTo>
                  <a:pt x="1088700" y="131324"/>
                </a:lnTo>
                <a:lnTo>
                  <a:pt x="1088700" y="118234"/>
                </a:lnTo>
                <a:lnTo>
                  <a:pt x="1088277" y="118234"/>
                </a:lnTo>
                <a:cubicBezTo>
                  <a:pt x="1082309" y="128425"/>
                  <a:pt x="1073442" y="133520"/>
                  <a:pt x="1061675" y="133520"/>
                </a:cubicBezTo>
                <a:cubicBezTo>
                  <a:pt x="1053117" y="133520"/>
                  <a:pt x="1046333" y="131113"/>
                  <a:pt x="1041322" y="126299"/>
                </a:cubicBezTo>
                <a:cubicBezTo>
                  <a:pt x="1036311" y="121486"/>
                  <a:pt x="1033805" y="115025"/>
                  <a:pt x="1033805" y="106917"/>
                </a:cubicBezTo>
                <a:cubicBezTo>
                  <a:pt x="1033805" y="89971"/>
                  <a:pt x="1043883" y="80146"/>
                  <a:pt x="1064040" y="77443"/>
                </a:cubicBezTo>
                <a:lnTo>
                  <a:pt x="1088784" y="74065"/>
                </a:lnTo>
                <a:cubicBezTo>
                  <a:pt x="1088784" y="62749"/>
                  <a:pt x="1083267" y="57090"/>
                  <a:pt x="1072231" y="57090"/>
                </a:cubicBezTo>
                <a:cubicBezTo>
                  <a:pt x="1061703" y="57090"/>
                  <a:pt x="1051794" y="60384"/>
                  <a:pt x="1042504" y="66971"/>
                </a:cubicBezTo>
                <a:lnTo>
                  <a:pt x="1042504" y="48223"/>
                </a:lnTo>
                <a:moveTo>
                  <a:pt x="1071134" y="90787"/>
                </a:moveTo>
                <a:cubicBezTo>
                  <a:pt x="1060999" y="92082"/>
                  <a:pt x="1055932" y="96614"/>
                  <a:pt x="1055932" y="104384"/>
                </a:cubicBezTo>
                <a:cubicBezTo>
                  <a:pt x="1055932" y="107875"/>
                  <a:pt x="1057143" y="110718"/>
                  <a:pt x="1059563" y="112914"/>
                </a:cubicBezTo>
                <a:cubicBezTo>
                  <a:pt x="1061984" y="115109"/>
                  <a:pt x="1065250" y="116207"/>
                  <a:pt x="1069360" y="116207"/>
                </a:cubicBezTo>
                <a:cubicBezTo>
                  <a:pt x="1074990" y="116207"/>
                  <a:pt x="1079635" y="114223"/>
                  <a:pt x="1083295" y="110253"/>
                </a:cubicBezTo>
                <a:cubicBezTo>
                  <a:pt x="1086954" y="106284"/>
                  <a:pt x="1088784" y="101287"/>
                  <a:pt x="1088784" y="95263"/>
                </a:cubicBezTo>
                <a:lnTo>
                  <a:pt x="1088784" y="88507"/>
                </a:lnTo>
                <a:lnTo>
                  <a:pt x="1071134" y="90787"/>
                </a:lnTo>
                <a:close/>
                <a:moveTo>
                  <a:pt x="1223044" y="159532"/>
                </a:moveTo>
                <a:cubicBezTo>
                  <a:pt x="1204577" y="139038"/>
                  <a:pt x="1195344" y="113814"/>
                  <a:pt x="1195344" y="83862"/>
                </a:cubicBezTo>
                <a:cubicBezTo>
                  <a:pt x="1195344" y="54528"/>
                  <a:pt x="1204577" y="28911"/>
                  <a:pt x="1223044" y="7010"/>
                </a:cubicBezTo>
                <a:lnTo>
                  <a:pt x="1242469" y="7010"/>
                </a:lnTo>
                <a:cubicBezTo>
                  <a:pt x="1224790" y="29812"/>
                  <a:pt x="1215950" y="55401"/>
                  <a:pt x="1215950" y="83777"/>
                </a:cubicBezTo>
                <a:cubicBezTo>
                  <a:pt x="1215950" y="111928"/>
                  <a:pt x="1224790" y="137180"/>
                  <a:pt x="1242469" y="159532"/>
                </a:cubicBezTo>
                <a:lnTo>
                  <a:pt x="1223044" y="159532"/>
                </a:lnTo>
                <a:close/>
                <a:moveTo>
                  <a:pt x="1280475" y="111478"/>
                </a:moveTo>
                <a:lnTo>
                  <a:pt x="1333174" y="111478"/>
                </a:lnTo>
                <a:lnTo>
                  <a:pt x="1333174" y="131324"/>
                </a:lnTo>
                <a:lnTo>
                  <a:pt x="1255562" y="131324"/>
                </a:lnTo>
                <a:lnTo>
                  <a:pt x="1255562" y="121950"/>
                </a:lnTo>
                <a:cubicBezTo>
                  <a:pt x="1255562" y="115250"/>
                  <a:pt x="1256702" y="109071"/>
                  <a:pt x="1258982" y="103413"/>
                </a:cubicBezTo>
                <a:cubicBezTo>
                  <a:pt x="1261262" y="97754"/>
                  <a:pt x="1264528" y="92462"/>
                  <a:pt x="1268778" y="87535"/>
                </a:cubicBezTo>
                <a:cubicBezTo>
                  <a:pt x="1273029" y="82609"/>
                  <a:pt x="1281967" y="75051"/>
                  <a:pt x="1295592" y="64860"/>
                </a:cubicBezTo>
                <a:cubicBezTo>
                  <a:pt x="1300885" y="60919"/>
                  <a:pt x="1304685" y="57146"/>
                  <a:pt x="1306993" y="53543"/>
                </a:cubicBezTo>
                <a:cubicBezTo>
                  <a:pt x="1309302" y="49940"/>
                  <a:pt x="1310456" y="45914"/>
                  <a:pt x="1310456" y="41466"/>
                </a:cubicBezTo>
                <a:cubicBezTo>
                  <a:pt x="1310456" y="35949"/>
                  <a:pt x="1308837" y="31656"/>
                  <a:pt x="1305600" y="28587"/>
                </a:cubicBezTo>
                <a:cubicBezTo>
                  <a:pt x="1302363" y="25519"/>
                  <a:pt x="1297338" y="23985"/>
                  <a:pt x="1290525" y="23985"/>
                </a:cubicBezTo>
                <a:cubicBezTo>
                  <a:pt x="1279884" y="23985"/>
                  <a:pt x="1269665" y="28207"/>
                  <a:pt x="1259869" y="36653"/>
                </a:cubicBezTo>
                <a:lnTo>
                  <a:pt x="1259869" y="15455"/>
                </a:lnTo>
                <a:cubicBezTo>
                  <a:pt x="1269890" y="8473"/>
                  <a:pt x="1281235" y="4983"/>
                  <a:pt x="1293903" y="4983"/>
                </a:cubicBezTo>
                <a:cubicBezTo>
                  <a:pt x="1306740" y="4983"/>
                  <a:pt x="1316663" y="8107"/>
                  <a:pt x="1323673" y="14357"/>
                </a:cubicBezTo>
                <a:cubicBezTo>
                  <a:pt x="1330682" y="20607"/>
                  <a:pt x="1334187" y="29249"/>
                  <a:pt x="1334187" y="40284"/>
                </a:cubicBezTo>
                <a:cubicBezTo>
                  <a:pt x="1334187" y="45971"/>
                  <a:pt x="1333272" y="51010"/>
                  <a:pt x="1331443" y="55401"/>
                </a:cubicBezTo>
                <a:cubicBezTo>
                  <a:pt x="1329613" y="59793"/>
                  <a:pt x="1327192" y="63776"/>
                  <a:pt x="1324180" y="67351"/>
                </a:cubicBezTo>
                <a:cubicBezTo>
                  <a:pt x="1321167" y="70926"/>
                  <a:pt x="1317705" y="74248"/>
                  <a:pt x="1313792" y="77317"/>
                </a:cubicBezTo>
                <a:cubicBezTo>
                  <a:pt x="1309879" y="80385"/>
                  <a:pt x="1305867" y="83439"/>
                  <a:pt x="1301757" y="86480"/>
                </a:cubicBezTo>
                <a:cubicBezTo>
                  <a:pt x="1294157" y="92110"/>
                  <a:pt x="1288709" y="96924"/>
                  <a:pt x="1285416" y="100921"/>
                </a:cubicBezTo>
                <a:cubicBezTo>
                  <a:pt x="1282122" y="104919"/>
                  <a:pt x="1280475" y="108438"/>
                  <a:pt x="1280475" y="111478"/>
                </a:cubicBezTo>
                <a:close/>
                <a:moveTo>
                  <a:pt x="1424622" y="7010"/>
                </a:moveTo>
                <a:lnTo>
                  <a:pt x="1424622" y="86649"/>
                </a:lnTo>
                <a:lnTo>
                  <a:pt x="1439486" y="86649"/>
                </a:lnTo>
                <a:lnTo>
                  <a:pt x="1439486" y="103877"/>
                </a:lnTo>
                <a:lnTo>
                  <a:pt x="1424622" y="103877"/>
                </a:lnTo>
                <a:lnTo>
                  <a:pt x="1424622" y="131324"/>
                </a:lnTo>
                <a:lnTo>
                  <a:pt x="1402833" y="131324"/>
                </a:lnTo>
                <a:lnTo>
                  <a:pt x="1402833" y="103877"/>
                </a:lnTo>
                <a:lnTo>
                  <a:pt x="1348699" y="103877"/>
                </a:lnTo>
                <a:lnTo>
                  <a:pt x="1348699" y="85720"/>
                </a:lnTo>
                <a:cubicBezTo>
                  <a:pt x="1360016" y="72770"/>
                  <a:pt x="1370516" y="59244"/>
                  <a:pt x="1380200" y="45140"/>
                </a:cubicBezTo>
                <a:cubicBezTo>
                  <a:pt x="1389884" y="31036"/>
                  <a:pt x="1397287" y="18326"/>
                  <a:pt x="1402411" y="7010"/>
                </a:cubicBezTo>
                <a:lnTo>
                  <a:pt x="1424622" y="7010"/>
                </a:lnTo>
                <a:moveTo>
                  <a:pt x="1368714" y="86649"/>
                </a:moveTo>
                <a:lnTo>
                  <a:pt x="1402833" y="86649"/>
                </a:lnTo>
                <a:lnTo>
                  <a:pt x="1402833" y="38511"/>
                </a:lnTo>
                <a:cubicBezTo>
                  <a:pt x="1399399" y="44647"/>
                  <a:pt x="1394529" y="52234"/>
                  <a:pt x="1388223" y="61271"/>
                </a:cubicBezTo>
                <a:cubicBezTo>
                  <a:pt x="1381917" y="70307"/>
                  <a:pt x="1375414" y="78766"/>
                  <a:pt x="1368714" y="86649"/>
                </a:cubicBezTo>
                <a:close/>
                <a:moveTo>
                  <a:pt x="1445636" y="159532"/>
                </a:moveTo>
                <a:cubicBezTo>
                  <a:pt x="1463427" y="137574"/>
                  <a:pt x="1472323" y="112322"/>
                  <a:pt x="1472323" y="83777"/>
                </a:cubicBezTo>
                <a:cubicBezTo>
                  <a:pt x="1472323" y="55514"/>
                  <a:pt x="1463427" y="29924"/>
                  <a:pt x="1445636" y="7010"/>
                </a:cubicBezTo>
                <a:lnTo>
                  <a:pt x="1465229" y="7010"/>
                </a:lnTo>
                <a:cubicBezTo>
                  <a:pt x="1483752" y="29024"/>
                  <a:pt x="1493014" y="54641"/>
                  <a:pt x="1493014" y="83862"/>
                </a:cubicBezTo>
                <a:cubicBezTo>
                  <a:pt x="1493014" y="113589"/>
                  <a:pt x="1483724" y="138812"/>
                  <a:pt x="1465144" y="159532"/>
                </a:cubicBezTo>
                <a:lnTo>
                  <a:pt x="1445636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•Lazarus(13)">
            <a:extLst xmlns:a="http://schemas.openxmlformats.org/drawingml/2006/main">
              <a:ext uri="{FF2B5EF4-FFF2-40B4-BE49-F238E27FC236}">
                <a16:creationId xmlns:a16="http://schemas.microsoft.com/office/drawing/2014/main" id="{8679EFCA-584B-459F-A850-3A1CD2C8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349" y="2783865"/>
            <a:ext cx="1088807" cy="154549"/>
          </a:xfrm>
          <a:custGeom xmlns:a="http://schemas.openxmlformats.org/drawingml/2006/main">
            <a:pathLst>
              <a:path w="1088807" h="154549">
                <a:moveTo>
                  <a:pt x="0" y="65662"/>
                </a:moveTo>
                <a:cubicBezTo>
                  <a:pt x="0" y="59738"/>
                  <a:pt x="2097" y="54689"/>
                  <a:pt x="6292" y="50516"/>
                </a:cubicBezTo>
                <a:cubicBezTo>
                  <a:pt x="10486" y="46341"/>
                  <a:pt x="15511" y="44253"/>
                  <a:pt x="21367" y="44253"/>
                </a:cubicBezTo>
                <a:cubicBezTo>
                  <a:pt x="27278" y="44253"/>
                  <a:pt x="32331" y="46341"/>
                  <a:pt x="36526" y="50516"/>
                </a:cubicBezTo>
                <a:cubicBezTo>
                  <a:pt x="40720" y="54689"/>
                  <a:pt x="42818" y="59738"/>
                  <a:pt x="42818" y="65662"/>
                </a:cubicBezTo>
                <a:cubicBezTo>
                  <a:pt x="42818" y="71586"/>
                  <a:pt x="40720" y="76650"/>
                  <a:pt x="36526" y="80853"/>
                </a:cubicBezTo>
                <a:cubicBezTo>
                  <a:pt x="32331" y="85055"/>
                  <a:pt x="27278" y="87155"/>
                  <a:pt x="21367" y="87155"/>
                </a:cubicBezTo>
                <a:cubicBezTo>
                  <a:pt x="15511" y="87155"/>
                  <a:pt x="10486" y="85055"/>
                  <a:pt x="6292" y="80853"/>
                </a:cubicBezTo>
                <a:cubicBezTo>
                  <a:pt x="2097" y="76650"/>
                  <a:pt x="0" y="71586"/>
                  <a:pt x="0" y="65662"/>
                </a:cubicBezTo>
                <a:close/>
                <a:moveTo>
                  <a:pt x="189483" y="126342"/>
                </a:moveTo>
                <a:lnTo>
                  <a:pt x="118374" y="126342"/>
                </a:lnTo>
                <a:lnTo>
                  <a:pt x="118374" y="2027"/>
                </a:lnTo>
                <a:lnTo>
                  <a:pt x="142443" y="2027"/>
                </a:lnTo>
                <a:lnTo>
                  <a:pt x="142443" y="106411"/>
                </a:lnTo>
                <a:lnTo>
                  <a:pt x="189483" y="106411"/>
                </a:lnTo>
                <a:lnTo>
                  <a:pt x="189483" y="126342"/>
                </a:lnTo>
                <a:close/>
                <a:moveTo>
                  <a:pt x="206591" y="43240"/>
                </a:moveTo>
                <a:cubicBezTo>
                  <a:pt x="210588" y="40932"/>
                  <a:pt x="215768" y="39059"/>
                  <a:pt x="222130" y="37624"/>
                </a:cubicBezTo>
                <a:cubicBezTo>
                  <a:pt x="228492" y="36188"/>
                  <a:pt x="234207" y="35470"/>
                  <a:pt x="239274" y="35470"/>
                </a:cubicBezTo>
                <a:cubicBezTo>
                  <a:pt x="263259" y="35470"/>
                  <a:pt x="275251" y="47631"/>
                  <a:pt x="275251" y="71954"/>
                </a:cubicBezTo>
                <a:lnTo>
                  <a:pt x="275251" y="126342"/>
                </a:lnTo>
                <a:lnTo>
                  <a:pt x="252787" y="126342"/>
                </a:lnTo>
                <a:lnTo>
                  <a:pt x="252787" y="113251"/>
                </a:lnTo>
                <a:lnTo>
                  <a:pt x="252364" y="113251"/>
                </a:lnTo>
                <a:cubicBezTo>
                  <a:pt x="246396" y="123442"/>
                  <a:pt x="237529" y="128537"/>
                  <a:pt x="225762" y="128537"/>
                </a:cubicBezTo>
                <a:cubicBezTo>
                  <a:pt x="217204" y="128537"/>
                  <a:pt x="210419" y="126130"/>
                  <a:pt x="205409" y="121317"/>
                </a:cubicBezTo>
                <a:cubicBezTo>
                  <a:pt x="200398" y="116503"/>
                  <a:pt x="197892" y="110042"/>
                  <a:pt x="197892" y="101935"/>
                </a:cubicBezTo>
                <a:cubicBezTo>
                  <a:pt x="197892" y="84988"/>
                  <a:pt x="207970" y="75163"/>
                  <a:pt x="228126" y="72461"/>
                </a:cubicBezTo>
                <a:lnTo>
                  <a:pt x="252871" y="69082"/>
                </a:lnTo>
                <a:cubicBezTo>
                  <a:pt x="252871" y="57766"/>
                  <a:pt x="247354" y="52107"/>
                  <a:pt x="236318" y="52107"/>
                </a:cubicBezTo>
                <a:cubicBezTo>
                  <a:pt x="225790" y="52107"/>
                  <a:pt x="215881" y="55401"/>
                  <a:pt x="206591" y="61988"/>
                </a:cubicBezTo>
                <a:lnTo>
                  <a:pt x="206591" y="43240"/>
                </a:lnTo>
                <a:moveTo>
                  <a:pt x="235221" y="85804"/>
                </a:moveTo>
                <a:cubicBezTo>
                  <a:pt x="225086" y="87099"/>
                  <a:pt x="220019" y="91631"/>
                  <a:pt x="220019" y="99401"/>
                </a:cubicBezTo>
                <a:cubicBezTo>
                  <a:pt x="220019" y="102892"/>
                  <a:pt x="221229" y="105735"/>
                  <a:pt x="223650" y="107931"/>
                </a:cubicBezTo>
                <a:cubicBezTo>
                  <a:pt x="226071" y="110127"/>
                  <a:pt x="229337" y="111225"/>
                  <a:pt x="233447" y="111225"/>
                </a:cubicBezTo>
                <a:cubicBezTo>
                  <a:pt x="239077" y="111225"/>
                  <a:pt x="243722" y="109240"/>
                  <a:pt x="247382" y="105271"/>
                </a:cubicBezTo>
                <a:cubicBezTo>
                  <a:pt x="251041" y="101301"/>
                  <a:pt x="252871" y="96304"/>
                  <a:pt x="252871" y="90280"/>
                </a:cubicBezTo>
                <a:lnTo>
                  <a:pt x="252871" y="83524"/>
                </a:lnTo>
                <a:lnTo>
                  <a:pt x="235221" y="85804"/>
                </a:lnTo>
                <a:close/>
                <a:moveTo>
                  <a:pt x="366128" y="126342"/>
                </a:moveTo>
                <a:lnTo>
                  <a:pt x="288516" y="126342"/>
                </a:lnTo>
                <a:lnTo>
                  <a:pt x="288516" y="117052"/>
                </a:lnTo>
                <a:lnTo>
                  <a:pt x="335302" y="55486"/>
                </a:lnTo>
                <a:lnTo>
                  <a:pt x="292992" y="55486"/>
                </a:lnTo>
                <a:lnTo>
                  <a:pt x="292992" y="37582"/>
                </a:lnTo>
                <a:lnTo>
                  <a:pt x="365959" y="37582"/>
                </a:lnTo>
                <a:lnTo>
                  <a:pt x="365959" y="48476"/>
                </a:lnTo>
                <a:lnTo>
                  <a:pt x="320777" y="108438"/>
                </a:lnTo>
                <a:lnTo>
                  <a:pt x="366128" y="108438"/>
                </a:lnTo>
                <a:lnTo>
                  <a:pt x="366128" y="126342"/>
                </a:lnTo>
                <a:close/>
                <a:moveTo>
                  <a:pt x="383182" y="43240"/>
                </a:moveTo>
                <a:cubicBezTo>
                  <a:pt x="387180" y="40932"/>
                  <a:pt x="392360" y="39059"/>
                  <a:pt x="398722" y="37624"/>
                </a:cubicBezTo>
                <a:cubicBezTo>
                  <a:pt x="405084" y="36188"/>
                  <a:pt x="410799" y="35470"/>
                  <a:pt x="415866" y="35470"/>
                </a:cubicBezTo>
                <a:cubicBezTo>
                  <a:pt x="439850" y="35470"/>
                  <a:pt x="451843" y="47631"/>
                  <a:pt x="451843" y="71954"/>
                </a:cubicBezTo>
                <a:lnTo>
                  <a:pt x="451843" y="126342"/>
                </a:lnTo>
                <a:lnTo>
                  <a:pt x="429378" y="126342"/>
                </a:lnTo>
                <a:lnTo>
                  <a:pt x="429378" y="113251"/>
                </a:lnTo>
                <a:lnTo>
                  <a:pt x="428956" y="113251"/>
                </a:lnTo>
                <a:cubicBezTo>
                  <a:pt x="422988" y="123442"/>
                  <a:pt x="414120" y="128537"/>
                  <a:pt x="402353" y="128537"/>
                </a:cubicBezTo>
                <a:cubicBezTo>
                  <a:pt x="393795" y="128537"/>
                  <a:pt x="387011" y="126130"/>
                  <a:pt x="382000" y="121317"/>
                </a:cubicBezTo>
                <a:cubicBezTo>
                  <a:pt x="376989" y="116503"/>
                  <a:pt x="374484" y="110042"/>
                  <a:pt x="374484" y="101935"/>
                </a:cubicBezTo>
                <a:cubicBezTo>
                  <a:pt x="374484" y="84988"/>
                  <a:pt x="384562" y="75163"/>
                  <a:pt x="404718" y="72461"/>
                </a:cubicBezTo>
                <a:lnTo>
                  <a:pt x="429463" y="69082"/>
                </a:lnTo>
                <a:cubicBezTo>
                  <a:pt x="429463" y="57766"/>
                  <a:pt x="423945" y="52107"/>
                  <a:pt x="412910" y="52107"/>
                </a:cubicBezTo>
                <a:cubicBezTo>
                  <a:pt x="402381" y="52107"/>
                  <a:pt x="392472" y="55401"/>
                  <a:pt x="383182" y="61988"/>
                </a:cubicBezTo>
                <a:lnTo>
                  <a:pt x="383182" y="43240"/>
                </a:lnTo>
                <a:moveTo>
                  <a:pt x="411812" y="85804"/>
                </a:moveTo>
                <a:cubicBezTo>
                  <a:pt x="401678" y="87099"/>
                  <a:pt x="396610" y="91631"/>
                  <a:pt x="396610" y="99401"/>
                </a:cubicBezTo>
                <a:cubicBezTo>
                  <a:pt x="396610" y="102892"/>
                  <a:pt x="397821" y="105735"/>
                  <a:pt x="400242" y="107931"/>
                </a:cubicBezTo>
                <a:cubicBezTo>
                  <a:pt x="402663" y="110127"/>
                  <a:pt x="405928" y="111225"/>
                  <a:pt x="410038" y="111225"/>
                </a:cubicBezTo>
                <a:cubicBezTo>
                  <a:pt x="415669" y="111225"/>
                  <a:pt x="420314" y="109240"/>
                  <a:pt x="423973" y="105271"/>
                </a:cubicBezTo>
                <a:cubicBezTo>
                  <a:pt x="427633" y="101301"/>
                  <a:pt x="429463" y="96304"/>
                  <a:pt x="429463" y="90280"/>
                </a:cubicBezTo>
                <a:lnTo>
                  <a:pt x="429463" y="83524"/>
                </a:lnTo>
                <a:lnTo>
                  <a:pt x="411812" y="85804"/>
                </a:lnTo>
                <a:close/>
                <a:moveTo>
                  <a:pt x="529460" y="59286"/>
                </a:moveTo>
                <a:cubicBezTo>
                  <a:pt x="526364" y="57428"/>
                  <a:pt x="522563" y="56499"/>
                  <a:pt x="518059" y="56499"/>
                </a:cubicBezTo>
                <a:cubicBezTo>
                  <a:pt x="512147" y="56499"/>
                  <a:pt x="507418" y="58906"/>
                  <a:pt x="503871" y="63720"/>
                </a:cubicBezTo>
                <a:cubicBezTo>
                  <a:pt x="500324" y="68534"/>
                  <a:pt x="498550" y="74994"/>
                  <a:pt x="498550" y="83102"/>
                </a:cubicBezTo>
                <a:lnTo>
                  <a:pt x="498550" y="126342"/>
                </a:lnTo>
                <a:lnTo>
                  <a:pt x="474988" y="126342"/>
                </a:lnTo>
                <a:lnTo>
                  <a:pt x="474988" y="37582"/>
                </a:lnTo>
                <a:lnTo>
                  <a:pt x="498550" y="37582"/>
                </a:lnTo>
                <a:lnTo>
                  <a:pt x="498550" y="54641"/>
                </a:lnTo>
                <a:lnTo>
                  <a:pt x="498804" y="54641"/>
                </a:lnTo>
                <a:cubicBezTo>
                  <a:pt x="503139" y="42255"/>
                  <a:pt x="510937" y="36061"/>
                  <a:pt x="522197" y="36061"/>
                </a:cubicBezTo>
                <a:cubicBezTo>
                  <a:pt x="525406" y="36061"/>
                  <a:pt x="527827" y="36456"/>
                  <a:pt x="529460" y="37244"/>
                </a:cubicBezTo>
                <a:lnTo>
                  <a:pt x="529460" y="59286"/>
                </a:lnTo>
                <a:close/>
                <a:moveTo>
                  <a:pt x="623871" y="126342"/>
                </a:moveTo>
                <a:lnTo>
                  <a:pt x="600393" y="126342"/>
                </a:lnTo>
                <a:lnTo>
                  <a:pt x="600393" y="112660"/>
                </a:lnTo>
                <a:lnTo>
                  <a:pt x="599971" y="112660"/>
                </a:lnTo>
                <a:cubicBezTo>
                  <a:pt x="593440" y="123245"/>
                  <a:pt x="584375" y="128537"/>
                  <a:pt x="572777" y="128537"/>
                </a:cubicBezTo>
                <a:cubicBezTo>
                  <a:pt x="552002" y="128537"/>
                  <a:pt x="541614" y="116038"/>
                  <a:pt x="541614" y="91040"/>
                </a:cubicBezTo>
                <a:lnTo>
                  <a:pt x="541614" y="37582"/>
                </a:lnTo>
                <a:lnTo>
                  <a:pt x="565176" y="37582"/>
                </a:lnTo>
                <a:lnTo>
                  <a:pt x="565176" y="88591"/>
                </a:lnTo>
                <a:cubicBezTo>
                  <a:pt x="565176" y="102948"/>
                  <a:pt x="570750" y="110127"/>
                  <a:pt x="581898" y="110127"/>
                </a:cubicBezTo>
                <a:cubicBezTo>
                  <a:pt x="587359" y="110127"/>
                  <a:pt x="591807" y="108170"/>
                  <a:pt x="595242" y="104257"/>
                </a:cubicBezTo>
                <a:cubicBezTo>
                  <a:pt x="598676" y="100344"/>
                  <a:pt x="600393" y="95094"/>
                  <a:pt x="600393" y="88507"/>
                </a:cubicBezTo>
                <a:lnTo>
                  <a:pt x="600393" y="37582"/>
                </a:lnTo>
                <a:lnTo>
                  <a:pt x="623871" y="37582"/>
                </a:lnTo>
                <a:lnTo>
                  <a:pt x="623871" y="126342"/>
                </a:lnTo>
                <a:close/>
                <a:moveTo>
                  <a:pt x="645338" y="103539"/>
                </a:moveTo>
                <a:cubicBezTo>
                  <a:pt x="654121" y="109057"/>
                  <a:pt x="662791" y="111816"/>
                  <a:pt x="671349" y="111816"/>
                </a:cubicBezTo>
                <a:cubicBezTo>
                  <a:pt x="682384" y="111816"/>
                  <a:pt x="687902" y="108691"/>
                  <a:pt x="687902" y="102441"/>
                </a:cubicBezTo>
                <a:cubicBezTo>
                  <a:pt x="687902" y="98106"/>
                  <a:pt x="683538" y="94447"/>
                  <a:pt x="674812" y="91463"/>
                </a:cubicBezTo>
                <a:cubicBezTo>
                  <a:pt x="662087" y="87184"/>
                  <a:pt x="654008" y="82975"/>
                  <a:pt x="650574" y="78837"/>
                </a:cubicBezTo>
                <a:cubicBezTo>
                  <a:pt x="647139" y="74699"/>
                  <a:pt x="645422" y="69392"/>
                  <a:pt x="645422" y="62917"/>
                </a:cubicBezTo>
                <a:cubicBezTo>
                  <a:pt x="645422" y="54360"/>
                  <a:pt x="648913" y="47646"/>
                  <a:pt x="655894" y="42775"/>
                </a:cubicBezTo>
                <a:cubicBezTo>
                  <a:pt x="662876" y="37905"/>
                  <a:pt x="671856" y="35470"/>
                  <a:pt x="682835" y="35470"/>
                </a:cubicBezTo>
                <a:cubicBezTo>
                  <a:pt x="690492" y="35470"/>
                  <a:pt x="698149" y="36681"/>
                  <a:pt x="705806" y="39102"/>
                </a:cubicBezTo>
                <a:lnTo>
                  <a:pt x="705806" y="58273"/>
                </a:lnTo>
                <a:cubicBezTo>
                  <a:pt x="698881" y="54162"/>
                  <a:pt x="691308" y="52107"/>
                  <a:pt x="683088" y="52107"/>
                </a:cubicBezTo>
                <a:cubicBezTo>
                  <a:pt x="678753" y="52107"/>
                  <a:pt x="675262" y="52924"/>
                  <a:pt x="672616" y="54557"/>
                </a:cubicBezTo>
                <a:cubicBezTo>
                  <a:pt x="669970" y="56189"/>
                  <a:pt x="668647" y="58357"/>
                  <a:pt x="668647" y="61059"/>
                </a:cubicBezTo>
                <a:cubicBezTo>
                  <a:pt x="668647" y="65507"/>
                  <a:pt x="672334" y="69026"/>
                  <a:pt x="679710" y="71616"/>
                </a:cubicBezTo>
                <a:cubicBezTo>
                  <a:pt x="688099" y="74656"/>
                  <a:pt x="694264" y="77204"/>
                  <a:pt x="698205" y="79259"/>
                </a:cubicBezTo>
                <a:cubicBezTo>
                  <a:pt x="702146" y="81314"/>
                  <a:pt x="705215" y="84115"/>
                  <a:pt x="707410" y="87662"/>
                </a:cubicBezTo>
                <a:cubicBezTo>
                  <a:pt x="709606" y="91209"/>
                  <a:pt x="710704" y="95376"/>
                  <a:pt x="710704" y="100161"/>
                </a:cubicBezTo>
                <a:cubicBezTo>
                  <a:pt x="710704" y="109169"/>
                  <a:pt x="707115" y="116151"/>
                  <a:pt x="699936" y="121105"/>
                </a:cubicBezTo>
                <a:cubicBezTo>
                  <a:pt x="692758" y="126060"/>
                  <a:pt x="683285" y="128537"/>
                  <a:pt x="671518" y="128537"/>
                </a:cubicBezTo>
                <a:cubicBezTo>
                  <a:pt x="661609" y="128537"/>
                  <a:pt x="652882" y="126961"/>
                  <a:pt x="645338" y="123808"/>
                </a:cubicBezTo>
                <a:lnTo>
                  <a:pt x="645338" y="103539"/>
                </a:lnTo>
                <a:close/>
                <a:moveTo>
                  <a:pt x="819358" y="154549"/>
                </a:moveTo>
                <a:cubicBezTo>
                  <a:pt x="800891" y="134055"/>
                  <a:pt x="791657" y="108832"/>
                  <a:pt x="791657" y="78879"/>
                </a:cubicBezTo>
                <a:cubicBezTo>
                  <a:pt x="791657" y="49546"/>
                  <a:pt x="800891" y="23928"/>
                  <a:pt x="819358" y="2027"/>
                </a:cubicBezTo>
                <a:lnTo>
                  <a:pt x="838782" y="2027"/>
                </a:lnTo>
                <a:cubicBezTo>
                  <a:pt x="821103" y="24829"/>
                  <a:pt x="812264" y="50418"/>
                  <a:pt x="812264" y="78795"/>
                </a:cubicBezTo>
                <a:cubicBezTo>
                  <a:pt x="812264" y="106946"/>
                  <a:pt x="821103" y="132197"/>
                  <a:pt x="838782" y="154549"/>
                </a:cubicBezTo>
                <a:lnTo>
                  <a:pt x="819358" y="154549"/>
                </a:lnTo>
                <a:close/>
                <a:moveTo>
                  <a:pt x="908893" y="0"/>
                </a:moveTo>
                <a:lnTo>
                  <a:pt x="908893" y="126342"/>
                </a:lnTo>
                <a:lnTo>
                  <a:pt x="885331" y="126342"/>
                </a:lnTo>
                <a:lnTo>
                  <a:pt x="885331" y="28630"/>
                </a:lnTo>
                <a:cubicBezTo>
                  <a:pt x="882685" y="31051"/>
                  <a:pt x="878941" y="33303"/>
                  <a:pt x="874099" y="35386"/>
                </a:cubicBezTo>
                <a:cubicBezTo>
                  <a:pt x="869257" y="37469"/>
                  <a:pt x="864218" y="38820"/>
                  <a:pt x="858982" y="39440"/>
                </a:cubicBezTo>
                <a:lnTo>
                  <a:pt x="858982" y="18580"/>
                </a:lnTo>
                <a:cubicBezTo>
                  <a:pt x="871368" y="14864"/>
                  <a:pt x="883051" y="8670"/>
                  <a:pt x="894030" y="0"/>
                </a:cubicBezTo>
                <a:lnTo>
                  <a:pt x="908893" y="0"/>
                </a:lnTo>
                <a:close/>
                <a:moveTo>
                  <a:pt x="952530" y="100752"/>
                </a:moveTo>
                <a:cubicBezTo>
                  <a:pt x="960919" y="107002"/>
                  <a:pt x="970603" y="110127"/>
                  <a:pt x="981582" y="110127"/>
                </a:cubicBezTo>
                <a:cubicBezTo>
                  <a:pt x="988789" y="110127"/>
                  <a:pt x="994588" y="108480"/>
                  <a:pt x="998979" y="105186"/>
                </a:cubicBezTo>
                <a:cubicBezTo>
                  <a:pt x="1003371" y="101892"/>
                  <a:pt x="1005567" y="97177"/>
                  <a:pt x="1005567" y="91040"/>
                </a:cubicBezTo>
                <a:cubicBezTo>
                  <a:pt x="1005567" y="78147"/>
                  <a:pt x="995826" y="71701"/>
                  <a:pt x="976346" y="71701"/>
                </a:cubicBezTo>
                <a:lnTo>
                  <a:pt x="965367" y="71701"/>
                </a:lnTo>
                <a:lnTo>
                  <a:pt x="965367" y="53290"/>
                </a:lnTo>
                <a:lnTo>
                  <a:pt x="975586" y="53290"/>
                </a:lnTo>
                <a:cubicBezTo>
                  <a:pt x="993040" y="53290"/>
                  <a:pt x="1001766" y="47265"/>
                  <a:pt x="1001766" y="35217"/>
                </a:cubicBezTo>
                <a:cubicBezTo>
                  <a:pt x="1001766" y="23956"/>
                  <a:pt x="995066" y="18326"/>
                  <a:pt x="981667" y="18326"/>
                </a:cubicBezTo>
                <a:cubicBezTo>
                  <a:pt x="973278" y="18326"/>
                  <a:pt x="965142" y="21085"/>
                  <a:pt x="957260" y="26603"/>
                </a:cubicBezTo>
                <a:lnTo>
                  <a:pt x="957260" y="6756"/>
                </a:lnTo>
                <a:cubicBezTo>
                  <a:pt x="965705" y="2252"/>
                  <a:pt x="975670" y="0"/>
                  <a:pt x="987156" y="0"/>
                </a:cubicBezTo>
                <a:cubicBezTo>
                  <a:pt x="998585" y="0"/>
                  <a:pt x="1007875" y="2702"/>
                  <a:pt x="1015025" y="8107"/>
                </a:cubicBezTo>
                <a:cubicBezTo>
                  <a:pt x="1022176" y="13512"/>
                  <a:pt x="1025751" y="21001"/>
                  <a:pt x="1025751" y="30572"/>
                </a:cubicBezTo>
                <a:cubicBezTo>
                  <a:pt x="1025751" y="46731"/>
                  <a:pt x="1017503" y="56978"/>
                  <a:pt x="1001006" y="61313"/>
                </a:cubicBezTo>
                <a:lnTo>
                  <a:pt x="1001006" y="61651"/>
                </a:lnTo>
                <a:cubicBezTo>
                  <a:pt x="1009620" y="62551"/>
                  <a:pt x="1016546" y="65718"/>
                  <a:pt x="1021782" y="71152"/>
                </a:cubicBezTo>
                <a:cubicBezTo>
                  <a:pt x="1027018" y="76585"/>
                  <a:pt x="1029636" y="83158"/>
                  <a:pt x="1029636" y="90871"/>
                </a:cubicBezTo>
                <a:cubicBezTo>
                  <a:pt x="1029636" y="102638"/>
                  <a:pt x="1025371" y="111858"/>
                  <a:pt x="1016841" y="118530"/>
                </a:cubicBezTo>
                <a:cubicBezTo>
                  <a:pt x="1008311" y="125201"/>
                  <a:pt x="997009" y="128537"/>
                  <a:pt x="982933" y="128537"/>
                </a:cubicBezTo>
                <a:cubicBezTo>
                  <a:pt x="970547" y="128537"/>
                  <a:pt x="960413" y="126398"/>
                  <a:pt x="952530" y="122119"/>
                </a:cubicBezTo>
                <a:lnTo>
                  <a:pt x="952530" y="100752"/>
                </a:lnTo>
                <a:close/>
                <a:moveTo>
                  <a:pt x="1041429" y="154549"/>
                </a:moveTo>
                <a:cubicBezTo>
                  <a:pt x="1059221" y="132591"/>
                  <a:pt x="1068116" y="107340"/>
                  <a:pt x="1068116" y="78795"/>
                </a:cubicBezTo>
                <a:cubicBezTo>
                  <a:pt x="1068116" y="50531"/>
                  <a:pt x="1059221" y="24942"/>
                  <a:pt x="1041429" y="2027"/>
                </a:cubicBezTo>
                <a:lnTo>
                  <a:pt x="1061022" y="2027"/>
                </a:lnTo>
                <a:cubicBezTo>
                  <a:pt x="1079546" y="24041"/>
                  <a:pt x="1088807" y="49658"/>
                  <a:pt x="1088807" y="78879"/>
                </a:cubicBezTo>
                <a:cubicBezTo>
                  <a:pt x="1088807" y="108606"/>
                  <a:pt x="1079517" y="133830"/>
                  <a:pt x="1060938" y="154549"/>
                </a:cubicBezTo>
                <a:lnTo>
                  <a:pt x="1041429" y="15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•MaliciousDocuments(76)">
            <a:extLst xmlns:a="http://schemas.openxmlformats.org/drawingml/2006/main">
              <a:ext uri="{FF2B5EF4-FFF2-40B4-BE49-F238E27FC236}">
                <a16:creationId xmlns:a16="http://schemas.microsoft.com/office/drawing/2014/main" id="{0AD18CBD-DD71-4732-8BCD-DA09FF88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349" y="2985682"/>
            <a:ext cx="2246892" cy="159532"/>
          </a:xfrm>
          <a:custGeom xmlns:a="http://schemas.openxmlformats.org/drawingml/2006/main">
            <a:pathLst>
              <a:path w="2246892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31794" y="131324"/>
                </a:moveTo>
                <a:lnTo>
                  <a:pt x="231794" y="54303"/>
                </a:lnTo>
                <a:cubicBezTo>
                  <a:pt x="231794" y="48673"/>
                  <a:pt x="232132" y="40059"/>
                  <a:pt x="232807" y="28461"/>
                </a:cubicBezTo>
                <a:lnTo>
                  <a:pt x="232301" y="28461"/>
                </a:lnTo>
                <a:cubicBezTo>
                  <a:pt x="230893" y="35555"/>
                  <a:pt x="229598" y="40622"/>
                  <a:pt x="228416" y="43662"/>
                </a:cubicBezTo>
                <a:lnTo>
                  <a:pt x="195479" y="131324"/>
                </a:lnTo>
                <a:lnTo>
                  <a:pt x="177153" y="131324"/>
                </a:lnTo>
                <a:lnTo>
                  <a:pt x="143794" y="44422"/>
                </a:lnTo>
                <a:cubicBezTo>
                  <a:pt x="142950" y="42170"/>
                  <a:pt x="141655" y="36850"/>
                  <a:pt x="139909" y="28461"/>
                </a:cubicBezTo>
                <a:lnTo>
                  <a:pt x="139318" y="28461"/>
                </a:lnTo>
                <a:cubicBezTo>
                  <a:pt x="139937" y="37638"/>
                  <a:pt x="140247" y="47603"/>
                  <a:pt x="140247" y="58357"/>
                </a:cubicBezTo>
                <a:lnTo>
                  <a:pt x="140247" y="131324"/>
                </a:lnTo>
                <a:lnTo>
                  <a:pt x="118374" y="131324"/>
                </a:lnTo>
                <a:lnTo>
                  <a:pt x="118374" y="7010"/>
                </a:lnTo>
                <a:lnTo>
                  <a:pt x="152999" y="7010"/>
                </a:lnTo>
                <a:lnTo>
                  <a:pt x="182051" y="84453"/>
                </a:lnTo>
                <a:cubicBezTo>
                  <a:pt x="184472" y="90871"/>
                  <a:pt x="186077" y="96558"/>
                  <a:pt x="186865" y="101512"/>
                </a:cubicBezTo>
                <a:lnTo>
                  <a:pt x="187456" y="101512"/>
                </a:lnTo>
                <a:cubicBezTo>
                  <a:pt x="188695" y="96614"/>
                  <a:pt x="190440" y="90871"/>
                  <a:pt x="192692" y="84284"/>
                </a:cubicBezTo>
                <a:lnTo>
                  <a:pt x="221997" y="7010"/>
                </a:lnTo>
                <a:lnTo>
                  <a:pt x="255610" y="7010"/>
                </a:lnTo>
                <a:lnTo>
                  <a:pt x="255610" y="131324"/>
                </a:lnTo>
                <a:lnTo>
                  <a:pt x="231794" y="131324"/>
                </a:lnTo>
                <a:close/>
                <a:moveTo>
                  <a:pt x="285115" y="48223"/>
                </a:moveTo>
                <a:cubicBezTo>
                  <a:pt x="289112" y="45914"/>
                  <a:pt x="294292" y="44042"/>
                  <a:pt x="300654" y="42607"/>
                </a:cubicBezTo>
                <a:cubicBezTo>
                  <a:pt x="307017" y="41171"/>
                  <a:pt x="312731" y="40453"/>
                  <a:pt x="317798" y="40453"/>
                </a:cubicBezTo>
                <a:cubicBezTo>
                  <a:pt x="341783" y="40453"/>
                  <a:pt x="353775" y="52614"/>
                  <a:pt x="353775" y="76937"/>
                </a:cubicBezTo>
                <a:lnTo>
                  <a:pt x="353775" y="131324"/>
                </a:lnTo>
                <a:lnTo>
                  <a:pt x="331311" y="131324"/>
                </a:lnTo>
                <a:lnTo>
                  <a:pt x="331311" y="118234"/>
                </a:lnTo>
                <a:lnTo>
                  <a:pt x="330889" y="118234"/>
                </a:lnTo>
                <a:cubicBezTo>
                  <a:pt x="324921" y="128425"/>
                  <a:pt x="316053" y="133520"/>
                  <a:pt x="304286" y="133520"/>
                </a:cubicBezTo>
                <a:cubicBezTo>
                  <a:pt x="295728" y="133520"/>
                  <a:pt x="288944" y="131113"/>
                  <a:pt x="283933" y="126299"/>
                </a:cubicBezTo>
                <a:cubicBezTo>
                  <a:pt x="278922" y="121486"/>
                  <a:pt x="276416" y="115025"/>
                  <a:pt x="276416" y="106917"/>
                </a:cubicBezTo>
                <a:cubicBezTo>
                  <a:pt x="276416" y="89971"/>
                  <a:pt x="286494" y="80146"/>
                  <a:pt x="306651" y="77443"/>
                </a:cubicBezTo>
                <a:lnTo>
                  <a:pt x="331395" y="74065"/>
                </a:lnTo>
                <a:cubicBezTo>
                  <a:pt x="331395" y="62749"/>
                  <a:pt x="325878" y="57090"/>
                  <a:pt x="314842" y="57090"/>
                </a:cubicBezTo>
                <a:cubicBezTo>
                  <a:pt x="304314" y="57090"/>
                  <a:pt x="294405" y="60384"/>
                  <a:pt x="285115" y="66971"/>
                </a:cubicBezTo>
                <a:lnTo>
                  <a:pt x="285115" y="48223"/>
                </a:lnTo>
                <a:moveTo>
                  <a:pt x="313745" y="90787"/>
                </a:moveTo>
                <a:cubicBezTo>
                  <a:pt x="303610" y="92082"/>
                  <a:pt x="298543" y="96614"/>
                  <a:pt x="298543" y="104384"/>
                </a:cubicBezTo>
                <a:cubicBezTo>
                  <a:pt x="298543" y="107875"/>
                  <a:pt x="299754" y="110718"/>
                  <a:pt x="302175" y="112914"/>
                </a:cubicBezTo>
                <a:cubicBezTo>
                  <a:pt x="304596" y="115109"/>
                  <a:pt x="307861" y="116207"/>
                  <a:pt x="311971" y="116207"/>
                </a:cubicBezTo>
                <a:cubicBezTo>
                  <a:pt x="317601" y="116207"/>
                  <a:pt x="322246" y="114223"/>
                  <a:pt x="325906" y="110253"/>
                </a:cubicBezTo>
                <a:cubicBezTo>
                  <a:pt x="329565" y="106284"/>
                  <a:pt x="331395" y="101287"/>
                  <a:pt x="331395" y="95263"/>
                </a:cubicBezTo>
                <a:lnTo>
                  <a:pt x="331395" y="88507"/>
                </a:lnTo>
                <a:lnTo>
                  <a:pt x="313745" y="90787"/>
                </a:lnTo>
                <a:close/>
                <a:moveTo>
                  <a:pt x="376583" y="131324"/>
                </a:moveTo>
                <a:lnTo>
                  <a:pt x="376583" y="0"/>
                </a:lnTo>
                <a:lnTo>
                  <a:pt x="400061" y="0"/>
                </a:lnTo>
                <a:lnTo>
                  <a:pt x="400061" y="131324"/>
                </a:lnTo>
                <a:lnTo>
                  <a:pt x="376583" y="131324"/>
                </a:lnTo>
                <a:close/>
                <a:moveTo>
                  <a:pt x="422116" y="13344"/>
                </a:moveTo>
                <a:cubicBezTo>
                  <a:pt x="422116" y="9740"/>
                  <a:pt x="423397" y="6728"/>
                  <a:pt x="425959" y="4307"/>
                </a:cubicBezTo>
                <a:cubicBezTo>
                  <a:pt x="428520" y="1886"/>
                  <a:pt x="431828" y="676"/>
                  <a:pt x="435882" y="676"/>
                </a:cubicBezTo>
                <a:cubicBezTo>
                  <a:pt x="439823" y="676"/>
                  <a:pt x="443117" y="1872"/>
                  <a:pt x="445763" y="4265"/>
                </a:cubicBezTo>
                <a:cubicBezTo>
                  <a:pt x="448409" y="6658"/>
                  <a:pt x="449732" y="9684"/>
                  <a:pt x="449732" y="13344"/>
                </a:cubicBezTo>
                <a:cubicBezTo>
                  <a:pt x="449732" y="17003"/>
                  <a:pt x="448423" y="20044"/>
                  <a:pt x="445805" y="22464"/>
                </a:cubicBezTo>
                <a:cubicBezTo>
                  <a:pt x="443187" y="24885"/>
                  <a:pt x="439879" y="26096"/>
                  <a:pt x="435882" y="26096"/>
                </a:cubicBezTo>
                <a:cubicBezTo>
                  <a:pt x="431884" y="26096"/>
                  <a:pt x="428591" y="24857"/>
                  <a:pt x="426001" y="22380"/>
                </a:cubicBezTo>
                <a:cubicBezTo>
                  <a:pt x="423411" y="19903"/>
                  <a:pt x="422116" y="16891"/>
                  <a:pt x="422116" y="13344"/>
                </a:cubicBezTo>
                <a:moveTo>
                  <a:pt x="423974" y="131324"/>
                </a:moveTo>
                <a:lnTo>
                  <a:pt x="423974" y="42564"/>
                </a:lnTo>
                <a:lnTo>
                  <a:pt x="447452" y="42564"/>
                </a:lnTo>
                <a:lnTo>
                  <a:pt x="447452" y="131324"/>
                </a:lnTo>
                <a:lnTo>
                  <a:pt x="423974" y="131324"/>
                </a:lnTo>
                <a:close/>
                <a:moveTo>
                  <a:pt x="536377" y="127862"/>
                </a:moveTo>
                <a:cubicBezTo>
                  <a:pt x="530015" y="131634"/>
                  <a:pt x="521316" y="133520"/>
                  <a:pt x="510281" y="133520"/>
                </a:cubicBezTo>
                <a:cubicBezTo>
                  <a:pt x="496994" y="133520"/>
                  <a:pt x="486226" y="129424"/>
                  <a:pt x="477978" y="121232"/>
                </a:cubicBezTo>
                <a:cubicBezTo>
                  <a:pt x="469730" y="113040"/>
                  <a:pt x="465606" y="102329"/>
                  <a:pt x="465606" y="89098"/>
                </a:cubicBezTo>
                <a:cubicBezTo>
                  <a:pt x="465606" y="74009"/>
                  <a:pt x="470025" y="62129"/>
                  <a:pt x="478865" y="53459"/>
                </a:cubicBezTo>
                <a:cubicBezTo>
                  <a:pt x="487704" y="44788"/>
                  <a:pt x="499499" y="40453"/>
                  <a:pt x="514251" y="40453"/>
                </a:cubicBezTo>
                <a:cubicBezTo>
                  <a:pt x="523878" y="40453"/>
                  <a:pt x="531254" y="41861"/>
                  <a:pt x="536377" y="44676"/>
                </a:cubicBezTo>
                <a:lnTo>
                  <a:pt x="536377" y="65367"/>
                </a:lnTo>
                <a:cubicBezTo>
                  <a:pt x="530409" y="60975"/>
                  <a:pt x="523822" y="58779"/>
                  <a:pt x="516615" y="58779"/>
                </a:cubicBezTo>
                <a:cubicBezTo>
                  <a:pt x="508395" y="58779"/>
                  <a:pt x="501808" y="61355"/>
                  <a:pt x="496853" y="66507"/>
                </a:cubicBezTo>
                <a:cubicBezTo>
                  <a:pt x="491899" y="71658"/>
                  <a:pt x="489421" y="78626"/>
                  <a:pt x="489421" y="87409"/>
                </a:cubicBezTo>
                <a:cubicBezTo>
                  <a:pt x="489421" y="96079"/>
                  <a:pt x="491758" y="102864"/>
                  <a:pt x="496431" y="107762"/>
                </a:cubicBezTo>
                <a:cubicBezTo>
                  <a:pt x="501104" y="112660"/>
                  <a:pt x="507522" y="115109"/>
                  <a:pt x="515686" y="115109"/>
                </a:cubicBezTo>
                <a:cubicBezTo>
                  <a:pt x="522837" y="115109"/>
                  <a:pt x="529734" y="112857"/>
                  <a:pt x="536377" y="108353"/>
                </a:cubicBezTo>
                <a:lnTo>
                  <a:pt x="536377" y="127862"/>
                </a:lnTo>
                <a:close/>
                <a:moveTo>
                  <a:pt x="553046" y="13344"/>
                </a:moveTo>
                <a:cubicBezTo>
                  <a:pt x="553046" y="9740"/>
                  <a:pt x="554327" y="6728"/>
                  <a:pt x="556889" y="4307"/>
                </a:cubicBezTo>
                <a:cubicBezTo>
                  <a:pt x="559451" y="1886"/>
                  <a:pt x="562758" y="676"/>
                  <a:pt x="566812" y="676"/>
                </a:cubicBezTo>
                <a:cubicBezTo>
                  <a:pt x="570753" y="676"/>
                  <a:pt x="574047" y="1872"/>
                  <a:pt x="576693" y="4265"/>
                </a:cubicBezTo>
                <a:cubicBezTo>
                  <a:pt x="579339" y="6658"/>
                  <a:pt x="580662" y="9684"/>
                  <a:pt x="580662" y="13344"/>
                </a:cubicBezTo>
                <a:cubicBezTo>
                  <a:pt x="580662" y="17003"/>
                  <a:pt x="579353" y="20044"/>
                  <a:pt x="576735" y="22464"/>
                </a:cubicBezTo>
                <a:cubicBezTo>
                  <a:pt x="574117" y="24885"/>
                  <a:pt x="570810" y="26096"/>
                  <a:pt x="566812" y="26096"/>
                </a:cubicBezTo>
                <a:cubicBezTo>
                  <a:pt x="562815" y="26096"/>
                  <a:pt x="559521" y="24857"/>
                  <a:pt x="556931" y="22380"/>
                </a:cubicBezTo>
                <a:cubicBezTo>
                  <a:pt x="554341" y="19903"/>
                  <a:pt x="553046" y="16891"/>
                  <a:pt x="553046" y="13344"/>
                </a:cubicBezTo>
                <a:moveTo>
                  <a:pt x="554904" y="131324"/>
                </a:moveTo>
                <a:lnTo>
                  <a:pt x="554904" y="42564"/>
                </a:lnTo>
                <a:lnTo>
                  <a:pt x="578382" y="42564"/>
                </a:lnTo>
                <a:lnTo>
                  <a:pt x="578382" y="131324"/>
                </a:lnTo>
                <a:lnTo>
                  <a:pt x="554904" y="131324"/>
                </a:lnTo>
                <a:close/>
                <a:moveTo>
                  <a:pt x="597228" y="87493"/>
                </a:moveTo>
                <a:cubicBezTo>
                  <a:pt x="597228" y="72967"/>
                  <a:pt x="601507" y="61496"/>
                  <a:pt x="610065" y="53079"/>
                </a:cubicBezTo>
                <a:cubicBezTo>
                  <a:pt x="618623" y="44662"/>
                  <a:pt x="630221" y="40453"/>
                  <a:pt x="644859" y="40453"/>
                </a:cubicBezTo>
                <a:cubicBezTo>
                  <a:pt x="658991" y="40453"/>
                  <a:pt x="670153" y="44577"/>
                  <a:pt x="678345" y="52825"/>
                </a:cubicBezTo>
                <a:cubicBezTo>
                  <a:pt x="686537" y="61074"/>
                  <a:pt x="690633" y="72123"/>
                  <a:pt x="690633" y="85973"/>
                </a:cubicBezTo>
                <a:cubicBezTo>
                  <a:pt x="690633" y="100386"/>
                  <a:pt x="686396" y="111914"/>
                  <a:pt x="677923" y="120557"/>
                </a:cubicBezTo>
                <a:cubicBezTo>
                  <a:pt x="669449" y="129199"/>
                  <a:pt x="657978" y="133520"/>
                  <a:pt x="643508" y="133520"/>
                </a:cubicBezTo>
                <a:cubicBezTo>
                  <a:pt x="629320" y="133520"/>
                  <a:pt x="618060" y="129368"/>
                  <a:pt x="609727" y="121063"/>
                </a:cubicBezTo>
                <a:cubicBezTo>
                  <a:pt x="601394" y="112759"/>
                  <a:pt x="597228" y="101569"/>
                  <a:pt x="597228" y="87493"/>
                </a:cubicBezTo>
                <a:moveTo>
                  <a:pt x="621044" y="87155"/>
                </a:moveTo>
                <a:cubicBezTo>
                  <a:pt x="621044" y="105791"/>
                  <a:pt x="628785" y="115109"/>
                  <a:pt x="644268" y="115109"/>
                </a:cubicBezTo>
                <a:cubicBezTo>
                  <a:pt x="659188" y="115109"/>
                  <a:pt x="666648" y="105566"/>
                  <a:pt x="666648" y="86480"/>
                </a:cubicBezTo>
                <a:cubicBezTo>
                  <a:pt x="666648" y="68013"/>
                  <a:pt x="659160" y="58779"/>
                  <a:pt x="644184" y="58779"/>
                </a:cubicBezTo>
                <a:cubicBezTo>
                  <a:pt x="636864" y="58779"/>
                  <a:pt x="631178" y="61299"/>
                  <a:pt x="627124" y="66338"/>
                </a:cubicBezTo>
                <a:cubicBezTo>
                  <a:pt x="623070" y="71377"/>
                  <a:pt x="621044" y="78316"/>
                  <a:pt x="621044" y="87155"/>
                </a:cubicBezTo>
                <a:close/>
                <a:moveTo>
                  <a:pt x="790605" y="131324"/>
                </a:moveTo>
                <a:lnTo>
                  <a:pt x="767127" y="131324"/>
                </a:lnTo>
                <a:lnTo>
                  <a:pt x="767127" y="117643"/>
                </a:lnTo>
                <a:lnTo>
                  <a:pt x="766704" y="117643"/>
                </a:lnTo>
                <a:cubicBezTo>
                  <a:pt x="760173" y="128228"/>
                  <a:pt x="751109" y="133520"/>
                  <a:pt x="739511" y="133520"/>
                </a:cubicBezTo>
                <a:cubicBezTo>
                  <a:pt x="718735" y="133520"/>
                  <a:pt x="708348" y="121021"/>
                  <a:pt x="708348" y="96023"/>
                </a:cubicBezTo>
                <a:lnTo>
                  <a:pt x="708348" y="42564"/>
                </a:lnTo>
                <a:lnTo>
                  <a:pt x="731910" y="42564"/>
                </a:lnTo>
                <a:lnTo>
                  <a:pt x="731910" y="93574"/>
                </a:lnTo>
                <a:cubicBezTo>
                  <a:pt x="731910" y="107931"/>
                  <a:pt x="737484" y="115109"/>
                  <a:pt x="748632" y="115109"/>
                </a:cubicBezTo>
                <a:cubicBezTo>
                  <a:pt x="754093" y="115109"/>
                  <a:pt x="758541" y="113153"/>
                  <a:pt x="761975" y="109240"/>
                </a:cubicBezTo>
                <a:cubicBezTo>
                  <a:pt x="765410" y="105327"/>
                  <a:pt x="767127" y="100077"/>
                  <a:pt x="767127" y="93489"/>
                </a:cubicBezTo>
                <a:lnTo>
                  <a:pt x="767127" y="42564"/>
                </a:lnTo>
                <a:lnTo>
                  <a:pt x="790605" y="42564"/>
                </a:lnTo>
                <a:lnTo>
                  <a:pt x="790605" y="131324"/>
                </a:lnTo>
                <a:close/>
                <a:moveTo>
                  <a:pt x="812071" y="108522"/>
                </a:moveTo>
                <a:cubicBezTo>
                  <a:pt x="820854" y="114040"/>
                  <a:pt x="829525" y="116798"/>
                  <a:pt x="838083" y="116798"/>
                </a:cubicBezTo>
                <a:cubicBezTo>
                  <a:pt x="849118" y="116798"/>
                  <a:pt x="854636" y="113674"/>
                  <a:pt x="854636" y="107424"/>
                </a:cubicBezTo>
                <a:cubicBezTo>
                  <a:pt x="854636" y="103089"/>
                  <a:pt x="850272" y="99429"/>
                  <a:pt x="841545" y="96445"/>
                </a:cubicBezTo>
                <a:cubicBezTo>
                  <a:pt x="828821" y="92166"/>
                  <a:pt x="820742" y="87958"/>
                  <a:pt x="817307" y="83820"/>
                </a:cubicBezTo>
                <a:cubicBezTo>
                  <a:pt x="813873" y="79681"/>
                  <a:pt x="812156" y="74375"/>
                  <a:pt x="812156" y="67900"/>
                </a:cubicBezTo>
                <a:cubicBezTo>
                  <a:pt x="812156" y="59342"/>
                  <a:pt x="815646" y="52628"/>
                  <a:pt x="822628" y="47758"/>
                </a:cubicBezTo>
                <a:cubicBezTo>
                  <a:pt x="829609" y="42888"/>
                  <a:pt x="838589" y="40453"/>
                  <a:pt x="849568" y="40453"/>
                </a:cubicBezTo>
                <a:cubicBezTo>
                  <a:pt x="857225" y="40453"/>
                  <a:pt x="864882" y="41663"/>
                  <a:pt x="872540" y="44084"/>
                </a:cubicBezTo>
                <a:lnTo>
                  <a:pt x="872540" y="63255"/>
                </a:lnTo>
                <a:cubicBezTo>
                  <a:pt x="865614" y="59145"/>
                  <a:pt x="858042" y="57090"/>
                  <a:pt x="849822" y="57090"/>
                </a:cubicBezTo>
                <a:cubicBezTo>
                  <a:pt x="845486" y="57090"/>
                  <a:pt x="841996" y="57907"/>
                  <a:pt x="839350" y="59539"/>
                </a:cubicBezTo>
                <a:cubicBezTo>
                  <a:pt x="836703" y="61172"/>
                  <a:pt x="835380" y="63340"/>
                  <a:pt x="835380" y="66042"/>
                </a:cubicBezTo>
                <a:cubicBezTo>
                  <a:pt x="835380" y="70490"/>
                  <a:pt x="839068" y="74009"/>
                  <a:pt x="846444" y="76599"/>
                </a:cubicBezTo>
                <a:cubicBezTo>
                  <a:pt x="854833" y="79639"/>
                  <a:pt x="860998" y="82187"/>
                  <a:pt x="864939" y="84242"/>
                </a:cubicBezTo>
                <a:cubicBezTo>
                  <a:pt x="868880" y="86297"/>
                  <a:pt x="871948" y="89098"/>
                  <a:pt x="874144" y="92645"/>
                </a:cubicBezTo>
                <a:cubicBezTo>
                  <a:pt x="876340" y="96192"/>
                  <a:pt x="877438" y="100358"/>
                  <a:pt x="877438" y="105144"/>
                </a:cubicBezTo>
                <a:cubicBezTo>
                  <a:pt x="877438" y="114152"/>
                  <a:pt x="873849" y="121134"/>
                  <a:pt x="866670" y="126088"/>
                </a:cubicBezTo>
                <a:cubicBezTo>
                  <a:pt x="859492" y="131043"/>
                  <a:pt x="850019" y="133520"/>
                  <a:pt x="838252" y="133520"/>
                </a:cubicBezTo>
                <a:cubicBezTo>
                  <a:pt x="828343" y="133520"/>
                  <a:pt x="819616" y="131944"/>
                  <a:pt x="812071" y="128791"/>
                </a:cubicBezTo>
                <a:lnTo>
                  <a:pt x="812071" y="108522"/>
                </a:lnTo>
                <a:close/>
                <a:moveTo>
                  <a:pt x="958438" y="131324"/>
                </a:moveTo>
                <a:lnTo>
                  <a:pt x="958438" y="7010"/>
                </a:lnTo>
                <a:lnTo>
                  <a:pt x="999651" y="7010"/>
                </a:lnTo>
                <a:cubicBezTo>
                  <a:pt x="1043680" y="7010"/>
                  <a:pt x="1065694" y="27222"/>
                  <a:pt x="1065694" y="67647"/>
                </a:cubicBezTo>
                <a:cubicBezTo>
                  <a:pt x="1065694" y="86902"/>
                  <a:pt x="1059486" y="102329"/>
                  <a:pt x="1047072" y="113927"/>
                </a:cubicBezTo>
                <a:cubicBezTo>
                  <a:pt x="1034657" y="125525"/>
                  <a:pt x="1018681" y="131324"/>
                  <a:pt x="999145" y="131324"/>
                </a:cubicBezTo>
                <a:lnTo>
                  <a:pt x="958438" y="131324"/>
                </a:lnTo>
                <a:moveTo>
                  <a:pt x="982507" y="27025"/>
                </a:moveTo>
                <a:lnTo>
                  <a:pt x="982507" y="111393"/>
                </a:lnTo>
                <a:lnTo>
                  <a:pt x="997709" y="111393"/>
                </a:lnTo>
                <a:cubicBezTo>
                  <a:pt x="1011053" y="111393"/>
                  <a:pt x="1021497" y="107523"/>
                  <a:pt x="1029041" y="99781"/>
                </a:cubicBezTo>
                <a:cubicBezTo>
                  <a:pt x="1036586" y="92040"/>
                  <a:pt x="1040358" y="81441"/>
                  <a:pt x="1040358" y="67985"/>
                </a:cubicBezTo>
                <a:cubicBezTo>
                  <a:pt x="1040358" y="54754"/>
                  <a:pt x="1036586" y="44619"/>
                  <a:pt x="1029041" y="37582"/>
                </a:cubicBezTo>
                <a:cubicBezTo>
                  <a:pt x="1021497" y="30544"/>
                  <a:pt x="1011109" y="27025"/>
                  <a:pt x="997878" y="27025"/>
                </a:cubicBezTo>
                <a:lnTo>
                  <a:pt x="982507" y="27025"/>
                </a:lnTo>
                <a:close/>
                <a:moveTo>
                  <a:pt x="1080131" y="87493"/>
                </a:moveTo>
                <a:cubicBezTo>
                  <a:pt x="1080131" y="72967"/>
                  <a:pt x="1084410" y="61496"/>
                  <a:pt x="1092968" y="53079"/>
                </a:cubicBezTo>
                <a:cubicBezTo>
                  <a:pt x="1101526" y="44662"/>
                  <a:pt x="1113124" y="40453"/>
                  <a:pt x="1127762" y="40453"/>
                </a:cubicBezTo>
                <a:cubicBezTo>
                  <a:pt x="1141894" y="40453"/>
                  <a:pt x="1153056" y="44577"/>
                  <a:pt x="1161248" y="52825"/>
                </a:cubicBezTo>
                <a:cubicBezTo>
                  <a:pt x="1169440" y="61074"/>
                  <a:pt x="1173536" y="72123"/>
                  <a:pt x="1173536" y="85973"/>
                </a:cubicBezTo>
                <a:cubicBezTo>
                  <a:pt x="1173536" y="100386"/>
                  <a:pt x="1169299" y="111914"/>
                  <a:pt x="1160826" y="120557"/>
                </a:cubicBezTo>
                <a:cubicBezTo>
                  <a:pt x="1152352" y="129199"/>
                  <a:pt x="1140881" y="133520"/>
                  <a:pt x="1126411" y="133520"/>
                </a:cubicBezTo>
                <a:cubicBezTo>
                  <a:pt x="1112223" y="133520"/>
                  <a:pt x="1100962" y="129368"/>
                  <a:pt x="1092630" y="121063"/>
                </a:cubicBezTo>
                <a:cubicBezTo>
                  <a:pt x="1084297" y="112759"/>
                  <a:pt x="1080131" y="101569"/>
                  <a:pt x="1080131" y="87493"/>
                </a:cubicBezTo>
                <a:moveTo>
                  <a:pt x="1103946" y="87155"/>
                </a:moveTo>
                <a:cubicBezTo>
                  <a:pt x="1103946" y="105791"/>
                  <a:pt x="1111688" y="115109"/>
                  <a:pt x="1127171" y="115109"/>
                </a:cubicBezTo>
                <a:cubicBezTo>
                  <a:pt x="1142091" y="115109"/>
                  <a:pt x="1149551" y="105566"/>
                  <a:pt x="1149551" y="86480"/>
                </a:cubicBezTo>
                <a:cubicBezTo>
                  <a:pt x="1149551" y="68013"/>
                  <a:pt x="1142063" y="58779"/>
                  <a:pt x="1127087" y="58779"/>
                </a:cubicBezTo>
                <a:cubicBezTo>
                  <a:pt x="1119767" y="58779"/>
                  <a:pt x="1114081" y="61299"/>
                  <a:pt x="1110027" y="66338"/>
                </a:cubicBezTo>
                <a:cubicBezTo>
                  <a:pt x="1105973" y="71377"/>
                  <a:pt x="1103946" y="78316"/>
                  <a:pt x="1103946" y="87155"/>
                </a:cubicBezTo>
                <a:close/>
                <a:moveTo>
                  <a:pt x="1258137" y="127862"/>
                </a:moveTo>
                <a:cubicBezTo>
                  <a:pt x="1251775" y="131634"/>
                  <a:pt x="1243076" y="133520"/>
                  <a:pt x="1232041" y="133520"/>
                </a:cubicBezTo>
                <a:cubicBezTo>
                  <a:pt x="1218754" y="133520"/>
                  <a:pt x="1207986" y="129424"/>
                  <a:pt x="1199738" y="121232"/>
                </a:cubicBezTo>
                <a:cubicBezTo>
                  <a:pt x="1191490" y="113040"/>
                  <a:pt x="1187366" y="102329"/>
                  <a:pt x="1187366" y="89098"/>
                </a:cubicBezTo>
                <a:cubicBezTo>
                  <a:pt x="1187366" y="74009"/>
                  <a:pt x="1191785" y="62129"/>
                  <a:pt x="1200625" y="53459"/>
                </a:cubicBezTo>
                <a:cubicBezTo>
                  <a:pt x="1209464" y="44788"/>
                  <a:pt x="1221259" y="40453"/>
                  <a:pt x="1236010" y="40453"/>
                </a:cubicBezTo>
                <a:cubicBezTo>
                  <a:pt x="1245638" y="40453"/>
                  <a:pt x="1253014" y="41861"/>
                  <a:pt x="1258137" y="44676"/>
                </a:cubicBezTo>
                <a:lnTo>
                  <a:pt x="1258137" y="65367"/>
                </a:lnTo>
                <a:cubicBezTo>
                  <a:pt x="1252169" y="60975"/>
                  <a:pt x="1245582" y="58779"/>
                  <a:pt x="1238375" y="58779"/>
                </a:cubicBezTo>
                <a:cubicBezTo>
                  <a:pt x="1230155" y="58779"/>
                  <a:pt x="1223568" y="61355"/>
                  <a:pt x="1218613" y="66507"/>
                </a:cubicBezTo>
                <a:cubicBezTo>
                  <a:pt x="1213659" y="71658"/>
                  <a:pt x="1211181" y="78626"/>
                  <a:pt x="1211181" y="87409"/>
                </a:cubicBezTo>
                <a:cubicBezTo>
                  <a:pt x="1211181" y="96079"/>
                  <a:pt x="1213518" y="102864"/>
                  <a:pt x="1218191" y="107762"/>
                </a:cubicBezTo>
                <a:cubicBezTo>
                  <a:pt x="1222864" y="112660"/>
                  <a:pt x="1229282" y="115109"/>
                  <a:pt x="1237446" y="115109"/>
                </a:cubicBezTo>
                <a:cubicBezTo>
                  <a:pt x="1244597" y="115109"/>
                  <a:pt x="1251494" y="112857"/>
                  <a:pt x="1258137" y="108353"/>
                </a:cubicBezTo>
                <a:lnTo>
                  <a:pt x="1258137" y="127862"/>
                </a:lnTo>
                <a:close/>
                <a:moveTo>
                  <a:pt x="1357739" y="131324"/>
                </a:moveTo>
                <a:lnTo>
                  <a:pt x="1334261" y="131324"/>
                </a:lnTo>
                <a:lnTo>
                  <a:pt x="1334261" y="117643"/>
                </a:lnTo>
                <a:lnTo>
                  <a:pt x="1333839" y="117643"/>
                </a:lnTo>
                <a:cubicBezTo>
                  <a:pt x="1327307" y="128228"/>
                  <a:pt x="1318243" y="133520"/>
                  <a:pt x="1306645" y="133520"/>
                </a:cubicBezTo>
                <a:cubicBezTo>
                  <a:pt x="1285869" y="133520"/>
                  <a:pt x="1275482" y="121021"/>
                  <a:pt x="1275482" y="96023"/>
                </a:cubicBezTo>
                <a:lnTo>
                  <a:pt x="1275482" y="42564"/>
                </a:lnTo>
                <a:lnTo>
                  <a:pt x="1299044" y="42564"/>
                </a:lnTo>
                <a:lnTo>
                  <a:pt x="1299044" y="93574"/>
                </a:lnTo>
                <a:cubicBezTo>
                  <a:pt x="1299044" y="107931"/>
                  <a:pt x="1304618" y="115109"/>
                  <a:pt x="1315766" y="115109"/>
                </a:cubicBezTo>
                <a:cubicBezTo>
                  <a:pt x="1321227" y="115109"/>
                  <a:pt x="1325675" y="113153"/>
                  <a:pt x="1329109" y="109240"/>
                </a:cubicBezTo>
                <a:cubicBezTo>
                  <a:pt x="1332544" y="105327"/>
                  <a:pt x="1334261" y="100077"/>
                  <a:pt x="1334261" y="93489"/>
                </a:cubicBezTo>
                <a:lnTo>
                  <a:pt x="1334261" y="42564"/>
                </a:lnTo>
                <a:lnTo>
                  <a:pt x="1357739" y="42564"/>
                </a:lnTo>
                <a:lnTo>
                  <a:pt x="1357739" y="131324"/>
                </a:lnTo>
                <a:close/>
                <a:moveTo>
                  <a:pt x="1518721" y="131324"/>
                </a:moveTo>
                <a:lnTo>
                  <a:pt x="1495244" y="131324"/>
                </a:lnTo>
                <a:lnTo>
                  <a:pt x="1495244" y="80653"/>
                </a:lnTo>
                <a:cubicBezTo>
                  <a:pt x="1495244" y="66070"/>
                  <a:pt x="1489951" y="58779"/>
                  <a:pt x="1479366" y="58779"/>
                </a:cubicBezTo>
                <a:cubicBezTo>
                  <a:pt x="1474468" y="58779"/>
                  <a:pt x="1470372" y="60989"/>
                  <a:pt x="1467079" y="65409"/>
                </a:cubicBezTo>
                <a:cubicBezTo>
                  <a:pt x="1463785" y="69828"/>
                  <a:pt x="1462138" y="75135"/>
                  <a:pt x="1462138" y="81328"/>
                </a:cubicBezTo>
                <a:lnTo>
                  <a:pt x="1462138" y="131324"/>
                </a:lnTo>
                <a:lnTo>
                  <a:pt x="1438660" y="131324"/>
                </a:lnTo>
                <a:lnTo>
                  <a:pt x="1438660" y="79724"/>
                </a:lnTo>
                <a:cubicBezTo>
                  <a:pt x="1438660" y="65761"/>
                  <a:pt x="1433396" y="58779"/>
                  <a:pt x="1422867" y="58779"/>
                </a:cubicBezTo>
                <a:cubicBezTo>
                  <a:pt x="1417857" y="58779"/>
                  <a:pt x="1413747" y="60848"/>
                  <a:pt x="1410537" y="64987"/>
                </a:cubicBezTo>
                <a:cubicBezTo>
                  <a:pt x="1407328" y="69125"/>
                  <a:pt x="1405723" y="74656"/>
                  <a:pt x="1405723" y="81582"/>
                </a:cubicBezTo>
                <a:lnTo>
                  <a:pt x="1405723" y="131324"/>
                </a:lnTo>
                <a:lnTo>
                  <a:pt x="1382161" y="131324"/>
                </a:lnTo>
                <a:lnTo>
                  <a:pt x="1382161" y="42564"/>
                </a:lnTo>
                <a:lnTo>
                  <a:pt x="1405723" y="42564"/>
                </a:lnTo>
                <a:lnTo>
                  <a:pt x="1405723" y="56583"/>
                </a:lnTo>
                <a:lnTo>
                  <a:pt x="1405977" y="56583"/>
                </a:lnTo>
                <a:cubicBezTo>
                  <a:pt x="1412620" y="45830"/>
                  <a:pt x="1422107" y="40453"/>
                  <a:pt x="1434437" y="40453"/>
                </a:cubicBezTo>
                <a:cubicBezTo>
                  <a:pt x="1446937" y="40453"/>
                  <a:pt x="1455438" y="46139"/>
                  <a:pt x="1459942" y="57512"/>
                </a:cubicBezTo>
                <a:cubicBezTo>
                  <a:pt x="1466698" y="46139"/>
                  <a:pt x="1476579" y="40453"/>
                  <a:pt x="1489585" y="40453"/>
                </a:cubicBezTo>
                <a:cubicBezTo>
                  <a:pt x="1509009" y="40453"/>
                  <a:pt x="1518721" y="52389"/>
                  <a:pt x="1518721" y="76261"/>
                </a:cubicBezTo>
                <a:lnTo>
                  <a:pt x="1518721" y="131324"/>
                </a:lnTo>
                <a:close/>
                <a:moveTo>
                  <a:pt x="1619424" y="93574"/>
                </a:moveTo>
                <a:lnTo>
                  <a:pt x="1560138" y="93574"/>
                </a:lnTo>
                <a:cubicBezTo>
                  <a:pt x="1561095" y="108663"/>
                  <a:pt x="1569653" y="116207"/>
                  <a:pt x="1585811" y="116207"/>
                </a:cubicBezTo>
                <a:cubicBezTo>
                  <a:pt x="1595664" y="116207"/>
                  <a:pt x="1604447" y="113617"/>
                  <a:pt x="1612161" y="108438"/>
                </a:cubicBezTo>
                <a:lnTo>
                  <a:pt x="1612161" y="126342"/>
                </a:lnTo>
                <a:cubicBezTo>
                  <a:pt x="1603941" y="131127"/>
                  <a:pt x="1593384" y="133520"/>
                  <a:pt x="1580491" y="133520"/>
                </a:cubicBezTo>
                <a:cubicBezTo>
                  <a:pt x="1566697" y="133520"/>
                  <a:pt x="1555957" y="129523"/>
                  <a:pt x="1548272" y="121528"/>
                </a:cubicBezTo>
                <a:cubicBezTo>
                  <a:pt x="1540587" y="113533"/>
                  <a:pt x="1536744" y="102357"/>
                  <a:pt x="1536744" y="88000"/>
                </a:cubicBezTo>
                <a:cubicBezTo>
                  <a:pt x="1536744" y="73924"/>
                  <a:pt x="1540868" y="62481"/>
                  <a:pt x="1549116" y="53670"/>
                </a:cubicBezTo>
                <a:cubicBezTo>
                  <a:pt x="1557365" y="44859"/>
                  <a:pt x="1567682" y="40453"/>
                  <a:pt x="1580068" y="40453"/>
                </a:cubicBezTo>
                <a:cubicBezTo>
                  <a:pt x="1592455" y="40453"/>
                  <a:pt x="1602111" y="44253"/>
                  <a:pt x="1609036" y="51854"/>
                </a:cubicBezTo>
                <a:cubicBezTo>
                  <a:pt x="1615961" y="59455"/>
                  <a:pt x="1619424" y="69899"/>
                  <a:pt x="1619424" y="83186"/>
                </a:cubicBezTo>
                <a:lnTo>
                  <a:pt x="1619424" y="93574"/>
                </a:lnTo>
                <a:moveTo>
                  <a:pt x="1597212" y="78119"/>
                </a:moveTo>
                <a:cubicBezTo>
                  <a:pt x="1597212" y="64043"/>
                  <a:pt x="1591413" y="57006"/>
                  <a:pt x="1579815" y="57006"/>
                </a:cubicBezTo>
                <a:cubicBezTo>
                  <a:pt x="1574973" y="57006"/>
                  <a:pt x="1570708" y="58920"/>
                  <a:pt x="1567020" y="62749"/>
                </a:cubicBezTo>
                <a:cubicBezTo>
                  <a:pt x="1563333" y="66577"/>
                  <a:pt x="1561038" y="71701"/>
                  <a:pt x="1560138" y="78119"/>
                </a:cubicBezTo>
                <a:lnTo>
                  <a:pt x="1597212" y="78119"/>
                </a:lnTo>
                <a:close/>
                <a:moveTo>
                  <a:pt x="1719968" y="131324"/>
                </a:moveTo>
                <a:lnTo>
                  <a:pt x="1696490" y="131324"/>
                </a:lnTo>
                <a:lnTo>
                  <a:pt x="1696490" y="81582"/>
                </a:lnTo>
                <a:cubicBezTo>
                  <a:pt x="1696490" y="66380"/>
                  <a:pt x="1691000" y="58779"/>
                  <a:pt x="1680022" y="58779"/>
                </a:cubicBezTo>
                <a:cubicBezTo>
                  <a:pt x="1674504" y="58779"/>
                  <a:pt x="1670014" y="60848"/>
                  <a:pt x="1666551" y="64987"/>
                </a:cubicBezTo>
                <a:cubicBezTo>
                  <a:pt x="1663089" y="69125"/>
                  <a:pt x="1661357" y="74375"/>
                  <a:pt x="1661357" y="80737"/>
                </a:cubicBezTo>
                <a:lnTo>
                  <a:pt x="1661357" y="131324"/>
                </a:lnTo>
                <a:lnTo>
                  <a:pt x="1637795" y="131324"/>
                </a:lnTo>
                <a:lnTo>
                  <a:pt x="1637795" y="42564"/>
                </a:lnTo>
                <a:lnTo>
                  <a:pt x="1661357" y="42564"/>
                </a:lnTo>
                <a:lnTo>
                  <a:pt x="1661357" y="56837"/>
                </a:lnTo>
                <a:lnTo>
                  <a:pt x="1661611" y="56837"/>
                </a:lnTo>
                <a:cubicBezTo>
                  <a:pt x="1668142" y="45914"/>
                  <a:pt x="1677741" y="40453"/>
                  <a:pt x="1690409" y="40453"/>
                </a:cubicBezTo>
                <a:cubicBezTo>
                  <a:pt x="1710115" y="40453"/>
                  <a:pt x="1719968" y="52642"/>
                  <a:pt x="1719968" y="77021"/>
                </a:cubicBezTo>
                <a:lnTo>
                  <a:pt x="1719968" y="131324"/>
                </a:lnTo>
                <a:close/>
                <a:moveTo>
                  <a:pt x="1792866" y="130395"/>
                </a:moveTo>
                <a:cubicBezTo>
                  <a:pt x="1788869" y="132422"/>
                  <a:pt x="1783295" y="133436"/>
                  <a:pt x="1776144" y="133436"/>
                </a:cubicBezTo>
                <a:cubicBezTo>
                  <a:pt x="1757959" y="133436"/>
                  <a:pt x="1748866" y="123808"/>
                  <a:pt x="1748866" y="104553"/>
                </a:cubicBezTo>
                <a:lnTo>
                  <a:pt x="1748866" y="60468"/>
                </a:lnTo>
                <a:lnTo>
                  <a:pt x="1734171" y="60468"/>
                </a:lnTo>
                <a:lnTo>
                  <a:pt x="1734171" y="42564"/>
                </a:lnTo>
                <a:lnTo>
                  <a:pt x="1748866" y="42564"/>
                </a:lnTo>
                <a:lnTo>
                  <a:pt x="1748866" y="22718"/>
                </a:lnTo>
                <a:lnTo>
                  <a:pt x="1772344" y="15877"/>
                </a:lnTo>
                <a:lnTo>
                  <a:pt x="1772344" y="42564"/>
                </a:lnTo>
                <a:lnTo>
                  <a:pt x="1792866" y="42564"/>
                </a:lnTo>
                <a:lnTo>
                  <a:pt x="1792866" y="60468"/>
                </a:lnTo>
                <a:lnTo>
                  <a:pt x="1772344" y="60468"/>
                </a:lnTo>
                <a:lnTo>
                  <a:pt x="1772344" y="100415"/>
                </a:lnTo>
                <a:cubicBezTo>
                  <a:pt x="1772344" y="110211"/>
                  <a:pt x="1776201" y="115109"/>
                  <a:pt x="1783914" y="115109"/>
                </a:cubicBezTo>
                <a:cubicBezTo>
                  <a:pt x="1787123" y="115109"/>
                  <a:pt x="1790107" y="114209"/>
                  <a:pt x="1792866" y="112407"/>
                </a:cubicBezTo>
                <a:lnTo>
                  <a:pt x="1792866" y="130395"/>
                </a:lnTo>
                <a:close/>
                <a:moveTo>
                  <a:pt x="1806415" y="108522"/>
                </a:moveTo>
                <a:cubicBezTo>
                  <a:pt x="1815198" y="114040"/>
                  <a:pt x="1823869" y="116798"/>
                  <a:pt x="1832426" y="116798"/>
                </a:cubicBezTo>
                <a:cubicBezTo>
                  <a:pt x="1843462" y="116798"/>
                  <a:pt x="1848979" y="113674"/>
                  <a:pt x="1848979" y="107424"/>
                </a:cubicBezTo>
                <a:cubicBezTo>
                  <a:pt x="1848979" y="103089"/>
                  <a:pt x="1844616" y="99429"/>
                  <a:pt x="1835889" y="96445"/>
                </a:cubicBezTo>
                <a:cubicBezTo>
                  <a:pt x="1823165" y="92166"/>
                  <a:pt x="1815085" y="87958"/>
                  <a:pt x="1811651" y="83820"/>
                </a:cubicBezTo>
                <a:cubicBezTo>
                  <a:pt x="1808217" y="79681"/>
                  <a:pt x="1806499" y="74375"/>
                  <a:pt x="1806499" y="67900"/>
                </a:cubicBezTo>
                <a:cubicBezTo>
                  <a:pt x="1806499" y="59342"/>
                  <a:pt x="1809990" y="52628"/>
                  <a:pt x="1816972" y="47758"/>
                </a:cubicBezTo>
                <a:cubicBezTo>
                  <a:pt x="1823953" y="42888"/>
                  <a:pt x="1832933" y="40453"/>
                  <a:pt x="1843912" y="40453"/>
                </a:cubicBezTo>
                <a:cubicBezTo>
                  <a:pt x="1851569" y="40453"/>
                  <a:pt x="1859226" y="41663"/>
                  <a:pt x="1866883" y="44084"/>
                </a:cubicBezTo>
                <a:lnTo>
                  <a:pt x="1866883" y="63255"/>
                </a:lnTo>
                <a:cubicBezTo>
                  <a:pt x="1859958" y="59145"/>
                  <a:pt x="1852385" y="57090"/>
                  <a:pt x="1844165" y="57090"/>
                </a:cubicBezTo>
                <a:cubicBezTo>
                  <a:pt x="1839830" y="57090"/>
                  <a:pt x="1836339" y="57907"/>
                  <a:pt x="1833693" y="59539"/>
                </a:cubicBezTo>
                <a:cubicBezTo>
                  <a:pt x="1831047" y="61172"/>
                  <a:pt x="1829724" y="63340"/>
                  <a:pt x="1829724" y="66042"/>
                </a:cubicBezTo>
                <a:cubicBezTo>
                  <a:pt x="1829724" y="70490"/>
                  <a:pt x="1833412" y="74009"/>
                  <a:pt x="1840787" y="76599"/>
                </a:cubicBezTo>
                <a:cubicBezTo>
                  <a:pt x="1849176" y="79639"/>
                  <a:pt x="1855341" y="82187"/>
                  <a:pt x="1859282" y="84242"/>
                </a:cubicBezTo>
                <a:cubicBezTo>
                  <a:pt x="1863224" y="86297"/>
                  <a:pt x="1866292" y="89098"/>
                  <a:pt x="1868488" y="92645"/>
                </a:cubicBezTo>
                <a:cubicBezTo>
                  <a:pt x="1870684" y="96192"/>
                  <a:pt x="1871782" y="100358"/>
                  <a:pt x="1871782" y="105144"/>
                </a:cubicBezTo>
                <a:cubicBezTo>
                  <a:pt x="1871782" y="114152"/>
                  <a:pt x="1868192" y="121134"/>
                  <a:pt x="1861014" y="126088"/>
                </a:cubicBezTo>
                <a:cubicBezTo>
                  <a:pt x="1853835" y="131043"/>
                  <a:pt x="1844362" y="133520"/>
                  <a:pt x="1832595" y="133520"/>
                </a:cubicBezTo>
                <a:cubicBezTo>
                  <a:pt x="1822686" y="133520"/>
                  <a:pt x="1813959" y="131944"/>
                  <a:pt x="1806415" y="128791"/>
                </a:cubicBezTo>
                <a:lnTo>
                  <a:pt x="1806415" y="108522"/>
                </a:lnTo>
                <a:close/>
                <a:moveTo>
                  <a:pt x="1977465" y="159532"/>
                </a:moveTo>
                <a:cubicBezTo>
                  <a:pt x="1958998" y="139038"/>
                  <a:pt x="1949764" y="113814"/>
                  <a:pt x="1949764" y="83862"/>
                </a:cubicBezTo>
                <a:cubicBezTo>
                  <a:pt x="1949764" y="54528"/>
                  <a:pt x="1958998" y="28911"/>
                  <a:pt x="1977465" y="7010"/>
                </a:cubicBezTo>
                <a:lnTo>
                  <a:pt x="1996889" y="7010"/>
                </a:lnTo>
                <a:cubicBezTo>
                  <a:pt x="1979210" y="29812"/>
                  <a:pt x="1970371" y="55401"/>
                  <a:pt x="1970371" y="83777"/>
                </a:cubicBezTo>
                <a:cubicBezTo>
                  <a:pt x="1970371" y="111928"/>
                  <a:pt x="1979210" y="137180"/>
                  <a:pt x="1996889" y="159532"/>
                </a:cubicBezTo>
                <a:lnTo>
                  <a:pt x="1977465" y="159532"/>
                </a:lnTo>
                <a:close/>
                <a:moveTo>
                  <a:pt x="2091275" y="20015"/>
                </a:moveTo>
                <a:cubicBezTo>
                  <a:pt x="2077932" y="44845"/>
                  <a:pt x="2068417" y="65184"/>
                  <a:pt x="2062730" y="81033"/>
                </a:cubicBezTo>
                <a:cubicBezTo>
                  <a:pt x="2057044" y="96882"/>
                  <a:pt x="2052934" y="113645"/>
                  <a:pt x="2050400" y="131324"/>
                </a:cubicBezTo>
                <a:lnTo>
                  <a:pt x="2026078" y="131324"/>
                </a:lnTo>
                <a:cubicBezTo>
                  <a:pt x="2028724" y="114715"/>
                  <a:pt x="2033270" y="97951"/>
                  <a:pt x="2039717" y="81033"/>
                </a:cubicBezTo>
                <a:cubicBezTo>
                  <a:pt x="2046163" y="64114"/>
                  <a:pt x="2055186" y="45971"/>
                  <a:pt x="2066784" y="26603"/>
                </a:cubicBezTo>
                <a:lnTo>
                  <a:pt x="2006738" y="26603"/>
                </a:lnTo>
                <a:lnTo>
                  <a:pt x="2006738" y="7010"/>
                </a:lnTo>
                <a:lnTo>
                  <a:pt x="2091275" y="7010"/>
                </a:lnTo>
                <a:lnTo>
                  <a:pt x="2091275" y="20015"/>
                </a:lnTo>
                <a:close/>
                <a:moveTo>
                  <a:pt x="2183820" y="28545"/>
                </a:moveTo>
                <a:cubicBezTo>
                  <a:pt x="2177571" y="25054"/>
                  <a:pt x="2170730" y="23309"/>
                  <a:pt x="2163298" y="23309"/>
                </a:cubicBezTo>
                <a:cubicBezTo>
                  <a:pt x="2153333" y="23309"/>
                  <a:pt x="2145408" y="27349"/>
                  <a:pt x="2139525" y="35428"/>
                </a:cubicBezTo>
                <a:cubicBezTo>
                  <a:pt x="2133641" y="43507"/>
                  <a:pt x="2130699" y="53853"/>
                  <a:pt x="2130699" y="66464"/>
                </a:cubicBezTo>
                <a:lnTo>
                  <a:pt x="2131206" y="66464"/>
                </a:lnTo>
                <a:cubicBezTo>
                  <a:pt x="2137118" y="56837"/>
                  <a:pt x="2146042" y="52023"/>
                  <a:pt x="2157978" y="52023"/>
                </a:cubicBezTo>
                <a:cubicBezTo>
                  <a:pt x="2168450" y="52023"/>
                  <a:pt x="2176783" y="55584"/>
                  <a:pt x="2182976" y="62706"/>
                </a:cubicBezTo>
                <a:cubicBezTo>
                  <a:pt x="2189169" y="69828"/>
                  <a:pt x="2192266" y="79104"/>
                  <a:pt x="2192266" y="90534"/>
                </a:cubicBezTo>
                <a:cubicBezTo>
                  <a:pt x="2192266" y="103089"/>
                  <a:pt x="2188324" y="113392"/>
                  <a:pt x="2180442" y="121443"/>
                </a:cubicBezTo>
                <a:cubicBezTo>
                  <a:pt x="2172560" y="129494"/>
                  <a:pt x="2162566" y="133520"/>
                  <a:pt x="2150461" y="133520"/>
                </a:cubicBezTo>
                <a:cubicBezTo>
                  <a:pt x="2136442" y="133520"/>
                  <a:pt x="2125731" y="128368"/>
                  <a:pt x="2118327" y="118065"/>
                </a:cubicBezTo>
                <a:cubicBezTo>
                  <a:pt x="2110923" y="107762"/>
                  <a:pt x="2107221" y="93743"/>
                  <a:pt x="2107221" y="76008"/>
                </a:cubicBezTo>
                <a:cubicBezTo>
                  <a:pt x="2107221" y="55007"/>
                  <a:pt x="2112063" y="37919"/>
                  <a:pt x="2121747" y="24745"/>
                </a:cubicBezTo>
                <a:cubicBezTo>
                  <a:pt x="2131431" y="11570"/>
                  <a:pt x="2144831" y="4983"/>
                  <a:pt x="2161947" y="4983"/>
                </a:cubicBezTo>
                <a:cubicBezTo>
                  <a:pt x="2171406" y="4983"/>
                  <a:pt x="2178697" y="6137"/>
                  <a:pt x="2183820" y="8445"/>
                </a:cubicBezTo>
                <a:lnTo>
                  <a:pt x="2183820" y="28545"/>
                </a:lnTo>
                <a:moveTo>
                  <a:pt x="2131544" y="90534"/>
                </a:moveTo>
                <a:cubicBezTo>
                  <a:pt x="2131544" y="97233"/>
                  <a:pt x="2133261" y="103004"/>
                  <a:pt x="2136696" y="107846"/>
                </a:cubicBezTo>
                <a:cubicBezTo>
                  <a:pt x="2140130" y="112688"/>
                  <a:pt x="2144747" y="115109"/>
                  <a:pt x="2150546" y="115109"/>
                </a:cubicBezTo>
                <a:cubicBezTo>
                  <a:pt x="2156232" y="115109"/>
                  <a:pt x="2160736" y="112942"/>
                  <a:pt x="2164058" y="108606"/>
                </a:cubicBezTo>
                <a:cubicBezTo>
                  <a:pt x="2167380" y="104271"/>
                  <a:pt x="2169041" y="98810"/>
                  <a:pt x="2169041" y="92223"/>
                </a:cubicBezTo>
                <a:cubicBezTo>
                  <a:pt x="2169041" y="77359"/>
                  <a:pt x="2162848" y="69927"/>
                  <a:pt x="2150461" y="69927"/>
                </a:cubicBezTo>
                <a:cubicBezTo>
                  <a:pt x="2144887" y="69927"/>
                  <a:pt x="2140341" y="71884"/>
                  <a:pt x="2136822" y="75797"/>
                </a:cubicBezTo>
                <a:cubicBezTo>
                  <a:pt x="2133303" y="79709"/>
                  <a:pt x="2131544" y="84622"/>
                  <a:pt x="2131544" y="90534"/>
                </a:cubicBezTo>
                <a:close/>
                <a:moveTo>
                  <a:pt x="2199514" y="159532"/>
                </a:moveTo>
                <a:cubicBezTo>
                  <a:pt x="2217306" y="137574"/>
                  <a:pt x="2226201" y="112322"/>
                  <a:pt x="2226201" y="83777"/>
                </a:cubicBezTo>
                <a:cubicBezTo>
                  <a:pt x="2226201" y="55514"/>
                  <a:pt x="2217306" y="29924"/>
                  <a:pt x="2199514" y="7010"/>
                </a:cubicBezTo>
                <a:lnTo>
                  <a:pt x="2219107" y="7010"/>
                </a:lnTo>
                <a:cubicBezTo>
                  <a:pt x="2237631" y="29024"/>
                  <a:pt x="2246892" y="54641"/>
                  <a:pt x="2246892" y="83862"/>
                </a:cubicBezTo>
                <a:cubicBezTo>
                  <a:pt x="2246892" y="113589"/>
                  <a:pt x="2237603" y="138812"/>
                  <a:pt x="2219023" y="159532"/>
                </a:cubicBezTo>
                <a:lnTo>
                  <a:pt x="2199514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•Government/Defense(71)">
            <a:extLst xmlns:a="http://schemas.openxmlformats.org/drawingml/2006/main">
              <a:ext uri="{FF2B5EF4-FFF2-40B4-BE49-F238E27FC236}">
                <a16:creationId xmlns:a16="http://schemas.microsoft.com/office/drawing/2014/main" id="{F96C141A-2BEB-474D-85BA-C586995D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349" y="3190455"/>
            <a:ext cx="2230512" cy="161558"/>
          </a:xfrm>
          <a:custGeom xmlns:a="http://schemas.openxmlformats.org/drawingml/2006/main">
            <a:pathLst>
              <a:path w="2230512" h="161558">
                <a:moveTo>
                  <a:pt x="0" y="72672"/>
                </a:moveTo>
                <a:cubicBezTo>
                  <a:pt x="0" y="66748"/>
                  <a:pt x="2097" y="61699"/>
                  <a:pt x="6292" y="57526"/>
                </a:cubicBezTo>
                <a:cubicBezTo>
                  <a:pt x="10486" y="53350"/>
                  <a:pt x="15511" y="51263"/>
                  <a:pt x="21367" y="51263"/>
                </a:cubicBezTo>
                <a:cubicBezTo>
                  <a:pt x="27278" y="51263"/>
                  <a:pt x="32331" y="53350"/>
                  <a:pt x="36526" y="57526"/>
                </a:cubicBezTo>
                <a:cubicBezTo>
                  <a:pt x="40720" y="61699"/>
                  <a:pt x="42818" y="66748"/>
                  <a:pt x="42818" y="72672"/>
                </a:cubicBezTo>
                <a:cubicBezTo>
                  <a:pt x="42818" y="78596"/>
                  <a:pt x="40720" y="83659"/>
                  <a:pt x="36526" y="87863"/>
                </a:cubicBezTo>
                <a:cubicBezTo>
                  <a:pt x="32331" y="92064"/>
                  <a:pt x="27278" y="94165"/>
                  <a:pt x="21367" y="94165"/>
                </a:cubicBezTo>
                <a:cubicBezTo>
                  <a:pt x="15511" y="94165"/>
                  <a:pt x="10486" y="92064"/>
                  <a:pt x="6292" y="87863"/>
                </a:cubicBezTo>
                <a:cubicBezTo>
                  <a:pt x="2097" y="83659"/>
                  <a:pt x="0" y="78596"/>
                  <a:pt x="0" y="72672"/>
                </a:cubicBezTo>
                <a:close/>
                <a:moveTo>
                  <a:pt x="217775" y="124906"/>
                </a:moveTo>
                <a:cubicBezTo>
                  <a:pt x="205557" y="132000"/>
                  <a:pt x="190806" y="135547"/>
                  <a:pt x="173521" y="135547"/>
                </a:cubicBezTo>
                <a:cubicBezTo>
                  <a:pt x="154266" y="135547"/>
                  <a:pt x="138952" y="129959"/>
                  <a:pt x="127579" y="118783"/>
                </a:cubicBezTo>
                <a:cubicBezTo>
                  <a:pt x="116206" y="107607"/>
                  <a:pt x="110520" y="92392"/>
                  <a:pt x="110520" y="73136"/>
                </a:cubicBezTo>
                <a:cubicBezTo>
                  <a:pt x="110520" y="53768"/>
                  <a:pt x="116713" y="37905"/>
                  <a:pt x="129099" y="25547"/>
                </a:cubicBezTo>
                <a:cubicBezTo>
                  <a:pt x="141486" y="13189"/>
                  <a:pt x="157870" y="7010"/>
                  <a:pt x="178251" y="7010"/>
                </a:cubicBezTo>
                <a:cubicBezTo>
                  <a:pt x="191538" y="7010"/>
                  <a:pt x="203080" y="8924"/>
                  <a:pt x="212877" y="12752"/>
                </a:cubicBezTo>
                <a:lnTo>
                  <a:pt x="212877" y="36146"/>
                </a:lnTo>
                <a:cubicBezTo>
                  <a:pt x="203305" y="30347"/>
                  <a:pt x="191538" y="27447"/>
                  <a:pt x="177575" y="27447"/>
                </a:cubicBezTo>
                <a:cubicBezTo>
                  <a:pt x="165245" y="27447"/>
                  <a:pt x="155209" y="31515"/>
                  <a:pt x="147468" y="39651"/>
                </a:cubicBezTo>
                <a:cubicBezTo>
                  <a:pt x="139726" y="47786"/>
                  <a:pt x="135855" y="58526"/>
                  <a:pt x="135855" y="71869"/>
                </a:cubicBezTo>
                <a:cubicBezTo>
                  <a:pt x="135855" y="85495"/>
                  <a:pt x="139346" y="96093"/>
                  <a:pt x="146328" y="103666"/>
                </a:cubicBezTo>
                <a:cubicBezTo>
                  <a:pt x="153309" y="111239"/>
                  <a:pt x="162880" y="115025"/>
                  <a:pt x="175042" y="115025"/>
                </a:cubicBezTo>
                <a:cubicBezTo>
                  <a:pt x="182473" y="115025"/>
                  <a:pt x="188667" y="113814"/>
                  <a:pt x="193621" y="111393"/>
                </a:cubicBezTo>
                <a:lnTo>
                  <a:pt x="193621" y="83946"/>
                </a:lnTo>
                <a:lnTo>
                  <a:pt x="168116" y="83946"/>
                </a:lnTo>
                <a:lnTo>
                  <a:pt x="168116" y="64353"/>
                </a:lnTo>
                <a:lnTo>
                  <a:pt x="217775" y="64353"/>
                </a:lnTo>
                <a:lnTo>
                  <a:pt x="217775" y="124906"/>
                </a:lnTo>
                <a:close/>
                <a:moveTo>
                  <a:pt x="234532" y="89520"/>
                </a:moveTo>
                <a:cubicBezTo>
                  <a:pt x="234532" y="74994"/>
                  <a:pt x="238811" y="63523"/>
                  <a:pt x="247368" y="55106"/>
                </a:cubicBezTo>
                <a:cubicBezTo>
                  <a:pt x="255926" y="46688"/>
                  <a:pt x="267525" y="42480"/>
                  <a:pt x="282163" y="42480"/>
                </a:cubicBezTo>
                <a:cubicBezTo>
                  <a:pt x="296295" y="42480"/>
                  <a:pt x="307457" y="46604"/>
                  <a:pt x="315649" y="54852"/>
                </a:cubicBezTo>
                <a:cubicBezTo>
                  <a:pt x="323841" y="63100"/>
                  <a:pt x="327937" y="74150"/>
                  <a:pt x="327937" y="88000"/>
                </a:cubicBezTo>
                <a:cubicBezTo>
                  <a:pt x="327937" y="102413"/>
                  <a:pt x="323700" y="113941"/>
                  <a:pt x="315226" y="122583"/>
                </a:cubicBezTo>
                <a:cubicBezTo>
                  <a:pt x="306753" y="131226"/>
                  <a:pt x="295281" y="135547"/>
                  <a:pt x="280812" y="135547"/>
                </a:cubicBezTo>
                <a:cubicBezTo>
                  <a:pt x="266624" y="135547"/>
                  <a:pt x="255363" y="131395"/>
                  <a:pt x="247031" y="123090"/>
                </a:cubicBezTo>
                <a:cubicBezTo>
                  <a:pt x="238698" y="114786"/>
                  <a:pt x="234532" y="103596"/>
                  <a:pt x="234532" y="89520"/>
                </a:cubicBezTo>
                <a:moveTo>
                  <a:pt x="258347" y="89182"/>
                </a:moveTo>
                <a:cubicBezTo>
                  <a:pt x="258347" y="107818"/>
                  <a:pt x="266089" y="117136"/>
                  <a:pt x="281572" y="117136"/>
                </a:cubicBezTo>
                <a:cubicBezTo>
                  <a:pt x="296492" y="117136"/>
                  <a:pt x="303952" y="107593"/>
                  <a:pt x="303952" y="88507"/>
                </a:cubicBezTo>
                <a:cubicBezTo>
                  <a:pt x="303952" y="70040"/>
                  <a:pt x="296464" y="60806"/>
                  <a:pt x="281487" y="60806"/>
                </a:cubicBezTo>
                <a:cubicBezTo>
                  <a:pt x="274168" y="60806"/>
                  <a:pt x="268482" y="63326"/>
                  <a:pt x="264428" y="68365"/>
                </a:cubicBezTo>
                <a:cubicBezTo>
                  <a:pt x="260374" y="73404"/>
                  <a:pt x="258347" y="80343"/>
                  <a:pt x="258347" y="89182"/>
                </a:cubicBezTo>
                <a:close/>
                <a:moveTo>
                  <a:pt x="427402" y="44591"/>
                </a:moveTo>
                <a:lnTo>
                  <a:pt x="393621" y="133351"/>
                </a:lnTo>
                <a:lnTo>
                  <a:pt x="367525" y="133351"/>
                </a:lnTo>
                <a:lnTo>
                  <a:pt x="335433" y="44591"/>
                </a:lnTo>
                <a:lnTo>
                  <a:pt x="360768" y="44591"/>
                </a:lnTo>
                <a:lnTo>
                  <a:pt x="378250" y="102188"/>
                </a:lnTo>
                <a:cubicBezTo>
                  <a:pt x="379883" y="107649"/>
                  <a:pt x="380896" y="112548"/>
                  <a:pt x="381290" y="116883"/>
                </a:cubicBezTo>
                <a:lnTo>
                  <a:pt x="381713" y="116883"/>
                </a:lnTo>
                <a:cubicBezTo>
                  <a:pt x="382163" y="112660"/>
                  <a:pt x="383177" y="107903"/>
                  <a:pt x="384753" y="102610"/>
                </a:cubicBezTo>
                <a:lnTo>
                  <a:pt x="402741" y="44591"/>
                </a:lnTo>
                <a:lnTo>
                  <a:pt x="427402" y="44591"/>
                </a:lnTo>
                <a:close/>
                <a:moveTo>
                  <a:pt x="516460" y="95601"/>
                </a:moveTo>
                <a:lnTo>
                  <a:pt x="457174" y="95601"/>
                </a:lnTo>
                <a:cubicBezTo>
                  <a:pt x="458131" y="110690"/>
                  <a:pt x="466689" y="118234"/>
                  <a:pt x="482848" y="118234"/>
                </a:cubicBezTo>
                <a:cubicBezTo>
                  <a:pt x="492701" y="118234"/>
                  <a:pt x="501484" y="115644"/>
                  <a:pt x="509197" y="110464"/>
                </a:cubicBezTo>
                <a:lnTo>
                  <a:pt x="509197" y="128368"/>
                </a:lnTo>
                <a:cubicBezTo>
                  <a:pt x="500977" y="133154"/>
                  <a:pt x="490420" y="135547"/>
                  <a:pt x="477527" y="135547"/>
                </a:cubicBezTo>
                <a:cubicBezTo>
                  <a:pt x="463733" y="135547"/>
                  <a:pt x="452994" y="131550"/>
                  <a:pt x="445308" y="123555"/>
                </a:cubicBezTo>
                <a:cubicBezTo>
                  <a:pt x="437623" y="115560"/>
                  <a:pt x="433781" y="104384"/>
                  <a:pt x="433781" y="90027"/>
                </a:cubicBezTo>
                <a:cubicBezTo>
                  <a:pt x="433781" y="75951"/>
                  <a:pt x="437905" y="64508"/>
                  <a:pt x="446153" y="55697"/>
                </a:cubicBezTo>
                <a:cubicBezTo>
                  <a:pt x="454401" y="46885"/>
                  <a:pt x="464718" y="42480"/>
                  <a:pt x="477105" y="42480"/>
                </a:cubicBezTo>
                <a:cubicBezTo>
                  <a:pt x="489491" y="42480"/>
                  <a:pt x="499147" y="46280"/>
                  <a:pt x="506072" y="53881"/>
                </a:cubicBezTo>
                <a:cubicBezTo>
                  <a:pt x="512997" y="61482"/>
                  <a:pt x="516460" y="71926"/>
                  <a:pt x="516460" y="85213"/>
                </a:cubicBezTo>
                <a:lnTo>
                  <a:pt x="516460" y="95601"/>
                </a:lnTo>
                <a:moveTo>
                  <a:pt x="494249" y="80146"/>
                </a:moveTo>
                <a:cubicBezTo>
                  <a:pt x="494249" y="66070"/>
                  <a:pt x="488450" y="59033"/>
                  <a:pt x="476852" y="59033"/>
                </a:cubicBezTo>
                <a:cubicBezTo>
                  <a:pt x="472010" y="59033"/>
                  <a:pt x="467745" y="60947"/>
                  <a:pt x="464057" y="64775"/>
                </a:cubicBezTo>
                <a:cubicBezTo>
                  <a:pt x="460369" y="68604"/>
                  <a:pt x="458075" y="73727"/>
                  <a:pt x="457174" y="80146"/>
                </a:cubicBezTo>
                <a:lnTo>
                  <a:pt x="494249" y="80146"/>
                </a:lnTo>
                <a:close/>
                <a:moveTo>
                  <a:pt x="589304" y="66296"/>
                </a:moveTo>
                <a:cubicBezTo>
                  <a:pt x="586207" y="64438"/>
                  <a:pt x="582407" y="63509"/>
                  <a:pt x="577903" y="63509"/>
                </a:cubicBezTo>
                <a:cubicBezTo>
                  <a:pt x="571991" y="63509"/>
                  <a:pt x="567262" y="65916"/>
                  <a:pt x="563715" y="70729"/>
                </a:cubicBezTo>
                <a:cubicBezTo>
                  <a:pt x="560168" y="75543"/>
                  <a:pt x="558394" y="82004"/>
                  <a:pt x="558394" y="90111"/>
                </a:cubicBezTo>
                <a:lnTo>
                  <a:pt x="558394" y="133351"/>
                </a:lnTo>
                <a:lnTo>
                  <a:pt x="534832" y="133351"/>
                </a:lnTo>
                <a:lnTo>
                  <a:pt x="534832" y="44591"/>
                </a:lnTo>
                <a:lnTo>
                  <a:pt x="558394" y="44591"/>
                </a:lnTo>
                <a:lnTo>
                  <a:pt x="558394" y="61651"/>
                </a:lnTo>
                <a:lnTo>
                  <a:pt x="558648" y="61651"/>
                </a:lnTo>
                <a:cubicBezTo>
                  <a:pt x="562983" y="49264"/>
                  <a:pt x="570781" y="43071"/>
                  <a:pt x="582041" y="43071"/>
                </a:cubicBezTo>
                <a:cubicBezTo>
                  <a:pt x="585250" y="43071"/>
                  <a:pt x="587671" y="43465"/>
                  <a:pt x="589304" y="44253"/>
                </a:cubicBezTo>
                <a:lnTo>
                  <a:pt x="589304" y="66296"/>
                </a:lnTo>
                <a:close/>
                <a:moveTo>
                  <a:pt x="685150" y="133351"/>
                </a:moveTo>
                <a:lnTo>
                  <a:pt x="661673" y="133351"/>
                </a:lnTo>
                <a:lnTo>
                  <a:pt x="661673" y="83608"/>
                </a:lnTo>
                <a:cubicBezTo>
                  <a:pt x="661673" y="68407"/>
                  <a:pt x="656183" y="60806"/>
                  <a:pt x="645204" y="60806"/>
                </a:cubicBezTo>
                <a:cubicBezTo>
                  <a:pt x="639687" y="60806"/>
                  <a:pt x="635197" y="62875"/>
                  <a:pt x="631734" y="67013"/>
                </a:cubicBezTo>
                <a:cubicBezTo>
                  <a:pt x="628271" y="71152"/>
                  <a:pt x="626540" y="76402"/>
                  <a:pt x="626540" y="82764"/>
                </a:cubicBezTo>
                <a:lnTo>
                  <a:pt x="626540" y="133351"/>
                </a:lnTo>
                <a:lnTo>
                  <a:pt x="602978" y="133351"/>
                </a:lnTo>
                <a:lnTo>
                  <a:pt x="602978" y="44591"/>
                </a:lnTo>
                <a:lnTo>
                  <a:pt x="626540" y="44591"/>
                </a:lnTo>
                <a:lnTo>
                  <a:pt x="626540" y="58864"/>
                </a:lnTo>
                <a:lnTo>
                  <a:pt x="626793" y="58864"/>
                </a:lnTo>
                <a:cubicBezTo>
                  <a:pt x="633324" y="47941"/>
                  <a:pt x="642924" y="42480"/>
                  <a:pt x="655592" y="42480"/>
                </a:cubicBezTo>
                <a:cubicBezTo>
                  <a:pt x="675298" y="42480"/>
                  <a:pt x="685150" y="54669"/>
                  <a:pt x="685150" y="79048"/>
                </a:cubicBezTo>
                <a:lnTo>
                  <a:pt x="685150" y="133351"/>
                </a:lnTo>
                <a:close/>
                <a:moveTo>
                  <a:pt x="844697" y="133351"/>
                </a:moveTo>
                <a:lnTo>
                  <a:pt x="821219" y="133351"/>
                </a:lnTo>
                <a:lnTo>
                  <a:pt x="821219" y="82679"/>
                </a:lnTo>
                <a:cubicBezTo>
                  <a:pt x="821219" y="68097"/>
                  <a:pt x="815927" y="60806"/>
                  <a:pt x="805342" y="60806"/>
                </a:cubicBezTo>
                <a:cubicBezTo>
                  <a:pt x="800444" y="60806"/>
                  <a:pt x="796348" y="63016"/>
                  <a:pt x="793054" y="67436"/>
                </a:cubicBezTo>
                <a:cubicBezTo>
                  <a:pt x="789761" y="71855"/>
                  <a:pt x="788114" y="77162"/>
                  <a:pt x="788114" y="83355"/>
                </a:cubicBezTo>
                <a:lnTo>
                  <a:pt x="788114" y="133351"/>
                </a:lnTo>
                <a:lnTo>
                  <a:pt x="764636" y="133351"/>
                </a:lnTo>
                <a:lnTo>
                  <a:pt x="764636" y="81750"/>
                </a:lnTo>
                <a:cubicBezTo>
                  <a:pt x="764636" y="67788"/>
                  <a:pt x="759372" y="60806"/>
                  <a:pt x="748843" y="60806"/>
                </a:cubicBezTo>
                <a:cubicBezTo>
                  <a:pt x="743832" y="60806"/>
                  <a:pt x="739722" y="62875"/>
                  <a:pt x="736513" y="67013"/>
                </a:cubicBezTo>
                <a:cubicBezTo>
                  <a:pt x="733304" y="71152"/>
                  <a:pt x="731699" y="76683"/>
                  <a:pt x="731699" y="83608"/>
                </a:cubicBezTo>
                <a:lnTo>
                  <a:pt x="731699" y="133351"/>
                </a:lnTo>
                <a:lnTo>
                  <a:pt x="708137" y="133351"/>
                </a:lnTo>
                <a:lnTo>
                  <a:pt x="708137" y="44591"/>
                </a:lnTo>
                <a:lnTo>
                  <a:pt x="731699" y="44591"/>
                </a:lnTo>
                <a:lnTo>
                  <a:pt x="731699" y="58610"/>
                </a:lnTo>
                <a:lnTo>
                  <a:pt x="731953" y="58610"/>
                </a:lnTo>
                <a:cubicBezTo>
                  <a:pt x="738596" y="47857"/>
                  <a:pt x="748083" y="42480"/>
                  <a:pt x="760413" y="42480"/>
                </a:cubicBezTo>
                <a:cubicBezTo>
                  <a:pt x="772912" y="42480"/>
                  <a:pt x="781414" y="48166"/>
                  <a:pt x="785918" y="59539"/>
                </a:cubicBezTo>
                <a:cubicBezTo>
                  <a:pt x="792674" y="48166"/>
                  <a:pt x="802555" y="42480"/>
                  <a:pt x="815561" y="42480"/>
                </a:cubicBezTo>
                <a:cubicBezTo>
                  <a:pt x="834985" y="42480"/>
                  <a:pt x="844697" y="54416"/>
                  <a:pt x="844697" y="78288"/>
                </a:cubicBezTo>
                <a:lnTo>
                  <a:pt x="844697" y="133351"/>
                </a:lnTo>
                <a:close/>
                <a:moveTo>
                  <a:pt x="945053" y="95601"/>
                </a:moveTo>
                <a:lnTo>
                  <a:pt x="885767" y="95601"/>
                </a:lnTo>
                <a:cubicBezTo>
                  <a:pt x="886724" y="110690"/>
                  <a:pt x="895282" y="118234"/>
                  <a:pt x="911441" y="118234"/>
                </a:cubicBezTo>
                <a:cubicBezTo>
                  <a:pt x="921294" y="118234"/>
                  <a:pt x="930077" y="115644"/>
                  <a:pt x="937790" y="110464"/>
                </a:cubicBezTo>
                <a:lnTo>
                  <a:pt x="937790" y="128368"/>
                </a:lnTo>
                <a:cubicBezTo>
                  <a:pt x="929570" y="133154"/>
                  <a:pt x="919014" y="135547"/>
                  <a:pt x="906120" y="135547"/>
                </a:cubicBezTo>
                <a:cubicBezTo>
                  <a:pt x="892326" y="135547"/>
                  <a:pt x="881587" y="131550"/>
                  <a:pt x="873902" y="123555"/>
                </a:cubicBezTo>
                <a:cubicBezTo>
                  <a:pt x="866216" y="115560"/>
                  <a:pt x="862374" y="104384"/>
                  <a:pt x="862374" y="90027"/>
                </a:cubicBezTo>
                <a:cubicBezTo>
                  <a:pt x="862374" y="75951"/>
                  <a:pt x="866498" y="64508"/>
                  <a:pt x="874746" y="55697"/>
                </a:cubicBezTo>
                <a:cubicBezTo>
                  <a:pt x="882994" y="46885"/>
                  <a:pt x="893312" y="42480"/>
                  <a:pt x="905698" y="42480"/>
                </a:cubicBezTo>
                <a:cubicBezTo>
                  <a:pt x="918085" y="42480"/>
                  <a:pt x="927740" y="46280"/>
                  <a:pt x="934666" y="53881"/>
                </a:cubicBezTo>
                <a:cubicBezTo>
                  <a:pt x="941591" y="61482"/>
                  <a:pt x="945053" y="71926"/>
                  <a:pt x="945053" y="85213"/>
                </a:cubicBezTo>
                <a:lnTo>
                  <a:pt x="945053" y="95601"/>
                </a:lnTo>
                <a:moveTo>
                  <a:pt x="922842" y="80146"/>
                </a:moveTo>
                <a:cubicBezTo>
                  <a:pt x="922842" y="66070"/>
                  <a:pt x="917043" y="59033"/>
                  <a:pt x="905445" y="59033"/>
                </a:cubicBezTo>
                <a:cubicBezTo>
                  <a:pt x="900603" y="59033"/>
                  <a:pt x="896338" y="60947"/>
                  <a:pt x="892650" y="64775"/>
                </a:cubicBezTo>
                <a:cubicBezTo>
                  <a:pt x="888962" y="68604"/>
                  <a:pt x="886668" y="73727"/>
                  <a:pt x="885767" y="80146"/>
                </a:cubicBezTo>
                <a:lnTo>
                  <a:pt x="922842" y="80146"/>
                </a:lnTo>
                <a:close/>
                <a:moveTo>
                  <a:pt x="1045425" y="133351"/>
                </a:moveTo>
                <a:lnTo>
                  <a:pt x="1021948" y="133351"/>
                </a:lnTo>
                <a:lnTo>
                  <a:pt x="1021948" y="83608"/>
                </a:lnTo>
                <a:cubicBezTo>
                  <a:pt x="1021948" y="68407"/>
                  <a:pt x="1016458" y="60806"/>
                  <a:pt x="1005479" y="60806"/>
                </a:cubicBezTo>
                <a:cubicBezTo>
                  <a:pt x="999962" y="60806"/>
                  <a:pt x="995472" y="62875"/>
                  <a:pt x="992009" y="67013"/>
                </a:cubicBezTo>
                <a:cubicBezTo>
                  <a:pt x="988546" y="71152"/>
                  <a:pt x="986815" y="76402"/>
                  <a:pt x="986815" y="82764"/>
                </a:cubicBezTo>
                <a:lnTo>
                  <a:pt x="986815" y="133351"/>
                </a:lnTo>
                <a:lnTo>
                  <a:pt x="963253" y="133351"/>
                </a:lnTo>
                <a:lnTo>
                  <a:pt x="963253" y="44591"/>
                </a:lnTo>
                <a:lnTo>
                  <a:pt x="986815" y="44591"/>
                </a:lnTo>
                <a:lnTo>
                  <a:pt x="986815" y="58864"/>
                </a:lnTo>
                <a:lnTo>
                  <a:pt x="987068" y="58864"/>
                </a:lnTo>
                <a:cubicBezTo>
                  <a:pt x="993600" y="47941"/>
                  <a:pt x="1003199" y="42480"/>
                  <a:pt x="1015867" y="42480"/>
                </a:cubicBezTo>
                <a:cubicBezTo>
                  <a:pt x="1035573" y="42480"/>
                  <a:pt x="1045425" y="54669"/>
                  <a:pt x="1045425" y="79048"/>
                </a:cubicBezTo>
                <a:lnTo>
                  <a:pt x="1045425" y="133351"/>
                </a:lnTo>
                <a:close/>
                <a:moveTo>
                  <a:pt x="1118324" y="132422"/>
                </a:moveTo>
                <a:cubicBezTo>
                  <a:pt x="1114326" y="134449"/>
                  <a:pt x="1108753" y="135462"/>
                  <a:pt x="1101602" y="135462"/>
                </a:cubicBezTo>
                <a:cubicBezTo>
                  <a:pt x="1083417" y="135462"/>
                  <a:pt x="1074324" y="125835"/>
                  <a:pt x="1074324" y="106580"/>
                </a:cubicBezTo>
                <a:lnTo>
                  <a:pt x="1074324" y="62495"/>
                </a:lnTo>
                <a:lnTo>
                  <a:pt x="1059629" y="62495"/>
                </a:lnTo>
                <a:lnTo>
                  <a:pt x="1059629" y="44591"/>
                </a:lnTo>
                <a:lnTo>
                  <a:pt x="1074324" y="44591"/>
                </a:lnTo>
                <a:lnTo>
                  <a:pt x="1074324" y="24745"/>
                </a:lnTo>
                <a:lnTo>
                  <a:pt x="1097802" y="17904"/>
                </a:lnTo>
                <a:lnTo>
                  <a:pt x="1097802" y="44591"/>
                </a:lnTo>
                <a:lnTo>
                  <a:pt x="1118324" y="44591"/>
                </a:lnTo>
                <a:lnTo>
                  <a:pt x="1118324" y="62495"/>
                </a:lnTo>
                <a:lnTo>
                  <a:pt x="1097802" y="62495"/>
                </a:lnTo>
                <a:lnTo>
                  <a:pt x="1097802" y="102441"/>
                </a:lnTo>
                <a:cubicBezTo>
                  <a:pt x="1097802" y="112238"/>
                  <a:pt x="1101658" y="117136"/>
                  <a:pt x="1109372" y="117136"/>
                </a:cubicBezTo>
                <a:cubicBezTo>
                  <a:pt x="1112581" y="117136"/>
                  <a:pt x="1115565" y="116235"/>
                  <a:pt x="1118324" y="114434"/>
                </a:cubicBezTo>
                <a:lnTo>
                  <a:pt x="1118324" y="132422"/>
                </a:lnTo>
                <a:close/>
                <a:moveTo>
                  <a:pt x="1200280" y="9036"/>
                </a:moveTo>
                <a:lnTo>
                  <a:pt x="1139980" y="153958"/>
                </a:lnTo>
                <a:lnTo>
                  <a:pt x="1118782" y="153958"/>
                </a:lnTo>
                <a:lnTo>
                  <a:pt x="1178913" y="9036"/>
                </a:lnTo>
                <a:lnTo>
                  <a:pt x="1200280" y="9036"/>
                </a:lnTo>
                <a:close/>
                <a:moveTo>
                  <a:pt x="1211996" y="133351"/>
                </a:moveTo>
                <a:lnTo>
                  <a:pt x="1211996" y="9036"/>
                </a:lnTo>
                <a:lnTo>
                  <a:pt x="1253209" y="9036"/>
                </a:lnTo>
                <a:cubicBezTo>
                  <a:pt x="1297237" y="9036"/>
                  <a:pt x="1319251" y="29249"/>
                  <a:pt x="1319251" y="69674"/>
                </a:cubicBezTo>
                <a:cubicBezTo>
                  <a:pt x="1319251" y="88929"/>
                  <a:pt x="1313044" y="104356"/>
                  <a:pt x="1300629" y="115954"/>
                </a:cubicBezTo>
                <a:cubicBezTo>
                  <a:pt x="1288215" y="127552"/>
                  <a:pt x="1272239" y="133351"/>
                  <a:pt x="1252702" y="133351"/>
                </a:cubicBezTo>
                <a:lnTo>
                  <a:pt x="1211996" y="133351"/>
                </a:lnTo>
                <a:moveTo>
                  <a:pt x="1236065" y="29052"/>
                </a:moveTo>
                <a:lnTo>
                  <a:pt x="1236065" y="113420"/>
                </a:lnTo>
                <a:lnTo>
                  <a:pt x="1251267" y="113420"/>
                </a:lnTo>
                <a:cubicBezTo>
                  <a:pt x="1264610" y="113420"/>
                  <a:pt x="1275054" y="109550"/>
                  <a:pt x="1282599" y="101808"/>
                </a:cubicBezTo>
                <a:cubicBezTo>
                  <a:pt x="1290143" y="94066"/>
                  <a:pt x="1293915" y="83468"/>
                  <a:pt x="1293915" y="70011"/>
                </a:cubicBezTo>
                <a:cubicBezTo>
                  <a:pt x="1293915" y="56781"/>
                  <a:pt x="1290143" y="46646"/>
                  <a:pt x="1282599" y="39608"/>
                </a:cubicBezTo>
                <a:cubicBezTo>
                  <a:pt x="1275054" y="32571"/>
                  <a:pt x="1264667" y="29052"/>
                  <a:pt x="1251436" y="29052"/>
                </a:cubicBezTo>
                <a:lnTo>
                  <a:pt x="1236065" y="29052"/>
                </a:lnTo>
                <a:close/>
                <a:moveTo>
                  <a:pt x="1416368" y="95601"/>
                </a:moveTo>
                <a:lnTo>
                  <a:pt x="1357082" y="95601"/>
                </a:lnTo>
                <a:cubicBezTo>
                  <a:pt x="1358039" y="110690"/>
                  <a:pt x="1366597" y="118234"/>
                  <a:pt x="1382756" y="118234"/>
                </a:cubicBezTo>
                <a:cubicBezTo>
                  <a:pt x="1392609" y="118234"/>
                  <a:pt x="1401392" y="115644"/>
                  <a:pt x="1409105" y="110464"/>
                </a:cubicBezTo>
                <a:lnTo>
                  <a:pt x="1409105" y="128368"/>
                </a:lnTo>
                <a:cubicBezTo>
                  <a:pt x="1400885" y="133154"/>
                  <a:pt x="1390329" y="135547"/>
                  <a:pt x="1377435" y="135547"/>
                </a:cubicBezTo>
                <a:cubicBezTo>
                  <a:pt x="1363641" y="135547"/>
                  <a:pt x="1352902" y="131550"/>
                  <a:pt x="1345217" y="123555"/>
                </a:cubicBezTo>
                <a:cubicBezTo>
                  <a:pt x="1337531" y="115560"/>
                  <a:pt x="1333689" y="104384"/>
                  <a:pt x="1333689" y="90027"/>
                </a:cubicBezTo>
                <a:cubicBezTo>
                  <a:pt x="1333689" y="75951"/>
                  <a:pt x="1337813" y="64508"/>
                  <a:pt x="1346061" y="55697"/>
                </a:cubicBezTo>
                <a:cubicBezTo>
                  <a:pt x="1354309" y="46885"/>
                  <a:pt x="1364627" y="42480"/>
                  <a:pt x="1377013" y="42480"/>
                </a:cubicBezTo>
                <a:cubicBezTo>
                  <a:pt x="1389400" y="42480"/>
                  <a:pt x="1399055" y="46280"/>
                  <a:pt x="1405980" y="53881"/>
                </a:cubicBezTo>
                <a:cubicBezTo>
                  <a:pt x="1412906" y="61482"/>
                  <a:pt x="1416368" y="71926"/>
                  <a:pt x="1416368" y="85213"/>
                </a:cubicBezTo>
                <a:lnTo>
                  <a:pt x="1416368" y="95601"/>
                </a:lnTo>
                <a:moveTo>
                  <a:pt x="1394157" y="80146"/>
                </a:moveTo>
                <a:cubicBezTo>
                  <a:pt x="1394157" y="66070"/>
                  <a:pt x="1388358" y="59033"/>
                  <a:pt x="1376760" y="59033"/>
                </a:cubicBezTo>
                <a:cubicBezTo>
                  <a:pt x="1371918" y="59033"/>
                  <a:pt x="1367653" y="60947"/>
                  <a:pt x="1363965" y="64775"/>
                </a:cubicBezTo>
                <a:cubicBezTo>
                  <a:pt x="1360277" y="68604"/>
                  <a:pt x="1357983" y="73727"/>
                  <a:pt x="1357082" y="80146"/>
                </a:cubicBezTo>
                <a:lnTo>
                  <a:pt x="1394157" y="80146"/>
                </a:lnTo>
                <a:close/>
                <a:moveTo>
                  <a:pt x="1488536" y="20438"/>
                </a:moveTo>
                <a:cubicBezTo>
                  <a:pt x="1485327" y="19030"/>
                  <a:pt x="1482034" y="18326"/>
                  <a:pt x="1478655" y="18326"/>
                </a:cubicBezTo>
                <a:cubicBezTo>
                  <a:pt x="1469535" y="18326"/>
                  <a:pt x="1464974" y="23534"/>
                  <a:pt x="1464974" y="33950"/>
                </a:cubicBezTo>
                <a:lnTo>
                  <a:pt x="1464974" y="44591"/>
                </a:lnTo>
                <a:lnTo>
                  <a:pt x="1485327" y="44591"/>
                </a:lnTo>
                <a:lnTo>
                  <a:pt x="1485327" y="62495"/>
                </a:lnTo>
                <a:lnTo>
                  <a:pt x="1464974" y="62495"/>
                </a:lnTo>
                <a:lnTo>
                  <a:pt x="1464974" y="133351"/>
                </a:lnTo>
                <a:lnTo>
                  <a:pt x="1441496" y="133351"/>
                </a:lnTo>
                <a:lnTo>
                  <a:pt x="1441496" y="62495"/>
                </a:lnTo>
                <a:lnTo>
                  <a:pt x="1426464" y="62495"/>
                </a:lnTo>
                <a:lnTo>
                  <a:pt x="1426464" y="44591"/>
                </a:lnTo>
                <a:lnTo>
                  <a:pt x="1441496" y="44591"/>
                </a:lnTo>
                <a:lnTo>
                  <a:pt x="1441496" y="32683"/>
                </a:lnTo>
                <a:cubicBezTo>
                  <a:pt x="1441496" y="22718"/>
                  <a:pt x="1444621" y="14779"/>
                  <a:pt x="1450870" y="8868"/>
                </a:cubicBezTo>
                <a:cubicBezTo>
                  <a:pt x="1457120" y="2956"/>
                  <a:pt x="1465396" y="0"/>
                  <a:pt x="1475700" y="0"/>
                </a:cubicBezTo>
                <a:cubicBezTo>
                  <a:pt x="1481048" y="0"/>
                  <a:pt x="1485327" y="535"/>
                  <a:pt x="1488536" y="1605"/>
                </a:cubicBezTo>
                <a:lnTo>
                  <a:pt x="1488536" y="20438"/>
                </a:lnTo>
                <a:close/>
                <a:moveTo>
                  <a:pt x="1576010" y="95601"/>
                </a:moveTo>
                <a:lnTo>
                  <a:pt x="1516724" y="95601"/>
                </a:lnTo>
                <a:cubicBezTo>
                  <a:pt x="1517681" y="110690"/>
                  <a:pt x="1526239" y="118234"/>
                  <a:pt x="1542398" y="118234"/>
                </a:cubicBezTo>
                <a:cubicBezTo>
                  <a:pt x="1552250" y="118234"/>
                  <a:pt x="1561034" y="115644"/>
                  <a:pt x="1568747" y="110464"/>
                </a:cubicBezTo>
                <a:lnTo>
                  <a:pt x="1568747" y="128368"/>
                </a:lnTo>
                <a:cubicBezTo>
                  <a:pt x="1560527" y="133154"/>
                  <a:pt x="1549970" y="135547"/>
                  <a:pt x="1537077" y="135547"/>
                </a:cubicBezTo>
                <a:cubicBezTo>
                  <a:pt x="1523283" y="135547"/>
                  <a:pt x="1512543" y="131550"/>
                  <a:pt x="1504858" y="123555"/>
                </a:cubicBezTo>
                <a:cubicBezTo>
                  <a:pt x="1497173" y="115560"/>
                  <a:pt x="1493330" y="104384"/>
                  <a:pt x="1493330" y="90027"/>
                </a:cubicBezTo>
                <a:cubicBezTo>
                  <a:pt x="1493330" y="75951"/>
                  <a:pt x="1497455" y="64508"/>
                  <a:pt x="1505703" y="55697"/>
                </a:cubicBezTo>
                <a:cubicBezTo>
                  <a:pt x="1513951" y="46885"/>
                  <a:pt x="1524268" y="42480"/>
                  <a:pt x="1536655" y="42480"/>
                </a:cubicBezTo>
                <a:cubicBezTo>
                  <a:pt x="1549041" y="42480"/>
                  <a:pt x="1558697" y="46280"/>
                  <a:pt x="1565622" y="53881"/>
                </a:cubicBezTo>
                <a:cubicBezTo>
                  <a:pt x="1572547" y="61482"/>
                  <a:pt x="1576010" y="71926"/>
                  <a:pt x="1576010" y="85213"/>
                </a:cubicBezTo>
                <a:lnTo>
                  <a:pt x="1576010" y="95601"/>
                </a:lnTo>
                <a:moveTo>
                  <a:pt x="1553799" y="80146"/>
                </a:moveTo>
                <a:cubicBezTo>
                  <a:pt x="1553799" y="66070"/>
                  <a:pt x="1548000" y="59033"/>
                  <a:pt x="1536401" y="59033"/>
                </a:cubicBezTo>
                <a:cubicBezTo>
                  <a:pt x="1531559" y="59033"/>
                  <a:pt x="1527295" y="60947"/>
                  <a:pt x="1523607" y="64775"/>
                </a:cubicBezTo>
                <a:cubicBezTo>
                  <a:pt x="1519919" y="68604"/>
                  <a:pt x="1517625" y="73727"/>
                  <a:pt x="1516724" y="80146"/>
                </a:cubicBezTo>
                <a:lnTo>
                  <a:pt x="1553799" y="80146"/>
                </a:lnTo>
                <a:close/>
                <a:moveTo>
                  <a:pt x="1676554" y="133351"/>
                </a:moveTo>
                <a:lnTo>
                  <a:pt x="1653076" y="133351"/>
                </a:lnTo>
                <a:lnTo>
                  <a:pt x="1653076" y="83608"/>
                </a:lnTo>
                <a:cubicBezTo>
                  <a:pt x="1653076" y="68407"/>
                  <a:pt x="1647587" y="60806"/>
                  <a:pt x="1636608" y="60806"/>
                </a:cubicBezTo>
                <a:cubicBezTo>
                  <a:pt x="1631091" y="60806"/>
                  <a:pt x="1626600" y="62875"/>
                  <a:pt x="1623138" y="67013"/>
                </a:cubicBezTo>
                <a:cubicBezTo>
                  <a:pt x="1619675" y="71152"/>
                  <a:pt x="1617944" y="76402"/>
                  <a:pt x="1617944" y="82764"/>
                </a:cubicBezTo>
                <a:lnTo>
                  <a:pt x="1617944" y="133351"/>
                </a:lnTo>
                <a:lnTo>
                  <a:pt x="1594382" y="133351"/>
                </a:lnTo>
                <a:lnTo>
                  <a:pt x="1594382" y="44591"/>
                </a:lnTo>
                <a:lnTo>
                  <a:pt x="1617944" y="44591"/>
                </a:lnTo>
                <a:lnTo>
                  <a:pt x="1617944" y="58864"/>
                </a:lnTo>
                <a:lnTo>
                  <a:pt x="1618197" y="58864"/>
                </a:lnTo>
                <a:cubicBezTo>
                  <a:pt x="1624728" y="47941"/>
                  <a:pt x="1634328" y="42480"/>
                  <a:pt x="1646996" y="42480"/>
                </a:cubicBezTo>
                <a:cubicBezTo>
                  <a:pt x="1666701" y="42480"/>
                  <a:pt x="1676554" y="54669"/>
                  <a:pt x="1676554" y="79048"/>
                </a:cubicBezTo>
                <a:lnTo>
                  <a:pt x="1676554" y="133351"/>
                </a:lnTo>
                <a:close/>
                <a:moveTo>
                  <a:pt x="1696585" y="110549"/>
                </a:moveTo>
                <a:cubicBezTo>
                  <a:pt x="1705368" y="116066"/>
                  <a:pt x="1714039" y="118825"/>
                  <a:pt x="1722596" y="118825"/>
                </a:cubicBezTo>
                <a:cubicBezTo>
                  <a:pt x="1733632" y="118825"/>
                  <a:pt x="1739149" y="115701"/>
                  <a:pt x="1739149" y="109451"/>
                </a:cubicBezTo>
                <a:cubicBezTo>
                  <a:pt x="1739149" y="105116"/>
                  <a:pt x="1734786" y="101456"/>
                  <a:pt x="1726059" y="98472"/>
                </a:cubicBezTo>
                <a:cubicBezTo>
                  <a:pt x="1713335" y="94193"/>
                  <a:pt x="1705255" y="89985"/>
                  <a:pt x="1701821" y="85846"/>
                </a:cubicBezTo>
                <a:cubicBezTo>
                  <a:pt x="1698387" y="81708"/>
                  <a:pt x="1696669" y="76402"/>
                  <a:pt x="1696669" y="69927"/>
                </a:cubicBezTo>
                <a:cubicBezTo>
                  <a:pt x="1696669" y="61369"/>
                  <a:pt x="1700160" y="54655"/>
                  <a:pt x="1707142" y="49785"/>
                </a:cubicBezTo>
                <a:cubicBezTo>
                  <a:pt x="1714123" y="44915"/>
                  <a:pt x="1723103" y="42480"/>
                  <a:pt x="1734082" y="42480"/>
                </a:cubicBezTo>
                <a:cubicBezTo>
                  <a:pt x="1741739" y="42480"/>
                  <a:pt x="1749396" y="43690"/>
                  <a:pt x="1757053" y="46111"/>
                </a:cubicBezTo>
                <a:lnTo>
                  <a:pt x="1757053" y="65282"/>
                </a:lnTo>
                <a:cubicBezTo>
                  <a:pt x="1750128" y="61172"/>
                  <a:pt x="1742555" y="59117"/>
                  <a:pt x="1734335" y="59117"/>
                </a:cubicBezTo>
                <a:cubicBezTo>
                  <a:pt x="1730000" y="59117"/>
                  <a:pt x="1726509" y="59933"/>
                  <a:pt x="1723863" y="61566"/>
                </a:cubicBezTo>
                <a:cubicBezTo>
                  <a:pt x="1721217" y="63199"/>
                  <a:pt x="1719894" y="65367"/>
                  <a:pt x="1719894" y="68069"/>
                </a:cubicBezTo>
                <a:cubicBezTo>
                  <a:pt x="1719894" y="72517"/>
                  <a:pt x="1723582" y="76036"/>
                  <a:pt x="1730957" y="78626"/>
                </a:cubicBezTo>
                <a:cubicBezTo>
                  <a:pt x="1739346" y="81666"/>
                  <a:pt x="1745511" y="84214"/>
                  <a:pt x="1749452" y="86269"/>
                </a:cubicBezTo>
                <a:cubicBezTo>
                  <a:pt x="1753394" y="88324"/>
                  <a:pt x="1756462" y="91125"/>
                  <a:pt x="1758658" y="94672"/>
                </a:cubicBezTo>
                <a:cubicBezTo>
                  <a:pt x="1760854" y="98219"/>
                  <a:pt x="1761951" y="102385"/>
                  <a:pt x="1761951" y="107171"/>
                </a:cubicBezTo>
                <a:cubicBezTo>
                  <a:pt x="1761951" y="116179"/>
                  <a:pt x="1758362" y="123161"/>
                  <a:pt x="1751184" y="128115"/>
                </a:cubicBezTo>
                <a:cubicBezTo>
                  <a:pt x="1744005" y="133070"/>
                  <a:pt x="1734532" y="135547"/>
                  <a:pt x="1722765" y="135547"/>
                </a:cubicBezTo>
                <a:cubicBezTo>
                  <a:pt x="1712856" y="135547"/>
                  <a:pt x="1704129" y="133970"/>
                  <a:pt x="1696585" y="130818"/>
                </a:cubicBezTo>
                <a:lnTo>
                  <a:pt x="1696585" y="110549"/>
                </a:lnTo>
                <a:close/>
                <a:moveTo>
                  <a:pt x="1855858" y="95601"/>
                </a:moveTo>
                <a:lnTo>
                  <a:pt x="1796572" y="95601"/>
                </a:lnTo>
                <a:cubicBezTo>
                  <a:pt x="1797529" y="110690"/>
                  <a:pt x="1806087" y="118234"/>
                  <a:pt x="1822246" y="118234"/>
                </a:cubicBezTo>
                <a:cubicBezTo>
                  <a:pt x="1832099" y="118234"/>
                  <a:pt x="1840882" y="115644"/>
                  <a:pt x="1848595" y="110464"/>
                </a:cubicBezTo>
                <a:lnTo>
                  <a:pt x="1848595" y="128368"/>
                </a:lnTo>
                <a:cubicBezTo>
                  <a:pt x="1840375" y="133154"/>
                  <a:pt x="1829818" y="135547"/>
                  <a:pt x="1816925" y="135547"/>
                </a:cubicBezTo>
                <a:cubicBezTo>
                  <a:pt x="1803131" y="135547"/>
                  <a:pt x="1792392" y="131550"/>
                  <a:pt x="1784706" y="123555"/>
                </a:cubicBezTo>
                <a:cubicBezTo>
                  <a:pt x="1777021" y="115560"/>
                  <a:pt x="1773179" y="104384"/>
                  <a:pt x="1773179" y="90027"/>
                </a:cubicBezTo>
                <a:cubicBezTo>
                  <a:pt x="1773179" y="75951"/>
                  <a:pt x="1777303" y="64508"/>
                  <a:pt x="1785551" y="55697"/>
                </a:cubicBezTo>
                <a:cubicBezTo>
                  <a:pt x="1793799" y="46885"/>
                  <a:pt x="1804116" y="42480"/>
                  <a:pt x="1816503" y="42480"/>
                </a:cubicBezTo>
                <a:cubicBezTo>
                  <a:pt x="1828889" y="42480"/>
                  <a:pt x="1838545" y="46280"/>
                  <a:pt x="1845470" y="53881"/>
                </a:cubicBezTo>
                <a:cubicBezTo>
                  <a:pt x="1852395" y="61482"/>
                  <a:pt x="1855858" y="71926"/>
                  <a:pt x="1855858" y="85213"/>
                </a:cubicBezTo>
                <a:lnTo>
                  <a:pt x="1855858" y="95601"/>
                </a:lnTo>
                <a:moveTo>
                  <a:pt x="1833647" y="80146"/>
                </a:moveTo>
                <a:cubicBezTo>
                  <a:pt x="1833647" y="66070"/>
                  <a:pt x="1827848" y="59033"/>
                  <a:pt x="1816250" y="59033"/>
                </a:cubicBezTo>
                <a:cubicBezTo>
                  <a:pt x="1811408" y="59033"/>
                  <a:pt x="1807143" y="60947"/>
                  <a:pt x="1803455" y="64775"/>
                </a:cubicBezTo>
                <a:cubicBezTo>
                  <a:pt x="1799767" y="68604"/>
                  <a:pt x="1797473" y="73727"/>
                  <a:pt x="1796572" y="80146"/>
                </a:cubicBezTo>
                <a:lnTo>
                  <a:pt x="1833647" y="80146"/>
                </a:lnTo>
                <a:close/>
                <a:moveTo>
                  <a:pt x="1961063" y="161558"/>
                </a:moveTo>
                <a:cubicBezTo>
                  <a:pt x="1942596" y="141065"/>
                  <a:pt x="1933362" y="115841"/>
                  <a:pt x="1933362" y="85889"/>
                </a:cubicBezTo>
                <a:cubicBezTo>
                  <a:pt x="1933362" y="56555"/>
                  <a:pt x="1942596" y="30938"/>
                  <a:pt x="1961063" y="9036"/>
                </a:cubicBezTo>
                <a:lnTo>
                  <a:pt x="1980487" y="9036"/>
                </a:lnTo>
                <a:cubicBezTo>
                  <a:pt x="1962808" y="31839"/>
                  <a:pt x="1953969" y="57428"/>
                  <a:pt x="1953969" y="85804"/>
                </a:cubicBezTo>
                <a:cubicBezTo>
                  <a:pt x="1953969" y="113955"/>
                  <a:pt x="1962808" y="139207"/>
                  <a:pt x="1980487" y="161558"/>
                </a:cubicBezTo>
                <a:lnTo>
                  <a:pt x="1961063" y="161558"/>
                </a:lnTo>
                <a:close/>
                <a:moveTo>
                  <a:pt x="2074752" y="22042"/>
                </a:moveTo>
                <a:cubicBezTo>
                  <a:pt x="2061409" y="46871"/>
                  <a:pt x="2051894" y="67210"/>
                  <a:pt x="2046207" y="83059"/>
                </a:cubicBezTo>
                <a:cubicBezTo>
                  <a:pt x="2040521" y="98908"/>
                  <a:pt x="2036411" y="115672"/>
                  <a:pt x="2033877" y="133351"/>
                </a:cubicBezTo>
                <a:lnTo>
                  <a:pt x="2009555" y="133351"/>
                </a:lnTo>
                <a:cubicBezTo>
                  <a:pt x="2012201" y="116742"/>
                  <a:pt x="2016747" y="99978"/>
                  <a:pt x="2023194" y="83059"/>
                </a:cubicBezTo>
                <a:cubicBezTo>
                  <a:pt x="2029640" y="66141"/>
                  <a:pt x="2038663" y="47997"/>
                  <a:pt x="2050261" y="28630"/>
                </a:cubicBezTo>
                <a:lnTo>
                  <a:pt x="1990215" y="28630"/>
                </a:lnTo>
                <a:lnTo>
                  <a:pt x="1990215" y="9036"/>
                </a:lnTo>
                <a:lnTo>
                  <a:pt x="2074752" y="9036"/>
                </a:lnTo>
                <a:lnTo>
                  <a:pt x="2074752" y="22042"/>
                </a:lnTo>
                <a:close/>
                <a:moveTo>
                  <a:pt x="2150396" y="7010"/>
                </a:moveTo>
                <a:lnTo>
                  <a:pt x="2150396" y="133351"/>
                </a:lnTo>
                <a:lnTo>
                  <a:pt x="2126834" y="133351"/>
                </a:lnTo>
                <a:lnTo>
                  <a:pt x="2126834" y="35639"/>
                </a:lnTo>
                <a:cubicBezTo>
                  <a:pt x="2124188" y="38060"/>
                  <a:pt x="2120444" y="40312"/>
                  <a:pt x="2115602" y="42395"/>
                </a:cubicBezTo>
                <a:cubicBezTo>
                  <a:pt x="2110760" y="44479"/>
                  <a:pt x="2105721" y="45830"/>
                  <a:pt x="2100484" y="46449"/>
                </a:cubicBezTo>
                <a:lnTo>
                  <a:pt x="2100484" y="25589"/>
                </a:lnTo>
                <a:cubicBezTo>
                  <a:pt x="2112871" y="21873"/>
                  <a:pt x="2124554" y="15680"/>
                  <a:pt x="2135532" y="7010"/>
                </a:cubicBezTo>
                <a:lnTo>
                  <a:pt x="2150396" y="7010"/>
                </a:lnTo>
                <a:close/>
                <a:moveTo>
                  <a:pt x="2183134" y="161558"/>
                </a:moveTo>
                <a:cubicBezTo>
                  <a:pt x="2200925" y="139601"/>
                  <a:pt x="2209821" y="114349"/>
                  <a:pt x="2209821" y="85804"/>
                </a:cubicBezTo>
                <a:cubicBezTo>
                  <a:pt x="2209821" y="57541"/>
                  <a:pt x="2200925" y="31951"/>
                  <a:pt x="2183134" y="9036"/>
                </a:cubicBezTo>
                <a:lnTo>
                  <a:pt x="2202727" y="9036"/>
                </a:lnTo>
                <a:cubicBezTo>
                  <a:pt x="2221250" y="31051"/>
                  <a:pt x="2230512" y="56668"/>
                  <a:pt x="2230512" y="85889"/>
                </a:cubicBezTo>
                <a:cubicBezTo>
                  <a:pt x="2230512" y="115616"/>
                  <a:pt x="2221222" y="140839"/>
                  <a:pt x="2202643" y="161558"/>
                </a:cubicBezTo>
                <a:lnTo>
                  <a:pt x="2183134" y="161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13785-4A52-4EBA-BE21-806FBD9C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648" y="1984936"/>
            <a:ext cx="2432244" cy="88830"/>
          </a:xfrm>
          <a:custGeom xmlns:a="http://schemas.openxmlformats.org/drawingml/2006/main">
            <a:pathLst>
              <a:path w="2432244" h="88830">
                <a:moveTo>
                  <a:pt x="0" y="88830"/>
                </a:moveTo>
                <a:cubicBezTo>
                  <a:pt x="0" y="64390"/>
                  <a:pt x="73790" y="44493"/>
                  <a:pt x="164813" y="44493"/>
                </a:cubicBezTo>
                <a:lnTo>
                  <a:pt x="939058" y="44493"/>
                </a:lnTo>
                <a:cubicBezTo>
                  <a:pt x="1029924" y="44493"/>
                  <a:pt x="1103714" y="24597"/>
                  <a:pt x="1103714" y="0"/>
                </a:cubicBezTo>
                <a:cubicBezTo>
                  <a:pt x="1103714" y="24597"/>
                  <a:pt x="1177504" y="44493"/>
                  <a:pt x="1268527" y="44493"/>
                </a:cubicBezTo>
                <a:lnTo>
                  <a:pt x="2267431" y="44493"/>
                </a:lnTo>
                <a:cubicBezTo>
                  <a:pt x="2358454" y="44493"/>
                  <a:pt x="2432244" y="64390"/>
                  <a:pt x="2432244" y="88830"/>
                </a:cubicBezTo>
                <a:lnTo>
                  <a:pt x="0" y="8883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4DA9E-8F42-4825-B3B1-CE4C88D9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538" y="2073781"/>
            <a:ext cx="2432088" cy="1332275"/>
          </a:xfrm>
          <a:custGeom xmlns:a="http://schemas.openxmlformats.org/drawingml/2006/main">
            <a:pathLst>
              <a:path w="2432088" h="1332275" fill="none">
                <a:moveTo>
                  <a:pt x="0" y="1332275"/>
                </a:moveTo>
                <a:lnTo>
                  <a:pt x="2432088" y="1332275"/>
                </a:lnTo>
                <a:lnTo>
                  <a:pt x="2432088" y="0"/>
                </a:lnTo>
                <a:lnTo>
                  <a:pt x="0" y="0"/>
                </a:lnTo>
                <a:lnTo>
                  <a:pt x="0" y="133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33" cap="flat">
            <a:solidFill>
              <a:srgbClr val="262626"/>
            </a:solidFill>
            <a:custDash>
              <a:ds d="300000" sp="100000"/>
            </a:custDash>
            <a:miter/>
          </a:ln>
        </p:spPr>
      </p:sp>
      <p:sp>
        <p:nvSpPr>
          <p:cNvPr id="67" name="Text •207incidents">
            <a:extLst xmlns:a="http://schemas.openxmlformats.org/drawingml/2006/main">
              <a:ext uri="{FF2B5EF4-FFF2-40B4-BE49-F238E27FC236}">
                <a16:creationId xmlns:a16="http://schemas.microsoft.com/office/drawing/2014/main" id="{FDA65962-C063-4794-BBB2-E59FF0DD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17" y="2158484"/>
            <a:ext cx="1199314" cy="133520"/>
          </a:xfrm>
          <a:custGeom xmlns:a="http://schemas.openxmlformats.org/drawingml/2006/main">
            <a:pathLst>
              <a:path w="1199314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39317" y="111478"/>
                </a:moveTo>
                <a:lnTo>
                  <a:pt x="192016" y="111478"/>
                </a:lnTo>
                <a:lnTo>
                  <a:pt x="192016" y="131324"/>
                </a:lnTo>
                <a:lnTo>
                  <a:pt x="114404" y="131324"/>
                </a:lnTo>
                <a:lnTo>
                  <a:pt x="114404" y="121950"/>
                </a:lnTo>
                <a:cubicBezTo>
                  <a:pt x="114404" y="115250"/>
                  <a:pt x="115544" y="109071"/>
                  <a:pt x="117824" y="103413"/>
                </a:cubicBezTo>
                <a:cubicBezTo>
                  <a:pt x="120104" y="97754"/>
                  <a:pt x="123370" y="92462"/>
                  <a:pt x="127620" y="87535"/>
                </a:cubicBezTo>
                <a:cubicBezTo>
                  <a:pt x="131871" y="82609"/>
                  <a:pt x="140809" y="75051"/>
                  <a:pt x="154434" y="64860"/>
                </a:cubicBezTo>
                <a:cubicBezTo>
                  <a:pt x="159727" y="60919"/>
                  <a:pt x="163527" y="57146"/>
                  <a:pt x="165835" y="53543"/>
                </a:cubicBezTo>
                <a:cubicBezTo>
                  <a:pt x="168144" y="49940"/>
                  <a:pt x="169298" y="45914"/>
                  <a:pt x="169298" y="41466"/>
                </a:cubicBezTo>
                <a:cubicBezTo>
                  <a:pt x="169298" y="35949"/>
                  <a:pt x="167679" y="31656"/>
                  <a:pt x="164442" y="28587"/>
                </a:cubicBezTo>
                <a:cubicBezTo>
                  <a:pt x="161205" y="25519"/>
                  <a:pt x="156180" y="23985"/>
                  <a:pt x="149367" y="23985"/>
                </a:cubicBezTo>
                <a:cubicBezTo>
                  <a:pt x="138726" y="23985"/>
                  <a:pt x="128507" y="28207"/>
                  <a:pt x="118711" y="36653"/>
                </a:cubicBezTo>
                <a:lnTo>
                  <a:pt x="118711" y="15455"/>
                </a:lnTo>
                <a:cubicBezTo>
                  <a:pt x="128732" y="8473"/>
                  <a:pt x="140077" y="4983"/>
                  <a:pt x="152745" y="4983"/>
                </a:cubicBezTo>
                <a:cubicBezTo>
                  <a:pt x="165582" y="4983"/>
                  <a:pt x="175505" y="8107"/>
                  <a:pt x="182515" y="14357"/>
                </a:cubicBezTo>
                <a:cubicBezTo>
                  <a:pt x="189524" y="20607"/>
                  <a:pt x="193029" y="29249"/>
                  <a:pt x="193029" y="40284"/>
                </a:cubicBezTo>
                <a:cubicBezTo>
                  <a:pt x="193029" y="45971"/>
                  <a:pt x="192114" y="51010"/>
                  <a:pt x="190285" y="55401"/>
                </a:cubicBezTo>
                <a:cubicBezTo>
                  <a:pt x="188455" y="59793"/>
                  <a:pt x="186034" y="63776"/>
                  <a:pt x="183022" y="67351"/>
                </a:cubicBezTo>
                <a:cubicBezTo>
                  <a:pt x="180009" y="70926"/>
                  <a:pt x="176547" y="74248"/>
                  <a:pt x="172634" y="77317"/>
                </a:cubicBezTo>
                <a:cubicBezTo>
                  <a:pt x="168721" y="80385"/>
                  <a:pt x="164709" y="83439"/>
                  <a:pt x="160599" y="86480"/>
                </a:cubicBezTo>
                <a:cubicBezTo>
                  <a:pt x="152999" y="92110"/>
                  <a:pt x="147551" y="96924"/>
                  <a:pt x="144258" y="100921"/>
                </a:cubicBezTo>
                <a:cubicBezTo>
                  <a:pt x="140964" y="104919"/>
                  <a:pt x="139317" y="108438"/>
                  <a:pt x="139317" y="111478"/>
                </a:cubicBezTo>
                <a:close/>
                <a:moveTo>
                  <a:pt x="209721" y="71278"/>
                </a:moveTo>
                <a:cubicBezTo>
                  <a:pt x="209721" y="49658"/>
                  <a:pt x="213592" y="33204"/>
                  <a:pt x="221333" y="21916"/>
                </a:cubicBezTo>
                <a:cubicBezTo>
                  <a:pt x="229075" y="10627"/>
                  <a:pt x="240321" y="4983"/>
                  <a:pt x="255072" y="4983"/>
                </a:cubicBezTo>
                <a:cubicBezTo>
                  <a:pt x="283111" y="4983"/>
                  <a:pt x="297130" y="26124"/>
                  <a:pt x="297130" y="68407"/>
                </a:cubicBezTo>
                <a:cubicBezTo>
                  <a:pt x="297130" y="89239"/>
                  <a:pt x="293315" y="105299"/>
                  <a:pt x="285686" y="116587"/>
                </a:cubicBezTo>
                <a:cubicBezTo>
                  <a:pt x="278057" y="127876"/>
                  <a:pt x="267008" y="133520"/>
                  <a:pt x="252539" y="133520"/>
                </a:cubicBezTo>
                <a:cubicBezTo>
                  <a:pt x="223993" y="133520"/>
                  <a:pt x="209721" y="112773"/>
                  <a:pt x="209721" y="71278"/>
                </a:cubicBezTo>
                <a:moveTo>
                  <a:pt x="233621" y="70687"/>
                </a:moveTo>
                <a:cubicBezTo>
                  <a:pt x="233621" y="100302"/>
                  <a:pt x="240265" y="115109"/>
                  <a:pt x="253552" y="115109"/>
                </a:cubicBezTo>
                <a:cubicBezTo>
                  <a:pt x="266558" y="115109"/>
                  <a:pt x="273061" y="99908"/>
                  <a:pt x="273061" y="69505"/>
                </a:cubicBezTo>
                <a:cubicBezTo>
                  <a:pt x="273061" y="38708"/>
                  <a:pt x="266698" y="23309"/>
                  <a:pt x="253974" y="23309"/>
                </a:cubicBezTo>
                <a:cubicBezTo>
                  <a:pt x="240405" y="23309"/>
                  <a:pt x="233621" y="39102"/>
                  <a:pt x="233621" y="70687"/>
                </a:cubicBezTo>
                <a:close/>
                <a:moveTo>
                  <a:pt x="395487" y="20015"/>
                </a:moveTo>
                <a:cubicBezTo>
                  <a:pt x="382144" y="44845"/>
                  <a:pt x="372628" y="65184"/>
                  <a:pt x="366942" y="81033"/>
                </a:cubicBezTo>
                <a:cubicBezTo>
                  <a:pt x="361255" y="96882"/>
                  <a:pt x="357145" y="113645"/>
                  <a:pt x="354612" y="131324"/>
                </a:cubicBezTo>
                <a:lnTo>
                  <a:pt x="330289" y="131324"/>
                </a:lnTo>
                <a:cubicBezTo>
                  <a:pt x="332936" y="114715"/>
                  <a:pt x="337482" y="97951"/>
                  <a:pt x="343929" y="81033"/>
                </a:cubicBezTo>
                <a:cubicBezTo>
                  <a:pt x="350375" y="64114"/>
                  <a:pt x="359398" y="45971"/>
                  <a:pt x="370996" y="26603"/>
                </a:cubicBezTo>
                <a:lnTo>
                  <a:pt x="310950" y="26603"/>
                </a:lnTo>
                <a:lnTo>
                  <a:pt x="310950" y="7010"/>
                </a:lnTo>
                <a:lnTo>
                  <a:pt x="395487" y="7010"/>
                </a:lnTo>
                <a:lnTo>
                  <a:pt x="395487" y="20015"/>
                </a:lnTo>
                <a:close/>
                <a:moveTo>
                  <a:pt x="474520" y="13344"/>
                </a:moveTo>
                <a:cubicBezTo>
                  <a:pt x="474520" y="9740"/>
                  <a:pt x="475801" y="6728"/>
                  <a:pt x="478363" y="4307"/>
                </a:cubicBezTo>
                <a:cubicBezTo>
                  <a:pt x="480925" y="1886"/>
                  <a:pt x="484233" y="676"/>
                  <a:pt x="488286" y="676"/>
                </a:cubicBezTo>
                <a:cubicBezTo>
                  <a:pt x="492227" y="676"/>
                  <a:pt x="495521" y="1872"/>
                  <a:pt x="498167" y="4265"/>
                </a:cubicBezTo>
                <a:cubicBezTo>
                  <a:pt x="500813" y="6658"/>
                  <a:pt x="502137" y="9684"/>
                  <a:pt x="502137" y="13344"/>
                </a:cubicBezTo>
                <a:cubicBezTo>
                  <a:pt x="502137" y="17003"/>
                  <a:pt x="500828" y="20044"/>
                  <a:pt x="498210" y="22464"/>
                </a:cubicBezTo>
                <a:cubicBezTo>
                  <a:pt x="495591" y="24885"/>
                  <a:pt x="492284" y="26096"/>
                  <a:pt x="488286" y="26096"/>
                </a:cubicBezTo>
                <a:cubicBezTo>
                  <a:pt x="484289" y="26096"/>
                  <a:pt x="480995" y="24857"/>
                  <a:pt x="478405" y="22380"/>
                </a:cubicBezTo>
                <a:cubicBezTo>
                  <a:pt x="475815" y="19903"/>
                  <a:pt x="474520" y="16891"/>
                  <a:pt x="474520" y="13344"/>
                </a:cubicBezTo>
                <a:moveTo>
                  <a:pt x="476378" y="131324"/>
                </a:moveTo>
                <a:lnTo>
                  <a:pt x="476378" y="42564"/>
                </a:lnTo>
                <a:lnTo>
                  <a:pt x="499856" y="42564"/>
                </a:lnTo>
                <a:lnTo>
                  <a:pt x="499856" y="131324"/>
                </a:lnTo>
                <a:lnTo>
                  <a:pt x="476378" y="131324"/>
                </a:lnTo>
                <a:close/>
                <a:moveTo>
                  <a:pt x="606280" y="131324"/>
                </a:moveTo>
                <a:lnTo>
                  <a:pt x="582802" y="131324"/>
                </a:lnTo>
                <a:lnTo>
                  <a:pt x="582802" y="81582"/>
                </a:lnTo>
                <a:cubicBezTo>
                  <a:pt x="582802" y="66380"/>
                  <a:pt x="577312" y="58779"/>
                  <a:pt x="566333" y="58779"/>
                </a:cubicBezTo>
                <a:cubicBezTo>
                  <a:pt x="560816" y="58779"/>
                  <a:pt x="556326" y="60848"/>
                  <a:pt x="552863" y="64987"/>
                </a:cubicBezTo>
                <a:cubicBezTo>
                  <a:pt x="549401" y="69125"/>
                  <a:pt x="547669" y="74375"/>
                  <a:pt x="547669" y="80737"/>
                </a:cubicBezTo>
                <a:lnTo>
                  <a:pt x="547669" y="131324"/>
                </a:lnTo>
                <a:lnTo>
                  <a:pt x="524107" y="131324"/>
                </a:lnTo>
                <a:lnTo>
                  <a:pt x="524107" y="42564"/>
                </a:lnTo>
                <a:lnTo>
                  <a:pt x="547669" y="42564"/>
                </a:lnTo>
                <a:lnTo>
                  <a:pt x="547669" y="56837"/>
                </a:lnTo>
                <a:lnTo>
                  <a:pt x="547923" y="56837"/>
                </a:lnTo>
                <a:cubicBezTo>
                  <a:pt x="554454" y="45914"/>
                  <a:pt x="564053" y="40453"/>
                  <a:pt x="576721" y="40453"/>
                </a:cubicBezTo>
                <a:cubicBezTo>
                  <a:pt x="596427" y="40453"/>
                  <a:pt x="606280" y="52642"/>
                  <a:pt x="606280" y="77021"/>
                </a:cubicBezTo>
                <a:lnTo>
                  <a:pt x="606280" y="131324"/>
                </a:lnTo>
                <a:close/>
                <a:moveTo>
                  <a:pt x="694634" y="127862"/>
                </a:moveTo>
                <a:cubicBezTo>
                  <a:pt x="688272" y="131634"/>
                  <a:pt x="679573" y="133520"/>
                  <a:pt x="668538" y="133520"/>
                </a:cubicBezTo>
                <a:cubicBezTo>
                  <a:pt x="655251" y="133520"/>
                  <a:pt x="644483" y="129424"/>
                  <a:pt x="636235" y="121232"/>
                </a:cubicBezTo>
                <a:cubicBezTo>
                  <a:pt x="627986" y="113040"/>
                  <a:pt x="623862" y="102329"/>
                  <a:pt x="623862" y="89098"/>
                </a:cubicBezTo>
                <a:cubicBezTo>
                  <a:pt x="623862" y="74009"/>
                  <a:pt x="628282" y="62129"/>
                  <a:pt x="637121" y="53459"/>
                </a:cubicBezTo>
                <a:cubicBezTo>
                  <a:pt x="645961" y="44788"/>
                  <a:pt x="657756" y="40453"/>
                  <a:pt x="672507" y="40453"/>
                </a:cubicBezTo>
                <a:cubicBezTo>
                  <a:pt x="682135" y="40453"/>
                  <a:pt x="689510" y="41861"/>
                  <a:pt x="694634" y="44676"/>
                </a:cubicBezTo>
                <a:lnTo>
                  <a:pt x="694634" y="65367"/>
                </a:lnTo>
                <a:cubicBezTo>
                  <a:pt x="688666" y="60975"/>
                  <a:pt x="682079" y="58779"/>
                  <a:pt x="674872" y="58779"/>
                </a:cubicBezTo>
                <a:cubicBezTo>
                  <a:pt x="666652" y="58779"/>
                  <a:pt x="660064" y="61355"/>
                  <a:pt x="655110" y="66507"/>
                </a:cubicBezTo>
                <a:cubicBezTo>
                  <a:pt x="650155" y="71658"/>
                  <a:pt x="647678" y="78626"/>
                  <a:pt x="647678" y="87409"/>
                </a:cubicBezTo>
                <a:cubicBezTo>
                  <a:pt x="647678" y="96079"/>
                  <a:pt x="650015" y="102864"/>
                  <a:pt x="654688" y="107762"/>
                </a:cubicBezTo>
                <a:cubicBezTo>
                  <a:pt x="659361" y="112660"/>
                  <a:pt x="665779" y="115109"/>
                  <a:pt x="673943" y="115109"/>
                </a:cubicBezTo>
                <a:cubicBezTo>
                  <a:pt x="681093" y="115109"/>
                  <a:pt x="687990" y="112857"/>
                  <a:pt x="694634" y="108353"/>
                </a:cubicBezTo>
                <a:lnTo>
                  <a:pt x="694634" y="127862"/>
                </a:lnTo>
                <a:close/>
                <a:moveTo>
                  <a:pt x="711303" y="13344"/>
                </a:moveTo>
                <a:cubicBezTo>
                  <a:pt x="711303" y="9740"/>
                  <a:pt x="712583" y="6728"/>
                  <a:pt x="715145" y="4307"/>
                </a:cubicBezTo>
                <a:cubicBezTo>
                  <a:pt x="717707" y="1886"/>
                  <a:pt x="721015" y="676"/>
                  <a:pt x="725068" y="676"/>
                </a:cubicBezTo>
                <a:cubicBezTo>
                  <a:pt x="729010" y="676"/>
                  <a:pt x="732303" y="1872"/>
                  <a:pt x="734949" y="4265"/>
                </a:cubicBezTo>
                <a:cubicBezTo>
                  <a:pt x="737596" y="6658"/>
                  <a:pt x="738919" y="9684"/>
                  <a:pt x="738919" y="13344"/>
                </a:cubicBezTo>
                <a:cubicBezTo>
                  <a:pt x="738919" y="17003"/>
                  <a:pt x="737610" y="20044"/>
                  <a:pt x="734992" y="22464"/>
                </a:cubicBezTo>
                <a:cubicBezTo>
                  <a:pt x="732374" y="24885"/>
                  <a:pt x="729066" y="26096"/>
                  <a:pt x="725068" y="26096"/>
                </a:cubicBezTo>
                <a:cubicBezTo>
                  <a:pt x="721071" y="26096"/>
                  <a:pt x="717777" y="24857"/>
                  <a:pt x="715187" y="22380"/>
                </a:cubicBezTo>
                <a:cubicBezTo>
                  <a:pt x="712598" y="19903"/>
                  <a:pt x="711303" y="16891"/>
                  <a:pt x="711303" y="13344"/>
                </a:cubicBezTo>
                <a:moveTo>
                  <a:pt x="713161" y="131324"/>
                </a:moveTo>
                <a:lnTo>
                  <a:pt x="713161" y="42564"/>
                </a:lnTo>
                <a:lnTo>
                  <a:pt x="736639" y="42564"/>
                </a:lnTo>
                <a:lnTo>
                  <a:pt x="736639" y="131324"/>
                </a:lnTo>
                <a:lnTo>
                  <a:pt x="713161" y="131324"/>
                </a:lnTo>
                <a:close/>
                <a:moveTo>
                  <a:pt x="844496" y="131324"/>
                </a:moveTo>
                <a:lnTo>
                  <a:pt x="821019" y="131324"/>
                </a:lnTo>
                <a:lnTo>
                  <a:pt x="821019" y="118234"/>
                </a:lnTo>
                <a:lnTo>
                  <a:pt x="820596" y="118234"/>
                </a:lnTo>
                <a:cubicBezTo>
                  <a:pt x="814290" y="128425"/>
                  <a:pt x="804860" y="133520"/>
                  <a:pt x="792305" y="133520"/>
                </a:cubicBezTo>
                <a:cubicBezTo>
                  <a:pt x="781157" y="133520"/>
                  <a:pt x="772233" y="129523"/>
                  <a:pt x="765533" y="121528"/>
                </a:cubicBezTo>
                <a:cubicBezTo>
                  <a:pt x="758833" y="113533"/>
                  <a:pt x="755483" y="102667"/>
                  <a:pt x="755483" y="88929"/>
                </a:cubicBezTo>
                <a:cubicBezTo>
                  <a:pt x="755483" y="74347"/>
                  <a:pt x="759227" y="62622"/>
                  <a:pt x="766715" y="53754"/>
                </a:cubicBezTo>
                <a:cubicBezTo>
                  <a:pt x="774203" y="44887"/>
                  <a:pt x="783944" y="40453"/>
                  <a:pt x="795936" y="40453"/>
                </a:cubicBezTo>
                <a:cubicBezTo>
                  <a:pt x="807591" y="40453"/>
                  <a:pt x="815811" y="44760"/>
                  <a:pt x="820596" y="53374"/>
                </a:cubicBezTo>
                <a:lnTo>
                  <a:pt x="821019" y="53374"/>
                </a:lnTo>
                <a:lnTo>
                  <a:pt x="821019" y="0"/>
                </a:lnTo>
                <a:lnTo>
                  <a:pt x="844496" y="0"/>
                </a:lnTo>
                <a:lnTo>
                  <a:pt x="844496" y="131324"/>
                </a:lnTo>
                <a:moveTo>
                  <a:pt x="821356" y="80568"/>
                </a:moveTo>
                <a:cubicBezTo>
                  <a:pt x="821356" y="74319"/>
                  <a:pt x="819442" y="69125"/>
                  <a:pt x="815614" y="64987"/>
                </a:cubicBezTo>
                <a:cubicBezTo>
                  <a:pt x="811785" y="60848"/>
                  <a:pt x="806971" y="58779"/>
                  <a:pt x="801172" y="58779"/>
                </a:cubicBezTo>
                <a:cubicBezTo>
                  <a:pt x="794416" y="58779"/>
                  <a:pt x="789081" y="61425"/>
                  <a:pt x="785168" y="66718"/>
                </a:cubicBezTo>
                <a:cubicBezTo>
                  <a:pt x="781255" y="72010"/>
                  <a:pt x="779299" y="79189"/>
                  <a:pt x="779299" y="88253"/>
                </a:cubicBezTo>
                <a:cubicBezTo>
                  <a:pt x="779299" y="96755"/>
                  <a:pt x="781185" y="103356"/>
                  <a:pt x="784957" y="108058"/>
                </a:cubicBezTo>
                <a:cubicBezTo>
                  <a:pt x="788729" y="112759"/>
                  <a:pt x="793825" y="115109"/>
                  <a:pt x="800243" y="115109"/>
                </a:cubicBezTo>
                <a:cubicBezTo>
                  <a:pt x="806436" y="115109"/>
                  <a:pt x="811503" y="112660"/>
                  <a:pt x="815445" y="107762"/>
                </a:cubicBezTo>
                <a:cubicBezTo>
                  <a:pt x="819386" y="102864"/>
                  <a:pt x="821356" y="96614"/>
                  <a:pt x="821356" y="89013"/>
                </a:cubicBezTo>
                <a:lnTo>
                  <a:pt x="821356" y="80568"/>
                </a:lnTo>
                <a:close/>
                <a:moveTo>
                  <a:pt x="946435" y="93574"/>
                </a:moveTo>
                <a:lnTo>
                  <a:pt x="887149" y="93574"/>
                </a:lnTo>
                <a:cubicBezTo>
                  <a:pt x="888107" y="108663"/>
                  <a:pt x="896665" y="116207"/>
                  <a:pt x="912823" y="116207"/>
                </a:cubicBezTo>
                <a:cubicBezTo>
                  <a:pt x="922676" y="116207"/>
                  <a:pt x="931459" y="113617"/>
                  <a:pt x="939172" y="108438"/>
                </a:cubicBezTo>
                <a:lnTo>
                  <a:pt x="939172" y="126342"/>
                </a:lnTo>
                <a:cubicBezTo>
                  <a:pt x="930952" y="131127"/>
                  <a:pt x="920396" y="133520"/>
                  <a:pt x="907503" y="133520"/>
                </a:cubicBezTo>
                <a:cubicBezTo>
                  <a:pt x="893709" y="133520"/>
                  <a:pt x="882969" y="129523"/>
                  <a:pt x="875284" y="121528"/>
                </a:cubicBezTo>
                <a:cubicBezTo>
                  <a:pt x="867599" y="113533"/>
                  <a:pt x="863756" y="102357"/>
                  <a:pt x="863756" y="88000"/>
                </a:cubicBezTo>
                <a:cubicBezTo>
                  <a:pt x="863756" y="73924"/>
                  <a:pt x="867880" y="62481"/>
                  <a:pt x="876128" y="53670"/>
                </a:cubicBezTo>
                <a:cubicBezTo>
                  <a:pt x="884377" y="44859"/>
                  <a:pt x="894694" y="40453"/>
                  <a:pt x="907080" y="40453"/>
                </a:cubicBezTo>
                <a:cubicBezTo>
                  <a:pt x="919467" y="40453"/>
                  <a:pt x="929123" y="44253"/>
                  <a:pt x="936048" y="51854"/>
                </a:cubicBezTo>
                <a:cubicBezTo>
                  <a:pt x="942973" y="59455"/>
                  <a:pt x="946435" y="69899"/>
                  <a:pt x="946435" y="83186"/>
                </a:cubicBezTo>
                <a:lnTo>
                  <a:pt x="946435" y="93574"/>
                </a:lnTo>
                <a:moveTo>
                  <a:pt x="924224" y="78119"/>
                </a:moveTo>
                <a:cubicBezTo>
                  <a:pt x="924224" y="64043"/>
                  <a:pt x="918425" y="57006"/>
                  <a:pt x="906827" y="57006"/>
                </a:cubicBezTo>
                <a:cubicBezTo>
                  <a:pt x="901985" y="57006"/>
                  <a:pt x="897720" y="58920"/>
                  <a:pt x="894032" y="62749"/>
                </a:cubicBezTo>
                <a:cubicBezTo>
                  <a:pt x="890345" y="66577"/>
                  <a:pt x="888050" y="71701"/>
                  <a:pt x="887149" y="78119"/>
                </a:cubicBezTo>
                <a:lnTo>
                  <a:pt x="924224" y="78119"/>
                </a:lnTo>
                <a:close/>
                <a:moveTo>
                  <a:pt x="1047500" y="131324"/>
                </a:moveTo>
                <a:lnTo>
                  <a:pt x="1024022" y="131324"/>
                </a:lnTo>
                <a:lnTo>
                  <a:pt x="1024022" y="81582"/>
                </a:lnTo>
                <a:cubicBezTo>
                  <a:pt x="1024022" y="66380"/>
                  <a:pt x="1018532" y="58779"/>
                  <a:pt x="1007553" y="58779"/>
                </a:cubicBezTo>
                <a:cubicBezTo>
                  <a:pt x="1002036" y="58779"/>
                  <a:pt x="997546" y="60848"/>
                  <a:pt x="994083" y="64987"/>
                </a:cubicBezTo>
                <a:cubicBezTo>
                  <a:pt x="990621" y="69125"/>
                  <a:pt x="988889" y="74375"/>
                  <a:pt x="988889" y="80737"/>
                </a:cubicBezTo>
                <a:lnTo>
                  <a:pt x="988889" y="131324"/>
                </a:lnTo>
                <a:lnTo>
                  <a:pt x="965327" y="131324"/>
                </a:lnTo>
                <a:lnTo>
                  <a:pt x="965327" y="42564"/>
                </a:lnTo>
                <a:lnTo>
                  <a:pt x="988889" y="42564"/>
                </a:lnTo>
                <a:lnTo>
                  <a:pt x="988889" y="56837"/>
                </a:lnTo>
                <a:lnTo>
                  <a:pt x="989143" y="56837"/>
                </a:lnTo>
                <a:cubicBezTo>
                  <a:pt x="995674" y="45914"/>
                  <a:pt x="1005273" y="40453"/>
                  <a:pt x="1017941" y="40453"/>
                </a:cubicBezTo>
                <a:cubicBezTo>
                  <a:pt x="1037647" y="40453"/>
                  <a:pt x="1047500" y="52642"/>
                  <a:pt x="1047500" y="77021"/>
                </a:cubicBezTo>
                <a:lnTo>
                  <a:pt x="1047500" y="131324"/>
                </a:lnTo>
                <a:close/>
                <a:moveTo>
                  <a:pt x="1120398" y="130395"/>
                </a:moveTo>
                <a:cubicBezTo>
                  <a:pt x="1116401" y="132422"/>
                  <a:pt x="1110827" y="133436"/>
                  <a:pt x="1103676" y="133436"/>
                </a:cubicBezTo>
                <a:cubicBezTo>
                  <a:pt x="1085491" y="133436"/>
                  <a:pt x="1076398" y="123808"/>
                  <a:pt x="1076398" y="104553"/>
                </a:cubicBezTo>
                <a:lnTo>
                  <a:pt x="1076398" y="60468"/>
                </a:lnTo>
                <a:lnTo>
                  <a:pt x="1061703" y="60468"/>
                </a:lnTo>
                <a:lnTo>
                  <a:pt x="1061703" y="42564"/>
                </a:lnTo>
                <a:lnTo>
                  <a:pt x="1076398" y="42564"/>
                </a:lnTo>
                <a:lnTo>
                  <a:pt x="1076398" y="22718"/>
                </a:lnTo>
                <a:lnTo>
                  <a:pt x="1099876" y="15877"/>
                </a:lnTo>
                <a:lnTo>
                  <a:pt x="1099876" y="42564"/>
                </a:lnTo>
                <a:lnTo>
                  <a:pt x="1120398" y="42564"/>
                </a:lnTo>
                <a:lnTo>
                  <a:pt x="1120398" y="60468"/>
                </a:lnTo>
                <a:lnTo>
                  <a:pt x="1099876" y="60468"/>
                </a:lnTo>
                <a:lnTo>
                  <a:pt x="1099876" y="100415"/>
                </a:lnTo>
                <a:cubicBezTo>
                  <a:pt x="1099876" y="110211"/>
                  <a:pt x="1103733" y="115109"/>
                  <a:pt x="1111446" y="115109"/>
                </a:cubicBezTo>
                <a:cubicBezTo>
                  <a:pt x="1114655" y="115109"/>
                  <a:pt x="1117639" y="114209"/>
                  <a:pt x="1120398" y="112407"/>
                </a:cubicBezTo>
                <a:lnTo>
                  <a:pt x="1120398" y="130395"/>
                </a:lnTo>
                <a:close/>
                <a:moveTo>
                  <a:pt x="1133948" y="108522"/>
                </a:moveTo>
                <a:cubicBezTo>
                  <a:pt x="1142731" y="114040"/>
                  <a:pt x="1151401" y="116798"/>
                  <a:pt x="1159959" y="116798"/>
                </a:cubicBezTo>
                <a:cubicBezTo>
                  <a:pt x="1170994" y="116798"/>
                  <a:pt x="1176512" y="113674"/>
                  <a:pt x="1176512" y="107424"/>
                </a:cubicBezTo>
                <a:cubicBezTo>
                  <a:pt x="1176512" y="103089"/>
                  <a:pt x="1172149" y="99429"/>
                  <a:pt x="1163422" y="96445"/>
                </a:cubicBezTo>
                <a:cubicBezTo>
                  <a:pt x="1150698" y="92166"/>
                  <a:pt x="1142618" y="87958"/>
                  <a:pt x="1139184" y="83820"/>
                </a:cubicBezTo>
                <a:cubicBezTo>
                  <a:pt x="1135749" y="79681"/>
                  <a:pt x="1134032" y="74375"/>
                  <a:pt x="1134032" y="67900"/>
                </a:cubicBezTo>
                <a:cubicBezTo>
                  <a:pt x="1134032" y="59342"/>
                  <a:pt x="1137523" y="52628"/>
                  <a:pt x="1144504" y="47758"/>
                </a:cubicBezTo>
                <a:cubicBezTo>
                  <a:pt x="1151486" y="42888"/>
                  <a:pt x="1160466" y="40453"/>
                  <a:pt x="1171445" y="40453"/>
                </a:cubicBezTo>
                <a:cubicBezTo>
                  <a:pt x="1179102" y="40453"/>
                  <a:pt x="1186759" y="41663"/>
                  <a:pt x="1194416" y="44084"/>
                </a:cubicBezTo>
                <a:lnTo>
                  <a:pt x="1194416" y="63255"/>
                </a:lnTo>
                <a:cubicBezTo>
                  <a:pt x="1187491" y="59145"/>
                  <a:pt x="1179918" y="57090"/>
                  <a:pt x="1171698" y="57090"/>
                </a:cubicBezTo>
                <a:cubicBezTo>
                  <a:pt x="1167363" y="57090"/>
                  <a:pt x="1163872" y="57907"/>
                  <a:pt x="1161226" y="59539"/>
                </a:cubicBezTo>
                <a:cubicBezTo>
                  <a:pt x="1158580" y="61172"/>
                  <a:pt x="1157257" y="63340"/>
                  <a:pt x="1157257" y="66042"/>
                </a:cubicBezTo>
                <a:cubicBezTo>
                  <a:pt x="1157257" y="70490"/>
                  <a:pt x="1160945" y="74009"/>
                  <a:pt x="1168320" y="76599"/>
                </a:cubicBezTo>
                <a:cubicBezTo>
                  <a:pt x="1176709" y="79639"/>
                  <a:pt x="1182874" y="82187"/>
                  <a:pt x="1186815" y="84242"/>
                </a:cubicBezTo>
                <a:cubicBezTo>
                  <a:pt x="1190756" y="86297"/>
                  <a:pt x="1193825" y="89098"/>
                  <a:pt x="1196021" y="92645"/>
                </a:cubicBezTo>
                <a:cubicBezTo>
                  <a:pt x="1198216" y="96192"/>
                  <a:pt x="1199314" y="100358"/>
                  <a:pt x="1199314" y="105144"/>
                </a:cubicBezTo>
                <a:cubicBezTo>
                  <a:pt x="1199314" y="114152"/>
                  <a:pt x="1195725" y="121134"/>
                  <a:pt x="1188547" y="126088"/>
                </a:cubicBezTo>
                <a:cubicBezTo>
                  <a:pt x="1181368" y="131043"/>
                  <a:pt x="1171895" y="133520"/>
                  <a:pt x="1160128" y="133520"/>
                </a:cubicBezTo>
                <a:cubicBezTo>
                  <a:pt x="1150219" y="133520"/>
                  <a:pt x="1141492" y="131944"/>
                  <a:pt x="1133948" y="128791"/>
                </a:cubicBezTo>
                <a:lnTo>
                  <a:pt x="1133948" y="108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•172malware">
            <a:extLst xmlns:a="http://schemas.openxmlformats.org/drawingml/2006/main">
              <a:ext uri="{FF2B5EF4-FFF2-40B4-BE49-F238E27FC236}">
                <a16:creationId xmlns:a16="http://schemas.microsoft.com/office/drawing/2014/main" id="{2A26F7B4-8041-431E-997C-D93A2661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17" y="2365283"/>
            <a:ext cx="1153642" cy="133520"/>
          </a:xfrm>
          <a:custGeom xmlns:a="http://schemas.openxmlformats.org/drawingml/2006/main">
            <a:pathLst>
              <a:path w="1153642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5" y="4983"/>
                </a:moveTo>
                <a:lnTo>
                  <a:pt x="172085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6" y="36033"/>
                  <a:pt x="142132" y="38285"/>
                  <a:pt x="137290" y="40369"/>
                </a:cubicBezTo>
                <a:cubicBezTo>
                  <a:pt x="132448" y="42452"/>
                  <a:pt x="127409" y="43803"/>
                  <a:pt x="122173" y="44422"/>
                </a:cubicBezTo>
                <a:lnTo>
                  <a:pt x="122173" y="23562"/>
                </a:lnTo>
                <a:cubicBezTo>
                  <a:pt x="134560" y="19846"/>
                  <a:pt x="146242" y="13653"/>
                  <a:pt x="157221" y="4983"/>
                </a:cubicBezTo>
                <a:lnTo>
                  <a:pt x="172085" y="4983"/>
                </a:lnTo>
                <a:close/>
                <a:moveTo>
                  <a:pt x="295863" y="20015"/>
                </a:moveTo>
                <a:cubicBezTo>
                  <a:pt x="282519" y="44845"/>
                  <a:pt x="273004" y="65184"/>
                  <a:pt x="267318" y="81033"/>
                </a:cubicBezTo>
                <a:cubicBezTo>
                  <a:pt x="261631" y="96882"/>
                  <a:pt x="257521" y="113645"/>
                  <a:pt x="254988" y="131324"/>
                </a:cubicBezTo>
                <a:lnTo>
                  <a:pt x="230665" y="131324"/>
                </a:lnTo>
                <a:cubicBezTo>
                  <a:pt x="233311" y="114715"/>
                  <a:pt x="237858" y="97951"/>
                  <a:pt x="244304" y="81033"/>
                </a:cubicBezTo>
                <a:cubicBezTo>
                  <a:pt x="250751" y="64114"/>
                  <a:pt x="259773" y="45971"/>
                  <a:pt x="271372" y="26603"/>
                </a:cubicBezTo>
                <a:lnTo>
                  <a:pt x="211326" y="26603"/>
                </a:lnTo>
                <a:lnTo>
                  <a:pt x="211326" y="7010"/>
                </a:lnTo>
                <a:lnTo>
                  <a:pt x="295863" y="7010"/>
                </a:lnTo>
                <a:lnTo>
                  <a:pt x="295863" y="20015"/>
                </a:lnTo>
                <a:close/>
                <a:moveTo>
                  <a:pt x="338566" y="111478"/>
                </a:moveTo>
                <a:lnTo>
                  <a:pt x="391264" y="111478"/>
                </a:lnTo>
                <a:lnTo>
                  <a:pt x="391264" y="131324"/>
                </a:lnTo>
                <a:lnTo>
                  <a:pt x="313652" y="131324"/>
                </a:lnTo>
                <a:lnTo>
                  <a:pt x="313652" y="121950"/>
                </a:lnTo>
                <a:cubicBezTo>
                  <a:pt x="313652" y="115250"/>
                  <a:pt x="314792" y="109071"/>
                  <a:pt x="317073" y="103413"/>
                </a:cubicBezTo>
                <a:cubicBezTo>
                  <a:pt x="319353" y="97754"/>
                  <a:pt x="322618" y="92462"/>
                  <a:pt x="326869" y="87535"/>
                </a:cubicBezTo>
                <a:cubicBezTo>
                  <a:pt x="331120" y="82609"/>
                  <a:pt x="340058" y="75051"/>
                  <a:pt x="353683" y="64860"/>
                </a:cubicBezTo>
                <a:cubicBezTo>
                  <a:pt x="358975" y="60919"/>
                  <a:pt x="362776" y="57146"/>
                  <a:pt x="365084" y="53543"/>
                </a:cubicBezTo>
                <a:cubicBezTo>
                  <a:pt x="367392" y="49940"/>
                  <a:pt x="368547" y="45914"/>
                  <a:pt x="368547" y="41466"/>
                </a:cubicBezTo>
                <a:cubicBezTo>
                  <a:pt x="368547" y="35949"/>
                  <a:pt x="366928" y="31656"/>
                  <a:pt x="363691" y="28587"/>
                </a:cubicBezTo>
                <a:cubicBezTo>
                  <a:pt x="360453" y="25519"/>
                  <a:pt x="355428" y="23985"/>
                  <a:pt x="348616" y="23985"/>
                </a:cubicBezTo>
                <a:cubicBezTo>
                  <a:pt x="337975" y="23985"/>
                  <a:pt x="327756" y="28207"/>
                  <a:pt x="317959" y="36653"/>
                </a:cubicBezTo>
                <a:lnTo>
                  <a:pt x="317959" y="15455"/>
                </a:lnTo>
                <a:cubicBezTo>
                  <a:pt x="327981" y="8473"/>
                  <a:pt x="339326" y="4983"/>
                  <a:pt x="351994" y="4983"/>
                </a:cubicBezTo>
                <a:cubicBezTo>
                  <a:pt x="364831" y="4983"/>
                  <a:pt x="374754" y="8107"/>
                  <a:pt x="381763" y="14357"/>
                </a:cubicBezTo>
                <a:cubicBezTo>
                  <a:pt x="388773" y="20607"/>
                  <a:pt x="392278" y="29249"/>
                  <a:pt x="392278" y="40284"/>
                </a:cubicBezTo>
                <a:cubicBezTo>
                  <a:pt x="392278" y="45971"/>
                  <a:pt x="391363" y="51010"/>
                  <a:pt x="389533" y="55401"/>
                </a:cubicBezTo>
                <a:cubicBezTo>
                  <a:pt x="387703" y="59793"/>
                  <a:pt x="385282" y="63776"/>
                  <a:pt x="382270" y="67351"/>
                </a:cubicBezTo>
                <a:cubicBezTo>
                  <a:pt x="379258" y="70926"/>
                  <a:pt x="375795" y="74248"/>
                  <a:pt x="371882" y="77317"/>
                </a:cubicBezTo>
                <a:cubicBezTo>
                  <a:pt x="367969" y="80385"/>
                  <a:pt x="363958" y="83439"/>
                  <a:pt x="359848" y="86480"/>
                </a:cubicBezTo>
                <a:cubicBezTo>
                  <a:pt x="352247" y="92110"/>
                  <a:pt x="346800" y="96924"/>
                  <a:pt x="343506" y="100921"/>
                </a:cubicBezTo>
                <a:cubicBezTo>
                  <a:pt x="340213" y="104919"/>
                  <a:pt x="338566" y="108438"/>
                  <a:pt x="338566" y="111478"/>
                </a:cubicBezTo>
                <a:close/>
                <a:moveTo>
                  <a:pt x="613277" y="131324"/>
                </a:moveTo>
                <a:lnTo>
                  <a:pt x="589799" y="131324"/>
                </a:lnTo>
                <a:lnTo>
                  <a:pt x="589799" y="80653"/>
                </a:lnTo>
                <a:cubicBezTo>
                  <a:pt x="589799" y="66070"/>
                  <a:pt x="584506" y="58779"/>
                  <a:pt x="573922" y="58779"/>
                </a:cubicBezTo>
                <a:cubicBezTo>
                  <a:pt x="569023" y="58779"/>
                  <a:pt x="564927" y="60989"/>
                  <a:pt x="561634" y="65409"/>
                </a:cubicBezTo>
                <a:cubicBezTo>
                  <a:pt x="558340" y="69828"/>
                  <a:pt x="556693" y="75135"/>
                  <a:pt x="556693" y="81328"/>
                </a:cubicBezTo>
                <a:lnTo>
                  <a:pt x="556693" y="131324"/>
                </a:lnTo>
                <a:lnTo>
                  <a:pt x="533215" y="131324"/>
                </a:lnTo>
                <a:lnTo>
                  <a:pt x="533215" y="79724"/>
                </a:lnTo>
                <a:cubicBezTo>
                  <a:pt x="533215" y="65761"/>
                  <a:pt x="527951" y="58779"/>
                  <a:pt x="517423" y="58779"/>
                </a:cubicBezTo>
                <a:cubicBezTo>
                  <a:pt x="512412" y="58779"/>
                  <a:pt x="508302" y="60848"/>
                  <a:pt x="505092" y="64987"/>
                </a:cubicBezTo>
                <a:cubicBezTo>
                  <a:pt x="501883" y="69125"/>
                  <a:pt x="500279" y="74656"/>
                  <a:pt x="500279" y="81582"/>
                </a:cubicBezTo>
                <a:lnTo>
                  <a:pt x="500279" y="131324"/>
                </a:lnTo>
                <a:lnTo>
                  <a:pt x="476716" y="131324"/>
                </a:lnTo>
                <a:lnTo>
                  <a:pt x="476716" y="42564"/>
                </a:lnTo>
                <a:lnTo>
                  <a:pt x="500279" y="42564"/>
                </a:lnTo>
                <a:lnTo>
                  <a:pt x="500279" y="56583"/>
                </a:lnTo>
                <a:lnTo>
                  <a:pt x="500532" y="56583"/>
                </a:lnTo>
                <a:cubicBezTo>
                  <a:pt x="507176" y="45830"/>
                  <a:pt x="516662" y="40453"/>
                  <a:pt x="528993" y="40453"/>
                </a:cubicBezTo>
                <a:cubicBezTo>
                  <a:pt x="541492" y="40453"/>
                  <a:pt x="549993" y="46139"/>
                  <a:pt x="554497" y="57512"/>
                </a:cubicBezTo>
                <a:cubicBezTo>
                  <a:pt x="561254" y="46139"/>
                  <a:pt x="571135" y="40453"/>
                  <a:pt x="584140" y="40453"/>
                </a:cubicBezTo>
                <a:cubicBezTo>
                  <a:pt x="603565" y="40453"/>
                  <a:pt x="613277" y="52389"/>
                  <a:pt x="613277" y="76261"/>
                </a:cubicBezTo>
                <a:lnTo>
                  <a:pt x="613277" y="131324"/>
                </a:lnTo>
                <a:close/>
                <a:moveTo>
                  <a:pt x="638469" y="48223"/>
                </a:moveTo>
                <a:cubicBezTo>
                  <a:pt x="642467" y="45914"/>
                  <a:pt x="647646" y="44042"/>
                  <a:pt x="654009" y="42607"/>
                </a:cubicBezTo>
                <a:cubicBezTo>
                  <a:pt x="660371" y="41171"/>
                  <a:pt x="666085" y="40453"/>
                  <a:pt x="671153" y="40453"/>
                </a:cubicBezTo>
                <a:cubicBezTo>
                  <a:pt x="695137" y="40453"/>
                  <a:pt x="707129" y="52614"/>
                  <a:pt x="707129" y="76937"/>
                </a:cubicBezTo>
                <a:lnTo>
                  <a:pt x="707129" y="131324"/>
                </a:lnTo>
                <a:lnTo>
                  <a:pt x="684665" y="131324"/>
                </a:lnTo>
                <a:lnTo>
                  <a:pt x="684665" y="118234"/>
                </a:lnTo>
                <a:lnTo>
                  <a:pt x="684243" y="118234"/>
                </a:lnTo>
                <a:cubicBezTo>
                  <a:pt x="678275" y="128425"/>
                  <a:pt x="669407" y="133520"/>
                  <a:pt x="657640" y="133520"/>
                </a:cubicBezTo>
                <a:cubicBezTo>
                  <a:pt x="649082" y="133520"/>
                  <a:pt x="642298" y="131113"/>
                  <a:pt x="637287" y="126299"/>
                </a:cubicBezTo>
                <a:cubicBezTo>
                  <a:pt x="632276" y="121486"/>
                  <a:pt x="629771" y="115025"/>
                  <a:pt x="629771" y="106917"/>
                </a:cubicBezTo>
                <a:cubicBezTo>
                  <a:pt x="629771" y="89971"/>
                  <a:pt x="639849" y="80146"/>
                  <a:pt x="660005" y="77443"/>
                </a:cubicBezTo>
                <a:lnTo>
                  <a:pt x="684749" y="74065"/>
                </a:lnTo>
                <a:cubicBezTo>
                  <a:pt x="684749" y="62749"/>
                  <a:pt x="679232" y="57090"/>
                  <a:pt x="668197" y="57090"/>
                </a:cubicBezTo>
                <a:cubicBezTo>
                  <a:pt x="657668" y="57090"/>
                  <a:pt x="647759" y="60384"/>
                  <a:pt x="638469" y="66971"/>
                </a:cubicBezTo>
                <a:lnTo>
                  <a:pt x="638469" y="48223"/>
                </a:lnTo>
                <a:moveTo>
                  <a:pt x="667099" y="90787"/>
                </a:moveTo>
                <a:cubicBezTo>
                  <a:pt x="656964" y="92082"/>
                  <a:pt x="651897" y="96614"/>
                  <a:pt x="651897" y="104384"/>
                </a:cubicBezTo>
                <a:cubicBezTo>
                  <a:pt x="651897" y="107875"/>
                  <a:pt x="653108" y="110718"/>
                  <a:pt x="655529" y="112914"/>
                </a:cubicBezTo>
                <a:cubicBezTo>
                  <a:pt x="657950" y="115109"/>
                  <a:pt x="661215" y="116207"/>
                  <a:pt x="665325" y="116207"/>
                </a:cubicBezTo>
                <a:cubicBezTo>
                  <a:pt x="670955" y="116207"/>
                  <a:pt x="675600" y="114223"/>
                  <a:pt x="679260" y="110253"/>
                </a:cubicBezTo>
                <a:cubicBezTo>
                  <a:pt x="682920" y="106284"/>
                  <a:pt x="684749" y="101287"/>
                  <a:pt x="684749" y="95263"/>
                </a:cubicBezTo>
                <a:lnTo>
                  <a:pt x="684749" y="88507"/>
                </a:lnTo>
                <a:lnTo>
                  <a:pt x="667099" y="90787"/>
                </a:lnTo>
                <a:close/>
                <a:moveTo>
                  <a:pt x="729937" y="131324"/>
                </a:moveTo>
                <a:lnTo>
                  <a:pt x="729937" y="0"/>
                </a:lnTo>
                <a:lnTo>
                  <a:pt x="753415" y="0"/>
                </a:lnTo>
                <a:lnTo>
                  <a:pt x="753415" y="131324"/>
                </a:lnTo>
                <a:lnTo>
                  <a:pt x="729937" y="131324"/>
                </a:lnTo>
                <a:close/>
                <a:moveTo>
                  <a:pt x="901220" y="42564"/>
                </a:moveTo>
                <a:lnTo>
                  <a:pt x="875378" y="131324"/>
                </a:lnTo>
                <a:lnTo>
                  <a:pt x="850718" y="131324"/>
                </a:lnTo>
                <a:lnTo>
                  <a:pt x="836107" y="75923"/>
                </a:lnTo>
                <a:cubicBezTo>
                  <a:pt x="835375" y="73221"/>
                  <a:pt x="834897" y="69758"/>
                  <a:pt x="834672" y="65535"/>
                </a:cubicBezTo>
                <a:lnTo>
                  <a:pt x="834165" y="65535"/>
                </a:lnTo>
                <a:cubicBezTo>
                  <a:pt x="833827" y="69758"/>
                  <a:pt x="833264" y="73164"/>
                  <a:pt x="832476" y="75754"/>
                </a:cubicBezTo>
                <a:lnTo>
                  <a:pt x="816768" y="131324"/>
                </a:lnTo>
                <a:lnTo>
                  <a:pt x="792445" y="131324"/>
                </a:lnTo>
                <a:lnTo>
                  <a:pt x="766856" y="42564"/>
                </a:lnTo>
                <a:lnTo>
                  <a:pt x="791009" y="42564"/>
                </a:lnTo>
                <a:lnTo>
                  <a:pt x="804944" y="103117"/>
                </a:lnTo>
                <a:cubicBezTo>
                  <a:pt x="805676" y="106383"/>
                  <a:pt x="806126" y="109479"/>
                  <a:pt x="806295" y="112407"/>
                </a:cubicBezTo>
                <a:lnTo>
                  <a:pt x="806802" y="112407"/>
                </a:lnTo>
                <a:cubicBezTo>
                  <a:pt x="806971" y="109535"/>
                  <a:pt x="807478" y="106326"/>
                  <a:pt x="808322" y="102779"/>
                </a:cubicBezTo>
                <a:lnTo>
                  <a:pt x="825213" y="42564"/>
                </a:lnTo>
                <a:lnTo>
                  <a:pt x="847508" y="42564"/>
                </a:lnTo>
                <a:lnTo>
                  <a:pt x="862457" y="103201"/>
                </a:lnTo>
                <a:cubicBezTo>
                  <a:pt x="862851" y="104834"/>
                  <a:pt x="863273" y="107959"/>
                  <a:pt x="863723" y="112576"/>
                </a:cubicBezTo>
                <a:lnTo>
                  <a:pt x="864315" y="112576"/>
                </a:lnTo>
                <a:cubicBezTo>
                  <a:pt x="864483" y="110155"/>
                  <a:pt x="864962" y="107030"/>
                  <a:pt x="865750" y="103201"/>
                </a:cubicBezTo>
                <a:lnTo>
                  <a:pt x="879178" y="42564"/>
                </a:lnTo>
                <a:lnTo>
                  <a:pt x="901220" y="42564"/>
                </a:lnTo>
                <a:close/>
                <a:moveTo>
                  <a:pt x="917280" y="48223"/>
                </a:moveTo>
                <a:cubicBezTo>
                  <a:pt x="921278" y="45914"/>
                  <a:pt x="926458" y="44042"/>
                  <a:pt x="932820" y="42607"/>
                </a:cubicBezTo>
                <a:cubicBezTo>
                  <a:pt x="939182" y="41171"/>
                  <a:pt x="944896" y="40453"/>
                  <a:pt x="949964" y="40453"/>
                </a:cubicBezTo>
                <a:cubicBezTo>
                  <a:pt x="973948" y="40453"/>
                  <a:pt x="985941" y="52614"/>
                  <a:pt x="985941" y="76937"/>
                </a:cubicBezTo>
                <a:lnTo>
                  <a:pt x="985941" y="131324"/>
                </a:lnTo>
                <a:lnTo>
                  <a:pt x="963476" y="131324"/>
                </a:lnTo>
                <a:lnTo>
                  <a:pt x="963476" y="118234"/>
                </a:lnTo>
                <a:lnTo>
                  <a:pt x="963054" y="118234"/>
                </a:lnTo>
                <a:cubicBezTo>
                  <a:pt x="957086" y="128425"/>
                  <a:pt x="948218" y="133520"/>
                  <a:pt x="936451" y="133520"/>
                </a:cubicBezTo>
                <a:cubicBezTo>
                  <a:pt x="927893" y="133520"/>
                  <a:pt x="921109" y="131113"/>
                  <a:pt x="916098" y="126299"/>
                </a:cubicBezTo>
                <a:cubicBezTo>
                  <a:pt x="911087" y="121486"/>
                  <a:pt x="908582" y="115025"/>
                  <a:pt x="908582" y="106917"/>
                </a:cubicBezTo>
                <a:cubicBezTo>
                  <a:pt x="908582" y="89971"/>
                  <a:pt x="918660" y="80146"/>
                  <a:pt x="938816" y="77443"/>
                </a:cubicBezTo>
                <a:lnTo>
                  <a:pt x="963561" y="74065"/>
                </a:lnTo>
                <a:cubicBezTo>
                  <a:pt x="963561" y="62749"/>
                  <a:pt x="958043" y="57090"/>
                  <a:pt x="947008" y="57090"/>
                </a:cubicBezTo>
                <a:cubicBezTo>
                  <a:pt x="936479" y="57090"/>
                  <a:pt x="926570" y="60384"/>
                  <a:pt x="917280" y="66971"/>
                </a:cubicBezTo>
                <a:lnTo>
                  <a:pt x="917280" y="48223"/>
                </a:lnTo>
                <a:moveTo>
                  <a:pt x="945910" y="90787"/>
                </a:moveTo>
                <a:cubicBezTo>
                  <a:pt x="935776" y="92082"/>
                  <a:pt x="930708" y="96614"/>
                  <a:pt x="930708" y="104384"/>
                </a:cubicBezTo>
                <a:cubicBezTo>
                  <a:pt x="930708" y="107875"/>
                  <a:pt x="931919" y="110718"/>
                  <a:pt x="934340" y="112914"/>
                </a:cubicBezTo>
                <a:cubicBezTo>
                  <a:pt x="936761" y="115109"/>
                  <a:pt x="940026" y="116207"/>
                  <a:pt x="944136" y="116207"/>
                </a:cubicBezTo>
                <a:cubicBezTo>
                  <a:pt x="949767" y="116207"/>
                  <a:pt x="954411" y="114223"/>
                  <a:pt x="958071" y="110253"/>
                </a:cubicBezTo>
                <a:cubicBezTo>
                  <a:pt x="961731" y="106284"/>
                  <a:pt x="963561" y="101287"/>
                  <a:pt x="963561" y="95263"/>
                </a:cubicBezTo>
                <a:lnTo>
                  <a:pt x="963561" y="88507"/>
                </a:lnTo>
                <a:lnTo>
                  <a:pt x="945910" y="90787"/>
                </a:lnTo>
                <a:close/>
                <a:moveTo>
                  <a:pt x="1063558" y="64269"/>
                </a:moveTo>
                <a:cubicBezTo>
                  <a:pt x="1060461" y="62411"/>
                  <a:pt x="1056661" y="61482"/>
                  <a:pt x="1052157" y="61482"/>
                </a:cubicBezTo>
                <a:cubicBezTo>
                  <a:pt x="1046245" y="61482"/>
                  <a:pt x="1041516" y="63889"/>
                  <a:pt x="1037969" y="68702"/>
                </a:cubicBezTo>
                <a:cubicBezTo>
                  <a:pt x="1034422" y="73516"/>
                  <a:pt x="1032648" y="79977"/>
                  <a:pt x="1032648" y="88084"/>
                </a:cubicBezTo>
                <a:lnTo>
                  <a:pt x="1032648" y="131324"/>
                </a:lnTo>
                <a:lnTo>
                  <a:pt x="1009086" y="131324"/>
                </a:lnTo>
                <a:lnTo>
                  <a:pt x="1009086" y="42564"/>
                </a:lnTo>
                <a:lnTo>
                  <a:pt x="1032648" y="42564"/>
                </a:lnTo>
                <a:lnTo>
                  <a:pt x="1032648" y="59624"/>
                </a:lnTo>
                <a:lnTo>
                  <a:pt x="1032902" y="59624"/>
                </a:lnTo>
                <a:cubicBezTo>
                  <a:pt x="1037237" y="47237"/>
                  <a:pt x="1045035" y="41044"/>
                  <a:pt x="1056295" y="41044"/>
                </a:cubicBezTo>
                <a:cubicBezTo>
                  <a:pt x="1059504" y="41044"/>
                  <a:pt x="1061925" y="41438"/>
                  <a:pt x="1063558" y="42226"/>
                </a:cubicBezTo>
                <a:lnTo>
                  <a:pt x="1063558" y="64269"/>
                </a:lnTo>
                <a:close/>
                <a:moveTo>
                  <a:pt x="1153642" y="93574"/>
                </a:moveTo>
                <a:lnTo>
                  <a:pt x="1094356" y="93574"/>
                </a:lnTo>
                <a:cubicBezTo>
                  <a:pt x="1095313" y="108663"/>
                  <a:pt x="1103871" y="116207"/>
                  <a:pt x="1120030" y="116207"/>
                </a:cubicBezTo>
                <a:cubicBezTo>
                  <a:pt x="1129882" y="116207"/>
                  <a:pt x="1138666" y="113617"/>
                  <a:pt x="1146379" y="108438"/>
                </a:cubicBezTo>
                <a:lnTo>
                  <a:pt x="1146379" y="126342"/>
                </a:lnTo>
                <a:cubicBezTo>
                  <a:pt x="1138159" y="131127"/>
                  <a:pt x="1127602" y="133520"/>
                  <a:pt x="1114709" y="133520"/>
                </a:cubicBezTo>
                <a:cubicBezTo>
                  <a:pt x="1100915" y="133520"/>
                  <a:pt x="1090176" y="129523"/>
                  <a:pt x="1082490" y="121528"/>
                </a:cubicBezTo>
                <a:cubicBezTo>
                  <a:pt x="1074805" y="113533"/>
                  <a:pt x="1070962" y="102357"/>
                  <a:pt x="1070962" y="88000"/>
                </a:cubicBezTo>
                <a:cubicBezTo>
                  <a:pt x="1070962" y="73924"/>
                  <a:pt x="1075087" y="62481"/>
                  <a:pt x="1083335" y="53670"/>
                </a:cubicBezTo>
                <a:cubicBezTo>
                  <a:pt x="1091583" y="44859"/>
                  <a:pt x="1101900" y="40453"/>
                  <a:pt x="1114287" y="40453"/>
                </a:cubicBezTo>
                <a:cubicBezTo>
                  <a:pt x="1126673" y="40453"/>
                  <a:pt x="1136329" y="44253"/>
                  <a:pt x="1143254" y="51854"/>
                </a:cubicBezTo>
                <a:cubicBezTo>
                  <a:pt x="1150179" y="59455"/>
                  <a:pt x="1153642" y="69899"/>
                  <a:pt x="1153642" y="83186"/>
                </a:cubicBezTo>
                <a:lnTo>
                  <a:pt x="1153642" y="93574"/>
                </a:lnTo>
                <a:moveTo>
                  <a:pt x="1131431" y="78119"/>
                </a:moveTo>
                <a:cubicBezTo>
                  <a:pt x="1131431" y="64043"/>
                  <a:pt x="1125632" y="57006"/>
                  <a:pt x="1114033" y="57006"/>
                </a:cubicBezTo>
                <a:cubicBezTo>
                  <a:pt x="1109192" y="57006"/>
                  <a:pt x="1104927" y="58920"/>
                  <a:pt x="1101239" y="62749"/>
                </a:cubicBezTo>
                <a:cubicBezTo>
                  <a:pt x="1097551" y="66577"/>
                  <a:pt x="1095257" y="71701"/>
                  <a:pt x="1094356" y="78119"/>
                </a:cubicBezTo>
                <a:lnTo>
                  <a:pt x="1131431" y="78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•UnitedStates(30)">
            <a:extLst xmlns:a="http://schemas.openxmlformats.org/drawingml/2006/main">
              <a:ext uri="{FF2B5EF4-FFF2-40B4-BE49-F238E27FC236}">
                <a16:creationId xmlns:a16="http://schemas.microsoft.com/office/drawing/2014/main" id="{F9C2487C-51B8-4C0C-BCE0-5E433735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17" y="2572083"/>
            <a:ext cx="1581687" cy="159532"/>
          </a:xfrm>
          <a:custGeom xmlns:a="http://schemas.openxmlformats.org/drawingml/2006/main">
            <a:pathLst>
              <a:path w="1581687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16761" y="78541"/>
                </a:moveTo>
                <a:cubicBezTo>
                  <a:pt x="216761" y="115194"/>
                  <a:pt x="199814" y="133520"/>
                  <a:pt x="165920" y="133520"/>
                </a:cubicBezTo>
                <a:cubicBezTo>
                  <a:pt x="133321" y="133520"/>
                  <a:pt x="117022" y="115701"/>
                  <a:pt x="117022" y="80061"/>
                </a:cubicBezTo>
                <a:lnTo>
                  <a:pt x="117022" y="7010"/>
                </a:lnTo>
                <a:lnTo>
                  <a:pt x="141175" y="7010"/>
                </a:lnTo>
                <a:lnTo>
                  <a:pt x="141175" y="80061"/>
                </a:lnTo>
                <a:cubicBezTo>
                  <a:pt x="141175" y="101738"/>
                  <a:pt x="149846" y="112576"/>
                  <a:pt x="167187" y="112576"/>
                </a:cubicBezTo>
                <a:cubicBezTo>
                  <a:pt x="184190" y="112576"/>
                  <a:pt x="192691" y="102104"/>
                  <a:pt x="192691" y="81159"/>
                </a:cubicBezTo>
                <a:lnTo>
                  <a:pt x="192691" y="7010"/>
                </a:lnTo>
                <a:lnTo>
                  <a:pt x="216761" y="7010"/>
                </a:lnTo>
                <a:lnTo>
                  <a:pt x="216761" y="78541"/>
                </a:lnTo>
                <a:close/>
                <a:moveTo>
                  <a:pt x="324530" y="131324"/>
                </a:moveTo>
                <a:lnTo>
                  <a:pt x="301052" y="131324"/>
                </a:lnTo>
                <a:lnTo>
                  <a:pt x="301052" y="81582"/>
                </a:lnTo>
                <a:cubicBezTo>
                  <a:pt x="301052" y="66380"/>
                  <a:pt x="295563" y="58779"/>
                  <a:pt x="284584" y="58779"/>
                </a:cubicBezTo>
                <a:cubicBezTo>
                  <a:pt x="279066" y="58779"/>
                  <a:pt x="274576" y="60848"/>
                  <a:pt x="271113" y="64987"/>
                </a:cubicBezTo>
                <a:cubicBezTo>
                  <a:pt x="267651" y="69125"/>
                  <a:pt x="265920" y="74375"/>
                  <a:pt x="265920" y="80737"/>
                </a:cubicBezTo>
                <a:lnTo>
                  <a:pt x="265920" y="131324"/>
                </a:lnTo>
                <a:lnTo>
                  <a:pt x="242357" y="131324"/>
                </a:lnTo>
                <a:lnTo>
                  <a:pt x="242357" y="42564"/>
                </a:lnTo>
                <a:lnTo>
                  <a:pt x="265920" y="42564"/>
                </a:lnTo>
                <a:lnTo>
                  <a:pt x="265920" y="56837"/>
                </a:lnTo>
                <a:lnTo>
                  <a:pt x="266173" y="56837"/>
                </a:lnTo>
                <a:cubicBezTo>
                  <a:pt x="272704" y="45914"/>
                  <a:pt x="282303" y="40453"/>
                  <a:pt x="294971" y="40453"/>
                </a:cubicBezTo>
                <a:cubicBezTo>
                  <a:pt x="314677" y="40453"/>
                  <a:pt x="324530" y="52642"/>
                  <a:pt x="324530" y="77021"/>
                </a:cubicBezTo>
                <a:lnTo>
                  <a:pt x="324530" y="131324"/>
                </a:lnTo>
                <a:close/>
                <a:moveTo>
                  <a:pt x="345322" y="13344"/>
                </a:moveTo>
                <a:cubicBezTo>
                  <a:pt x="345322" y="9740"/>
                  <a:pt x="346603" y="6728"/>
                  <a:pt x="349164" y="4307"/>
                </a:cubicBezTo>
                <a:cubicBezTo>
                  <a:pt x="351726" y="1886"/>
                  <a:pt x="355034" y="676"/>
                  <a:pt x="359088" y="676"/>
                </a:cubicBezTo>
                <a:cubicBezTo>
                  <a:pt x="363029" y="676"/>
                  <a:pt x="366322" y="1872"/>
                  <a:pt x="368969" y="4265"/>
                </a:cubicBezTo>
                <a:cubicBezTo>
                  <a:pt x="371615" y="6658"/>
                  <a:pt x="372938" y="9684"/>
                  <a:pt x="372938" y="13344"/>
                </a:cubicBezTo>
                <a:cubicBezTo>
                  <a:pt x="372938" y="17003"/>
                  <a:pt x="371629" y="20044"/>
                  <a:pt x="369011" y="22464"/>
                </a:cubicBezTo>
                <a:cubicBezTo>
                  <a:pt x="366393" y="24885"/>
                  <a:pt x="363085" y="26096"/>
                  <a:pt x="359088" y="26096"/>
                </a:cubicBezTo>
                <a:cubicBezTo>
                  <a:pt x="355090" y="26096"/>
                  <a:pt x="351796" y="24857"/>
                  <a:pt x="349207" y="22380"/>
                </a:cubicBezTo>
                <a:cubicBezTo>
                  <a:pt x="346617" y="19903"/>
                  <a:pt x="345322" y="16891"/>
                  <a:pt x="345322" y="13344"/>
                </a:cubicBezTo>
                <a:moveTo>
                  <a:pt x="347180" y="131324"/>
                </a:moveTo>
                <a:lnTo>
                  <a:pt x="347180" y="42564"/>
                </a:lnTo>
                <a:lnTo>
                  <a:pt x="370658" y="42564"/>
                </a:lnTo>
                <a:lnTo>
                  <a:pt x="370658" y="131324"/>
                </a:lnTo>
                <a:lnTo>
                  <a:pt x="347180" y="131324"/>
                </a:lnTo>
                <a:close/>
                <a:moveTo>
                  <a:pt x="444128" y="130395"/>
                </a:moveTo>
                <a:cubicBezTo>
                  <a:pt x="440130" y="132422"/>
                  <a:pt x="434556" y="133436"/>
                  <a:pt x="427406" y="133436"/>
                </a:cubicBezTo>
                <a:cubicBezTo>
                  <a:pt x="409220" y="133436"/>
                  <a:pt x="400128" y="123808"/>
                  <a:pt x="400128" y="104553"/>
                </a:cubicBezTo>
                <a:lnTo>
                  <a:pt x="400128" y="60468"/>
                </a:lnTo>
                <a:lnTo>
                  <a:pt x="385433" y="60468"/>
                </a:lnTo>
                <a:lnTo>
                  <a:pt x="385433" y="42564"/>
                </a:lnTo>
                <a:lnTo>
                  <a:pt x="400128" y="42564"/>
                </a:lnTo>
                <a:lnTo>
                  <a:pt x="400128" y="22718"/>
                </a:lnTo>
                <a:lnTo>
                  <a:pt x="423606" y="15877"/>
                </a:lnTo>
                <a:lnTo>
                  <a:pt x="423606" y="42564"/>
                </a:lnTo>
                <a:lnTo>
                  <a:pt x="444128" y="42564"/>
                </a:lnTo>
                <a:lnTo>
                  <a:pt x="444128" y="60468"/>
                </a:lnTo>
                <a:lnTo>
                  <a:pt x="423606" y="60468"/>
                </a:lnTo>
                <a:lnTo>
                  <a:pt x="423606" y="100415"/>
                </a:lnTo>
                <a:cubicBezTo>
                  <a:pt x="423606" y="110211"/>
                  <a:pt x="427462" y="115109"/>
                  <a:pt x="435176" y="115109"/>
                </a:cubicBezTo>
                <a:cubicBezTo>
                  <a:pt x="438385" y="115109"/>
                  <a:pt x="441369" y="114209"/>
                  <a:pt x="444128" y="112407"/>
                </a:cubicBezTo>
                <a:lnTo>
                  <a:pt x="444128" y="130395"/>
                </a:lnTo>
                <a:close/>
                <a:moveTo>
                  <a:pt x="537215" y="93574"/>
                </a:moveTo>
                <a:lnTo>
                  <a:pt x="477929" y="93574"/>
                </a:lnTo>
                <a:cubicBezTo>
                  <a:pt x="478886" y="108663"/>
                  <a:pt x="487444" y="116207"/>
                  <a:pt x="503603" y="116207"/>
                </a:cubicBezTo>
                <a:cubicBezTo>
                  <a:pt x="513456" y="116207"/>
                  <a:pt x="522239" y="113617"/>
                  <a:pt x="529952" y="108438"/>
                </a:cubicBezTo>
                <a:lnTo>
                  <a:pt x="529952" y="126342"/>
                </a:lnTo>
                <a:cubicBezTo>
                  <a:pt x="521732" y="131127"/>
                  <a:pt x="511175" y="133520"/>
                  <a:pt x="498282" y="133520"/>
                </a:cubicBezTo>
                <a:cubicBezTo>
                  <a:pt x="484488" y="133520"/>
                  <a:pt x="473749" y="129523"/>
                  <a:pt x="466064" y="121528"/>
                </a:cubicBezTo>
                <a:cubicBezTo>
                  <a:pt x="458378" y="113533"/>
                  <a:pt x="454536" y="102357"/>
                  <a:pt x="454536" y="88000"/>
                </a:cubicBezTo>
                <a:cubicBezTo>
                  <a:pt x="454536" y="73924"/>
                  <a:pt x="458660" y="62481"/>
                  <a:pt x="466908" y="53670"/>
                </a:cubicBezTo>
                <a:cubicBezTo>
                  <a:pt x="475156" y="44859"/>
                  <a:pt x="485474" y="40453"/>
                  <a:pt x="497860" y="40453"/>
                </a:cubicBezTo>
                <a:cubicBezTo>
                  <a:pt x="510247" y="40453"/>
                  <a:pt x="519902" y="44253"/>
                  <a:pt x="526827" y="51854"/>
                </a:cubicBezTo>
                <a:cubicBezTo>
                  <a:pt x="533753" y="59455"/>
                  <a:pt x="537215" y="69899"/>
                  <a:pt x="537215" y="83186"/>
                </a:cubicBezTo>
                <a:lnTo>
                  <a:pt x="537215" y="93574"/>
                </a:lnTo>
                <a:moveTo>
                  <a:pt x="515004" y="78119"/>
                </a:moveTo>
                <a:cubicBezTo>
                  <a:pt x="515004" y="64043"/>
                  <a:pt x="509205" y="57006"/>
                  <a:pt x="497607" y="57006"/>
                </a:cubicBezTo>
                <a:cubicBezTo>
                  <a:pt x="492765" y="57006"/>
                  <a:pt x="488500" y="58920"/>
                  <a:pt x="484812" y="62749"/>
                </a:cubicBezTo>
                <a:cubicBezTo>
                  <a:pt x="481124" y="66577"/>
                  <a:pt x="478830" y="71701"/>
                  <a:pt x="477929" y="78119"/>
                </a:cubicBezTo>
                <a:lnTo>
                  <a:pt x="515004" y="78119"/>
                </a:lnTo>
                <a:close/>
                <a:moveTo>
                  <a:pt x="639196" y="131324"/>
                </a:moveTo>
                <a:lnTo>
                  <a:pt x="615718" y="131324"/>
                </a:lnTo>
                <a:lnTo>
                  <a:pt x="615718" y="118234"/>
                </a:lnTo>
                <a:lnTo>
                  <a:pt x="615296" y="118234"/>
                </a:lnTo>
                <a:cubicBezTo>
                  <a:pt x="608990" y="128425"/>
                  <a:pt x="599560" y="133520"/>
                  <a:pt x="587004" y="133520"/>
                </a:cubicBezTo>
                <a:cubicBezTo>
                  <a:pt x="575857" y="133520"/>
                  <a:pt x="566933" y="129523"/>
                  <a:pt x="560233" y="121528"/>
                </a:cubicBezTo>
                <a:cubicBezTo>
                  <a:pt x="553533" y="113533"/>
                  <a:pt x="550183" y="102667"/>
                  <a:pt x="550183" y="88929"/>
                </a:cubicBezTo>
                <a:cubicBezTo>
                  <a:pt x="550183" y="74347"/>
                  <a:pt x="553927" y="62622"/>
                  <a:pt x="561415" y="53754"/>
                </a:cubicBezTo>
                <a:cubicBezTo>
                  <a:pt x="568903" y="44887"/>
                  <a:pt x="578643" y="40453"/>
                  <a:pt x="590636" y="40453"/>
                </a:cubicBezTo>
                <a:cubicBezTo>
                  <a:pt x="602290" y="40453"/>
                  <a:pt x="610510" y="44760"/>
                  <a:pt x="615296" y="53374"/>
                </a:cubicBezTo>
                <a:lnTo>
                  <a:pt x="615718" y="53374"/>
                </a:lnTo>
                <a:lnTo>
                  <a:pt x="615718" y="0"/>
                </a:lnTo>
                <a:lnTo>
                  <a:pt x="639196" y="0"/>
                </a:lnTo>
                <a:lnTo>
                  <a:pt x="639196" y="131324"/>
                </a:lnTo>
                <a:moveTo>
                  <a:pt x="616056" y="80568"/>
                </a:moveTo>
                <a:cubicBezTo>
                  <a:pt x="616056" y="74319"/>
                  <a:pt x="614142" y="69125"/>
                  <a:pt x="610313" y="64987"/>
                </a:cubicBezTo>
                <a:cubicBezTo>
                  <a:pt x="606485" y="60848"/>
                  <a:pt x="601671" y="58779"/>
                  <a:pt x="595872" y="58779"/>
                </a:cubicBezTo>
                <a:cubicBezTo>
                  <a:pt x="589116" y="58779"/>
                  <a:pt x="583781" y="61425"/>
                  <a:pt x="579868" y="66718"/>
                </a:cubicBezTo>
                <a:cubicBezTo>
                  <a:pt x="575955" y="72010"/>
                  <a:pt x="573999" y="79189"/>
                  <a:pt x="573999" y="88253"/>
                </a:cubicBezTo>
                <a:cubicBezTo>
                  <a:pt x="573999" y="96755"/>
                  <a:pt x="575885" y="103356"/>
                  <a:pt x="579657" y="108058"/>
                </a:cubicBezTo>
                <a:cubicBezTo>
                  <a:pt x="583429" y="112759"/>
                  <a:pt x="588524" y="115109"/>
                  <a:pt x="594943" y="115109"/>
                </a:cubicBezTo>
                <a:cubicBezTo>
                  <a:pt x="601136" y="115109"/>
                  <a:pt x="606203" y="112660"/>
                  <a:pt x="610144" y="107762"/>
                </a:cubicBezTo>
                <a:cubicBezTo>
                  <a:pt x="614086" y="102864"/>
                  <a:pt x="616056" y="96614"/>
                  <a:pt x="616056" y="89013"/>
                </a:cubicBezTo>
                <a:lnTo>
                  <a:pt x="616056" y="80568"/>
                </a:lnTo>
                <a:close/>
                <a:moveTo>
                  <a:pt x="719374" y="101850"/>
                </a:moveTo>
                <a:cubicBezTo>
                  <a:pt x="729226" y="110014"/>
                  <a:pt x="740515" y="114096"/>
                  <a:pt x="753239" y="114096"/>
                </a:cubicBezTo>
                <a:cubicBezTo>
                  <a:pt x="760896" y="114096"/>
                  <a:pt x="766611" y="112759"/>
                  <a:pt x="770383" y="110084"/>
                </a:cubicBezTo>
                <a:cubicBezTo>
                  <a:pt x="774155" y="107410"/>
                  <a:pt x="776042" y="103905"/>
                  <a:pt x="776042" y="99570"/>
                </a:cubicBezTo>
                <a:cubicBezTo>
                  <a:pt x="776042" y="95798"/>
                  <a:pt x="774465" y="92335"/>
                  <a:pt x="771312" y="89182"/>
                </a:cubicBezTo>
                <a:cubicBezTo>
                  <a:pt x="768159" y="86029"/>
                  <a:pt x="760530" y="81863"/>
                  <a:pt x="748425" y="76683"/>
                </a:cubicBezTo>
                <a:cubicBezTo>
                  <a:pt x="738122" y="72066"/>
                  <a:pt x="730648" y="66873"/>
                  <a:pt x="726003" y="61102"/>
                </a:cubicBezTo>
                <a:cubicBezTo>
                  <a:pt x="721358" y="55331"/>
                  <a:pt x="719036" y="48560"/>
                  <a:pt x="719036" y="40791"/>
                </a:cubicBezTo>
                <a:cubicBezTo>
                  <a:pt x="719036" y="29587"/>
                  <a:pt x="723371" y="20818"/>
                  <a:pt x="732042" y="14484"/>
                </a:cubicBezTo>
                <a:cubicBezTo>
                  <a:pt x="740712" y="8150"/>
                  <a:pt x="752085" y="4983"/>
                  <a:pt x="766161" y="4983"/>
                </a:cubicBezTo>
                <a:cubicBezTo>
                  <a:pt x="778772" y="4983"/>
                  <a:pt x="788709" y="6559"/>
                  <a:pt x="795972" y="9712"/>
                </a:cubicBezTo>
                <a:lnTo>
                  <a:pt x="795972" y="32768"/>
                </a:lnTo>
                <a:cubicBezTo>
                  <a:pt x="787921" y="27250"/>
                  <a:pt x="778209" y="24491"/>
                  <a:pt x="766836" y="24491"/>
                </a:cubicBezTo>
                <a:cubicBezTo>
                  <a:pt x="760136" y="24491"/>
                  <a:pt x="754717" y="25758"/>
                  <a:pt x="750579" y="28292"/>
                </a:cubicBezTo>
                <a:cubicBezTo>
                  <a:pt x="746441" y="30825"/>
                  <a:pt x="744372" y="34316"/>
                  <a:pt x="744372" y="38764"/>
                </a:cubicBezTo>
                <a:cubicBezTo>
                  <a:pt x="744372" y="42311"/>
                  <a:pt x="745807" y="45548"/>
                  <a:pt x="748679" y="48476"/>
                </a:cubicBezTo>
                <a:cubicBezTo>
                  <a:pt x="751550" y="51404"/>
                  <a:pt x="758278" y="55204"/>
                  <a:pt x="768863" y="59877"/>
                </a:cubicBezTo>
                <a:cubicBezTo>
                  <a:pt x="781024" y="65170"/>
                  <a:pt x="789470" y="70729"/>
                  <a:pt x="794199" y="76557"/>
                </a:cubicBezTo>
                <a:cubicBezTo>
                  <a:pt x="798928" y="82384"/>
                  <a:pt x="801293" y="89351"/>
                  <a:pt x="801293" y="97459"/>
                </a:cubicBezTo>
                <a:cubicBezTo>
                  <a:pt x="801293" y="109169"/>
                  <a:pt x="797113" y="118107"/>
                  <a:pt x="788752" y="124272"/>
                </a:cubicBezTo>
                <a:cubicBezTo>
                  <a:pt x="780391" y="130438"/>
                  <a:pt x="768666" y="133520"/>
                  <a:pt x="753577" y="133520"/>
                </a:cubicBezTo>
                <a:cubicBezTo>
                  <a:pt x="739558" y="133520"/>
                  <a:pt x="728157" y="131184"/>
                  <a:pt x="719374" y="126510"/>
                </a:cubicBezTo>
                <a:lnTo>
                  <a:pt x="719374" y="101850"/>
                </a:lnTo>
                <a:close/>
                <a:moveTo>
                  <a:pt x="870474" y="130395"/>
                </a:moveTo>
                <a:cubicBezTo>
                  <a:pt x="866477" y="132422"/>
                  <a:pt x="860903" y="133436"/>
                  <a:pt x="853752" y="133436"/>
                </a:cubicBezTo>
                <a:cubicBezTo>
                  <a:pt x="835567" y="133436"/>
                  <a:pt x="826474" y="123808"/>
                  <a:pt x="826474" y="104553"/>
                </a:cubicBezTo>
                <a:lnTo>
                  <a:pt x="826474" y="60468"/>
                </a:lnTo>
                <a:lnTo>
                  <a:pt x="811779" y="60468"/>
                </a:lnTo>
                <a:lnTo>
                  <a:pt x="811779" y="42564"/>
                </a:lnTo>
                <a:lnTo>
                  <a:pt x="826474" y="42564"/>
                </a:lnTo>
                <a:lnTo>
                  <a:pt x="826474" y="22718"/>
                </a:lnTo>
                <a:lnTo>
                  <a:pt x="849952" y="15877"/>
                </a:lnTo>
                <a:lnTo>
                  <a:pt x="849952" y="42564"/>
                </a:lnTo>
                <a:lnTo>
                  <a:pt x="870474" y="42564"/>
                </a:lnTo>
                <a:lnTo>
                  <a:pt x="870474" y="60468"/>
                </a:lnTo>
                <a:lnTo>
                  <a:pt x="849952" y="60468"/>
                </a:lnTo>
                <a:lnTo>
                  <a:pt x="849952" y="100415"/>
                </a:lnTo>
                <a:cubicBezTo>
                  <a:pt x="849952" y="110211"/>
                  <a:pt x="853809" y="115109"/>
                  <a:pt x="861522" y="115109"/>
                </a:cubicBezTo>
                <a:cubicBezTo>
                  <a:pt x="864731" y="115109"/>
                  <a:pt x="867715" y="114209"/>
                  <a:pt x="870474" y="112407"/>
                </a:cubicBezTo>
                <a:lnTo>
                  <a:pt x="870474" y="130395"/>
                </a:lnTo>
                <a:close/>
                <a:moveTo>
                  <a:pt x="888398" y="48223"/>
                </a:moveTo>
                <a:cubicBezTo>
                  <a:pt x="892395" y="45914"/>
                  <a:pt x="897575" y="44042"/>
                  <a:pt x="903937" y="42607"/>
                </a:cubicBezTo>
                <a:cubicBezTo>
                  <a:pt x="910299" y="41171"/>
                  <a:pt x="916014" y="40453"/>
                  <a:pt x="921081" y="40453"/>
                </a:cubicBezTo>
                <a:cubicBezTo>
                  <a:pt x="945066" y="40453"/>
                  <a:pt x="957058" y="52614"/>
                  <a:pt x="957058" y="76937"/>
                </a:cubicBezTo>
                <a:lnTo>
                  <a:pt x="957058" y="131324"/>
                </a:lnTo>
                <a:lnTo>
                  <a:pt x="934594" y="131324"/>
                </a:lnTo>
                <a:lnTo>
                  <a:pt x="934594" y="118234"/>
                </a:lnTo>
                <a:lnTo>
                  <a:pt x="934171" y="118234"/>
                </a:lnTo>
                <a:cubicBezTo>
                  <a:pt x="928203" y="128425"/>
                  <a:pt x="919336" y="133520"/>
                  <a:pt x="907569" y="133520"/>
                </a:cubicBezTo>
                <a:cubicBezTo>
                  <a:pt x="899011" y="133520"/>
                  <a:pt x="892226" y="131113"/>
                  <a:pt x="887216" y="126299"/>
                </a:cubicBezTo>
                <a:cubicBezTo>
                  <a:pt x="882205" y="121486"/>
                  <a:pt x="879699" y="115025"/>
                  <a:pt x="879699" y="106917"/>
                </a:cubicBezTo>
                <a:cubicBezTo>
                  <a:pt x="879699" y="89971"/>
                  <a:pt x="889777" y="80146"/>
                  <a:pt x="909933" y="77443"/>
                </a:cubicBezTo>
                <a:lnTo>
                  <a:pt x="934678" y="74065"/>
                </a:lnTo>
                <a:cubicBezTo>
                  <a:pt x="934678" y="62749"/>
                  <a:pt x="929161" y="57090"/>
                  <a:pt x="918125" y="57090"/>
                </a:cubicBezTo>
                <a:cubicBezTo>
                  <a:pt x="907597" y="57090"/>
                  <a:pt x="897688" y="60384"/>
                  <a:pt x="888398" y="66971"/>
                </a:cubicBezTo>
                <a:lnTo>
                  <a:pt x="888398" y="48223"/>
                </a:lnTo>
                <a:moveTo>
                  <a:pt x="917027" y="90787"/>
                </a:moveTo>
                <a:cubicBezTo>
                  <a:pt x="906893" y="92082"/>
                  <a:pt x="901826" y="96614"/>
                  <a:pt x="901826" y="104384"/>
                </a:cubicBezTo>
                <a:cubicBezTo>
                  <a:pt x="901826" y="107875"/>
                  <a:pt x="903036" y="110718"/>
                  <a:pt x="905457" y="112914"/>
                </a:cubicBezTo>
                <a:cubicBezTo>
                  <a:pt x="907878" y="115109"/>
                  <a:pt x="911144" y="116207"/>
                  <a:pt x="915254" y="116207"/>
                </a:cubicBezTo>
                <a:cubicBezTo>
                  <a:pt x="920884" y="116207"/>
                  <a:pt x="925529" y="114223"/>
                  <a:pt x="929189" y="110253"/>
                </a:cubicBezTo>
                <a:cubicBezTo>
                  <a:pt x="932848" y="106284"/>
                  <a:pt x="934678" y="101287"/>
                  <a:pt x="934678" y="95263"/>
                </a:cubicBezTo>
                <a:lnTo>
                  <a:pt x="934678" y="88507"/>
                </a:lnTo>
                <a:lnTo>
                  <a:pt x="917027" y="90787"/>
                </a:lnTo>
                <a:close/>
                <a:moveTo>
                  <a:pt x="1030117" y="130395"/>
                </a:moveTo>
                <a:cubicBezTo>
                  <a:pt x="1026119" y="132422"/>
                  <a:pt x="1020545" y="133436"/>
                  <a:pt x="1013395" y="133436"/>
                </a:cubicBezTo>
                <a:cubicBezTo>
                  <a:pt x="995209" y="133436"/>
                  <a:pt x="986117" y="123808"/>
                  <a:pt x="986117" y="104553"/>
                </a:cubicBezTo>
                <a:lnTo>
                  <a:pt x="986117" y="60468"/>
                </a:lnTo>
                <a:lnTo>
                  <a:pt x="971422" y="60468"/>
                </a:lnTo>
                <a:lnTo>
                  <a:pt x="971422" y="42564"/>
                </a:lnTo>
                <a:lnTo>
                  <a:pt x="986117" y="42564"/>
                </a:lnTo>
                <a:lnTo>
                  <a:pt x="986117" y="22718"/>
                </a:lnTo>
                <a:lnTo>
                  <a:pt x="1009594" y="15877"/>
                </a:lnTo>
                <a:lnTo>
                  <a:pt x="1009594" y="42564"/>
                </a:lnTo>
                <a:lnTo>
                  <a:pt x="1030117" y="42564"/>
                </a:lnTo>
                <a:lnTo>
                  <a:pt x="1030117" y="60468"/>
                </a:lnTo>
                <a:lnTo>
                  <a:pt x="1009594" y="60468"/>
                </a:lnTo>
                <a:lnTo>
                  <a:pt x="1009594" y="100415"/>
                </a:lnTo>
                <a:cubicBezTo>
                  <a:pt x="1009594" y="110211"/>
                  <a:pt x="1013451" y="115109"/>
                  <a:pt x="1021165" y="115109"/>
                </a:cubicBezTo>
                <a:cubicBezTo>
                  <a:pt x="1024374" y="115109"/>
                  <a:pt x="1027358" y="114209"/>
                  <a:pt x="1030117" y="112407"/>
                </a:cubicBezTo>
                <a:lnTo>
                  <a:pt x="1030117" y="130395"/>
                </a:lnTo>
                <a:close/>
                <a:moveTo>
                  <a:pt x="1123377" y="93574"/>
                </a:moveTo>
                <a:lnTo>
                  <a:pt x="1064091" y="93574"/>
                </a:lnTo>
                <a:cubicBezTo>
                  <a:pt x="1065048" y="108663"/>
                  <a:pt x="1073606" y="116207"/>
                  <a:pt x="1089764" y="116207"/>
                </a:cubicBezTo>
                <a:cubicBezTo>
                  <a:pt x="1099617" y="116207"/>
                  <a:pt x="1108400" y="113617"/>
                  <a:pt x="1116114" y="108438"/>
                </a:cubicBezTo>
                <a:lnTo>
                  <a:pt x="1116114" y="126342"/>
                </a:lnTo>
                <a:cubicBezTo>
                  <a:pt x="1107894" y="131127"/>
                  <a:pt x="1097337" y="133520"/>
                  <a:pt x="1084444" y="133520"/>
                </a:cubicBezTo>
                <a:cubicBezTo>
                  <a:pt x="1070650" y="133520"/>
                  <a:pt x="1059910" y="129523"/>
                  <a:pt x="1052225" y="121528"/>
                </a:cubicBezTo>
                <a:cubicBezTo>
                  <a:pt x="1044540" y="113533"/>
                  <a:pt x="1040697" y="102357"/>
                  <a:pt x="1040697" y="88000"/>
                </a:cubicBezTo>
                <a:cubicBezTo>
                  <a:pt x="1040697" y="73924"/>
                  <a:pt x="1044821" y="62481"/>
                  <a:pt x="1053070" y="53670"/>
                </a:cubicBezTo>
                <a:cubicBezTo>
                  <a:pt x="1061318" y="44859"/>
                  <a:pt x="1071635" y="40453"/>
                  <a:pt x="1084022" y="40453"/>
                </a:cubicBezTo>
                <a:cubicBezTo>
                  <a:pt x="1096408" y="40453"/>
                  <a:pt x="1106064" y="44253"/>
                  <a:pt x="1112989" y="51854"/>
                </a:cubicBezTo>
                <a:cubicBezTo>
                  <a:pt x="1119914" y="59455"/>
                  <a:pt x="1123377" y="69899"/>
                  <a:pt x="1123377" y="83186"/>
                </a:cubicBezTo>
                <a:lnTo>
                  <a:pt x="1123377" y="93574"/>
                </a:lnTo>
                <a:moveTo>
                  <a:pt x="1101166" y="78119"/>
                </a:moveTo>
                <a:cubicBezTo>
                  <a:pt x="1101166" y="64043"/>
                  <a:pt x="1095366" y="57006"/>
                  <a:pt x="1083768" y="57006"/>
                </a:cubicBezTo>
                <a:cubicBezTo>
                  <a:pt x="1078926" y="57006"/>
                  <a:pt x="1074661" y="58920"/>
                  <a:pt x="1070974" y="62749"/>
                </a:cubicBezTo>
                <a:cubicBezTo>
                  <a:pt x="1067286" y="66577"/>
                  <a:pt x="1064992" y="71701"/>
                  <a:pt x="1064091" y="78119"/>
                </a:cubicBezTo>
                <a:lnTo>
                  <a:pt x="1101166" y="78119"/>
                </a:lnTo>
                <a:close/>
                <a:moveTo>
                  <a:pt x="1138794" y="108522"/>
                </a:moveTo>
                <a:cubicBezTo>
                  <a:pt x="1147577" y="114040"/>
                  <a:pt x="1156247" y="116798"/>
                  <a:pt x="1164805" y="116798"/>
                </a:cubicBezTo>
                <a:cubicBezTo>
                  <a:pt x="1175840" y="116798"/>
                  <a:pt x="1181358" y="113674"/>
                  <a:pt x="1181358" y="107424"/>
                </a:cubicBezTo>
                <a:cubicBezTo>
                  <a:pt x="1181358" y="103089"/>
                  <a:pt x="1176994" y="99429"/>
                  <a:pt x="1168268" y="96445"/>
                </a:cubicBezTo>
                <a:cubicBezTo>
                  <a:pt x="1155543" y="92166"/>
                  <a:pt x="1147464" y="87958"/>
                  <a:pt x="1144030" y="83820"/>
                </a:cubicBezTo>
                <a:cubicBezTo>
                  <a:pt x="1140595" y="79681"/>
                  <a:pt x="1138878" y="74375"/>
                  <a:pt x="1138878" y="67900"/>
                </a:cubicBezTo>
                <a:cubicBezTo>
                  <a:pt x="1138878" y="59342"/>
                  <a:pt x="1142369" y="52628"/>
                  <a:pt x="1149350" y="47758"/>
                </a:cubicBezTo>
                <a:cubicBezTo>
                  <a:pt x="1156332" y="42888"/>
                  <a:pt x="1165312" y="40453"/>
                  <a:pt x="1176291" y="40453"/>
                </a:cubicBezTo>
                <a:cubicBezTo>
                  <a:pt x="1183948" y="40453"/>
                  <a:pt x="1191605" y="41663"/>
                  <a:pt x="1199262" y="44084"/>
                </a:cubicBezTo>
                <a:lnTo>
                  <a:pt x="1199262" y="63255"/>
                </a:lnTo>
                <a:cubicBezTo>
                  <a:pt x="1192337" y="59145"/>
                  <a:pt x="1184764" y="57090"/>
                  <a:pt x="1176544" y="57090"/>
                </a:cubicBezTo>
                <a:cubicBezTo>
                  <a:pt x="1172209" y="57090"/>
                  <a:pt x="1168718" y="57907"/>
                  <a:pt x="1166072" y="59539"/>
                </a:cubicBezTo>
                <a:cubicBezTo>
                  <a:pt x="1163426" y="61172"/>
                  <a:pt x="1162103" y="63340"/>
                  <a:pt x="1162103" y="66042"/>
                </a:cubicBezTo>
                <a:cubicBezTo>
                  <a:pt x="1162103" y="70490"/>
                  <a:pt x="1165790" y="74009"/>
                  <a:pt x="1173166" y="76599"/>
                </a:cubicBezTo>
                <a:cubicBezTo>
                  <a:pt x="1181555" y="79639"/>
                  <a:pt x="1187720" y="82187"/>
                  <a:pt x="1191661" y="84242"/>
                </a:cubicBezTo>
                <a:cubicBezTo>
                  <a:pt x="1195602" y="86297"/>
                  <a:pt x="1198671" y="89098"/>
                  <a:pt x="1200866" y="92645"/>
                </a:cubicBezTo>
                <a:cubicBezTo>
                  <a:pt x="1203062" y="96192"/>
                  <a:pt x="1204160" y="100358"/>
                  <a:pt x="1204160" y="105144"/>
                </a:cubicBezTo>
                <a:cubicBezTo>
                  <a:pt x="1204160" y="114152"/>
                  <a:pt x="1200571" y="121134"/>
                  <a:pt x="1193392" y="126088"/>
                </a:cubicBezTo>
                <a:cubicBezTo>
                  <a:pt x="1186214" y="131043"/>
                  <a:pt x="1176741" y="133520"/>
                  <a:pt x="1164974" y="133520"/>
                </a:cubicBezTo>
                <a:cubicBezTo>
                  <a:pt x="1155065" y="133520"/>
                  <a:pt x="1146338" y="131944"/>
                  <a:pt x="1138794" y="128791"/>
                </a:cubicBezTo>
                <a:lnTo>
                  <a:pt x="1138794" y="108522"/>
                </a:lnTo>
                <a:close/>
                <a:moveTo>
                  <a:pt x="1312260" y="159532"/>
                </a:moveTo>
                <a:cubicBezTo>
                  <a:pt x="1293793" y="139038"/>
                  <a:pt x="1284559" y="113814"/>
                  <a:pt x="1284559" y="83862"/>
                </a:cubicBezTo>
                <a:cubicBezTo>
                  <a:pt x="1284559" y="54528"/>
                  <a:pt x="1293793" y="28911"/>
                  <a:pt x="1312260" y="7010"/>
                </a:cubicBezTo>
                <a:lnTo>
                  <a:pt x="1331684" y="7010"/>
                </a:lnTo>
                <a:cubicBezTo>
                  <a:pt x="1314005" y="29812"/>
                  <a:pt x="1305166" y="55401"/>
                  <a:pt x="1305166" y="83777"/>
                </a:cubicBezTo>
                <a:cubicBezTo>
                  <a:pt x="1305166" y="111928"/>
                  <a:pt x="1314005" y="137180"/>
                  <a:pt x="1331684" y="159532"/>
                </a:cubicBezTo>
                <a:lnTo>
                  <a:pt x="1312260" y="159532"/>
                </a:lnTo>
                <a:close/>
                <a:moveTo>
                  <a:pt x="1345754" y="105735"/>
                </a:moveTo>
                <a:cubicBezTo>
                  <a:pt x="1354143" y="111985"/>
                  <a:pt x="1363827" y="115109"/>
                  <a:pt x="1374806" y="115109"/>
                </a:cubicBezTo>
                <a:cubicBezTo>
                  <a:pt x="1382013" y="115109"/>
                  <a:pt x="1387812" y="113463"/>
                  <a:pt x="1392203" y="110169"/>
                </a:cubicBezTo>
                <a:cubicBezTo>
                  <a:pt x="1396595" y="106875"/>
                  <a:pt x="1398791" y="102160"/>
                  <a:pt x="1398791" y="96023"/>
                </a:cubicBezTo>
                <a:cubicBezTo>
                  <a:pt x="1398791" y="83130"/>
                  <a:pt x="1389050" y="76683"/>
                  <a:pt x="1369570" y="76683"/>
                </a:cubicBezTo>
                <a:lnTo>
                  <a:pt x="1358591" y="76683"/>
                </a:lnTo>
                <a:lnTo>
                  <a:pt x="1358591" y="58273"/>
                </a:lnTo>
                <a:lnTo>
                  <a:pt x="1368810" y="58273"/>
                </a:lnTo>
                <a:cubicBezTo>
                  <a:pt x="1386264" y="58273"/>
                  <a:pt x="1394990" y="52248"/>
                  <a:pt x="1394990" y="40200"/>
                </a:cubicBezTo>
                <a:cubicBezTo>
                  <a:pt x="1394990" y="28939"/>
                  <a:pt x="1388290" y="23309"/>
                  <a:pt x="1374891" y="23309"/>
                </a:cubicBezTo>
                <a:cubicBezTo>
                  <a:pt x="1366502" y="23309"/>
                  <a:pt x="1358366" y="26068"/>
                  <a:pt x="1350484" y="31585"/>
                </a:cubicBezTo>
                <a:lnTo>
                  <a:pt x="1350484" y="11739"/>
                </a:lnTo>
                <a:cubicBezTo>
                  <a:pt x="1358929" y="7235"/>
                  <a:pt x="1368894" y="4983"/>
                  <a:pt x="1380380" y="4983"/>
                </a:cubicBezTo>
                <a:cubicBezTo>
                  <a:pt x="1391809" y="4983"/>
                  <a:pt x="1401099" y="7685"/>
                  <a:pt x="1408249" y="13090"/>
                </a:cubicBezTo>
                <a:cubicBezTo>
                  <a:pt x="1415400" y="18495"/>
                  <a:pt x="1418975" y="25983"/>
                  <a:pt x="1418975" y="35555"/>
                </a:cubicBezTo>
                <a:cubicBezTo>
                  <a:pt x="1418975" y="51713"/>
                  <a:pt x="1410727" y="61960"/>
                  <a:pt x="1394230" y="66296"/>
                </a:cubicBezTo>
                <a:lnTo>
                  <a:pt x="1394230" y="66633"/>
                </a:lnTo>
                <a:cubicBezTo>
                  <a:pt x="1402844" y="67534"/>
                  <a:pt x="1409770" y="70701"/>
                  <a:pt x="1415006" y="76134"/>
                </a:cubicBezTo>
                <a:cubicBezTo>
                  <a:pt x="1420242" y="81567"/>
                  <a:pt x="1422860" y="88141"/>
                  <a:pt x="1422860" y="95854"/>
                </a:cubicBezTo>
                <a:cubicBezTo>
                  <a:pt x="1422860" y="107621"/>
                  <a:pt x="1418595" y="116841"/>
                  <a:pt x="1410065" y="123512"/>
                </a:cubicBezTo>
                <a:cubicBezTo>
                  <a:pt x="1401535" y="130184"/>
                  <a:pt x="1390233" y="133520"/>
                  <a:pt x="1376157" y="133520"/>
                </a:cubicBezTo>
                <a:cubicBezTo>
                  <a:pt x="1363771" y="133520"/>
                  <a:pt x="1353637" y="131381"/>
                  <a:pt x="1345754" y="127102"/>
                </a:cubicBezTo>
                <a:lnTo>
                  <a:pt x="1345754" y="105735"/>
                </a:lnTo>
                <a:close/>
                <a:moveTo>
                  <a:pt x="1439566" y="71278"/>
                </a:moveTo>
                <a:cubicBezTo>
                  <a:pt x="1439566" y="49658"/>
                  <a:pt x="1443437" y="33204"/>
                  <a:pt x="1451179" y="21916"/>
                </a:cubicBezTo>
                <a:cubicBezTo>
                  <a:pt x="1458920" y="10627"/>
                  <a:pt x="1470166" y="4983"/>
                  <a:pt x="1484918" y="4983"/>
                </a:cubicBezTo>
                <a:cubicBezTo>
                  <a:pt x="1512956" y="4983"/>
                  <a:pt x="1526975" y="26124"/>
                  <a:pt x="1526975" y="68407"/>
                </a:cubicBezTo>
                <a:cubicBezTo>
                  <a:pt x="1526975" y="89239"/>
                  <a:pt x="1523161" y="105299"/>
                  <a:pt x="1515532" y="116587"/>
                </a:cubicBezTo>
                <a:cubicBezTo>
                  <a:pt x="1507903" y="127876"/>
                  <a:pt x="1496854" y="133520"/>
                  <a:pt x="1482384" y="133520"/>
                </a:cubicBezTo>
                <a:cubicBezTo>
                  <a:pt x="1453839" y="133520"/>
                  <a:pt x="1439566" y="112773"/>
                  <a:pt x="1439566" y="71278"/>
                </a:cubicBezTo>
                <a:moveTo>
                  <a:pt x="1463467" y="70687"/>
                </a:moveTo>
                <a:cubicBezTo>
                  <a:pt x="1463467" y="100302"/>
                  <a:pt x="1470110" y="115109"/>
                  <a:pt x="1483397" y="115109"/>
                </a:cubicBezTo>
                <a:cubicBezTo>
                  <a:pt x="1496403" y="115109"/>
                  <a:pt x="1502906" y="99908"/>
                  <a:pt x="1502906" y="69505"/>
                </a:cubicBezTo>
                <a:cubicBezTo>
                  <a:pt x="1502906" y="38708"/>
                  <a:pt x="1496544" y="23309"/>
                  <a:pt x="1483820" y="23309"/>
                </a:cubicBezTo>
                <a:cubicBezTo>
                  <a:pt x="1470251" y="23309"/>
                  <a:pt x="1463467" y="39102"/>
                  <a:pt x="1463467" y="70687"/>
                </a:cubicBezTo>
                <a:close/>
                <a:moveTo>
                  <a:pt x="1534309" y="159532"/>
                </a:moveTo>
                <a:cubicBezTo>
                  <a:pt x="1552101" y="137574"/>
                  <a:pt x="1560996" y="112322"/>
                  <a:pt x="1560996" y="83777"/>
                </a:cubicBezTo>
                <a:cubicBezTo>
                  <a:pt x="1560996" y="55514"/>
                  <a:pt x="1552101" y="29924"/>
                  <a:pt x="1534309" y="7010"/>
                </a:cubicBezTo>
                <a:lnTo>
                  <a:pt x="1553902" y="7010"/>
                </a:lnTo>
                <a:cubicBezTo>
                  <a:pt x="1572426" y="29024"/>
                  <a:pt x="1581687" y="54641"/>
                  <a:pt x="1581687" y="83862"/>
                </a:cubicBezTo>
                <a:cubicBezTo>
                  <a:pt x="1581687" y="113589"/>
                  <a:pt x="1572397" y="138812"/>
                  <a:pt x="1553818" y="159532"/>
                </a:cubicBezTo>
                <a:lnTo>
                  <a:pt x="1534309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•APT41(12)">
            <a:extLst xmlns:a="http://schemas.openxmlformats.org/drawingml/2006/main">
              <a:ext uri="{FF2B5EF4-FFF2-40B4-BE49-F238E27FC236}">
                <a16:creationId xmlns:a16="http://schemas.microsoft.com/office/drawing/2014/main" id="{42FD7985-90DA-40BE-88F2-F158BB78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17" y="2783865"/>
            <a:ext cx="1000455" cy="154549"/>
          </a:xfrm>
          <a:custGeom xmlns:a="http://schemas.openxmlformats.org/drawingml/2006/main">
            <a:pathLst>
              <a:path w="1000455" h="154549">
                <a:moveTo>
                  <a:pt x="0" y="65662"/>
                </a:moveTo>
                <a:cubicBezTo>
                  <a:pt x="0" y="59738"/>
                  <a:pt x="2097" y="54689"/>
                  <a:pt x="6292" y="50516"/>
                </a:cubicBezTo>
                <a:cubicBezTo>
                  <a:pt x="10486" y="46341"/>
                  <a:pt x="15511" y="44253"/>
                  <a:pt x="21367" y="44253"/>
                </a:cubicBezTo>
                <a:cubicBezTo>
                  <a:pt x="27278" y="44253"/>
                  <a:pt x="32331" y="46341"/>
                  <a:pt x="36526" y="50516"/>
                </a:cubicBezTo>
                <a:cubicBezTo>
                  <a:pt x="40720" y="54689"/>
                  <a:pt x="42818" y="59738"/>
                  <a:pt x="42818" y="65662"/>
                </a:cubicBezTo>
                <a:cubicBezTo>
                  <a:pt x="42818" y="71586"/>
                  <a:pt x="40720" y="76650"/>
                  <a:pt x="36526" y="80853"/>
                </a:cubicBezTo>
                <a:cubicBezTo>
                  <a:pt x="32331" y="85055"/>
                  <a:pt x="27278" y="87155"/>
                  <a:pt x="21367" y="87155"/>
                </a:cubicBezTo>
                <a:cubicBezTo>
                  <a:pt x="15511" y="87155"/>
                  <a:pt x="10486" y="85055"/>
                  <a:pt x="6292" y="80853"/>
                </a:cubicBezTo>
                <a:cubicBezTo>
                  <a:pt x="2097" y="76650"/>
                  <a:pt x="0" y="71586"/>
                  <a:pt x="0" y="65662"/>
                </a:cubicBezTo>
                <a:close/>
                <a:moveTo>
                  <a:pt x="223770" y="126342"/>
                </a:moveTo>
                <a:lnTo>
                  <a:pt x="197505" y="126342"/>
                </a:lnTo>
                <a:lnTo>
                  <a:pt x="187455" y="96614"/>
                </a:lnTo>
                <a:lnTo>
                  <a:pt x="140753" y="96614"/>
                </a:lnTo>
                <a:lnTo>
                  <a:pt x="130956" y="126342"/>
                </a:lnTo>
                <a:lnTo>
                  <a:pt x="104691" y="126342"/>
                </a:lnTo>
                <a:lnTo>
                  <a:pt x="150718" y="2027"/>
                </a:lnTo>
                <a:lnTo>
                  <a:pt x="178503" y="2027"/>
                </a:lnTo>
                <a:lnTo>
                  <a:pt x="223770" y="126342"/>
                </a:lnTo>
                <a:moveTo>
                  <a:pt x="181459" y="77528"/>
                </a:moveTo>
                <a:lnTo>
                  <a:pt x="166258" y="32514"/>
                </a:lnTo>
                <a:cubicBezTo>
                  <a:pt x="165638" y="30713"/>
                  <a:pt x="164991" y="27278"/>
                  <a:pt x="164315" y="22211"/>
                </a:cubicBezTo>
                <a:lnTo>
                  <a:pt x="163724" y="22211"/>
                </a:lnTo>
                <a:cubicBezTo>
                  <a:pt x="163274" y="25983"/>
                  <a:pt x="162570" y="29361"/>
                  <a:pt x="161613" y="32345"/>
                </a:cubicBezTo>
                <a:lnTo>
                  <a:pt x="146327" y="77528"/>
                </a:lnTo>
                <a:lnTo>
                  <a:pt x="181459" y="77528"/>
                </a:lnTo>
                <a:close/>
                <a:moveTo>
                  <a:pt x="264206" y="82257"/>
                </a:moveTo>
                <a:lnTo>
                  <a:pt x="264206" y="126342"/>
                </a:lnTo>
                <a:lnTo>
                  <a:pt x="240137" y="126342"/>
                </a:lnTo>
                <a:lnTo>
                  <a:pt x="240137" y="2027"/>
                </a:lnTo>
                <a:lnTo>
                  <a:pt x="281181" y="2027"/>
                </a:lnTo>
                <a:cubicBezTo>
                  <a:pt x="311471" y="2027"/>
                  <a:pt x="326616" y="15004"/>
                  <a:pt x="326616" y="40960"/>
                </a:cubicBezTo>
                <a:cubicBezTo>
                  <a:pt x="326616" y="53515"/>
                  <a:pt x="322042" y="63621"/>
                  <a:pt x="312893" y="71278"/>
                </a:cubicBezTo>
                <a:cubicBezTo>
                  <a:pt x="303744" y="78935"/>
                  <a:pt x="292244" y="82595"/>
                  <a:pt x="278394" y="82257"/>
                </a:cubicBezTo>
                <a:lnTo>
                  <a:pt x="264206" y="82257"/>
                </a:lnTo>
                <a:moveTo>
                  <a:pt x="264206" y="21198"/>
                </a:moveTo>
                <a:lnTo>
                  <a:pt x="264206" y="63424"/>
                </a:lnTo>
                <a:lnTo>
                  <a:pt x="276451" y="63424"/>
                </a:lnTo>
                <a:cubicBezTo>
                  <a:pt x="293060" y="63424"/>
                  <a:pt x="301365" y="56246"/>
                  <a:pt x="301365" y="41889"/>
                </a:cubicBezTo>
                <a:cubicBezTo>
                  <a:pt x="301365" y="28095"/>
                  <a:pt x="293229" y="21198"/>
                  <a:pt x="276958" y="21198"/>
                </a:cubicBezTo>
                <a:lnTo>
                  <a:pt x="264206" y="21198"/>
                </a:lnTo>
                <a:close/>
                <a:moveTo>
                  <a:pt x="430815" y="22042"/>
                </a:moveTo>
                <a:lnTo>
                  <a:pt x="395260" y="22042"/>
                </a:lnTo>
                <a:lnTo>
                  <a:pt x="395260" y="126342"/>
                </a:lnTo>
                <a:lnTo>
                  <a:pt x="371106" y="126342"/>
                </a:lnTo>
                <a:lnTo>
                  <a:pt x="371106" y="22042"/>
                </a:lnTo>
                <a:lnTo>
                  <a:pt x="335636" y="22042"/>
                </a:lnTo>
                <a:lnTo>
                  <a:pt x="335636" y="2027"/>
                </a:lnTo>
                <a:lnTo>
                  <a:pt x="430815" y="2027"/>
                </a:lnTo>
                <a:lnTo>
                  <a:pt x="430815" y="22042"/>
                </a:lnTo>
                <a:close/>
                <a:moveTo>
                  <a:pt x="514350" y="2027"/>
                </a:moveTo>
                <a:lnTo>
                  <a:pt x="514350" y="81666"/>
                </a:lnTo>
                <a:lnTo>
                  <a:pt x="529214" y="81666"/>
                </a:lnTo>
                <a:lnTo>
                  <a:pt x="529214" y="98894"/>
                </a:lnTo>
                <a:lnTo>
                  <a:pt x="514350" y="98894"/>
                </a:lnTo>
                <a:lnTo>
                  <a:pt x="514350" y="126342"/>
                </a:lnTo>
                <a:lnTo>
                  <a:pt x="492561" y="126342"/>
                </a:lnTo>
                <a:lnTo>
                  <a:pt x="492561" y="98894"/>
                </a:lnTo>
                <a:lnTo>
                  <a:pt x="438427" y="98894"/>
                </a:lnTo>
                <a:lnTo>
                  <a:pt x="438427" y="80737"/>
                </a:lnTo>
                <a:cubicBezTo>
                  <a:pt x="449744" y="67788"/>
                  <a:pt x="460244" y="54261"/>
                  <a:pt x="469928" y="40157"/>
                </a:cubicBezTo>
                <a:cubicBezTo>
                  <a:pt x="479612" y="26054"/>
                  <a:pt x="487016" y="13344"/>
                  <a:pt x="492139" y="2027"/>
                </a:cubicBezTo>
                <a:lnTo>
                  <a:pt x="514350" y="2027"/>
                </a:lnTo>
                <a:moveTo>
                  <a:pt x="458442" y="81666"/>
                </a:moveTo>
                <a:lnTo>
                  <a:pt x="492561" y="81666"/>
                </a:lnTo>
                <a:lnTo>
                  <a:pt x="492561" y="33528"/>
                </a:lnTo>
                <a:cubicBezTo>
                  <a:pt x="489127" y="39665"/>
                  <a:pt x="484257" y="47251"/>
                  <a:pt x="477951" y="56288"/>
                </a:cubicBezTo>
                <a:cubicBezTo>
                  <a:pt x="471645" y="65324"/>
                  <a:pt x="465142" y="73784"/>
                  <a:pt x="458442" y="81666"/>
                </a:cubicBezTo>
                <a:close/>
                <a:moveTo>
                  <a:pt x="602236" y="0"/>
                </a:moveTo>
                <a:lnTo>
                  <a:pt x="602236" y="126342"/>
                </a:lnTo>
                <a:lnTo>
                  <a:pt x="578673" y="126342"/>
                </a:lnTo>
                <a:lnTo>
                  <a:pt x="578673" y="28630"/>
                </a:lnTo>
                <a:cubicBezTo>
                  <a:pt x="576027" y="31051"/>
                  <a:pt x="572283" y="33303"/>
                  <a:pt x="567441" y="35386"/>
                </a:cubicBezTo>
                <a:cubicBezTo>
                  <a:pt x="562599" y="37469"/>
                  <a:pt x="557560" y="38820"/>
                  <a:pt x="552324" y="39440"/>
                </a:cubicBezTo>
                <a:lnTo>
                  <a:pt x="552324" y="18580"/>
                </a:lnTo>
                <a:cubicBezTo>
                  <a:pt x="564711" y="14864"/>
                  <a:pt x="576393" y="8670"/>
                  <a:pt x="587372" y="0"/>
                </a:cubicBezTo>
                <a:lnTo>
                  <a:pt x="602236" y="0"/>
                </a:lnTo>
                <a:close/>
                <a:moveTo>
                  <a:pt x="730629" y="154549"/>
                </a:moveTo>
                <a:cubicBezTo>
                  <a:pt x="712162" y="134055"/>
                  <a:pt x="702928" y="108832"/>
                  <a:pt x="702928" y="78879"/>
                </a:cubicBezTo>
                <a:cubicBezTo>
                  <a:pt x="702928" y="49546"/>
                  <a:pt x="712162" y="23928"/>
                  <a:pt x="730629" y="2027"/>
                </a:cubicBezTo>
                <a:lnTo>
                  <a:pt x="750053" y="2027"/>
                </a:lnTo>
                <a:cubicBezTo>
                  <a:pt x="732374" y="24829"/>
                  <a:pt x="723535" y="50418"/>
                  <a:pt x="723535" y="78795"/>
                </a:cubicBezTo>
                <a:cubicBezTo>
                  <a:pt x="723535" y="106946"/>
                  <a:pt x="732374" y="132197"/>
                  <a:pt x="750053" y="154549"/>
                </a:cubicBezTo>
                <a:lnTo>
                  <a:pt x="730629" y="154549"/>
                </a:lnTo>
                <a:close/>
                <a:moveTo>
                  <a:pt x="820684" y="0"/>
                </a:moveTo>
                <a:lnTo>
                  <a:pt x="820684" y="126342"/>
                </a:lnTo>
                <a:lnTo>
                  <a:pt x="797121" y="126342"/>
                </a:lnTo>
                <a:lnTo>
                  <a:pt x="797121" y="28630"/>
                </a:lnTo>
                <a:cubicBezTo>
                  <a:pt x="794475" y="31051"/>
                  <a:pt x="790731" y="33303"/>
                  <a:pt x="785889" y="35386"/>
                </a:cubicBezTo>
                <a:cubicBezTo>
                  <a:pt x="781047" y="37469"/>
                  <a:pt x="776008" y="38820"/>
                  <a:pt x="770772" y="39440"/>
                </a:cubicBezTo>
                <a:lnTo>
                  <a:pt x="770772" y="18580"/>
                </a:lnTo>
                <a:cubicBezTo>
                  <a:pt x="783158" y="14864"/>
                  <a:pt x="794841" y="8670"/>
                  <a:pt x="805820" y="0"/>
                </a:cubicBezTo>
                <a:lnTo>
                  <a:pt x="820684" y="0"/>
                </a:lnTo>
                <a:close/>
                <a:moveTo>
                  <a:pt x="887556" y="106495"/>
                </a:moveTo>
                <a:lnTo>
                  <a:pt x="940255" y="106495"/>
                </a:lnTo>
                <a:lnTo>
                  <a:pt x="940255" y="126342"/>
                </a:lnTo>
                <a:lnTo>
                  <a:pt x="862643" y="126342"/>
                </a:lnTo>
                <a:lnTo>
                  <a:pt x="862643" y="116967"/>
                </a:lnTo>
                <a:cubicBezTo>
                  <a:pt x="862643" y="110267"/>
                  <a:pt x="863783" y="104088"/>
                  <a:pt x="866063" y="98430"/>
                </a:cubicBezTo>
                <a:cubicBezTo>
                  <a:pt x="868343" y="92772"/>
                  <a:pt x="871609" y="87479"/>
                  <a:pt x="875859" y="82553"/>
                </a:cubicBezTo>
                <a:cubicBezTo>
                  <a:pt x="880110" y="77626"/>
                  <a:pt x="889048" y="70068"/>
                  <a:pt x="902673" y="59877"/>
                </a:cubicBezTo>
                <a:cubicBezTo>
                  <a:pt x="907966" y="55936"/>
                  <a:pt x="911766" y="52164"/>
                  <a:pt x="914074" y="48560"/>
                </a:cubicBezTo>
                <a:cubicBezTo>
                  <a:pt x="916383" y="44957"/>
                  <a:pt x="917537" y="40932"/>
                  <a:pt x="917537" y="36484"/>
                </a:cubicBezTo>
                <a:cubicBezTo>
                  <a:pt x="917537" y="30966"/>
                  <a:pt x="915918" y="26673"/>
                  <a:pt x="912681" y="23605"/>
                </a:cubicBezTo>
                <a:cubicBezTo>
                  <a:pt x="909444" y="20536"/>
                  <a:pt x="904419" y="19002"/>
                  <a:pt x="897606" y="19002"/>
                </a:cubicBezTo>
                <a:cubicBezTo>
                  <a:pt x="886965" y="19002"/>
                  <a:pt x="876746" y="23225"/>
                  <a:pt x="866950" y="31670"/>
                </a:cubicBezTo>
                <a:lnTo>
                  <a:pt x="866950" y="10472"/>
                </a:lnTo>
                <a:cubicBezTo>
                  <a:pt x="876971" y="3491"/>
                  <a:pt x="888316" y="0"/>
                  <a:pt x="900984" y="0"/>
                </a:cubicBezTo>
                <a:cubicBezTo>
                  <a:pt x="913821" y="0"/>
                  <a:pt x="923744" y="3125"/>
                  <a:pt x="930754" y="9374"/>
                </a:cubicBezTo>
                <a:cubicBezTo>
                  <a:pt x="937763" y="15624"/>
                  <a:pt x="941268" y="24266"/>
                  <a:pt x="941268" y="35301"/>
                </a:cubicBezTo>
                <a:cubicBezTo>
                  <a:pt x="941268" y="40988"/>
                  <a:pt x="940353" y="46027"/>
                  <a:pt x="938523" y="50418"/>
                </a:cubicBezTo>
                <a:cubicBezTo>
                  <a:pt x="936694" y="54810"/>
                  <a:pt x="934273" y="58793"/>
                  <a:pt x="931261" y="62368"/>
                </a:cubicBezTo>
                <a:cubicBezTo>
                  <a:pt x="928248" y="65944"/>
                  <a:pt x="924786" y="69265"/>
                  <a:pt x="920873" y="72334"/>
                </a:cubicBezTo>
                <a:cubicBezTo>
                  <a:pt x="916960" y="75402"/>
                  <a:pt x="912948" y="78457"/>
                  <a:pt x="908838" y="81497"/>
                </a:cubicBezTo>
                <a:cubicBezTo>
                  <a:pt x="901237" y="87127"/>
                  <a:pt x="895790" y="91941"/>
                  <a:pt x="892497" y="95939"/>
                </a:cubicBezTo>
                <a:cubicBezTo>
                  <a:pt x="889203" y="99936"/>
                  <a:pt x="887556" y="103455"/>
                  <a:pt x="887556" y="106495"/>
                </a:cubicBezTo>
                <a:close/>
                <a:moveTo>
                  <a:pt x="953076" y="154549"/>
                </a:moveTo>
                <a:cubicBezTo>
                  <a:pt x="970868" y="132591"/>
                  <a:pt x="979764" y="107340"/>
                  <a:pt x="979764" y="78795"/>
                </a:cubicBezTo>
                <a:cubicBezTo>
                  <a:pt x="979764" y="50531"/>
                  <a:pt x="970868" y="24942"/>
                  <a:pt x="953076" y="2027"/>
                </a:cubicBezTo>
                <a:lnTo>
                  <a:pt x="972670" y="2027"/>
                </a:lnTo>
                <a:cubicBezTo>
                  <a:pt x="991193" y="24041"/>
                  <a:pt x="1000455" y="49658"/>
                  <a:pt x="1000455" y="78879"/>
                </a:cubicBezTo>
                <a:cubicBezTo>
                  <a:pt x="1000455" y="108606"/>
                  <a:pt x="991165" y="133830"/>
                  <a:pt x="972585" y="154549"/>
                </a:cubicBezTo>
                <a:lnTo>
                  <a:pt x="953076" y="15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•SpearPhishing(69)">
            <a:extLst xmlns:a="http://schemas.openxmlformats.org/drawingml/2006/main">
              <a:ext uri="{FF2B5EF4-FFF2-40B4-BE49-F238E27FC236}">
                <a16:creationId xmlns:a16="http://schemas.microsoft.com/office/drawing/2014/main" id="{149EE37A-68BD-4500-B8BB-46601218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17" y="2985682"/>
            <a:ext cx="1698247" cy="173044"/>
          </a:xfrm>
          <a:custGeom xmlns:a="http://schemas.openxmlformats.org/drawingml/2006/main">
            <a:pathLst>
              <a:path w="1698247" h="173044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12630" y="101850"/>
                </a:moveTo>
                <a:cubicBezTo>
                  <a:pt x="122483" y="110014"/>
                  <a:pt x="133771" y="114096"/>
                  <a:pt x="146496" y="114096"/>
                </a:cubicBezTo>
                <a:cubicBezTo>
                  <a:pt x="154153" y="114096"/>
                  <a:pt x="159867" y="112759"/>
                  <a:pt x="163640" y="110084"/>
                </a:cubicBezTo>
                <a:cubicBezTo>
                  <a:pt x="167412" y="107410"/>
                  <a:pt x="169298" y="103905"/>
                  <a:pt x="169298" y="99570"/>
                </a:cubicBezTo>
                <a:cubicBezTo>
                  <a:pt x="169298" y="95798"/>
                  <a:pt x="167722" y="92335"/>
                  <a:pt x="164569" y="89182"/>
                </a:cubicBezTo>
                <a:cubicBezTo>
                  <a:pt x="161416" y="86029"/>
                  <a:pt x="153787" y="81863"/>
                  <a:pt x="141682" y="76683"/>
                </a:cubicBezTo>
                <a:cubicBezTo>
                  <a:pt x="131379" y="72066"/>
                  <a:pt x="123905" y="66873"/>
                  <a:pt x="119260" y="61102"/>
                </a:cubicBezTo>
                <a:cubicBezTo>
                  <a:pt x="114615" y="55331"/>
                  <a:pt x="112292" y="48560"/>
                  <a:pt x="112292" y="40791"/>
                </a:cubicBezTo>
                <a:cubicBezTo>
                  <a:pt x="112292" y="29587"/>
                  <a:pt x="116627" y="20818"/>
                  <a:pt x="125298" y="14484"/>
                </a:cubicBezTo>
                <a:cubicBezTo>
                  <a:pt x="133968" y="8150"/>
                  <a:pt x="145341" y="4983"/>
                  <a:pt x="159417" y="4983"/>
                </a:cubicBezTo>
                <a:cubicBezTo>
                  <a:pt x="172029" y="4983"/>
                  <a:pt x="181966" y="6559"/>
                  <a:pt x="189229" y="9712"/>
                </a:cubicBezTo>
                <a:lnTo>
                  <a:pt x="189229" y="32768"/>
                </a:lnTo>
                <a:cubicBezTo>
                  <a:pt x="181178" y="27250"/>
                  <a:pt x="171466" y="24491"/>
                  <a:pt x="160093" y="24491"/>
                </a:cubicBezTo>
                <a:cubicBezTo>
                  <a:pt x="153393" y="24491"/>
                  <a:pt x="147974" y="25758"/>
                  <a:pt x="143835" y="28292"/>
                </a:cubicBezTo>
                <a:cubicBezTo>
                  <a:pt x="139697" y="30825"/>
                  <a:pt x="137628" y="34316"/>
                  <a:pt x="137628" y="38764"/>
                </a:cubicBezTo>
                <a:cubicBezTo>
                  <a:pt x="137628" y="42311"/>
                  <a:pt x="139064" y="45548"/>
                  <a:pt x="141935" y="48476"/>
                </a:cubicBezTo>
                <a:cubicBezTo>
                  <a:pt x="144807" y="51404"/>
                  <a:pt x="151535" y="55204"/>
                  <a:pt x="162119" y="59877"/>
                </a:cubicBezTo>
                <a:cubicBezTo>
                  <a:pt x="174281" y="65170"/>
                  <a:pt x="182726" y="70729"/>
                  <a:pt x="187455" y="76557"/>
                </a:cubicBezTo>
                <a:cubicBezTo>
                  <a:pt x="192185" y="82384"/>
                  <a:pt x="194549" y="89351"/>
                  <a:pt x="194549" y="97459"/>
                </a:cubicBezTo>
                <a:cubicBezTo>
                  <a:pt x="194549" y="109169"/>
                  <a:pt x="190369" y="118107"/>
                  <a:pt x="182008" y="124272"/>
                </a:cubicBezTo>
                <a:cubicBezTo>
                  <a:pt x="173647" y="130438"/>
                  <a:pt x="161922" y="133520"/>
                  <a:pt x="146833" y="133520"/>
                </a:cubicBezTo>
                <a:cubicBezTo>
                  <a:pt x="132814" y="133520"/>
                  <a:pt x="121413" y="131184"/>
                  <a:pt x="112630" y="126510"/>
                </a:cubicBezTo>
                <a:lnTo>
                  <a:pt x="112630" y="101850"/>
                </a:lnTo>
                <a:close/>
                <a:moveTo>
                  <a:pt x="237381" y="120261"/>
                </a:moveTo>
                <a:lnTo>
                  <a:pt x="237381" y="172200"/>
                </a:lnTo>
                <a:lnTo>
                  <a:pt x="213819" y="172200"/>
                </a:lnTo>
                <a:lnTo>
                  <a:pt x="213819" y="42564"/>
                </a:lnTo>
                <a:lnTo>
                  <a:pt x="237381" y="42564"/>
                </a:lnTo>
                <a:lnTo>
                  <a:pt x="237381" y="56583"/>
                </a:lnTo>
                <a:lnTo>
                  <a:pt x="237635" y="56583"/>
                </a:lnTo>
                <a:cubicBezTo>
                  <a:pt x="244503" y="45830"/>
                  <a:pt x="254244" y="40453"/>
                  <a:pt x="266855" y="40453"/>
                </a:cubicBezTo>
                <a:cubicBezTo>
                  <a:pt x="278059" y="40453"/>
                  <a:pt x="286885" y="44366"/>
                  <a:pt x="293331" y="52192"/>
                </a:cubicBezTo>
                <a:cubicBezTo>
                  <a:pt x="299778" y="60018"/>
                  <a:pt x="303001" y="70772"/>
                  <a:pt x="303001" y="84453"/>
                </a:cubicBezTo>
                <a:cubicBezTo>
                  <a:pt x="303001" y="99204"/>
                  <a:pt x="299327" y="111070"/>
                  <a:pt x="291980" y="120050"/>
                </a:cubicBezTo>
                <a:cubicBezTo>
                  <a:pt x="284633" y="129030"/>
                  <a:pt x="274906" y="133520"/>
                  <a:pt x="262802" y="133520"/>
                </a:cubicBezTo>
                <a:cubicBezTo>
                  <a:pt x="251879" y="133520"/>
                  <a:pt x="243490" y="129100"/>
                  <a:pt x="237635" y="120261"/>
                </a:cubicBezTo>
                <a:lnTo>
                  <a:pt x="237381" y="120261"/>
                </a:lnTo>
                <a:moveTo>
                  <a:pt x="237043" y="92729"/>
                </a:moveTo>
                <a:cubicBezTo>
                  <a:pt x="237043" y="99148"/>
                  <a:pt x="238901" y="104482"/>
                  <a:pt x="242617" y="108733"/>
                </a:cubicBezTo>
                <a:cubicBezTo>
                  <a:pt x="246333" y="112984"/>
                  <a:pt x="251091" y="115109"/>
                  <a:pt x="256890" y="115109"/>
                </a:cubicBezTo>
                <a:cubicBezTo>
                  <a:pt x="263759" y="115109"/>
                  <a:pt x="269135" y="112435"/>
                  <a:pt x="273020" y="107086"/>
                </a:cubicBezTo>
                <a:cubicBezTo>
                  <a:pt x="276905" y="101738"/>
                  <a:pt x="278848" y="94221"/>
                  <a:pt x="278848" y="84537"/>
                </a:cubicBezTo>
                <a:cubicBezTo>
                  <a:pt x="278848" y="67365"/>
                  <a:pt x="272063" y="58779"/>
                  <a:pt x="258494" y="58779"/>
                </a:cubicBezTo>
                <a:cubicBezTo>
                  <a:pt x="252076" y="58779"/>
                  <a:pt x="246896" y="61172"/>
                  <a:pt x="242955" y="65958"/>
                </a:cubicBezTo>
                <a:cubicBezTo>
                  <a:pt x="239014" y="70743"/>
                  <a:pt x="237043" y="76768"/>
                  <a:pt x="237043" y="84031"/>
                </a:cubicBezTo>
                <a:lnTo>
                  <a:pt x="237043" y="92729"/>
                </a:lnTo>
                <a:close/>
                <a:moveTo>
                  <a:pt x="399885" y="93574"/>
                </a:moveTo>
                <a:lnTo>
                  <a:pt x="340599" y="93574"/>
                </a:lnTo>
                <a:cubicBezTo>
                  <a:pt x="341556" y="108663"/>
                  <a:pt x="350114" y="116207"/>
                  <a:pt x="366273" y="116207"/>
                </a:cubicBezTo>
                <a:cubicBezTo>
                  <a:pt x="376125" y="116207"/>
                  <a:pt x="384909" y="113617"/>
                  <a:pt x="392622" y="108438"/>
                </a:cubicBezTo>
                <a:lnTo>
                  <a:pt x="392622" y="126342"/>
                </a:lnTo>
                <a:cubicBezTo>
                  <a:pt x="384402" y="131127"/>
                  <a:pt x="373845" y="133520"/>
                  <a:pt x="360952" y="133520"/>
                </a:cubicBezTo>
                <a:cubicBezTo>
                  <a:pt x="347158" y="133520"/>
                  <a:pt x="336418" y="129523"/>
                  <a:pt x="328733" y="121528"/>
                </a:cubicBezTo>
                <a:cubicBezTo>
                  <a:pt x="321048" y="113533"/>
                  <a:pt x="317205" y="102357"/>
                  <a:pt x="317205" y="88000"/>
                </a:cubicBezTo>
                <a:cubicBezTo>
                  <a:pt x="317205" y="73924"/>
                  <a:pt x="321330" y="62481"/>
                  <a:pt x="329578" y="53670"/>
                </a:cubicBezTo>
                <a:cubicBezTo>
                  <a:pt x="337826" y="44859"/>
                  <a:pt x="348143" y="40453"/>
                  <a:pt x="360530" y="40453"/>
                </a:cubicBezTo>
                <a:cubicBezTo>
                  <a:pt x="372916" y="40453"/>
                  <a:pt x="382572" y="44253"/>
                  <a:pt x="389497" y="51854"/>
                </a:cubicBezTo>
                <a:cubicBezTo>
                  <a:pt x="396422" y="59455"/>
                  <a:pt x="399885" y="69899"/>
                  <a:pt x="399885" y="83186"/>
                </a:cubicBezTo>
                <a:lnTo>
                  <a:pt x="399885" y="93574"/>
                </a:lnTo>
                <a:moveTo>
                  <a:pt x="377674" y="78119"/>
                </a:moveTo>
                <a:cubicBezTo>
                  <a:pt x="377674" y="64043"/>
                  <a:pt x="371875" y="57006"/>
                  <a:pt x="360276" y="57006"/>
                </a:cubicBezTo>
                <a:cubicBezTo>
                  <a:pt x="355434" y="57006"/>
                  <a:pt x="351170" y="58920"/>
                  <a:pt x="347482" y="62749"/>
                </a:cubicBezTo>
                <a:cubicBezTo>
                  <a:pt x="343794" y="66577"/>
                  <a:pt x="341500" y="71701"/>
                  <a:pt x="340599" y="78119"/>
                </a:cubicBezTo>
                <a:lnTo>
                  <a:pt x="377674" y="78119"/>
                </a:lnTo>
                <a:close/>
                <a:moveTo>
                  <a:pt x="420369" y="48223"/>
                </a:moveTo>
                <a:cubicBezTo>
                  <a:pt x="424367" y="45914"/>
                  <a:pt x="429547" y="44042"/>
                  <a:pt x="435909" y="42607"/>
                </a:cubicBezTo>
                <a:cubicBezTo>
                  <a:pt x="442271" y="41171"/>
                  <a:pt x="447986" y="40453"/>
                  <a:pt x="453053" y="40453"/>
                </a:cubicBezTo>
                <a:cubicBezTo>
                  <a:pt x="477037" y="40453"/>
                  <a:pt x="489030" y="52614"/>
                  <a:pt x="489030" y="76937"/>
                </a:cubicBezTo>
                <a:lnTo>
                  <a:pt x="489030" y="131324"/>
                </a:lnTo>
                <a:lnTo>
                  <a:pt x="466565" y="131324"/>
                </a:lnTo>
                <a:lnTo>
                  <a:pt x="466565" y="118234"/>
                </a:lnTo>
                <a:lnTo>
                  <a:pt x="466143" y="118234"/>
                </a:lnTo>
                <a:cubicBezTo>
                  <a:pt x="460175" y="128425"/>
                  <a:pt x="451307" y="133520"/>
                  <a:pt x="439540" y="133520"/>
                </a:cubicBezTo>
                <a:cubicBezTo>
                  <a:pt x="430982" y="133520"/>
                  <a:pt x="424198" y="131113"/>
                  <a:pt x="419187" y="126299"/>
                </a:cubicBezTo>
                <a:cubicBezTo>
                  <a:pt x="414176" y="121486"/>
                  <a:pt x="411671" y="115025"/>
                  <a:pt x="411671" y="106917"/>
                </a:cubicBezTo>
                <a:cubicBezTo>
                  <a:pt x="411671" y="89971"/>
                  <a:pt x="421749" y="80146"/>
                  <a:pt x="441905" y="77443"/>
                </a:cubicBezTo>
                <a:lnTo>
                  <a:pt x="466650" y="74065"/>
                </a:lnTo>
                <a:cubicBezTo>
                  <a:pt x="466650" y="62749"/>
                  <a:pt x="461132" y="57090"/>
                  <a:pt x="450097" y="57090"/>
                </a:cubicBezTo>
                <a:cubicBezTo>
                  <a:pt x="439568" y="57090"/>
                  <a:pt x="429659" y="60384"/>
                  <a:pt x="420369" y="66971"/>
                </a:cubicBezTo>
                <a:lnTo>
                  <a:pt x="420369" y="48223"/>
                </a:lnTo>
                <a:moveTo>
                  <a:pt x="448999" y="90787"/>
                </a:moveTo>
                <a:cubicBezTo>
                  <a:pt x="438865" y="92082"/>
                  <a:pt x="433797" y="96614"/>
                  <a:pt x="433797" y="104384"/>
                </a:cubicBezTo>
                <a:cubicBezTo>
                  <a:pt x="433797" y="107875"/>
                  <a:pt x="435008" y="110718"/>
                  <a:pt x="437429" y="112914"/>
                </a:cubicBezTo>
                <a:cubicBezTo>
                  <a:pt x="439850" y="115109"/>
                  <a:pt x="443115" y="116207"/>
                  <a:pt x="447225" y="116207"/>
                </a:cubicBezTo>
                <a:cubicBezTo>
                  <a:pt x="452856" y="116207"/>
                  <a:pt x="457501" y="114223"/>
                  <a:pt x="461160" y="110253"/>
                </a:cubicBezTo>
                <a:cubicBezTo>
                  <a:pt x="464820" y="106284"/>
                  <a:pt x="466650" y="101287"/>
                  <a:pt x="466650" y="95263"/>
                </a:cubicBezTo>
                <a:lnTo>
                  <a:pt x="466650" y="88507"/>
                </a:lnTo>
                <a:lnTo>
                  <a:pt x="448999" y="90787"/>
                </a:lnTo>
                <a:close/>
                <a:moveTo>
                  <a:pt x="566648" y="64269"/>
                </a:moveTo>
                <a:cubicBezTo>
                  <a:pt x="563551" y="62411"/>
                  <a:pt x="559751" y="61482"/>
                  <a:pt x="555247" y="61482"/>
                </a:cubicBezTo>
                <a:cubicBezTo>
                  <a:pt x="549335" y="61482"/>
                  <a:pt x="544606" y="63889"/>
                  <a:pt x="541059" y="68702"/>
                </a:cubicBezTo>
                <a:cubicBezTo>
                  <a:pt x="537512" y="73516"/>
                  <a:pt x="535738" y="79977"/>
                  <a:pt x="535738" y="88084"/>
                </a:cubicBezTo>
                <a:lnTo>
                  <a:pt x="535738" y="131324"/>
                </a:lnTo>
                <a:lnTo>
                  <a:pt x="512176" y="131324"/>
                </a:lnTo>
                <a:lnTo>
                  <a:pt x="512176" y="42564"/>
                </a:lnTo>
                <a:lnTo>
                  <a:pt x="535738" y="42564"/>
                </a:lnTo>
                <a:lnTo>
                  <a:pt x="535738" y="59624"/>
                </a:lnTo>
                <a:lnTo>
                  <a:pt x="535992" y="59624"/>
                </a:lnTo>
                <a:cubicBezTo>
                  <a:pt x="540327" y="47237"/>
                  <a:pt x="548125" y="41044"/>
                  <a:pt x="559385" y="41044"/>
                </a:cubicBezTo>
                <a:cubicBezTo>
                  <a:pt x="562594" y="41044"/>
                  <a:pt x="565015" y="41438"/>
                  <a:pt x="566648" y="42226"/>
                </a:cubicBezTo>
                <a:lnTo>
                  <a:pt x="566648" y="64269"/>
                </a:lnTo>
                <a:close/>
                <a:moveTo>
                  <a:pt x="664782" y="87240"/>
                </a:moveTo>
                <a:lnTo>
                  <a:pt x="664782" y="131324"/>
                </a:lnTo>
                <a:lnTo>
                  <a:pt x="640712" y="131324"/>
                </a:lnTo>
                <a:lnTo>
                  <a:pt x="640712" y="7010"/>
                </a:lnTo>
                <a:lnTo>
                  <a:pt x="681757" y="7010"/>
                </a:lnTo>
                <a:cubicBezTo>
                  <a:pt x="712047" y="7010"/>
                  <a:pt x="727192" y="19987"/>
                  <a:pt x="727192" y="45942"/>
                </a:cubicBezTo>
                <a:cubicBezTo>
                  <a:pt x="727192" y="58498"/>
                  <a:pt x="722618" y="68604"/>
                  <a:pt x="713469" y="76261"/>
                </a:cubicBezTo>
                <a:cubicBezTo>
                  <a:pt x="704320" y="83918"/>
                  <a:pt x="692820" y="87578"/>
                  <a:pt x="678970" y="87240"/>
                </a:cubicBezTo>
                <a:lnTo>
                  <a:pt x="664782" y="87240"/>
                </a:lnTo>
                <a:moveTo>
                  <a:pt x="664782" y="26180"/>
                </a:moveTo>
                <a:lnTo>
                  <a:pt x="664782" y="68407"/>
                </a:lnTo>
                <a:lnTo>
                  <a:pt x="677027" y="68407"/>
                </a:lnTo>
                <a:cubicBezTo>
                  <a:pt x="693636" y="68407"/>
                  <a:pt x="701941" y="61228"/>
                  <a:pt x="701941" y="46871"/>
                </a:cubicBezTo>
                <a:cubicBezTo>
                  <a:pt x="701941" y="33077"/>
                  <a:pt x="693805" y="26180"/>
                  <a:pt x="677534" y="26180"/>
                </a:cubicBezTo>
                <a:lnTo>
                  <a:pt x="664782" y="26180"/>
                </a:lnTo>
                <a:close/>
                <a:moveTo>
                  <a:pt x="827076" y="131324"/>
                </a:moveTo>
                <a:lnTo>
                  <a:pt x="803598" y="131324"/>
                </a:lnTo>
                <a:lnTo>
                  <a:pt x="803598" y="80737"/>
                </a:lnTo>
                <a:cubicBezTo>
                  <a:pt x="803598" y="66098"/>
                  <a:pt x="798249" y="58779"/>
                  <a:pt x="787552" y="58779"/>
                </a:cubicBezTo>
                <a:cubicBezTo>
                  <a:pt x="782034" y="58779"/>
                  <a:pt x="777544" y="60848"/>
                  <a:pt x="774081" y="64987"/>
                </a:cubicBezTo>
                <a:cubicBezTo>
                  <a:pt x="770619" y="69125"/>
                  <a:pt x="768888" y="74375"/>
                  <a:pt x="768888" y="80737"/>
                </a:cubicBezTo>
                <a:lnTo>
                  <a:pt x="768888" y="131324"/>
                </a:lnTo>
                <a:lnTo>
                  <a:pt x="745325" y="131324"/>
                </a:lnTo>
                <a:lnTo>
                  <a:pt x="745325" y="0"/>
                </a:lnTo>
                <a:lnTo>
                  <a:pt x="768888" y="0"/>
                </a:lnTo>
                <a:lnTo>
                  <a:pt x="768888" y="56246"/>
                </a:lnTo>
                <a:lnTo>
                  <a:pt x="769141" y="56246"/>
                </a:lnTo>
                <a:cubicBezTo>
                  <a:pt x="775897" y="45717"/>
                  <a:pt x="785187" y="40453"/>
                  <a:pt x="797010" y="40453"/>
                </a:cubicBezTo>
                <a:cubicBezTo>
                  <a:pt x="817054" y="40453"/>
                  <a:pt x="827076" y="52558"/>
                  <a:pt x="827076" y="76768"/>
                </a:cubicBezTo>
                <a:lnTo>
                  <a:pt x="827076" y="131324"/>
                </a:lnTo>
                <a:close/>
                <a:moveTo>
                  <a:pt x="848117" y="13344"/>
                </a:moveTo>
                <a:cubicBezTo>
                  <a:pt x="848117" y="9740"/>
                  <a:pt x="849398" y="6728"/>
                  <a:pt x="851960" y="4307"/>
                </a:cubicBezTo>
                <a:cubicBezTo>
                  <a:pt x="854521" y="1886"/>
                  <a:pt x="857829" y="676"/>
                  <a:pt x="861883" y="676"/>
                </a:cubicBezTo>
                <a:cubicBezTo>
                  <a:pt x="865824" y="676"/>
                  <a:pt x="869118" y="1872"/>
                  <a:pt x="871764" y="4265"/>
                </a:cubicBezTo>
                <a:cubicBezTo>
                  <a:pt x="874410" y="6658"/>
                  <a:pt x="875733" y="9684"/>
                  <a:pt x="875733" y="13344"/>
                </a:cubicBezTo>
                <a:cubicBezTo>
                  <a:pt x="875733" y="17003"/>
                  <a:pt x="874424" y="20044"/>
                  <a:pt x="871806" y="22464"/>
                </a:cubicBezTo>
                <a:cubicBezTo>
                  <a:pt x="869188" y="24885"/>
                  <a:pt x="865880" y="26096"/>
                  <a:pt x="861883" y="26096"/>
                </a:cubicBezTo>
                <a:cubicBezTo>
                  <a:pt x="857886" y="26096"/>
                  <a:pt x="854592" y="24857"/>
                  <a:pt x="852002" y="22380"/>
                </a:cubicBezTo>
                <a:cubicBezTo>
                  <a:pt x="849412" y="19903"/>
                  <a:pt x="848117" y="16891"/>
                  <a:pt x="848117" y="13344"/>
                </a:cubicBezTo>
                <a:moveTo>
                  <a:pt x="849975" y="131324"/>
                </a:moveTo>
                <a:lnTo>
                  <a:pt x="849975" y="42564"/>
                </a:lnTo>
                <a:lnTo>
                  <a:pt x="873453" y="42564"/>
                </a:lnTo>
                <a:lnTo>
                  <a:pt x="873453" y="131324"/>
                </a:lnTo>
                <a:lnTo>
                  <a:pt x="849975" y="131324"/>
                </a:lnTo>
                <a:close/>
                <a:moveTo>
                  <a:pt x="894746" y="108522"/>
                </a:moveTo>
                <a:cubicBezTo>
                  <a:pt x="903530" y="114040"/>
                  <a:pt x="912200" y="116798"/>
                  <a:pt x="920758" y="116798"/>
                </a:cubicBezTo>
                <a:cubicBezTo>
                  <a:pt x="931793" y="116798"/>
                  <a:pt x="937311" y="113674"/>
                  <a:pt x="937311" y="107424"/>
                </a:cubicBezTo>
                <a:cubicBezTo>
                  <a:pt x="937311" y="103089"/>
                  <a:pt x="932947" y="99429"/>
                  <a:pt x="924220" y="96445"/>
                </a:cubicBezTo>
                <a:cubicBezTo>
                  <a:pt x="911496" y="92166"/>
                  <a:pt x="903417" y="87958"/>
                  <a:pt x="899983" y="83820"/>
                </a:cubicBezTo>
                <a:cubicBezTo>
                  <a:pt x="896548" y="79681"/>
                  <a:pt x="894831" y="74375"/>
                  <a:pt x="894831" y="67900"/>
                </a:cubicBezTo>
                <a:cubicBezTo>
                  <a:pt x="894831" y="59342"/>
                  <a:pt x="898322" y="52628"/>
                  <a:pt x="905303" y="47758"/>
                </a:cubicBezTo>
                <a:cubicBezTo>
                  <a:pt x="912284" y="42888"/>
                  <a:pt x="921265" y="40453"/>
                  <a:pt x="932244" y="40453"/>
                </a:cubicBezTo>
                <a:cubicBezTo>
                  <a:pt x="939901" y="40453"/>
                  <a:pt x="947558" y="41663"/>
                  <a:pt x="955215" y="44084"/>
                </a:cubicBezTo>
                <a:lnTo>
                  <a:pt x="955215" y="63255"/>
                </a:lnTo>
                <a:cubicBezTo>
                  <a:pt x="948290" y="59145"/>
                  <a:pt x="940717" y="57090"/>
                  <a:pt x="932497" y="57090"/>
                </a:cubicBezTo>
                <a:cubicBezTo>
                  <a:pt x="928162" y="57090"/>
                  <a:pt x="924671" y="57907"/>
                  <a:pt x="922025" y="59539"/>
                </a:cubicBezTo>
                <a:cubicBezTo>
                  <a:pt x="919379" y="61172"/>
                  <a:pt x="918055" y="63340"/>
                  <a:pt x="918055" y="66042"/>
                </a:cubicBezTo>
                <a:cubicBezTo>
                  <a:pt x="918055" y="70490"/>
                  <a:pt x="921743" y="74009"/>
                  <a:pt x="929119" y="76599"/>
                </a:cubicBezTo>
                <a:cubicBezTo>
                  <a:pt x="937508" y="79639"/>
                  <a:pt x="943673" y="82187"/>
                  <a:pt x="947614" y="84242"/>
                </a:cubicBezTo>
                <a:cubicBezTo>
                  <a:pt x="951555" y="86297"/>
                  <a:pt x="954624" y="89098"/>
                  <a:pt x="956819" y="92645"/>
                </a:cubicBezTo>
                <a:cubicBezTo>
                  <a:pt x="959015" y="96192"/>
                  <a:pt x="960113" y="100358"/>
                  <a:pt x="960113" y="105144"/>
                </a:cubicBezTo>
                <a:cubicBezTo>
                  <a:pt x="960113" y="114152"/>
                  <a:pt x="956524" y="121134"/>
                  <a:pt x="949345" y="126088"/>
                </a:cubicBezTo>
                <a:cubicBezTo>
                  <a:pt x="942167" y="131043"/>
                  <a:pt x="932694" y="133520"/>
                  <a:pt x="920927" y="133520"/>
                </a:cubicBezTo>
                <a:cubicBezTo>
                  <a:pt x="911018" y="133520"/>
                  <a:pt x="902291" y="131944"/>
                  <a:pt x="894746" y="128791"/>
                </a:cubicBezTo>
                <a:lnTo>
                  <a:pt x="894746" y="108522"/>
                </a:lnTo>
                <a:close/>
                <a:moveTo>
                  <a:pt x="1058323" y="131324"/>
                </a:moveTo>
                <a:lnTo>
                  <a:pt x="1034846" y="131324"/>
                </a:lnTo>
                <a:lnTo>
                  <a:pt x="1034846" y="80737"/>
                </a:lnTo>
                <a:cubicBezTo>
                  <a:pt x="1034846" y="66098"/>
                  <a:pt x="1029497" y="58779"/>
                  <a:pt x="1018799" y="58779"/>
                </a:cubicBezTo>
                <a:cubicBezTo>
                  <a:pt x="1013282" y="58779"/>
                  <a:pt x="1008792" y="60848"/>
                  <a:pt x="1005329" y="64987"/>
                </a:cubicBezTo>
                <a:cubicBezTo>
                  <a:pt x="1001867" y="69125"/>
                  <a:pt x="1000135" y="74375"/>
                  <a:pt x="1000135" y="80737"/>
                </a:cubicBezTo>
                <a:lnTo>
                  <a:pt x="1000135" y="131324"/>
                </a:lnTo>
                <a:lnTo>
                  <a:pt x="976573" y="131324"/>
                </a:lnTo>
                <a:lnTo>
                  <a:pt x="976573" y="0"/>
                </a:lnTo>
                <a:lnTo>
                  <a:pt x="1000135" y="0"/>
                </a:lnTo>
                <a:lnTo>
                  <a:pt x="1000135" y="56246"/>
                </a:lnTo>
                <a:lnTo>
                  <a:pt x="1000389" y="56246"/>
                </a:lnTo>
                <a:cubicBezTo>
                  <a:pt x="1007145" y="45717"/>
                  <a:pt x="1016435" y="40453"/>
                  <a:pt x="1028258" y="40453"/>
                </a:cubicBezTo>
                <a:cubicBezTo>
                  <a:pt x="1048302" y="40453"/>
                  <a:pt x="1058323" y="52558"/>
                  <a:pt x="1058323" y="76768"/>
                </a:cubicBezTo>
                <a:lnTo>
                  <a:pt x="1058323" y="131324"/>
                </a:lnTo>
                <a:close/>
                <a:moveTo>
                  <a:pt x="1079364" y="13344"/>
                </a:moveTo>
                <a:cubicBezTo>
                  <a:pt x="1079364" y="9740"/>
                  <a:pt x="1080645" y="6728"/>
                  <a:pt x="1083206" y="4307"/>
                </a:cubicBezTo>
                <a:cubicBezTo>
                  <a:pt x="1085768" y="1886"/>
                  <a:pt x="1089076" y="676"/>
                  <a:pt x="1093130" y="676"/>
                </a:cubicBezTo>
                <a:cubicBezTo>
                  <a:pt x="1097071" y="676"/>
                  <a:pt x="1100364" y="1872"/>
                  <a:pt x="1103011" y="4265"/>
                </a:cubicBezTo>
                <a:cubicBezTo>
                  <a:pt x="1105657" y="6658"/>
                  <a:pt x="1106980" y="9684"/>
                  <a:pt x="1106980" y="13344"/>
                </a:cubicBezTo>
                <a:cubicBezTo>
                  <a:pt x="1106980" y="17003"/>
                  <a:pt x="1105671" y="20044"/>
                  <a:pt x="1103053" y="22464"/>
                </a:cubicBezTo>
                <a:cubicBezTo>
                  <a:pt x="1100435" y="24885"/>
                  <a:pt x="1097127" y="26096"/>
                  <a:pt x="1093130" y="26096"/>
                </a:cubicBezTo>
                <a:cubicBezTo>
                  <a:pt x="1089132" y="26096"/>
                  <a:pt x="1085838" y="24857"/>
                  <a:pt x="1083249" y="22380"/>
                </a:cubicBezTo>
                <a:cubicBezTo>
                  <a:pt x="1080659" y="19903"/>
                  <a:pt x="1079364" y="16891"/>
                  <a:pt x="1079364" y="13344"/>
                </a:cubicBezTo>
                <a:moveTo>
                  <a:pt x="1081222" y="131324"/>
                </a:moveTo>
                <a:lnTo>
                  <a:pt x="1081222" y="42564"/>
                </a:lnTo>
                <a:lnTo>
                  <a:pt x="1104700" y="42564"/>
                </a:lnTo>
                <a:lnTo>
                  <a:pt x="1104700" y="131324"/>
                </a:lnTo>
                <a:lnTo>
                  <a:pt x="1081222" y="131324"/>
                </a:lnTo>
                <a:close/>
                <a:moveTo>
                  <a:pt x="1211123" y="131324"/>
                </a:moveTo>
                <a:lnTo>
                  <a:pt x="1187645" y="131324"/>
                </a:lnTo>
                <a:lnTo>
                  <a:pt x="1187645" y="81582"/>
                </a:lnTo>
                <a:cubicBezTo>
                  <a:pt x="1187645" y="66380"/>
                  <a:pt x="1182156" y="58779"/>
                  <a:pt x="1171177" y="58779"/>
                </a:cubicBezTo>
                <a:cubicBezTo>
                  <a:pt x="1165659" y="58779"/>
                  <a:pt x="1161169" y="60848"/>
                  <a:pt x="1157707" y="64987"/>
                </a:cubicBezTo>
                <a:cubicBezTo>
                  <a:pt x="1154244" y="69125"/>
                  <a:pt x="1152513" y="74375"/>
                  <a:pt x="1152513" y="80737"/>
                </a:cubicBezTo>
                <a:lnTo>
                  <a:pt x="1152513" y="131324"/>
                </a:lnTo>
                <a:lnTo>
                  <a:pt x="1128951" y="131324"/>
                </a:lnTo>
                <a:lnTo>
                  <a:pt x="1128951" y="42564"/>
                </a:lnTo>
                <a:lnTo>
                  <a:pt x="1152513" y="42564"/>
                </a:lnTo>
                <a:lnTo>
                  <a:pt x="1152513" y="56837"/>
                </a:lnTo>
                <a:lnTo>
                  <a:pt x="1152766" y="56837"/>
                </a:lnTo>
                <a:cubicBezTo>
                  <a:pt x="1159297" y="45914"/>
                  <a:pt x="1168897" y="40453"/>
                  <a:pt x="1181565" y="40453"/>
                </a:cubicBezTo>
                <a:cubicBezTo>
                  <a:pt x="1201270" y="40453"/>
                  <a:pt x="1211123" y="52642"/>
                  <a:pt x="1211123" y="77021"/>
                </a:cubicBezTo>
                <a:lnTo>
                  <a:pt x="1211123" y="131324"/>
                </a:lnTo>
                <a:close/>
                <a:moveTo>
                  <a:pt x="1317803" y="122119"/>
                </a:moveTo>
                <a:cubicBezTo>
                  <a:pt x="1317803" y="138559"/>
                  <a:pt x="1313271" y="151157"/>
                  <a:pt x="1304206" y="159912"/>
                </a:cubicBezTo>
                <a:cubicBezTo>
                  <a:pt x="1295141" y="168667"/>
                  <a:pt x="1281995" y="173044"/>
                  <a:pt x="1264766" y="173044"/>
                </a:cubicBezTo>
                <a:cubicBezTo>
                  <a:pt x="1253056" y="173044"/>
                  <a:pt x="1243541" y="171214"/>
                  <a:pt x="1236221" y="167555"/>
                </a:cubicBezTo>
                <a:lnTo>
                  <a:pt x="1236221" y="147117"/>
                </a:lnTo>
                <a:cubicBezTo>
                  <a:pt x="1245511" y="152466"/>
                  <a:pt x="1254829" y="155140"/>
                  <a:pt x="1264175" y="155140"/>
                </a:cubicBezTo>
                <a:cubicBezTo>
                  <a:pt x="1273747" y="155140"/>
                  <a:pt x="1281164" y="152592"/>
                  <a:pt x="1286429" y="147497"/>
                </a:cubicBezTo>
                <a:cubicBezTo>
                  <a:pt x="1291693" y="142402"/>
                  <a:pt x="1294325" y="135153"/>
                  <a:pt x="1294325" y="125750"/>
                </a:cubicBezTo>
                <a:lnTo>
                  <a:pt x="1294325" y="117896"/>
                </a:lnTo>
                <a:lnTo>
                  <a:pt x="1293987" y="117896"/>
                </a:lnTo>
                <a:cubicBezTo>
                  <a:pt x="1287569" y="128312"/>
                  <a:pt x="1278082" y="133520"/>
                  <a:pt x="1265527" y="133520"/>
                </a:cubicBezTo>
                <a:cubicBezTo>
                  <a:pt x="1254491" y="133520"/>
                  <a:pt x="1245596" y="129551"/>
                  <a:pt x="1238839" y="121612"/>
                </a:cubicBezTo>
                <a:cubicBezTo>
                  <a:pt x="1232083" y="113674"/>
                  <a:pt x="1228705" y="102976"/>
                  <a:pt x="1228705" y="89520"/>
                </a:cubicBezTo>
                <a:cubicBezTo>
                  <a:pt x="1228705" y="74600"/>
                  <a:pt x="1232407" y="62692"/>
                  <a:pt x="1239811" y="53797"/>
                </a:cubicBezTo>
                <a:cubicBezTo>
                  <a:pt x="1247214" y="44901"/>
                  <a:pt x="1256969" y="40453"/>
                  <a:pt x="1269074" y="40453"/>
                </a:cubicBezTo>
                <a:cubicBezTo>
                  <a:pt x="1280052" y="40453"/>
                  <a:pt x="1288357" y="44788"/>
                  <a:pt x="1293987" y="53459"/>
                </a:cubicBezTo>
                <a:lnTo>
                  <a:pt x="1294325" y="53459"/>
                </a:lnTo>
                <a:lnTo>
                  <a:pt x="1294325" y="42564"/>
                </a:lnTo>
                <a:lnTo>
                  <a:pt x="1317803" y="42564"/>
                </a:lnTo>
                <a:lnTo>
                  <a:pt x="1317803" y="122119"/>
                </a:lnTo>
                <a:moveTo>
                  <a:pt x="1294578" y="80653"/>
                </a:moveTo>
                <a:cubicBezTo>
                  <a:pt x="1294578" y="74628"/>
                  <a:pt x="1292692" y="69477"/>
                  <a:pt x="1288920" y="65198"/>
                </a:cubicBezTo>
                <a:cubicBezTo>
                  <a:pt x="1285148" y="60919"/>
                  <a:pt x="1280362" y="58779"/>
                  <a:pt x="1274563" y="58779"/>
                </a:cubicBezTo>
                <a:cubicBezTo>
                  <a:pt x="1267807" y="58779"/>
                  <a:pt x="1262444" y="61397"/>
                  <a:pt x="1258475" y="66633"/>
                </a:cubicBezTo>
                <a:cubicBezTo>
                  <a:pt x="1254505" y="71869"/>
                  <a:pt x="1252521" y="79189"/>
                  <a:pt x="1252521" y="88591"/>
                </a:cubicBezTo>
                <a:cubicBezTo>
                  <a:pt x="1252521" y="96699"/>
                  <a:pt x="1254407" y="103145"/>
                  <a:pt x="1258179" y="107931"/>
                </a:cubicBezTo>
                <a:cubicBezTo>
                  <a:pt x="1261951" y="112717"/>
                  <a:pt x="1266962" y="115109"/>
                  <a:pt x="1273212" y="115109"/>
                </a:cubicBezTo>
                <a:cubicBezTo>
                  <a:pt x="1279574" y="115109"/>
                  <a:pt x="1284725" y="112717"/>
                  <a:pt x="1288667" y="107931"/>
                </a:cubicBezTo>
                <a:cubicBezTo>
                  <a:pt x="1292608" y="103145"/>
                  <a:pt x="1294578" y="96980"/>
                  <a:pt x="1294578" y="89436"/>
                </a:cubicBezTo>
                <a:lnTo>
                  <a:pt x="1294578" y="80653"/>
                </a:lnTo>
                <a:close/>
                <a:moveTo>
                  <a:pt x="1428004" y="159532"/>
                </a:moveTo>
                <a:cubicBezTo>
                  <a:pt x="1409537" y="139038"/>
                  <a:pt x="1400304" y="113814"/>
                  <a:pt x="1400304" y="83862"/>
                </a:cubicBezTo>
                <a:cubicBezTo>
                  <a:pt x="1400304" y="54528"/>
                  <a:pt x="1409537" y="28911"/>
                  <a:pt x="1428004" y="7010"/>
                </a:cubicBezTo>
                <a:lnTo>
                  <a:pt x="1447429" y="7010"/>
                </a:lnTo>
                <a:cubicBezTo>
                  <a:pt x="1429750" y="29812"/>
                  <a:pt x="1420910" y="55401"/>
                  <a:pt x="1420910" y="83777"/>
                </a:cubicBezTo>
                <a:cubicBezTo>
                  <a:pt x="1420910" y="111928"/>
                  <a:pt x="1429750" y="137180"/>
                  <a:pt x="1447429" y="159532"/>
                </a:cubicBezTo>
                <a:lnTo>
                  <a:pt x="1428004" y="159532"/>
                </a:lnTo>
                <a:close/>
                <a:moveTo>
                  <a:pt x="1535535" y="28545"/>
                </a:moveTo>
                <a:cubicBezTo>
                  <a:pt x="1529285" y="25054"/>
                  <a:pt x="1522444" y="23309"/>
                  <a:pt x="1515013" y="23309"/>
                </a:cubicBezTo>
                <a:cubicBezTo>
                  <a:pt x="1505047" y="23309"/>
                  <a:pt x="1497123" y="27349"/>
                  <a:pt x="1491239" y="35428"/>
                </a:cubicBezTo>
                <a:cubicBezTo>
                  <a:pt x="1485356" y="43507"/>
                  <a:pt x="1482414" y="53853"/>
                  <a:pt x="1482414" y="66464"/>
                </a:cubicBezTo>
                <a:lnTo>
                  <a:pt x="1482921" y="66464"/>
                </a:lnTo>
                <a:cubicBezTo>
                  <a:pt x="1488832" y="56837"/>
                  <a:pt x="1497756" y="52023"/>
                  <a:pt x="1509692" y="52023"/>
                </a:cubicBezTo>
                <a:cubicBezTo>
                  <a:pt x="1520164" y="52023"/>
                  <a:pt x="1528497" y="55584"/>
                  <a:pt x="1534690" y="62706"/>
                </a:cubicBezTo>
                <a:cubicBezTo>
                  <a:pt x="1540883" y="69828"/>
                  <a:pt x="1543980" y="79104"/>
                  <a:pt x="1543980" y="90534"/>
                </a:cubicBezTo>
                <a:cubicBezTo>
                  <a:pt x="1543980" y="103089"/>
                  <a:pt x="1540039" y="113392"/>
                  <a:pt x="1532157" y="121443"/>
                </a:cubicBezTo>
                <a:cubicBezTo>
                  <a:pt x="1524274" y="129494"/>
                  <a:pt x="1514281" y="133520"/>
                  <a:pt x="1502176" y="133520"/>
                </a:cubicBezTo>
                <a:cubicBezTo>
                  <a:pt x="1488157" y="133520"/>
                  <a:pt x="1477445" y="128368"/>
                  <a:pt x="1470041" y="118065"/>
                </a:cubicBezTo>
                <a:cubicBezTo>
                  <a:pt x="1462638" y="107762"/>
                  <a:pt x="1458936" y="93743"/>
                  <a:pt x="1458936" y="76008"/>
                </a:cubicBezTo>
                <a:cubicBezTo>
                  <a:pt x="1458936" y="55007"/>
                  <a:pt x="1463778" y="37919"/>
                  <a:pt x="1473462" y="24745"/>
                </a:cubicBezTo>
                <a:cubicBezTo>
                  <a:pt x="1483146" y="11570"/>
                  <a:pt x="1496546" y="4983"/>
                  <a:pt x="1513661" y="4983"/>
                </a:cubicBezTo>
                <a:cubicBezTo>
                  <a:pt x="1523120" y="4983"/>
                  <a:pt x="1530411" y="6137"/>
                  <a:pt x="1535535" y="8445"/>
                </a:cubicBezTo>
                <a:lnTo>
                  <a:pt x="1535535" y="28545"/>
                </a:lnTo>
                <a:moveTo>
                  <a:pt x="1483258" y="90534"/>
                </a:moveTo>
                <a:cubicBezTo>
                  <a:pt x="1483258" y="97233"/>
                  <a:pt x="1484976" y="103004"/>
                  <a:pt x="1488410" y="107846"/>
                </a:cubicBezTo>
                <a:cubicBezTo>
                  <a:pt x="1491844" y="112688"/>
                  <a:pt x="1496461" y="115109"/>
                  <a:pt x="1502260" y="115109"/>
                </a:cubicBezTo>
                <a:cubicBezTo>
                  <a:pt x="1507947" y="115109"/>
                  <a:pt x="1512451" y="112942"/>
                  <a:pt x="1515773" y="108606"/>
                </a:cubicBezTo>
                <a:cubicBezTo>
                  <a:pt x="1519095" y="104271"/>
                  <a:pt x="1520755" y="98810"/>
                  <a:pt x="1520755" y="92223"/>
                </a:cubicBezTo>
                <a:cubicBezTo>
                  <a:pt x="1520755" y="77359"/>
                  <a:pt x="1514562" y="69927"/>
                  <a:pt x="1502176" y="69927"/>
                </a:cubicBezTo>
                <a:cubicBezTo>
                  <a:pt x="1496602" y="69927"/>
                  <a:pt x="1492055" y="71884"/>
                  <a:pt x="1488537" y="75797"/>
                </a:cubicBezTo>
                <a:cubicBezTo>
                  <a:pt x="1485018" y="79709"/>
                  <a:pt x="1483258" y="84622"/>
                  <a:pt x="1483258" y="90534"/>
                </a:cubicBezTo>
                <a:close/>
                <a:moveTo>
                  <a:pt x="1563813" y="108860"/>
                </a:moveTo>
                <a:cubicBezTo>
                  <a:pt x="1570457" y="113026"/>
                  <a:pt x="1578170" y="115109"/>
                  <a:pt x="1586953" y="115109"/>
                </a:cubicBezTo>
                <a:cubicBezTo>
                  <a:pt x="1597256" y="115109"/>
                  <a:pt x="1605110" y="111407"/>
                  <a:pt x="1610515" y="104004"/>
                </a:cubicBezTo>
                <a:cubicBezTo>
                  <a:pt x="1615920" y="96600"/>
                  <a:pt x="1618623" y="86395"/>
                  <a:pt x="1618623" y="73390"/>
                </a:cubicBezTo>
                <a:lnTo>
                  <a:pt x="1618201" y="73221"/>
                </a:lnTo>
                <a:cubicBezTo>
                  <a:pt x="1612852" y="82116"/>
                  <a:pt x="1604238" y="86564"/>
                  <a:pt x="1592358" y="86564"/>
                </a:cubicBezTo>
                <a:cubicBezTo>
                  <a:pt x="1581830" y="86564"/>
                  <a:pt x="1573272" y="82891"/>
                  <a:pt x="1566684" y="75543"/>
                </a:cubicBezTo>
                <a:cubicBezTo>
                  <a:pt x="1560097" y="68196"/>
                  <a:pt x="1556803" y="59089"/>
                  <a:pt x="1556803" y="48223"/>
                </a:cubicBezTo>
                <a:cubicBezTo>
                  <a:pt x="1556803" y="35442"/>
                  <a:pt x="1560773" y="25040"/>
                  <a:pt x="1568711" y="17017"/>
                </a:cubicBezTo>
                <a:cubicBezTo>
                  <a:pt x="1576650" y="8994"/>
                  <a:pt x="1586925" y="4983"/>
                  <a:pt x="1599537" y="4983"/>
                </a:cubicBezTo>
                <a:cubicBezTo>
                  <a:pt x="1612936" y="4983"/>
                  <a:pt x="1623324" y="10078"/>
                  <a:pt x="1630700" y="20269"/>
                </a:cubicBezTo>
                <a:cubicBezTo>
                  <a:pt x="1638075" y="30459"/>
                  <a:pt x="1641763" y="44647"/>
                  <a:pt x="1641763" y="62833"/>
                </a:cubicBezTo>
                <a:cubicBezTo>
                  <a:pt x="1641763" y="84960"/>
                  <a:pt x="1637146" y="102272"/>
                  <a:pt x="1627913" y="114772"/>
                </a:cubicBezTo>
                <a:cubicBezTo>
                  <a:pt x="1618679" y="127271"/>
                  <a:pt x="1605617" y="133520"/>
                  <a:pt x="1588727" y="133520"/>
                </a:cubicBezTo>
                <a:cubicBezTo>
                  <a:pt x="1579043" y="133520"/>
                  <a:pt x="1570738" y="131972"/>
                  <a:pt x="1563813" y="128875"/>
                </a:cubicBezTo>
                <a:lnTo>
                  <a:pt x="1563813" y="108860"/>
                </a:lnTo>
                <a:moveTo>
                  <a:pt x="1580028" y="45942"/>
                </a:moveTo>
                <a:cubicBezTo>
                  <a:pt x="1580028" y="52811"/>
                  <a:pt x="1581731" y="58273"/>
                  <a:pt x="1585137" y="62326"/>
                </a:cubicBezTo>
                <a:cubicBezTo>
                  <a:pt x="1588544" y="66380"/>
                  <a:pt x="1593259" y="68407"/>
                  <a:pt x="1599283" y="68407"/>
                </a:cubicBezTo>
                <a:cubicBezTo>
                  <a:pt x="1604688" y="68407"/>
                  <a:pt x="1609108" y="66493"/>
                  <a:pt x="1612542" y="62664"/>
                </a:cubicBezTo>
                <a:cubicBezTo>
                  <a:pt x="1615977" y="58836"/>
                  <a:pt x="1617694" y="54191"/>
                  <a:pt x="1617694" y="48729"/>
                </a:cubicBezTo>
                <a:cubicBezTo>
                  <a:pt x="1617694" y="41804"/>
                  <a:pt x="1615949" y="35836"/>
                  <a:pt x="1612458" y="30825"/>
                </a:cubicBezTo>
                <a:cubicBezTo>
                  <a:pt x="1608967" y="25814"/>
                  <a:pt x="1604350" y="23309"/>
                  <a:pt x="1598608" y="23309"/>
                </a:cubicBezTo>
                <a:cubicBezTo>
                  <a:pt x="1592921" y="23309"/>
                  <a:pt x="1588403" y="25533"/>
                  <a:pt x="1585053" y="29981"/>
                </a:cubicBezTo>
                <a:cubicBezTo>
                  <a:pt x="1581703" y="34429"/>
                  <a:pt x="1580028" y="39749"/>
                  <a:pt x="1580028" y="45942"/>
                </a:cubicBezTo>
                <a:close/>
                <a:moveTo>
                  <a:pt x="1650869" y="159532"/>
                </a:moveTo>
                <a:cubicBezTo>
                  <a:pt x="1668660" y="137574"/>
                  <a:pt x="1677556" y="112322"/>
                  <a:pt x="1677556" y="83777"/>
                </a:cubicBezTo>
                <a:cubicBezTo>
                  <a:pt x="1677556" y="55514"/>
                  <a:pt x="1668660" y="29924"/>
                  <a:pt x="1650869" y="7010"/>
                </a:cubicBezTo>
                <a:lnTo>
                  <a:pt x="1670462" y="7010"/>
                </a:lnTo>
                <a:cubicBezTo>
                  <a:pt x="1688985" y="29024"/>
                  <a:pt x="1698247" y="54641"/>
                  <a:pt x="1698247" y="83862"/>
                </a:cubicBezTo>
                <a:cubicBezTo>
                  <a:pt x="1698247" y="113589"/>
                  <a:pt x="1688957" y="138812"/>
                  <a:pt x="1670377" y="159532"/>
                </a:cubicBezTo>
                <a:lnTo>
                  <a:pt x="1650869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•Government/Defense(80)">
            <a:extLst xmlns:a="http://schemas.openxmlformats.org/drawingml/2006/main">
              <a:ext uri="{FF2B5EF4-FFF2-40B4-BE49-F238E27FC236}">
                <a16:creationId xmlns:a16="http://schemas.microsoft.com/office/drawing/2014/main" id="{56779E80-1A06-4D9C-81DD-1DA0AE58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17" y="3190455"/>
            <a:ext cx="2230518" cy="161558"/>
          </a:xfrm>
          <a:custGeom xmlns:a="http://schemas.openxmlformats.org/drawingml/2006/main">
            <a:pathLst>
              <a:path w="2230518" h="161558">
                <a:moveTo>
                  <a:pt x="0" y="72672"/>
                </a:moveTo>
                <a:cubicBezTo>
                  <a:pt x="0" y="66748"/>
                  <a:pt x="2097" y="61699"/>
                  <a:pt x="6292" y="57526"/>
                </a:cubicBezTo>
                <a:cubicBezTo>
                  <a:pt x="10486" y="53350"/>
                  <a:pt x="15511" y="51263"/>
                  <a:pt x="21367" y="51263"/>
                </a:cubicBezTo>
                <a:cubicBezTo>
                  <a:pt x="27278" y="51263"/>
                  <a:pt x="32331" y="53350"/>
                  <a:pt x="36526" y="57526"/>
                </a:cubicBezTo>
                <a:cubicBezTo>
                  <a:pt x="40720" y="61699"/>
                  <a:pt x="42818" y="66748"/>
                  <a:pt x="42818" y="72672"/>
                </a:cubicBezTo>
                <a:cubicBezTo>
                  <a:pt x="42818" y="78596"/>
                  <a:pt x="40720" y="83659"/>
                  <a:pt x="36526" y="87863"/>
                </a:cubicBezTo>
                <a:cubicBezTo>
                  <a:pt x="32331" y="92064"/>
                  <a:pt x="27278" y="94165"/>
                  <a:pt x="21367" y="94165"/>
                </a:cubicBezTo>
                <a:cubicBezTo>
                  <a:pt x="15511" y="94165"/>
                  <a:pt x="10486" y="92064"/>
                  <a:pt x="6292" y="87863"/>
                </a:cubicBezTo>
                <a:cubicBezTo>
                  <a:pt x="2097" y="83659"/>
                  <a:pt x="0" y="78596"/>
                  <a:pt x="0" y="72672"/>
                </a:cubicBezTo>
                <a:close/>
                <a:moveTo>
                  <a:pt x="217774" y="124906"/>
                </a:moveTo>
                <a:cubicBezTo>
                  <a:pt x="205556" y="132000"/>
                  <a:pt x="190805" y="135547"/>
                  <a:pt x="173521" y="135547"/>
                </a:cubicBezTo>
                <a:cubicBezTo>
                  <a:pt x="154265" y="135547"/>
                  <a:pt x="138951" y="129959"/>
                  <a:pt x="127578" y="118783"/>
                </a:cubicBezTo>
                <a:cubicBezTo>
                  <a:pt x="116205" y="107607"/>
                  <a:pt x="110519" y="92392"/>
                  <a:pt x="110519" y="73136"/>
                </a:cubicBezTo>
                <a:cubicBezTo>
                  <a:pt x="110519" y="53768"/>
                  <a:pt x="116712" y="37905"/>
                  <a:pt x="129098" y="25547"/>
                </a:cubicBezTo>
                <a:cubicBezTo>
                  <a:pt x="141485" y="13189"/>
                  <a:pt x="157869" y="7010"/>
                  <a:pt x="178250" y="7010"/>
                </a:cubicBezTo>
                <a:cubicBezTo>
                  <a:pt x="191537" y="7010"/>
                  <a:pt x="203079" y="8924"/>
                  <a:pt x="212876" y="12752"/>
                </a:cubicBezTo>
                <a:lnTo>
                  <a:pt x="212876" y="36146"/>
                </a:lnTo>
                <a:cubicBezTo>
                  <a:pt x="203304" y="30347"/>
                  <a:pt x="191537" y="27447"/>
                  <a:pt x="177574" y="27447"/>
                </a:cubicBezTo>
                <a:cubicBezTo>
                  <a:pt x="165244" y="27447"/>
                  <a:pt x="155208" y="31515"/>
                  <a:pt x="147467" y="39651"/>
                </a:cubicBezTo>
                <a:cubicBezTo>
                  <a:pt x="139725" y="47786"/>
                  <a:pt x="135855" y="58526"/>
                  <a:pt x="135855" y="71869"/>
                </a:cubicBezTo>
                <a:cubicBezTo>
                  <a:pt x="135855" y="85495"/>
                  <a:pt x="139345" y="96093"/>
                  <a:pt x="146327" y="103666"/>
                </a:cubicBezTo>
                <a:cubicBezTo>
                  <a:pt x="153308" y="111239"/>
                  <a:pt x="162880" y="115025"/>
                  <a:pt x="175041" y="115025"/>
                </a:cubicBezTo>
                <a:cubicBezTo>
                  <a:pt x="182473" y="115025"/>
                  <a:pt x="188666" y="113814"/>
                  <a:pt x="193620" y="111393"/>
                </a:cubicBezTo>
                <a:lnTo>
                  <a:pt x="193620" y="83946"/>
                </a:lnTo>
                <a:lnTo>
                  <a:pt x="168116" y="83946"/>
                </a:lnTo>
                <a:lnTo>
                  <a:pt x="168116" y="64353"/>
                </a:lnTo>
                <a:lnTo>
                  <a:pt x="217774" y="64353"/>
                </a:lnTo>
                <a:lnTo>
                  <a:pt x="217774" y="124906"/>
                </a:lnTo>
                <a:close/>
                <a:moveTo>
                  <a:pt x="234531" y="89520"/>
                </a:moveTo>
                <a:cubicBezTo>
                  <a:pt x="234531" y="74994"/>
                  <a:pt x="238810" y="63523"/>
                  <a:pt x="247368" y="55106"/>
                </a:cubicBezTo>
                <a:cubicBezTo>
                  <a:pt x="255926" y="46688"/>
                  <a:pt x="267524" y="42480"/>
                  <a:pt x="282163" y="42480"/>
                </a:cubicBezTo>
                <a:cubicBezTo>
                  <a:pt x="296295" y="42480"/>
                  <a:pt x="307456" y="46604"/>
                  <a:pt x="315648" y="54852"/>
                </a:cubicBezTo>
                <a:cubicBezTo>
                  <a:pt x="323840" y="63100"/>
                  <a:pt x="327936" y="74150"/>
                  <a:pt x="327936" y="88000"/>
                </a:cubicBezTo>
                <a:cubicBezTo>
                  <a:pt x="327936" y="102413"/>
                  <a:pt x="323700" y="113941"/>
                  <a:pt x="315226" y="122583"/>
                </a:cubicBezTo>
                <a:cubicBezTo>
                  <a:pt x="306753" y="131226"/>
                  <a:pt x="295281" y="135547"/>
                  <a:pt x="280812" y="135547"/>
                </a:cubicBezTo>
                <a:cubicBezTo>
                  <a:pt x="266623" y="135547"/>
                  <a:pt x="255363" y="131395"/>
                  <a:pt x="247030" y="123090"/>
                </a:cubicBezTo>
                <a:cubicBezTo>
                  <a:pt x="238698" y="114786"/>
                  <a:pt x="234531" y="103596"/>
                  <a:pt x="234531" y="89520"/>
                </a:cubicBezTo>
                <a:moveTo>
                  <a:pt x="258347" y="89182"/>
                </a:moveTo>
                <a:cubicBezTo>
                  <a:pt x="258347" y="107818"/>
                  <a:pt x="266089" y="117136"/>
                  <a:pt x="281572" y="117136"/>
                </a:cubicBezTo>
                <a:cubicBezTo>
                  <a:pt x="296492" y="117136"/>
                  <a:pt x="303952" y="107593"/>
                  <a:pt x="303952" y="88507"/>
                </a:cubicBezTo>
                <a:cubicBezTo>
                  <a:pt x="303952" y="70040"/>
                  <a:pt x="296464" y="60806"/>
                  <a:pt x="281487" y="60806"/>
                </a:cubicBezTo>
                <a:cubicBezTo>
                  <a:pt x="274168" y="60806"/>
                  <a:pt x="268481" y="63326"/>
                  <a:pt x="264428" y="68365"/>
                </a:cubicBezTo>
                <a:cubicBezTo>
                  <a:pt x="260374" y="73404"/>
                  <a:pt x="258347" y="80343"/>
                  <a:pt x="258347" y="89182"/>
                </a:cubicBezTo>
                <a:close/>
                <a:moveTo>
                  <a:pt x="427401" y="44591"/>
                </a:moveTo>
                <a:lnTo>
                  <a:pt x="393620" y="133351"/>
                </a:lnTo>
                <a:lnTo>
                  <a:pt x="367524" y="133351"/>
                </a:lnTo>
                <a:lnTo>
                  <a:pt x="335432" y="44591"/>
                </a:lnTo>
                <a:lnTo>
                  <a:pt x="360768" y="44591"/>
                </a:lnTo>
                <a:lnTo>
                  <a:pt x="378249" y="102188"/>
                </a:lnTo>
                <a:cubicBezTo>
                  <a:pt x="379882" y="107649"/>
                  <a:pt x="380895" y="112548"/>
                  <a:pt x="381290" y="116883"/>
                </a:cubicBezTo>
                <a:lnTo>
                  <a:pt x="381712" y="116883"/>
                </a:lnTo>
                <a:cubicBezTo>
                  <a:pt x="382162" y="112660"/>
                  <a:pt x="383176" y="107903"/>
                  <a:pt x="384752" y="102610"/>
                </a:cubicBezTo>
                <a:lnTo>
                  <a:pt x="402741" y="44591"/>
                </a:lnTo>
                <a:lnTo>
                  <a:pt x="427401" y="44591"/>
                </a:lnTo>
                <a:close/>
                <a:moveTo>
                  <a:pt x="516461" y="95601"/>
                </a:moveTo>
                <a:lnTo>
                  <a:pt x="457175" y="95601"/>
                </a:lnTo>
                <a:cubicBezTo>
                  <a:pt x="458132" y="110690"/>
                  <a:pt x="466690" y="118234"/>
                  <a:pt x="482848" y="118234"/>
                </a:cubicBezTo>
                <a:cubicBezTo>
                  <a:pt x="492701" y="118234"/>
                  <a:pt x="501484" y="115644"/>
                  <a:pt x="509198" y="110464"/>
                </a:cubicBezTo>
                <a:lnTo>
                  <a:pt x="509198" y="128368"/>
                </a:lnTo>
                <a:cubicBezTo>
                  <a:pt x="500978" y="133154"/>
                  <a:pt x="490421" y="135547"/>
                  <a:pt x="477528" y="135547"/>
                </a:cubicBezTo>
                <a:cubicBezTo>
                  <a:pt x="463734" y="135547"/>
                  <a:pt x="452994" y="131550"/>
                  <a:pt x="445309" y="123555"/>
                </a:cubicBezTo>
                <a:cubicBezTo>
                  <a:pt x="437624" y="115560"/>
                  <a:pt x="433781" y="104384"/>
                  <a:pt x="433781" y="90027"/>
                </a:cubicBezTo>
                <a:cubicBezTo>
                  <a:pt x="433781" y="75951"/>
                  <a:pt x="437905" y="64508"/>
                  <a:pt x="446153" y="55697"/>
                </a:cubicBezTo>
                <a:cubicBezTo>
                  <a:pt x="454402" y="46885"/>
                  <a:pt x="464719" y="42480"/>
                  <a:pt x="477105" y="42480"/>
                </a:cubicBezTo>
                <a:cubicBezTo>
                  <a:pt x="489492" y="42480"/>
                  <a:pt x="499148" y="46280"/>
                  <a:pt x="506073" y="53881"/>
                </a:cubicBezTo>
                <a:cubicBezTo>
                  <a:pt x="512998" y="61482"/>
                  <a:pt x="516461" y="71926"/>
                  <a:pt x="516461" y="85213"/>
                </a:cubicBezTo>
                <a:lnTo>
                  <a:pt x="516461" y="95601"/>
                </a:lnTo>
                <a:moveTo>
                  <a:pt x="494249" y="80146"/>
                </a:moveTo>
                <a:cubicBezTo>
                  <a:pt x="494249" y="66070"/>
                  <a:pt x="488450" y="59033"/>
                  <a:pt x="476852" y="59033"/>
                </a:cubicBezTo>
                <a:cubicBezTo>
                  <a:pt x="472010" y="59033"/>
                  <a:pt x="467745" y="60947"/>
                  <a:pt x="464058" y="64775"/>
                </a:cubicBezTo>
                <a:cubicBezTo>
                  <a:pt x="460370" y="68604"/>
                  <a:pt x="458075" y="73727"/>
                  <a:pt x="457175" y="80146"/>
                </a:cubicBezTo>
                <a:lnTo>
                  <a:pt x="494249" y="80146"/>
                </a:lnTo>
                <a:close/>
                <a:moveTo>
                  <a:pt x="589305" y="66296"/>
                </a:moveTo>
                <a:cubicBezTo>
                  <a:pt x="586209" y="64438"/>
                  <a:pt x="582408" y="63509"/>
                  <a:pt x="577904" y="63509"/>
                </a:cubicBezTo>
                <a:cubicBezTo>
                  <a:pt x="571992" y="63509"/>
                  <a:pt x="567263" y="65916"/>
                  <a:pt x="563716" y="70729"/>
                </a:cubicBezTo>
                <a:cubicBezTo>
                  <a:pt x="560169" y="75543"/>
                  <a:pt x="558396" y="82004"/>
                  <a:pt x="558396" y="90111"/>
                </a:cubicBezTo>
                <a:lnTo>
                  <a:pt x="558396" y="133351"/>
                </a:lnTo>
                <a:lnTo>
                  <a:pt x="534833" y="133351"/>
                </a:lnTo>
                <a:lnTo>
                  <a:pt x="534833" y="44591"/>
                </a:lnTo>
                <a:lnTo>
                  <a:pt x="558396" y="44591"/>
                </a:lnTo>
                <a:lnTo>
                  <a:pt x="558396" y="61651"/>
                </a:lnTo>
                <a:lnTo>
                  <a:pt x="558649" y="61651"/>
                </a:lnTo>
                <a:cubicBezTo>
                  <a:pt x="562984" y="49264"/>
                  <a:pt x="570782" y="43071"/>
                  <a:pt x="582042" y="43071"/>
                </a:cubicBezTo>
                <a:cubicBezTo>
                  <a:pt x="585252" y="43071"/>
                  <a:pt x="587673" y="43465"/>
                  <a:pt x="589305" y="44253"/>
                </a:cubicBezTo>
                <a:lnTo>
                  <a:pt x="589305" y="66296"/>
                </a:lnTo>
                <a:close/>
                <a:moveTo>
                  <a:pt x="685152" y="133351"/>
                </a:moveTo>
                <a:lnTo>
                  <a:pt x="661674" y="133351"/>
                </a:lnTo>
                <a:lnTo>
                  <a:pt x="661674" y="83608"/>
                </a:lnTo>
                <a:cubicBezTo>
                  <a:pt x="661674" y="68407"/>
                  <a:pt x="656184" y="60806"/>
                  <a:pt x="645205" y="60806"/>
                </a:cubicBezTo>
                <a:cubicBezTo>
                  <a:pt x="639688" y="60806"/>
                  <a:pt x="635198" y="62875"/>
                  <a:pt x="631735" y="67013"/>
                </a:cubicBezTo>
                <a:cubicBezTo>
                  <a:pt x="628273" y="71152"/>
                  <a:pt x="626541" y="76402"/>
                  <a:pt x="626541" y="82764"/>
                </a:cubicBezTo>
                <a:lnTo>
                  <a:pt x="626541" y="133351"/>
                </a:lnTo>
                <a:lnTo>
                  <a:pt x="602979" y="133351"/>
                </a:lnTo>
                <a:lnTo>
                  <a:pt x="602979" y="44591"/>
                </a:lnTo>
                <a:lnTo>
                  <a:pt x="626541" y="44591"/>
                </a:lnTo>
                <a:lnTo>
                  <a:pt x="626541" y="58864"/>
                </a:lnTo>
                <a:lnTo>
                  <a:pt x="626795" y="58864"/>
                </a:lnTo>
                <a:cubicBezTo>
                  <a:pt x="633326" y="47941"/>
                  <a:pt x="642925" y="42480"/>
                  <a:pt x="655593" y="42480"/>
                </a:cubicBezTo>
                <a:cubicBezTo>
                  <a:pt x="675299" y="42480"/>
                  <a:pt x="685152" y="54669"/>
                  <a:pt x="685152" y="79048"/>
                </a:cubicBezTo>
                <a:lnTo>
                  <a:pt x="685152" y="133351"/>
                </a:lnTo>
                <a:close/>
                <a:moveTo>
                  <a:pt x="844698" y="133351"/>
                </a:moveTo>
                <a:lnTo>
                  <a:pt x="821220" y="133351"/>
                </a:lnTo>
                <a:lnTo>
                  <a:pt x="821220" y="82679"/>
                </a:lnTo>
                <a:cubicBezTo>
                  <a:pt x="821220" y="68097"/>
                  <a:pt x="815928" y="60806"/>
                  <a:pt x="805343" y="60806"/>
                </a:cubicBezTo>
                <a:cubicBezTo>
                  <a:pt x="800445" y="60806"/>
                  <a:pt x="796349" y="63016"/>
                  <a:pt x="793055" y="67436"/>
                </a:cubicBezTo>
                <a:cubicBezTo>
                  <a:pt x="789762" y="71855"/>
                  <a:pt x="788115" y="77162"/>
                  <a:pt x="788115" y="83355"/>
                </a:cubicBezTo>
                <a:lnTo>
                  <a:pt x="788115" y="133351"/>
                </a:lnTo>
                <a:lnTo>
                  <a:pt x="764637" y="133351"/>
                </a:lnTo>
                <a:lnTo>
                  <a:pt x="764637" y="81750"/>
                </a:lnTo>
                <a:cubicBezTo>
                  <a:pt x="764637" y="67788"/>
                  <a:pt x="759373" y="60806"/>
                  <a:pt x="748844" y="60806"/>
                </a:cubicBezTo>
                <a:cubicBezTo>
                  <a:pt x="743833" y="60806"/>
                  <a:pt x="739723" y="62875"/>
                  <a:pt x="736514" y="67013"/>
                </a:cubicBezTo>
                <a:cubicBezTo>
                  <a:pt x="733305" y="71152"/>
                  <a:pt x="731700" y="76683"/>
                  <a:pt x="731700" y="83608"/>
                </a:cubicBezTo>
                <a:lnTo>
                  <a:pt x="731700" y="133351"/>
                </a:lnTo>
                <a:lnTo>
                  <a:pt x="708138" y="133351"/>
                </a:lnTo>
                <a:lnTo>
                  <a:pt x="708138" y="44591"/>
                </a:lnTo>
                <a:lnTo>
                  <a:pt x="731700" y="44591"/>
                </a:lnTo>
                <a:lnTo>
                  <a:pt x="731700" y="58610"/>
                </a:lnTo>
                <a:lnTo>
                  <a:pt x="731954" y="58610"/>
                </a:lnTo>
                <a:cubicBezTo>
                  <a:pt x="738597" y="47857"/>
                  <a:pt x="748084" y="42480"/>
                  <a:pt x="760414" y="42480"/>
                </a:cubicBezTo>
                <a:cubicBezTo>
                  <a:pt x="772913" y="42480"/>
                  <a:pt x="781415" y="48166"/>
                  <a:pt x="785919" y="59539"/>
                </a:cubicBezTo>
                <a:cubicBezTo>
                  <a:pt x="792675" y="48166"/>
                  <a:pt x="802556" y="42480"/>
                  <a:pt x="815562" y="42480"/>
                </a:cubicBezTo>
                <a:cubicBezTo>
                  <a:pt x="834986" y="42480"/>
                  <a:pt x="844698" y="54416"/>
                  <a:pt x="844698" y="78288"/>
                </a:cubicBezTo>
                <a:lnTo>
                  <a:pt x="844698" y="133351"/>
                </a:lnTo>
                <a:close/>
                <a:moveTo>
                  <a:pt x="945055" y="95601"/>
                </a:moveTo>
                <a:lnTo>
                  <a:pt x="885769" y="95601"/>
                </a:lnTo>
                <a:cubicBezTo>
                  <a:pt x="886726" y="110690"/>
                  <a:pt x="895284" y="118234"/>
                  <a:pt x="911443" y="118234"/>
                </a:cubicBezTo>
                <a:cubicBezTo>
                  <a:pt x="921296" y="118234"/>
                  <a:pt x="930079" y="115644"/>
                  <a:pt x="937792" y="110464"/>
                </a:cubicBezTo>
                <a:lnTo>
                  <a:pt x="937792" y="128368"/>
                </a:lnTo>
                <a:cubicBezTo>
                  <a:pt x="929572" y="133154"/>
                  <a:pt x="919016" y="135547"/>
                  <a:pt x="906122" y="135547"/>
                </a:cubicBezTo>
                <a:cubicBezTo>
                  <a:pt x="892328" y="135547"/>
                  <a:pt x="881589" y="131550"/>
                  <a:pt x="873904" y="123555"/>
                </a:cubicBezTo>
                <a:cubicBezTo>
                  <a:pt x="866218" y="115560"/>
                  <a:pt x="862376" y="104384"/>
                  <a:pt x="862376" y="90027"/>
                </a:cubicBezTo>
                <a:cubicBezTo>
                  <a:pt x="862376" y="75951"/>
                  <a:pt x="866500" y="64508"/>
                  <a:pt x="874748" y="55697"/>
                </a:cubicBezTo>
                <a:cubicBezTo>
                  <a:pt x="882996" y="46885"/>
                  <a:pt x="893314" y="42480"/>
                  <a:pt x="905700" y="42480"/>
                </a:cubicBezTo>
                <a:cubicBezTo>
                  <a:pt x="918087" y="42480"/>
                  <a:pt x="927742" y="46280"/>
                  <a:pt x="934668" y="53881"/>
                </a:cubicBezTo>
                <a:cubicBezTo>
                  <a:pt x="941593" y="61482"/>
                  <a:pt x="945055" y="71926"/>
                  <a:pt x="945055" y="85213"/>
                </a:cubicBezTo>
                <a:lnTo>
                  <a:pt x="945055" y="95601"/>
                </a:lnTo>
                <a:moveTo>
                  <a:pt x="922844" y="80146"/>
                </a:moveTo>
                <a:cubicBezTo>
                  <a:pt x="922844" y="66070"/>
                  <a:pt x="917045" y="59033"/>
                  <a:pt x="905447" y="59033"/>
                </a:cubicBezTo>
                <a:cubicBezTo>
                  <a:pt x="900605" y="59033"/>
                  <a:pt x="896340" y="60947"/>
                  <a:pt x="892652" y="64775"/>
                </a:cubicBezTo>
                <a:cubicBezTo>
                  <a:pt x="888964" y="68604"/>
                  <a:pt x="886670" y="73727"/>
                  <a:pt x="885769" y="80146"/>
                </a:cubicBezTo>
                <a:lnTo>
                  <a:pt x="922844" y="80146"/>
                </a:lnTo>
                <a:close/>
                <a:moveTo>
                  <a:pt x="1045428" y="133351"/>
                </a:moveTo>
                <a:lnTo>
                  <a:pt x="1021950" y="133351"/>
                </a:lnTo>
                <a:lnTo>
                  <a:pt x="1021950" y="83608"/>
                </a:lnTo>
                <a:cubicBezTo>
                  <a:pt x="1021950" y="68407"/>
                  <a:pt x="1016460" y="60806"/>
                  <a:pt x="1005482" y="60806"/>
                </a:cubicBezTo>
                <a:cubicBezTo>
                  <a:pt x="999964" y="60806"/>
                  <a:pt x="995474" y="62875"/>
                  <a:pt x="992011" y="67013"/>
                </a:cubicBezTo>
                <a:cubicBezTo>
                  <a:pt x="988549" y="71152"/>
                  <a:pt x="986817" y="76402"/>
                  <a:pt x="986817" y="82764"/>
                </a:cubicBezTo>
                <a:lnTo>
                  <a:pt x="986817" y="133351"/>
                </a:lnTo>
                <a:lnTo>
                  <a:pt x="963255" y="133351"/>
                </a:lnTo>
                <a:lnTo>
                  <a:pt x="963255" y="44591"/>
                </a:lnTo>
                <a:lnTo>
                  <a:pt x="986817" y="44591"/>
                </a:lnTo>
                <a:lnTo>
                  <a:pt x="986817" y="58864"/>
                </a:lnTo>
                <a:lnTo>
                  <a:pt x="987071" y="58864"/>
                </a:lnTo>
                <a:cubicBezTo>
                  <a:pt x="993602" y="47941"/>
                  <a:pt x="1003201" y="42480"/>
                  <a:pt x="1015869" y="42480"/>
                </a:cubicBezTo>
                <a:cubicBezTo>
                  <a:pt x="1035575" y="42480"/>
                  <a:pt x="1045428" y="54669"/>
                  <a:pt x="1045428" y="79048"/>
                </a:cubicBezTo>
                <a:lnTo>
                  <a:pt x="1045428" y="133351"/>
                </a:lnTo>
                <a:close/>
                <a:moveTo>
                  <a:pt x="1118326" y="132422"/>
                </a:moveTo>
                <a:cubicBezTo>
                  <a:pt x="1114329" y="134449"/>
                  <a:pt x="1108755" y="135462"/>
                  <a:pt x="1101604" y="135462"/>
                </a:cubicBezTo>
                <a:cubicBezTo>
                  <a:pt x="1083419" y="135462"/>
                  <a:pt x="1074326" y="125835"/>
                  <a:pt x="1074326" y="106580"/>
                </a:cubicBezTo>
                <a:lnTo>
                  <a:pt x="1074326" y="62495"/>
                </a:lnTo>
                <a:lnTo>
                  <a:pt x="1059631" y="62495"/>
                </a:lnTo>
                <a:lnTo>
                  <a:pt x="1059631" y="44591"/>
                </a:lnTo>
                <a:lnTo>
                  <a:pt x="1074326" y="44591"/>
                </a:lnTo>
                <a:lnTo>
                  <a:pt x="1074326" y="24745"/>
                </a:lnTo>
                <a:lnTo>
                  <a:pt x="1097804" y="17904"/>
                </a:lnTo>
                <a:lnTo>
                  <a:pt x="1097804" y="44591"/>
                </a:lnTo>
                <a:lnTo>
                  <a:pt x="1118326" y="44591"/>
                </a:lnTo>
                <a:lnTo>
                  <a:pt x="1118326" y="62495"/>
                </a:lnTo>
                <a:lnTo>
                  <a:pt x="1097804" y="62495"/>
                </a:lnTo>
                <a:lnTo>
                  <a:pt x="1097804" y="102441"/>
                </a:lnTo>
                <a:cubicBezTo>
                  <a:pt x="1097804" y="112238"/>
                  <a:pt x="1101661" y="117136"/>
                  <a:pt x="1109374" y="117136"/>
                </a:cubicBezTo>
                <a:cubicBezTo>
                  <a:pt x="1112583" y="117136"/>
                  <a:pt x="1115567" y="116235"/>
                  <a:pt x="1118326" y="114434"/>
                </a:cubicBezTo>
                <a:lnTo>
                  <a:pt x="1118326" y="132422"/>
                </a:lnTo>
                <a:close/>
                <a:moveTo>
                  <a:pt x="1200283" y="9036"/>
                </a:moveTo>
                <a:lnTo>
                  <a:pt x="1139983" y="153958"/>
                </a:lnTo>
                <a:lnTo>
                  <a:pt x="1118786" y="153958"/>
                </a:lnTo>
                <a:lnTo>
                  <a:pt x="1178916" y="9036"/>
                </a:lnTo>
                <a:lnTo>
                  <a:pt x="1200283" y="9036"/>
                </a:lnTo>
                <a:close/>
                <a:moveTo>
                  <a:pt x="1211999" y="133351"/>
                </a:moveTo>
                <a:lnTo>
                  <a:pt x="1211999" y="9036"/>
                </a:lnTo>
                <a:lnTo>
                  <a:pt x="1253212" y="9036"/>
                </a:lnTo>
                <a:cubicBezTo>
                  <a:pt x="1297240" y="9036"/>
                  <a:pt x="1319254" y="29249"/>
                  <a:pt x="1319254" y="69674"/>
                </a:cubicBezTo>
                <a:cubicBezTo>
                  <a:pt x="1319254" y="88929"/>
                  <a:pt x="1313047" y="104356"/>
                  <a:pt x="1300632" y="115954"/>
                </a:cubicBezTo>
                <a:cubicBezTo>
                  <a:pt x="1288217" y="127552"/>
                  <a:pt x="1272242" y="133351"/>
                  <a:pt x="1252705" y="133351"/>
                </a:cubicBezTo>
                <a:lnTo>
                  <a:pt x="1211999" y="133351"/>
                </a:lnTo>
                <a:moveTo>
                  <a:pt x="1236068" y="29052"/>
                </a:moveTo>
                <a:lnTo>
                  <a:pt x="1236068" y="113420"/>
                </a:lnTo>
                <a:lnTo>
                  <a:pt x="1251269" y="113420"/>
                </a:lnTo>
                <a:cubicBezTo>
                  <a:pt x="1264613" y="113420"/>
                  <a:pt x="1275057" y="109550"/>
                  <a:pt x="1282601" y="101808"/>
                </a:cubicBezTo>
                <a:cubicBezTo>
                  <a:pt x="1290146" y="94066"/>
                  <a:pt x="1293918" y="83468"/>
                  <a:pt x="1293918" y="70011"/>
                </a:cubicBezTo>
                <a:cubicBezTo>
                  <a:pt x="1293918" y="56781"/>
                  <a:pt x="1290146" y="46646"/>
                  <a:pt x="1282601" y="39608"/>
                </a:cubicBezTo>
                <a:cubicBezTo>
                  <a:pt x="1275057" y="32571"/>
                  <a:pt x="1264669" y="29052"/>
                  <a:pt x="1251438" y="29052"/>
                </a:cubicBezTo>
                <a:lnTo>
                  <a:pt x="1236068" y="29052"/>
                </a:lnTo>
                <a:close/>
                <a:moveTo>
                  <a:pt x="1416372" y="95601"/>
                </a:moveTo>
                <a:lnTo>
                  <a:pt x="1357086" y="95601"/>
                </a:lnTo>
                <a:cubicBezTo>
                  <a:pt x="1358043" y="110690"/>
                  <a:pt x="1366601" y="118234"/>
                  <a:pt x="1382759" y="118234"/>
                </a:cubicBezTo>
                <a:cubicBezTo>
                  <a:pt x="1392612" y="118234"/>
                  <a:pt x="1401395" y="115644"/>
                  <a:pt x="1409109" y="110464"/>
                </a:cubicBezTo>
                <a:lnTo>
                  <a:pt x="1409109" y="128368"/>
                </a:lnTo>
                <a:cubicBezTo>
                  <a:pt x="1400889" y="133154"/>
                  <a:pt x="1390332" y="135547"/>
                  <a:pt x="1377439" y="135547"/>
                </a:cubicBezTo>
                <a:cubicBezTo>
                  <a:pt x="1363645" y="135547"/>
                  <a:pt x="1352905" y="131550"/>
                  <a:pt x="1345220" y="123555"/>
                </a:cubicBezTo>
                <a:cubicBezTo>
                  <a:pt x="1337535" y="115560"/>
                  <a:pt x="1333692" y="104384"/>
                  <a:pt x="1333692" y="90027"/>
                </a:cubicBezTo>
                <a:cubicBezTo>
                  <a:pt x="1333692" y="75951"/>
                  <a:pt x="1337816" y="64508"/>
                  <a:pt x="1346065" y="55697"/>
                </a:cubicBezTo>
                <a:cubicBezTo>
                  <a:pt x="1354313" y="46885"/>
                  <a:pt x="1364630" y="42480"/>
                  <a:pt x="1377017" y="42480"/>
                </a:cubicBezTo>
                <a:cubicBezTo>
                  <a:pt x="1389403" y="42480"/>
                  <a:pt x="1399059" y="46280"/>
                  <a:pt x="1405984" y="53881"/>
                </a:cubicBezTo>
                <a:cubicBezTo>
                  <a:pt x="1412909" y="61482"/>
                  <a:pt x="1416372" y="71926"/>
                  <a:pt x="1416372" y="85213"/>
                </a:cubicBezTo>
                <a:lnTo>
                  <a:pt x="1416372" y="95601"/>
                </a:lnTo>
                <a:moveTo>
                  <a:pt x="1394160" y="80146"/>
                </a:moveTo>
                <a:cubicBezTo>
                  <a:pt x="1394160" y="66070"/>
                  <a:pt x="1388361" y="59033"/>
                  <a:pt x="1376763" y="59033"/>
                </a:cubicBezTo>
                <a:cubicBezTo>
                  <a:pt x="1371921" y="59033"/>
                  <a:pt x="1367656" y="60947"/>
                  <a:pt x="1363969" y="64775"/>
                </a:cubicBezTo>
                <a:cubicBezTo>
                  <a:pt x="1360281" y="68604"/>
                  <a:pt x="1357986" y="73727"/>
                  <a:pt x="1357086" y="80146"/>
                </a:cubicBezTo>
                <a:lnTo>
                  <a:pt x="1394160" y="80146"/>
                </a:lnTo>
                <a:close/>
                <a:moveTo>
                  <a:pt x="1488540" y="20438"/>
                </a:moveTo>
                <a:cubicBezTo>
                  <a:pt x="1485331" y="19030"/>
                  <a:pt x="1482037" y="18326"/>
                  <a:pt x="1478659" y="18326"/>
                </a:cubicBezTo>
                <a:cubicBezTo>
                  <a:pt x="1469538" y="18326"/>
                  <a:pt x="1464978" y="23534"/>
                  <a:pt x="1464978" y="33950"/>
                </a:cubicBezTo>
                <a:lnTo>
                  <a:pt x="1464978" y="44591"/>
                </a:lnTo>
                <a:lnTo>
                  <a:pt x="1485331" y="44591"/>
                </a:lnTo>
                <a:lnTo>
                  <a:pt x="1485331" y="62495"/>
                </a:lnTo>
                <a:lnTo>
                  <a:pt x="1464978" y="62495"/>
                </a:lnTo>
                <a:lnTo>
                  <a:pt x="1464978" y="133351"/>
                </a:lnTo>
                <a:lnTo>
                  <a:pt x="1441500" y="133351"/>
                </a:lnTo>
                <a:lnTo>
                  <a:pt x="1441500" y="62495"/>
                </a:lnTo>
                <a:lnTo>
                  <a:pt x="1426467" y="62495"/>
                </a:lnTo>
                <a:lnTo>
                  <a:pt x="1426467" y="44591"/>
                </a:lnTo>
                <a:lnTo>
                  <a:pt x="1441500" y="44591"/>
                </a:lnTo>
                <a:lnTo>
                  <a:pt x="1441500" y="32683"/>
                </a:lnTo>
                <a:cubicBezTo>
                  <a:pt x="1441500" y="22718"/>
                  <a:pt x="1444625" y="14779"/>
                  <a:pt x="1450874" y="8868"/>
                </a:cubicBezTo>
                <a:cubicBezTo>
                  <a:pt x="1457124" y="2956"/>
                  <a:pt x="1465400" y="0"/>
                  <a:pt x="1475703" y="0"/>
                </a:cubicBezTo>
                <a:cubicBezTo>
                  <a:pt x="1481052" y="0"/>
                  <a:pt x="1485331" y="535"/>
                  <a:pt x="1488540" y="1605"/>
                </a:cubicBezTo>
                <a:lnTo>
                  <a:pt x="1488540" y="20438"/>
                </a:lnTo>
                <a:close/>
                <a:moveTo>
                  <a:pt x="1576014" y="95601"/>
                </a:moveTo>
                <a:lnTo>
                  <a:pt x="1516728" y="95601"/>
                </a:lnTo>
                <a:cubicBezTo>
                  <a:pt x="1517685" y="110690"/>
                  <a:pt x="1526243" y="118234"/>
                  <a:pt x="1542401" y="118234"/>
                </a:cubicBezTo>
                <a:cubicBezTo>
                  <a:pt x="1552254" y="118234"/>
                  <a:pt x="1561037" y="115644"/>
                  <a:pt x="1568751" y="110464"/>
                </a:cubicBezTo>
                <a:lnTo>
                  <a:pt x="1568751" y="128368"/>
                </a:lnTo>
                <a:cubicBezTo>
                  <a:pt x="1560531" y="133154"/>
                  <a:pt x="1549974" y="135547"/>
                  <a:pt x="1537081" y="135547"/>
                </a:cubicBezTo>
                <a:cubicBezTo>
                  <a:pt x="1523287" y="135547"/>
                  <a:pt x="1512547" y="131550"/>
                  <a:pt x="1504862" y="123555"/>
                </a:cubicBezTo>
                <a:cubicBezTo>
                  <a:pt x="1497177" y="115560"/>
                  <a:pt x="1493334" y="104384"/>
                  <a:pt x="1493334" y="90027"/>
                </a:cubicBezTo>
                <a:cubicBezTo>
                  <a:pt x="1493334" y="75951"/>
                  <a:pt x="1497458" y="64508"/>
                  <a:pt x="1505706" y="55697"/>
                </a:cubicBezTo>
                <a:cubicBezTo>
                  <a:pt x="1513955" y="46885"/>
                  <a:pt x="1524272" y="42480"/>
                  <a:pt x="1536658" y="42480"/>
                </a:cubicBezTo>
                <a:cubicBezTo>
                  <a:pt x="1549045" y="42480"/>
                  <a:pt x="1558701" y="46280"/>
                  <a:pt x="1565626" y="53881"/>
                </a:cubicBezTo>
                <a:cubicBezTo>
                  <a:pt x="1572551" y="61482"/>
                  <a:pt x="1576014" y="71926"/>
                  <a:pt x="1576014" y="85213"/>
                </a:cubicBezTo>
                <a:lnTo>
                  <a:pt x="1576014" y="95601"/>
                </a:lnTo>
                <a:moveTo>
                  <a:pt x="1553802" y="80146"/>
                </a:moveTo>
                <a:cubicBezTo>
                  <a:pt x="1553802" y="66070"/>
                  <a:pt x="1548003" y="59033"/>
                  <a:pt x="1536405" y="59033"/>
                </a:cubicBezTo>
                <a:cubicBezTo>
                  <a:pt x="1531563" y="59033"/>
                  <a:pt x="1527298" y="60947"/>
                  <a:pt x="1523611" y="64775"/>
                </a:cubicBezTo>
                <a:cubicBezTo>
                  <a:pt x="1519923" y="68604"/>
                  <a:pt x="1517628" y="73727"/>
                  <a:pt x="1516728" y="80146"/>
                </a:cubicBezTo>
                <a:lnTo>
                  <a:pt x="1553802" y="80146"/>
                </a:lnTo>
                <a:close/>
                <a:moveTo>
                  <a:pt x="1676559" y="133351"/>
                </a:moveTo>
                <a:lnTo>
                  <a:pt x="1653081" y="133351"/>
                </a:lnTo>
                <a:lnTo>
                  <a:pt x="1653081" y="83608"/>
                </a:lnTo>
                <a:cubicBezTo>
                  <a:pt x="1653081" y="68407"/>
                  <a:pt x="1647591" y="60806"/>
                  <a:pt x="1636612" y="60806"/>
                </a:cubicBezTo>
                <a:cubicBezTo>
                  <a:pt x="1631095" y="60806"/>
                  <a:pt x="1626605" y="62875"/>
                  <a:pt x="1623142" y="67013"/>
                </a:cubicBezTo>
                <a:cubicBezTo>
                  <a:pt x="1619680" y="71152"/>
                  <a:pt x="1617948" y="76402"/>
                  <a:pt x="1617948" y="82764"/>
                </a:cubicBezTo>
                <a:lnTo>
                  <a:pt x="1617948" y="133351"/>
                </a:lnTo>
                <a:lnTo>
                  <a:pt x="1594386" y="133351"/>
                </a:lnTo>
                <a:lnTo>
                  <a:pt x="1594386" y="44591"/>
                </a:lnTo>
                <a:lnTo>
                  <a:pt x="1617948" y="44591"/>
                </a:lnTo>
                <a:lnTo>
                  <a:pt x="1617948" y="58864"/>
                </a:lnTo>
                <a:lnTo>
                  <a:pt x="1618202" y="58864"/>
                </a:lnTo>
                <a:cubicBezTo>
                  <a:pt x="1624733" y="47941"/>
                  <a:pt x="1634332" y="42480"/>
                  <a:pt x="1647000" y="42480"/>
                </a:cubicBezTo>
                <a:cubicBezTo>
                  <a:pt x="1666706" y="42480"/>
                  <a:pt x="1676559" y="54669"/>
                  <a:pt x="1676559" y="79048"/>
                </a:cubicBezTo>
                <a:lnTo>
                  <a:pt x="1676559" y="133351"/>
                </a:lnTo>
                <a:close/>
                <a:moveTo>
                  <a:pt x="1696590" y="110549"/>
                </a:moveTo>
                <a:cubicBezTo>
                  <a:pt x="1705373" y="116066"/>
                  <a:pt x="1714044" y="118825"/>
                  <a:pt x="1722602" y="118825"/>
                </a:cubicBezTo>
                <a:cubicBezTo>
                  <a:pt x="1733637" y="118825"/>
                  <a:pt x="1739155" y="115701"/>
                  <a:pt x="1739155" y="109451"/>
                </a:cubicBezTo>
                <a:cubicBezTo>
                  <a:pt x="1739155" y="105116"/>
                  <a:pt x="1734791" y="101456"/>
                  <a:pt x="1726064" y="98472"/>
                </a:cubicBezTo>
                <a:cubicBezTo>
                  <a:pt x="1713340" y="94193"/>
                  <a:pt x="1705261" y="89985"/>
                  <a:pt x="1701826" y="85846"/>
                </a:cubicBezTo>
                <a:cubicBezTo>
                  <a:pt x="1698392" y="81708"/>
                  <a:pt x="1696675" y="76402"/>
                  <a:pt x="1696675" y="69927"/>
                </a:cubicBezTo>
                <a:cubicBezTo>
                  <a:pt x="1696675" y="61369"/>
                  <a:pt x="1700166" y="54655"/>
                  <a:pt x="1707147" y="49785"/>
                </a:cubicBezTo>
                <a:cubicBezTo>
                  <a:pt x="1714128" y="44915"/>
                  <a:pt x="1723109" y="42480"/>
                  <a:pt x="1734087" y="42480"/>
                </a:cubicBezTo>
                <a:cubicBezTo>
                  <a:pt x="1741745" y="42480"/>
                  <a:pt x="1749402" y="43690"/>
                  <a:pt x="1757059" y="46111"/>
                </a:cubicBezTo>
                <a:lnTo>
                  <a:pt x="1757059" y="65282"/>
                </a:lnTo>
                <a:cubicBezTo>
                  <a:pt x="1750134" y="61172"/>
                  <a:pt x="1742561" y="59117"/>
                  <a:pt x="1734341" y="59117"/>
                </a:cubicBezTo>
                <a:cubicBezTo>
                  <a:pt x="1730006" y="59117"/>
                  <a:pt x="1726515" y="59933"/>
                  <a:pt x="1723869" y="61566"/>
                </a:cubicBezTo>
                <a:cubicBezTo>
                  <a:pt x="1721222" y="63199"/>
                  <a:pt x="1719899" y="65367"/>
                  <a:pt x="1719899" y="68069"/>
                </a:cubicBezTo>
                <a:cubicBezTo>
                  <a:pt x="1719899" y="72517"/>
                  <a:pt x="1723587" y="76036"/>
                  <a:pt x="1730963" y="78626"/>
                </a:cubicBezTo>
                <a:cubicBezTo>
                  <a:pt x="1739352" y="81666"/>
                  <a:pt x="1745517" y="84214"/>
                  <a:pt x="1749458" y="86269"/>
                </a:cubicBezTo>
                <a:cubicBezTo>
                  <a:pt x="1753399" y="88324"/>
                  <a:pt x="1756467" y="91125"/>
                  <a:pt x="1758663" y="94672"/>
                </a:cubicBezTo>
                <a:cubicBezTo>
                  <a:pt x="1760859" y="98219"/>
                  <a:pt x="1761957" y="102385"/>
                  <a:pt x="1761957" y="107171"/>
                </a:cubicBezTo>
                <a:cubicBezTo>
                  <a:pt x="1761957" y="116179"/>
                  <a:pt x="1758368" y="123161"/>
                  <a:pt x="1751189" y="128115"/>
                </a:cubicBezTo>
                <a:cubicBezTo>
                  <a:pt x="1744011" y="133070"/>
                  <a:pt x="1734538" y="135547"/>
                  <a:pt x="1722771" y="135547"/>
                </a:cubicBezTo>
                <a:cubicBezTo>
                  <a:pt x="1712862" y="135547"/>
                  <a:pt x="1704135" y="133970"/>
                  <a:pt x="1696590" y="130818"/>
                </a:cubicBezTo>
                <a:lnTo>
                  <a:pt x="1696590" y="110549"/>
                </a:lnTo>
                <a:close/>
                <a:moveTo>
                  <a:pt x="1855863" y="95601"/>
                </a:moveTo>
                <a:lnTo>
                  <a:pt x="1796577" y="95601"/>
                </a:lnTo>
                <a:cubicBezTo>
                  <a:pt x="1797534" y="110690"/>
                  <a:pt x="1806092" y="118234"/>
                  <a:pt x="1822251" y="118234"/>
                </a:cubicBezTo>
                <a:cubicBezTo>
                  <a:pt x="1832104" y="118234"/>
                  <a:pt x="1840887" y="115644"/>
                  <a:pt x="1848600" y="110464"/>
                </a:cubicBezTo>
                <a:lnTo>
                  <a:pt x="1848600" y="128368"/>
                </a:lnTo>
                <a:cubicBezTo>
                  <a:pt x="1840380" y="133154"/>
                  <a:pt x="1829823" y="135547"/>
                  <a:pt x="1816930" y="135547"/>
                </a:cubicBezTo>
                <a:cubicBezTo>
                  <a:pt x="1803136" y="135547"/>
                  <a:pt x="1792397" y="131550"/>
                  <a:pt x="1784711" y="123555"/>
                </a:cubicBezTo>
                <a:cubicBezTo>
                  <a:pt x="1777026" y="115560"/>
                  <a:pt x="1773184" y="104384"/>
                  <a:pt x="1773184" y="90027"/>
                </a:cubicBezTo>
                <a:cubicBezTo>
                  <a:pt x="1773184" y="75951"/>
                  <a:pt x="1777308" y="64508"/>
                  <a:pt x="1785556" y="55697"/>
                </a:cubicBezTo>
                <a:cubicBezTo>
                  <a:pt x="1793804" y="46885"/>
                  <a:pt x="1804122" y="42480"/>
                  <a:pt x="1816508" y="42480"/>
                </a:cubicBezTo>
                <a:cubicBezTo>
                  <a:pt x="1828894" y="42480"/>
                  <a:pt x="1838550" y="46280"/>
                  <a:pt x="1845475" y="53881"/>
                </a:cubicBezTo>
                <a:cubicBezTo>
                  <a:pt x="1852401" y="61482"/>
                  <a:pt x="1855863" y="71926"/>
                  <a:pt x="1855863" y="85213"/>
                </a:cubicBezTo>
                <a:lnTo>
                  <a:pt x="1855863" y="95601"/>
                </a:lnTo>
                <a:moveTo>
                  <a:pt x="1833652" y="80146"/>
                </a:moveTo>
                <a:cubicBezTo>
                  <a:pt x="1833652" y="66070"/>
                  <a:pt x="1827853" y="59033"/>
                  <a:pt x="1816255" y="59033"/>
                </a:cubicBezTo>
                <a:cubicBezTo>
                  <a:pt x="1811413" y="59033"/>
                  <a:pt x="1807148" y="60947"/>
                  <a:pt x="1803460" y="64775"/>
                </a:cubicBezTo>
                <a:cubicBezTo>
                  <a:pt x="1799772" y="68604"/>
                  <a:pt x="1797478" y="73727"/>
                  <a:pt x="1796577" y="80146"/>
                </a:cubicBezTo>
                <a:lnTo>
                  <a:pt x="1833652" y="80146"/>
                </a:lnTo>
                <a:close/>
                <a:moveTo>
                  <a:pt x="1961069" y="161558"/>
                </a:moveTo>
                <a:cubicBezTo>
                  <a:pt x="1942602" y="141065"/>
                  <a:pt x="1933368" y="115841"/>
                  <a:pt x="1933368" y="85889"/>
                </a:cubicBezTo>
                <a:cubicBezTo>
                  <a:pt x="1933368" y="56555"/>
                  <a:pt x="1942602" y="30938"/>
                  <a:pt x="1961069" y="9036"/>
                </a:cubicBezTo>
                <a:lnTo>
                  <a:pt x="1980493" y="9036"/>
                </a:lnTo>
                <a:cubicBezTo>
                  <a:pt x="1962814" y="31839"/>
                  <a:pt x="1953975" y="57428"/>
                  <a:pt x="1953975" y="85804"/>
                </a:cubicBezTo>
                <a:cubicBezTo>
                  <a:pt x="1953975" y="113955"/>
                  <a:pt x="1962814" y="139207"/>
                  <a:pt x="1980493" y="161558"/>
                </a:cubicBezTo>
                <a:lnTo>
                  <a:pt x="1961069" y="161558"/>
                </a:lnTo>
                <a:close/>
                <a:moveTo>
                  <a:pt x="1990559" y="99908"/>
                </a:moveTo>
                <a:cubicBezTo>
                  <a:pt x="1990559" y="92757"/>
                  <a:pt x="1992572" y="86381"/>
                  <a:pt x="1996597" y="80779"/>
                </a:cubicBezTo>
                <a:cubicBezTo>
                  <a:pt x="2000623" y="75177"/>
                  <a:pt x="2006436" y="70997"/>
                  <a:pt x="2014037" y="68238"/>
                </a:cubicBezTo>
                <a:cubicBezTo>
                  <a:pt x="2008013" y="65141"/>
                  <a:pt x="2003269" y="61158"/>
                  <a:pt x="1999807" y="56288"/>
                </a:cubicBezTo>
                <a:cubicBezTo>
                  <a:pt x="1996344" y="51418"/>
                  <a:pt x="1994613" y="45999"/>
                  <a:pt x="1994613" y="40031"/>
                </a:cubicBezTo>
                <a:cubicBezTo>
                  <a:pt x="1994613" y="33894"/>
                  <a:pt x="1996260" y="28306"/>
                  <a:pt x="1999553" y="23267"/>
                </a:cubicBezTo>
                <a:cubicBezTo>
                  <a:pt x="2002847" y="18228"/>
                  <a:pt x="2007478" y="14258"/>
                  <a:pt x="2013446" y="11359"/>
                </a:cubicBezTo>
                <a:cubicBezTo>
                  <a:pt x="2019414" y="8459"/>
                  <a:pt x="2026001" y="7010"/>
                  <a:pt x="2033208" y="7010"/>
                </a:cubicBezTo>
                <a:cubicBezTo>
                  <a:pt x="2040471" y="7010"/>
                  <a:pt x="2047114" y="8431"/>
                  <a:pt x="2053139" y="11274"/>
                </a:cubicBezTo>
                <a:cubicBezTo>
                  <a:pt x="2059163" y="14118"/>
                  <a:pt x="2063822" y="18031"/>
                  <a:pt x="2067116" y="23013"/>
                </a:cubicBezTo>
                <a:cubicBezTo>
                  <a:pt x="2070409" y="27996"/>
                  <a:pt x="2072056" y="33556"/>
                  <a:pt x="2072056" y="39693"/>
                </a:cubicBezTo>
                <a:cubicBezTo>
                  <a:pt x="2072056" y="51910"/>
                  <a:pt x="2065244" y="61228"/>
                  <a:pt x="2051619" y="67647"/>
                </a:cubicBezTo>
                <a:cubicBezTo>
                  <a:pt x="2059163" y="70349"/>
                  <a:pt x="2065032" y="74487"/>
                  <a:pt x="2069227" y="80061"/>
                </a:cubicBezTo>
                <a:cubicBezTo>
                  <a:pt x="2073421" y="85635"/>
                  <a:pt x="2075519" y="92166"/>
                  <a:pt x="2075519" y="99654"/>
                </a:cubicBezTo>
                <a:cubicBezTo>
                  <a:pt x="2075519" y="110633"/>
                  <a:pt x="2071676" y="119360"/>
                  <a:pt x="2063991" y="125835"/>
                </a:cubicBezTo>
                <a:cubicBezTo>
                  <a:pt x="2056306" y="132310"/>
                  <a:pt x="2045960" y="135547"/>
                  <a:pt x="2032954" y="135547"/>
                </a:cubicBezTo>
                <a:cubicBezTo>
                  <a:pt x="2020118" y="135547"/>
                  <a:pt x="2009843" y="132324"/>
                  <a:pt x="2002129" y="125877"/>
                </a:cubicBezTo>
                <a:cubicBezTo>
                  <a:pt x="1994416" y="119431"/>
                  <a:pt x="1990559" y="110774"/>
                  <a:pt x="1990559" y="99908"/>
                </a:cubicBezTo>
                <a:moveTo>
                  <a:pt x="2013108" y="98388"/>
                </a:moveTo>
                <a:cubicBezTo>
                  <a:pt x="2013108" y="104637"/>
                  <a:pt x="2014882" y="109479"/>
                  <a:pt x="2018429" y="112914"/>
                </a:cubicBezTo>
                <a:cubicBezTo>
                  <a:pt x="2021976" y="116348"/>
                  <a:pt x="2026846" y="118065"/>
                  <a:pt x="2033039" y="118065"/>
                </a:cubicBezTo>
                <a:cubicBezTo>
                  <a:pt x="2039401" y="118065"/>
                  <a:pt x="2044327" y="116334"/>
                  <a:pt x="2047818" y="112871"/>
                </a:cubicBezTo>
                <a:cubicBezTo>
                  <a:pt x="2051309" y="109409"/>
                  <a:pt x="2053054" y="104581"/>
                  <a:pt x="2053054" y="98388"/>
                </a:cubicBezTo>
                <a:cubicBezTo>
                  <a:pt x="2053054" y="92701"/>
                  <a:pt x="2051168" y="87873"/>
                  <a:pt x="2047396" y="83904"/>
                </a:cubicBezTo>
                <a:cubicBezTo>
                  <a:pt x="2043624" y="79935"/>
                  <a:pt x="2038838" y="77950"/>
                  <a:pt x="2033039" y="77950"/>
                </a:cubicBezTo>
                <a:cubicBezTo>
                  <a:pt x="2027352" y="77950"/>
                  <a:pt x="2022609" y="79878"/>
                  <a:pt x="2018809" y="83735"/>
                </a:cubicBezTo>
                <a:cubicBezTo>
                  <a:pt x="2015008" y="87592"/>
                  <a:pt x="2013108" y="92476"/>
                  <a:pt x="2013108" y="98388"/>
                </a:cubicBezTo>
                <a:moveTo>
                  <a:pt x="2016908" y="41720"/>
                </a:moveTo>
                <a:cubicBezTo>
                  <a:pt x="2016908" y="46618"/>
                  <a:pt x="2018513" y="50813"/>
                  <a:pt x="2021722" y="54303"/>
                </a:cubicBezTo>
                <a:cubicBezTo>
                  <a:pt x="2024931" y="57794"/>
                  <a:pt x="2028816" y="59539"/>
                  <a:pt x="2033377" y="59539"/>
                </a:cubicBezTo>
                <a:cubicBezTo>
                  <a:pt x="2038050" y="59539"/>
                  <a:pt x="2041991" y="57780"/>
                  <a:pt x="2045200" y="54261"/>
                </a:cubicBezTo>
                <a:cubicBezTo>
                  <a:pt x="2048409" y="50742"/>
                  <a:pt x="2050014" y="46562"/>
                  <a:pt x="2050014" y="41720"/>
                </a:cubicBezTo>
                <a:cubicBezTo>
                  <a:pt x="2050014" y="36258"/>
                  <a:pt x="2048522" y="32022"/>
                  <a:pt x="2045538" y="29010"/>
                </a:cubicBezTo>
                <a:cubicBezTo>
                  <a:pt x="2042554" y="25997"/>
                  <a:pt x="2038500" y="24491"/>
                  <a:pt x="2033377" y="24491"/>
                </a:cubicBezTo>
                <a:cubicBezTo>
                  <a:pt x="2028253" y="24491"/>
                  <a:pt x="2024228" y="26011"/>
                  <a:pt x="2021300" y="29052"/>
                </a:cubicBezTo>
                <a:cubicBezTo>
                  <a:pt x="2018372" y="32092"/>
                  <a:pt x="2016908" y="36315"/>
                  <a:pt x="2016908" y="41720"/>
                </a:cubicBezTo>
                <a:close/>
                <a:moveTo>
                  <a:pt x="2088413" y="73305"/>
                </a:moveTo>
                <a:cubicBezTo>
                  <a:pt x="2088413" y="51685"/>
                  <a:pt x="2092284" y="35231"/>
                  <a:pt x="2100025" y="23942"/>
                </a:cubicBezTo>
                <a:cubicBezTo>
                  <a:pt x="2107767" y="12654"/>
                  <a:pt x="2119013" y="7010"/>
                  <a:pt x="2133764" y="7010"/>
                </a:cubicBezTo>
                <a:cubicBezTo>
                  <a:pt x="2161803" y="7010"/>
                  <a:pt x="2175822" y="28151"/>
                  <a:pt x="2175822" y="70434"/>
                </a:cubicBezTo>
                <a:cubicBezTo>
                  <a:pt x="2175822" y="91265"/>
                  <a:pt x="2172007" y="107326"/>
                  <a:pt x="2164379" y="118614"/>
                </a:cubicBezTo>
                <a:cubicBezTo>
                  <a:pt x="2156750" y="129903"/>
                  <a:pt x="2145700" y="135547"/>
                  <a:pt x="2131231" y="135547"/>
                </a:cubicBezTo>
                <a:cubicBezTo>
                  <a:pt x="2102686" y="135547"/>
                  <a:pt x="2088413" y="114800"/>
                  <a:pt x="2088413" y="73305"/>
                </a:cubicBezTo>
                <a:moveTo>
                  <a:pt x="2112313" y="72714"/>
                </a:moveTo>
                <a:cubicBezTo>
                  <a:pt x="2112313" y="102329"/>
                  <a:pt x="2118957" y="117136"/>
                  <a:pt x="2132244" y="117136"/>
                </a:cubicBezTo>
                <a:cubicBezTo>
                  <a:pt x="2145250" y="117136"/>
                  <a:pt x="2151753" y="101935"/>
                  <a:pt x="2151753" y="71532"/>
                </a:cubicBezTo>
                <a:cubicBezTo>
                  <a:pt x="2151753" y="40734"/>
                  <a:pt x="2145391" y="25336"/>
                  <a:pt x="2132666" y="25336"/>
                </a:cubicBezTo>
                <a:cubicBezTo>
                  <a:pt x="2119098" y="25336"/>
                  <a:pt x="2112313" y="41129"/>
                  <a:pt x="2112313" y="72714"/>
                </a:cubicBezTo>
                <a:close/>
                <a:moveTo>
                  <a:pt x="2183140" y="161558"/>
                </a:moveTo>
                <a:cubicBezTo>
                  <a:pt x="2200931" y="139601"/>
                  <a:pt x="2209827" y="114349"/>
                  <a:pt x="2209827" y="85804"/>
                </a:cubicBezTo>
                <a:cubicBezTo>
                  <a:pt x="2209827" y="57541"/>
                  <a:pt x="2200931" y="31951"/>
                  <a:pt x="2183140" y="9036"/>
                </a:cubicBezTo>
                <a:lnTo>
                  <a:pt x="2202733" y="9036"/>
                </a:lnTo>
                <a:cubicBezTo>
                  <a:pt x="2221256" y="31051"/>
                  <a:pt x="2230518" y="56668"/>
                  <a:pt x="2230518" y="85889"/>
                </a:cubicBezTo>
                <a:cubicBezTo>
                  <a:pt x="2230518" y="115616"/>
                  <a:pt x="2221228" y="140839"/>
                  <a:pt x="2202649" y="161558"/>
                </a:cubicBezTo>
                <a:lnTo>
                  <a:pt x="2183140" y="161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164B2-7285-44BE-8ED9-B30D6AEA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9902" y="1984936"/>
            <a:ext cx="2432244" cy="88830"/>
          </a:xfrm>
          <a:custGeom xmlns:a="http://schemas.openxmlformats.org/drawingml/2006/main">
            <a:pathLst>
              <a:path w="2432244" h="88830">
                <a:moveTo>
                  <a:pt x="0" y="88830"/>
                </a:moveTo>
                <a:cubicBezTo>
                  <a:pt x="0" y="64390"/>
                  <a:pt x="73790" y="44493"/>
                  <a:pt x="164813" y="44493"/>
                </a:cubicBezTo>
                <a:lnTo>
                  <a:pt x="939058" y="44493"/>
                </a:lnTo>
                <a:cubicBezTo>
                  <a:pt x="1030081" y="44493"/>
                  <a:pt x="1103714" y="24597"/>
                  <a:pt x="1103714" y="0"/>
                </a:cubicBezTo>
                <a:cubicBezTo>
                  <a:pt x="1103714" y="24597"/>
                  <a:pt x="1177504" y="44493"/>
                  <a:pt x="1268527" y="44493"/>
                </a:cubicBezTo>
                <a:lnTo>
                  <a:pt x="2267431" y="44493"/>
                </a:lnTo>
                <a:cubicBezTo>
                  <a:pt x="2358454" y="44493"/>
                  <a:pt x="2432244" y="64390"/>
                  <a:pt x="2432244" y="88830"/>
                </a:cubicBezTo>
                <a:lnTo>
                  <a:pt x="0" y="8883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51ED8-6CAA-49B7-93FA-0B3FD53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792" y="2073781"/>
            <a:ext cx="2432088" cy="1332275"/>
          </a:xfrm>
          <a:custGeom xmlns:a="http://schemas.openxmlformats.org/drawingml/2006/main">
            <a:pathLst>
              <a:path w="2432088" h="1332275" fill="none">
                <a:moveTo>
                  <a:pt x="0" y="1332275"/>
                </a:moveTo>
                <a:lnTo>
                  <a:pt x="2432088" y="1332275"/>
                </a:lnTo>
                <a:lnTo>
                  <a:pt x="2432088" y="0"/>
                </a:lnTo>
                <a:lnTo>
                  <a:pt x="0" y="0"/>
                </a:lnTo>
                <a:lnTo>
                  <a:pt x="0" y="133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33" cap="flat">
            <a:solidFill>
              <a:srgbClr val="262626"/>
            </a:solidFill>
            <a:custDash>
              <a:ds d="300000" sp="100000"/>
            </a:custDash>
            <a:miter/>
          </a:ln>
        </p:spPr>
      </p:sp>
      <p:sp>
        <p:nvSpPr>
          <p:cNvPr id="75" name="Text •136incidents">
            <a:extLst xmlns:a="http://schemas.openxmlformats.org/drawingml/2006/main">
              <a:ext uri="{FF2B5EF4-FFF2-40B4-BE49-F238E27FC236}">
                <a16:creationId xmlns:a16="http://schemas.microsoft.com/office/drawing/2014/main" id="{2EE9E40F-60FF-4817-A1A4-6620551F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641" y="2158484"/>
            <a:ext cx="1199315" cy="133520"/>
          </a:xfrm>
          <a:custGeom xmlns:a="http://schemas.openxmlformats.org/drawingml/2006/main">
            <a:pathLst>
              <a:path w="1199315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4" y="131324"/>
                </a:lnTo>
                <a:lnTo>
                  <a:pt x="148524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15548" y="105735"/>
                </a:moveTo>
                <a:cubicBezTo>
                  <a:pt x="223937" y="111985"/>
                  <a:pt x="233621" y="115109"/>
                  <a:pt x="244600" y="115109"/>
                </a:cubicBezTo>
                <a:cubicBezTo>
                  <a:pt x="251807" y="115109"/>
                  <a:pt x="257606" y="113463"/>
                  <a:pt x="261998" y="110169"/>
                </a:cubicBezTo>
                <a:cubicBezTo>
                  <a:pt x="266389" y="106875"/>
                  <a:pt x="268585" y="102160"/>
                  <a:pt x="268585" y="96023"/>
                </a:cubicBezTo>
                <a:cubicBezTo>
                  <a:pt x="268585" y="83130"/>
                  <a:pt x="258845" y="76683"/>
                  <a:pt x="239364" y="76683"/>
                </a:cubicBezTo>
                <a:lnTo>
                  <a:pt x="228385" y="76683"/>
                </a:lnTo>
                <a:lnTo>
                  <a:pt x="228385" y="58273"/>
                </a:lnTo>
                <a:lnTo>
                  <a:pt x="238604" y="58273"/>
                </a:lnTo>
                <a:cubicBezTo>
                  <a:pt x="256058" y="58273"/>
                  <a:pt x="264785" y="52248"/>
                  <a:pt x="264785" y="40200"/>
                </a:cubicBezTo>
                <a:cubicBezTo>
                  <a:pt x="264785" y="28939"/>
                  <a:pt x="258085" y="23309"/>
                  <a:pt x="244685" y="23309"/>
                </a:cubicBezTo>
                <a:cubicBezTo>
                  <a:pt x="236296" y="23309"/>
                  <a:pt x="228160" y="26068"/>
                  <a:pt x="220278" y="31585"/>
                </a:cubicBezTo>
                <a:lnTo>
                  <a:pt x="220278" y="11739"/>
                </a:lnTo>
                <a:cubicBezTo>
                  <a:pt x="228723" y="7235"/>
                  <a:pt x="238689" y="4983"/>
                  <a:pt x="250174" y="4983"/>
                </a:cubicBezTo>
                <a:cubicBezTo>
                  <a:pt x="261603" y="4983"/>
                  <a:pt x="270893" y="7685"/>
                  <a:pt x="278044" y="13090"/>
                </a:cubicBezTo>
                <a:cubicBezTo>
                  <a:pt x="285194" y="18495"/>
                  <a:pt x="288769" y="25983"/>
                  <a:pt x="288769" y="35555"/>
                </a:cubicBezTo>
                <a:cubicBezTo>
                  <a:pt x="288769" y="51713"/>
                  <a:pt x="280521" y="61960"/>
                  <a:pt x="264024" y="66296"/>
                </a:cubicBezTo>
                <a:lnTo>
                  <a:pt x="264024" y="66633"/>
                </a:lnTo>
                <a:cubicBezTo>
                  <a:pt x="272639" y="67534"/>
                  <a:pt x="279564" y="70701"/>
                  <a:pt x="284800" y="76134"/>
                </a:cubicBezTo>
                <a:cubicBezTo>
                  <a:pt x="290036" y="81567"/>
                  <a:pt x="292654" y="88141"/>
                  <a:pt x="292654" y="95854"/>
                </a:cubicBezTo>
                <a:cubicBezTo>
                  <a:pt x="292654" y="107621"/>
                  <a:pt x="288389" y="116841"/>
                  <a:pt x="279859" y="123512"/>
                </a:cubicBezTo>
                <a:cubicBezTo>
                  <a:pt x="271330" y="130184"/>
                  <a:pt x="260027" y="133520"/>
                  <a:pt x="245952" y="133520"/>
                </a:cubicBezTo>
                <a:cubicBezTo>
                  <a:pt x="233565" y="133520"/>
                  <a:pt x="223431" y="131381"/>
                  <a:pt x="215548" y="127102"/>
                </a:cubicBezTo>
                <a:lnTo>
                  <a:pt x="215548" y="105735"/>
                </a:lnTo>
                <a:close/>
                <a:moveTo>
                  <a:pt x="388393" y="28545"/>
                </a:moveTo>
                <a:cubicBezTo>
                  <a:pt x="382144" y="25054"/>
                  <a:pt x="375303" y="23309"/>
                  <a:pt x="367871" y="23309"/>
                </a:cubicBezTo>
                <a:cubicBezTo>
                  <a:pt x="357906" y="23309"/>
                  <a:pt x="349981" y="27349"/>
                  <a:pt x="344098" y="35428"/>
                </a:cubicBezTo>
                <a:cubicBezTo>
                  <a:pt x="338214" y="43507"/>
                  <a:pt x="335272" y="53853"/>
                  <a:pt x="335272" y="66464"/>
                </a:cubicBezTo>
                <a:lnTo>
                  <a:pt x="335779" y="66464"/>
                </a:lnTo>
                <a:cubicBezTo>
                  <a:pt x="341691" y="56837"/>
                  <a:pt x="350615" y="52023"/>
                  <a:pt x="362551" y="52023"/>
                </a:cubicBezTo>
                <a:cubicBezTo>
                  <a:pt x="373023" y="52023"/>
                  <a:pt x="381356" y="55584"/>
                  <a:pt x="387549" y="62706"/>
                </a:cubicBezTo>
                <a:cubicBezTo>
                  <a:pt x="393742" y="69828"/>
                  <a:pt x="396839" y="79104"/>
                  <a:pt x="396839" y="90534"/>
                </a:cubicBezTo>
                <a:cubicBezTo>
                  <a:pt x="396839" y="103089"/>
                  <a:pt x="392897" y="113392"/>
                  <a:pt x="385015" y="121443"/>
                </a:cubicBezTo>
                <a:cubicBezTo>
                  <a:pt x="377133" y="129494"/>
                  <a:pt x="367139" y="133520"/>
                  <a:pt x="355034" y="133520"/>
                </a:cubicBezTo>
                <a:cubicBezTo>
                  <a:pt x="341015" y="133520"/>
                  <a:pt x="330304" y="128368"/>
                  <a:pt x="322900" y="118065"/>
                </a:cubicBezTo>
                <a:cubicBezTo>
                  <a:pt x="315496" y="107762"/>
                  <a:pt x="311794" y="93743"/>
                  <a:pt x="311794" y="76008"/>
                </a:cubicBezTo>
                <a:cubicBezTo>
                  <a:pt x="311794" y="55007"/>
                  <a:pt x="316636" y="37919"/>
                  <a:pt x="326320" y="24745"/>
                </a:cubicBezTo>
                <a:cubicBezTo>
                  <a:pt x="336004" y="11570"/>
                  <a:pt x="349404" y="4983"/>
                  <a:pt x="366520" y="4983"/>
                </a:cubicBezTo>
                <a:cubicBezTo>
                  <a:pt x="375979" y="4983"/>
                  <a:pt x="383270" y="6137"/>
                  <a:pt x="388393" y="8445"/>
                </a:cubicBezTo>
                <a:lnTo>
                  <a:pt x="388393" y="28545"/>
                </a:lnTo>
                <a:moveTo>
                  <a:pt x="336117" y="90534"/>
                </a:moveTo>
                <a:cubicBezTo>
                  <a:pt x="336117" y="97233"/>
                  <a:pt x="337834" y="103004"/>
                  <a:pt x="341269" y="107846"/>
                </a:cubicBezTo>
                <a:cubicBezTo>
                  <a:pt x="344703" y="112688"/>
                  <a:pt x="349320" y="115109"/>
                  <a:pt x="355119" y="115109"/>
                </a:cubicBezTo>
                <a:cubicBezTo>
                  <a:pt x="360805" y="115109"/>
                  <a:pt x="365310" y="112942"/>
                  <a:pt x="368631" y="108606"/>
                </a:cubicBezTo>
                <a:cubicBezTo>
                  <a:pt x="371953" y="104271"/>
                  <a:pt x="373614" y="98810"/>
                  <a:pt x="373614" y="92223"/>
                </a:cubicBezTo>
                <a:cubicBezTo>
                  <a:pt x="373614" y="77359"/>
                  <a:pt x="367421" y="69927"/>
                  <a:pt x="355034" y="69927"/>
                </a:cubicBezTo>
                <a:cubicBezTo>
                  <a:pt x="349461" y="69927"/>
                  <a:pt x="344914" y="71884"/>
                  <a:pt x="341395" y="75797"/>
                </a:cubicBezTo>
                <a:cubicBezTo>
                  <a:pt x="337876" y="79709"/>
                  <a:pt x="336117" y="84622"/>
                  <a:pt x="336117" y="90534"/>
                </a:cubicBezTo>
                <a:close/>
                <a:moveTo>
                  <a:pt x="474522" y="13344"/>
                </a:moveTo>
                <a:cubicBezTo>
                  <a:pt x="474522" y="9740"/>
                  <a:pt x="475802" y="6728"/>
                  <a:pt x="478364" y="4307"/>
                </a:cubicBezTo>
                <a:cubicBezTo>
                  <a:pt x="480926" y="1886"/>
                  <a:pt x="484234" y="676"/>
                  <a:pt x="488287" y="676"/>
                </a:cubicBezTo>
                <a:cubicBezTo>
                  <a:pt x="492229" y="676"/>
                  <a:pt x="495522" y="1872"/>
                  <a:pt x="498168" y="4265"/>
                </a:cubicBezTo>
                <a:cubicBezTo>
                  <a:pt x="500815" y="6658"/>
                  <a:pt x="502138" y="9684"/>
                  <a:pt x="502138" y="13344"/>
                </a:cubicBezTo>
                <a:cubicBezTo>
                  <a:pt x="502138" y="17003"/>
                  <a:pt x="500829" y="20044"/>
                  <a:pt x="498211" y="22464"/>
                </a:cubicBezTo>
                <a:cubicBezTo>
                  <a:pt x="495593" y="24885"/>
                  <a:pt x="492285" y="26096"/>
                  <a:pt x="488287" y="26096"/>
                </a:cubicBezTo>
                <a:cubicBezTo>
                  <a:pt x="484290" y="26096"/>
                  <a:pt x="480996" y="24857"/>
                  <a:pt x="478406" y="22380"/>
                </a:cubicBezTo>
                <a:cubicBezTo>
                  <a:pt x="475817" y="19903"/>
                  <a:pt x="474522" y="16891"/>
                  <a:pt x="474522" y="13344"/>
                </a:cubicBezTo>
                <a:moveTo>
                  <a:pt x="476380" y="131324"/>
                </a:moveTo>
                <a:lnTo>
                  <a:pt x="476380" y="42564"/>
                </a:lnTo>
                <a:lnTo>
                  <a:pt x="499857" y="42564"/>
                </a:lnTo>
                <a:lnTo>
                  <a:pt x="499857" y="131324"/>
                </a:lnTo>
                <a:lnTo>
                  <a:pt x="476380" y="131324"/>
                </a:lnTo>
                <a:close/>
                <a:moveTo>
                  <a:pt x="606281" y="131324"/>
                </a:moveTo>
                <a:lnTo>
                  <a:pt x="582803" y="131324"/>
                </a:lnTo>
                <a:lnTo>
                  <a:pt x="582803" y="81582"/>
                </a:lnTo>
                <a:cubicBezTo>
                  <a:pt x="582803" y="66380"/>
                  <a:pt x="577314" y="58779"/>
                  <a:pt x="566335" y="58779"/>
                </a:cubicBezTo>
                <a:cubicBezTo>
                  <a:pt x="560817" y="58779"/>
                  <a:pt x="556327" y="60848"/>
                  <a:pt x="552865" y="64987"/>
                </a:cubicBezTo>
                <a:cubicBezTo>
                  <a:pt x="549402" y="69125"/>
                  <a:pt x="547671" y="74375"/>
                  <a:pt x="547671" y="80737"/>
                </a:cubicBezTo>
                <a:lnTo>
                  <a:pt x="547671" y="131324"/>
                </a:lnTo>
                <a:lnTo>
                  <a:pt x="524108" y="131324"/>
                </a:lnTo>
                <a:lnTo>
                  <a:pt x="524108" y="42564"/>
                </a:lnTo>
                <a:lnTo>
                  <a:pt x="547671" y="42564"/>
                </a:lnTo>
                <a:lnTo>
                  <a:pt x="547671" y="56837"/>
                </a:lnTo>
                <a:lnTo>
                  <a:pt x="547924" y="56837"/>
                </a:lnTo>
                <a:cubicBezTo>
                  <a:pt x="554455" y="45914"/>
                  <a:pt x="564055" y="40453"/>
                  <a:pt x="576723" y="40453"/>
                </a:cubicBezTo>
                <a:cubicBezTo>
                  <a:pt x="596428" y="40453"/>
                  <a:pt x="606281" y="52642"/>
                  <a:pt x="606281" y="77021"/>
                </a:cubicBezTo>
                <a:lnTo>
                  <a:pt x="606281" y="131324"/>
                </a:lnTo>
                <a:close/>
                <a:moveTo>
                  <a:pt x="694634" y="127862"/>
                </a:moveTo>
                <a:cubicBezTo>
                  <a:pt x="688272" y="131634"/>
                  <a:pt x="679573" y="133520"/>
                  <a:pt x="668538" y="133520"/>
                </a:cubicBezTo>
                <a:cubicBezTo>
                  <a:pt x="655251" y="133520"/>
                  <a:pt x="644483" y="129424"/>
                  <a:pt x="636235" y="121232"/>
                </a:cubicBezTo>
                <a:cubicBezTo>
                  <a:pt x="627987" y="113040"/>
                  <a:pt x="623863" y="102329"/>
                  <a:pt x="623863" y="89098"/>
                </a:cubicBezTo>
                <a:cubicBezTo>
                  <a:pt x="623863" y="74009"/>
                  <a:pt x="628282" y="62129"/>
                  <a:pt x="637122" y="53459"/>
                </a:cubicBezTo>
                <a:cubicBezTo>
                  <a:pt x="645961" y="44788"/>
                  <a:pt x="657756" y="40453"/>
                  <a:pt x="672507" y="40453"/>
                </a:cubicBezTo>
                <a:cubicBezTo>
                  <a:pt x="682135" y="40453"/>
                  <a:pt x="689511" y="41861"/>
                  <a:pt x="694634" y="44676"/>
                </a:cubicBezTo>
                <a:lnTo>
                  <a:pt x="694634" y="65367"/>
                </a:lnTo>
                <a:cubicBezTo>
                  <a:pt x="688666" y="60975"/>
                  <a:pt x="682079" y="58779"/>
                  <a:pt x="674872" y="58779"/>
                </a:cubicBezTo>
                <a:cubicBezTo>
                  <a:pt x="666652" y="58779"/>
                  <a:pt x="660065" y="61355"/>
                  <a:pt x="655110" y="66507"/>
                </a:cubicBezTo>
                <a:cubicBezTo>
                  <a:pt x="650156" y="71658"/>
                  <a:pt x="647678" y="78626"/>
                  <a:pt x="647678" y="87409"/>
                </a:cubicBezTo>
                <a:cubicBezTo>
                  <a:pt x="647678" y="96079"/>
                  <a:pt x="650015" y="102864"/>
                  <a:pt x="654688" y="107762"/>
                </a:cubicBezTo>
                <a:cubicBezTo>
                  <a:pt x="659361" y="112660"/>
                  <a:pt x="665779" y="115109"/>
                  <a:pt x="673943" y="115109"/>
                </a:cubicBezTo>
                <a:cubicBezTo>
                  <a:pt x="681094" y="115109"/>
                  <a:pt x="687991" y="112857"/>
                  <a:pt x="694634" y="108353"/>
                </a:cubicBezTo>
                <a:lnTo>
                  <a:pt x="694634" y="127862"/>
                </a:lnTo>
                <a:close/>
                <a:moveTo>
                  <a:pt x="711303" y="13344"/>
                </a:moveTo>
                <a:cubicBezTo>
                  <a:pt x="711303" y="9740"/>
                  <a:pt x="712584" y="6728"/>
                  <a:pt x="715146" y="4307"/>
                </a:cubicBezTo>
                <a:cubicBezTo>
                  <a:pt x="717707" y="1886"/>
                  <a:pt x="721015" y="676"/>
                  <a:pt x="725069" y="676"/>
                </a:cubicBezTo>
                <a:cubicBezTo>
                  <a:pt x="729010" y="676"/>
                  <a:pt x="732304" y="1872"/>
                  <a:pt x="734950" y="4265"/>
                </a:cubicBezTo>
                <a:cubicBezTo>
                  <a:pt x="737596" y="6658"/>
                  <a:pt x="738919" y="9684"/>
                  <a:pt x="738919" y="13344"/>
                </a:cubicBezTo>
                <a:cubicBezTo>
                  <a:pt x="738919" y="17003"/>
                  <a:pt x="737610" y="20044"/>
                  <a:pt x="734992" y="22464"/>
                </a:cubicBezTo>
                <a:cubicBezTo>
                  <a:pt x="732374" y="24885"/>
                  <a:pt x="729066" y="26096"/>
                  <a:pt x="725069" y="26096"/>
                </a:cubicBezTo>
                <a:cubicBezTo>
                  <a:pt x="721071" y="26096"/>
                  <a:pt x="717778" y="24857"/>
                  <a:pt x="715188" y="22380"/>
                </a:cubicBezTo>
                <a:cubicBezTo>
                  <a:pt x="712598" y="19903"/>
                  <a:pt x="711303" y="16891"/>
                  <a:pt x="711303" y="13344"/>
                </a:cubicBezTo>
                <a:moveTo>
                  <a:pt x="713161" y="131324"/>
                </a:moveTo>
                <a:lnTo>
                  <a:pt x="713161" y="42564"/>
                </a:lnTo>
                <a:lnTo>
                  <a:pt x="736639" y="42564"/>
                </a:lnTo>
                <a:lnTo>
                  <a:pt x="736639" y="131324"/>
                </a:lnTo>
                <a:lnTo>
                  <a:pt x="713161" y="131324"/>
                </a:lnTo>
                <a:close/>
                <a:moveTo>
                  <a:pt x="844498" y="131324"/>
                </a:moveTo>
                <a:lnTo>
                  <a:pt x="821020" y="131324"/>
                </a:lnTo>
                <a:lnTo>
                  <a:pt x="821020" y="118234"/>
                </a:lnTo>
                <a:lnTo>
                  <a:pt x="820598" y="118234"/>
                </a:lnTo>
                <a:cubicBezTo>
                  <a:pt x="814292" y="128425"/>
                  <a:pt x="804862" y="133520"/>
                  <a:pt x="792306" y="133520"/>
                </a:cubicBezTo>
                <a:cubicBezTo>
                  <a:pt x="781158" y="133520"/>
                  <a:pt x="772235" y="129523"/>
                  <a:pt x="765535" y="121528"/>
                </a:cubicBezTo>
                <a:cubicBezTo>
                  <a:pt x="758835" y="113533"/>
                  <a:pt x="755485" y="102667"/>
                  <a:pt x="755485" y="88929"/>
                </a:cubicBezTo>
                <a:cubicBezTo>
                  <a:pt x="755485" y="74347"/>
                  <a:pt x="759229" y="62622"/>
                  <a:pt x="766717" y="53754"/>
                </a:cubicBezTo>
                <a:cubicBezTo>
                  <a:pt x="774205" y="44887"/>
                  <a:pt x="783945" y="40453"/>
                  <a:pt x="795938" y="40453"/>
                </a:cubicBezTo>
                <a:cubicBezTo>
                  <a:pt x="807592" y="40453"/>
                  <a:pt x="815812" y="44760"/>
                  <a:pt x="820598" y="53374"/>
                </a:cubicBezTo>
                <a:lnTo>
                  <a:pt x="821020" y="53374"/>
                </a:lnTo>
                <a:lnTo>
                  <a:pt x="821020" y="0"/>
                </a:lnTo>
                <a:lnTo>
                  <a:pt x="844498" y="0"/>
                </a:lnTo>
                <a:lnTo>
                  <a:pt x="844498" y="131324"/>
                </a:lnTo>
                <a:moveTo>
                  <a:pt x="821358" y="80568"/>
                </a:moveTo>
                <a:cubicBezTo>
                  <a:pt x="821358" y="74319"/>
                  <a:pt x="819444" y="69125"/>
                  <a:pt x="815615" y="64987"/>
                </a:cubicBezTo>
                <a:cubicBezTo>
                  <a:pt x="811787" y="60848"/>
                  <a:pt x="806973" y="58779"/>
                  <a:pt x="801174" y="58779"/>
                </a:cubicBezTo>
                <a:cubicBezTo>
                  <a:pt x="794418" y="58779"/>
                  <a:pt x="789083" y="61425"/>
                  <a:pt x="785170" y="66718"/>
                </a:cubicBezTo>
                <a:cubicBezTo>
                  <a:pt x="781257" y="72010"/>
                  <a:pt x="779300" y="79189"/>
                  <a:pt x="779300" y="88253"/>
                </a:cubicBezTo>
                <a:cubicBezTo>
                  <a:pt x="779300" y="96755"/>
                  <a:pt x="781187" y="103356"/>
                  <a:pt x="784959" y="108058"/>
                </a:cubicBezTo>
                <a:cubicBezTo>
                  <a:pt x="788731" y="112759"/>
                  <a:pt x="793826" y="115109"/>
                  <a:pt x="800245" y="115109"/>
                </a:cubicBezTo>
                <a:cubicBezTo>
                  <a:pt x="806438" y="115109"/>
                  <a:pt x="811505" y="112660"/>
                  <a:pt x="815446" y="107762"/>
                </a:cubicBezTo>
                <a:cubicBezTo>
                  <a:pt x="819387" y="102864"/>
                  <a:pt x="821358" y="96614"/>
                  <a:pt x="821358" y="89013"/>
                </a:cubicBezTo>
                <a:lnTo>
                  <a:pt x="821358" y="80568"/>
                </a:lnTo>
                <a:close/>
                <a:moveTo>
                  <a:pt x="946436" y="93574"/>
                </a:moveTo>
                <a:lnTo>
                  <a:pt x="887150" y="93574"/>
                </a:lnTo>
                <a:cubicBezTo>
                  <a:pt x="888107" y="108663"/>
                  <a:pt x="896665" y="116207"/>
                  <a:pt x="912824" y="116207"/>
                </a:cubicBezTo>
                <a:cubicBezTo>
                  <a:pt x="922677" y="116207"/>
                  <a:pt x="931460" y="113617"/>
                  <a:pt x="939173" y="108438"/>
                </a:cubicBezTo>
                <a:lnTo>
                  <a:pt x="939173" y="126342"/>
                </a:lnTo>
                <a:cubicBezTo>
                  <a:pt x="930953" y="131127"/>
                  <a:pt x="920397" y="133520"/>
                  <a:pt x="907503" y="133520"/>
                </a:cubicBezTo>
                <a:cubicBezTo>
                  <a:pt x="893710" y="133520"/>
                  <a:pt x="882970" y="129523"/>
                  <a:pt x="875285" y="121528"/>
                </a:cubicBezTo>
                <a:cubicBezTo>
                  <a:pt x="867599" y="113533"/>
                  <a:pt x="863757" y="102357"/>
                  <a:pt x="863757" y="88000"/>
                </a:cubicBezTo>
                <a:cubicBezTo>
                  <a:pt x="863757" y="73924"/>
                  <a:pt x="867881" y="62481"/>
                  <a:pt x="876129" y="53670"/>
                </a:cubicBezTo>
                <a:cubicBezTo>
                  <a:pt x="884377" y="44859"/>
                  <a:pt x="894695" y="40453"/>
                  <a:pt x="907081" y="40453"/>
                </a:cubicBezTo>
                <a:cubicBezTo>
                  <a:pt x="919468" y="40453"/>
                  <a:pt x="929123" y="44253"/>
                  <a:pt x="936049" y="51854"/>
                </a:cubicBezTo>
                <a:cubicBezTo>
                  <a:pt x="942974" y="59455"/>
                  <a:pt x="946436" y="69899"/>
                  <a:pt x="946436" y="83186"/>
                </a:cubicBezTo>
                <a:lnTo>
                  <a:pt x="946436" y="93574"/>
                </a:lnTo>
                <a:moveTo>
                  <a:pt x="924225" y="78119"/>
                </a:moveTo>
                <a:cubicBezTo>
                  <a:pt x="924225" y="64043"/>
                  <a:pt x="918426" y="57006"/>
                  <a:pt x="906828" y="57006"/>
                </a:cubicBezTo>
                <a:cubicBezTo>
                  <a:pt x="901986" y="57006"/>
                  <a:pt x="897721" y="58920"/>
                  <a:pt x="894033" y="62749"/>
                </a:cubicBezTo>
                <a:cubicBezTo>
                  <a:pt x="890345" y="66577"/>
                  <a:pt x="888051" y="71701"/>
                  <a:pt x="887150" y="78119"/>
                </a:cubicBezTo>
                <a:lnTo>
                  <a:pt x="924225" y="78119"/>
                </a:lnTo>
                <a:close/>
                <a:moveTo>
                  <a:pt x="1047500" y="131324"/>
                </a:moveTo>
                <a:lnTo>
                  <a:pt x="1024022" y="131324"/>
                </a:lnTo>
                <a:lnTo>
                  <a:pt x="1024022" y="81582"/>
                </a:lnTo>
                <a:cubicBezTo>
                  <a:pt x="1024022" y="66380"/>
                  <a:pt x="1018533" y="58779"/>
                  <a:pt x="1007554" y="58779"/>
                </a:cubicBezTo>
                <a:cubicBezTo>
                  <a:pt x="1002036" y="58779"/>
                  <a:pt x="997546" y="60848"/>
                  <a:pt x="994084" y="64987"/>
                </a:cubicBezTo>
                <a:cubicBezTo>
                  <a:pt x="990621" y="69125"/>
                  <a:pt x="988890" y="74375"/>
                  <a:pt x="988890" y="80737"/>
                </a:cubicBezTo>
                <a:lnTo>
                  <a:pt x="988890" y="131324"/>
                </a:lnTo>
                <a:lnTo>
                  <a:pt x="965327" y="131324"/>
                </a:lnTo>
                <a:lnTo>
                  <a:pt x="965327" y="42564"/>
                </a:lnTo>
                <a:lnTo>
                  <a:pt x="988890" y="42564"/>
                </a:lnTo>
                <a:lnTo>
                  <a:pt x="988890" y="56837"/>
                </a:lnTo>
                <a:lnTo>
                  <a:pt x="989143" y="56837"/>
                </a:lnTo>
                <a:cubicBezTo>
                  <a:pt x="995674" y="45914"/>
                  <a:pt x="1005274" y="40453"/>
                  <a:pt x="1017941" y="40453"/>
                </a:cubicBezTo>
                <a:cubicBezTo>
                  <a:pt x="1037647" y="40453"/>
                  <a:pt x="1047500" y="52642"/>
                  <a:pt x="1047500" y="77021"/>
                </a:cubicBezTo>
                <a:lnTo>
                  <a:pt x="1047500" y="131324"/>
                </a:lnTo>
                <a:close/>
                <a:moveTo>
                  <a:pt x="1120399" y="130395"/>
                </a:moveTo>
                <a:cubicBezTo>
                  <a:pt x="1116401" y="132422"/>
                  <a:pt x="1110827" y="133436"/>
                  <a:pt x="1103677" y="133436"/>
                </a:cubicBezTo>
                <a:cubicBezTo>
                  <a:pt x="1085491" y="133436"/>
                  <a:pt x="1076399" y="123808"/>
                  <a:pt x="1076399" y="104553"/>
                </a:cubicBezTo>
                <a:lnTo>
                  <a:pt x="1076399" y="60468"/>
                </a:lnTo>
                <a:lnTo>
                  <a:pt x="1061704" y="60468"/>
                </a:lnTo>
                <a:lnTo>
                  <a:pt x="1061704" y="42564"/>
                </a:lnTo>
                <a:lnTo>
                  <a:pt x="1076399" y="42564"/>
                </a:lnTo>
                <a:lnTo>
                  <a:pt x="1076399" y="22718"/>
                </a:lnTo>
                <a:lnTo>
                  <a:pt x="1099877" y="15877"/>
                </a:lnTo>
                <a:lnTo>
                  <a:pt x="1099877" y="42564"/>
                </a:lnTo>
                <a:lnTo>
                  <a:pt x="1120399" y="42564"/>
                </a:lnTo>
                <a:lnTo>
                  <a:pt x="1120399" y="60468"/>
                </a:lnTo>
                <a:lnTo>
                  <a:pt x="1099877" y="60468"/>
                </a:lnTo>
                <a:lnTo>
                  <a:pt x="1099877" y="100415"/>
                </a:lnTo>
                <a:cubicBezTo>
                  <a:pt x="1099877" y="110211"/>
                  <a:pt x="1103733" y="115109"/>
                  <a:pt x="1111447" y="115109"/>
                </a:cubicBezTo>
                <a:cubicBezTo>
                  <a:pt x="1114656" y="115109"/>
                  <a:pt x="1117640" y="114209"/>
                  <a:pt x="1120399" y="112407"/>
                </a:cubicBezTo>
                <a:lnTo>
                  <a:pt x="1120399" y="130395"/>
                </a:lnTo>
                <a:close/>
                <a:moveTo>
                  <a:pt x="1133948" y="108522"/>
                </a:moveTo>
                <a:cubicBezTo>
                  <a:pt x="1142731" y="114040"/>
                  <a:pt x="1151402" y="116798"/>
                  <a:pt x="1159960" y="116798"/>
                </a:cubicBezTo>
                <a:cubicBezTo>
                  <a:pt x="1170995" y="116798"/>
                  <a:pt x="1176512" y="113674"/>
                  <a:pt x="1176512" y="107424"/>
                </a:cubicBezTo>
                <a:cubicBezTo>
                  <a:pt x="1176512" y="103089"/>
                  <a:pt x="1172149" y="99429"/>
                  <a:pt x="1163422" y="96445"/>
                </a:cubicBezTo>
                <a:cubicBezTo>
                  <a:pt x="1150698" y="92166"/>
                  <a:pt x="1142619" y="87958"/>
                  <a:pt x="1139184" y="83820"/>
                </a:cubicBezTo>
                <a:cubicBezTo>
                  <a:pt x="1135750" y="79681"/>
                  <a:pt x="1134032" y="74375"/>
                  <a:pt x="1134032" y="67900"/>
                </a:cubicBezTo>
                <a:cubicBezTo>
                  <a:pt x="1134032" y="59342"/>
                  <a:pt x="1137523" y="52628"/>
                  <a:pt x="1144505" y="47758"/>
                </a:cubicBezTo>
                <a:cubicBezTo>
                  <a:pt x="1151486" y="42888"/>
                  <a:pt x="1160466" y="40453"/>
                  <a:pt x="1171445" y="40453"/>
                </a:cubicBezTo>
                <a:cubicBezTo>
                  <a:pt x="1179102" y="40453"/>
                  <a:pt x="1186759" y="41663"/>
                  <a:pt x="1194416" y="44084"/>
                </a:cubicBezTo>
                <a:lnTo>
                  <a:pt x="1194416" y="63255"/>
                </a:lnTo>
                <a:cubicBezTo>
                  <a:pt x="1187491" y="59145"/>
                  <a:pt x="1179919" y="57090"/>
                  <a:pt x="1171698" y="57090"/>
                </a:cubicBezTo>
                <a:cubicBezTo>
                  <a:pt x="1167363" y="57090"/>
                  <a:pt x="1163873" y="57907"/>
                  <a:pt x="1161226" y="59539"/>
                </a:cubicBezTo>
                <a:cubicBezTo>
                  <a:pt x="1158580" y="61172"/>
                  <a:pt x="1157257" y="63340"/>
                  <a:pt x="1157257" y="66042"/>
                </a:cubicBezTo>
                <a:cubicBezTo>
                  <a:pt x="1157257" y="70490"/>
                  <a:pt x="1160945" y="74009"/>
                  <a:pt x="1168320" y="76599"/>
                </a:cubicBezTo>
                <a:cubicBezTo>
                  <a:pt x="1176709" y="79639"/>
                  <a:pt x="1182874" y="82187"/>
                  <a:pt x="1186816" y="84242"/>
                </a:cubicBezTo>
                <a:cubicBezTo>
                  <a:pt x="1190757" y="86297"/>
                  <a:pt x="1193825" y="89098"/>
                  <a:pt x="1196021" y="92645"/>
                </a:cubicBezTo>
                <a:cubicBezTo>
                  <a:pt x="1198217" y="96192"/>
                  <a:pt x="1199315" y="100358"/>
                  <a:pt x="1199315" y="105144"/>
                </a:cubicBezTo>
                <a:cubicBezTo>
                  <a:pt x="1199315" y="114152"/>
                  <a:pt x="1195725" y="121134"/>
                  <a:pt x="1188547" y="126088"/>
                </a:cubicBezTo>
                <a:cubicBezTo>
                  <a:pt x="1181368" y="131043"/>
                  <a:pt x="1171896" y="133520"/>
                  <a:pt x="1160128" y="133520"/>
                </a:cubicBezTo>
                <a:cubicBezTo>
                  <a:pt x="1150219" y="133520"/>
                  <a:pt x="1141492" y="131944"/>
                  <a:pt x="1133948" y="128791"/>
                </a:cubicBezTo>
                <a:lnTo>
                  <a:pt x="1133948" y="108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•126malware">
            <a:extLst xmlns:a="http://schemas.openxmlformats.org/drawingml/2006/main">
              <a:ext uri="{FF2B5EF4-FFF2-40B4-BE49-F238E27FC236}">
                <a16:creationId xmlns:a16="http://schemas.microsoft.com/office/drawing/2014/main" id="{EFD0170B-78D7-483B-8123-10CCD9DD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641" y="2365283"/>
            <a:ext cx="1153643" cy="133520"/>
          </a:xfrm>
          <a:custGeom xmlns:a="http://schemas.openxmlformats.org/drawingml/2006/main">
            <a:pathLst>
              <a:path w="1153643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4" y="131324"/>
                </a:lnTo>
                <a:lnTo>
                  <a:pt x="148524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38942" y="111478"/>
                </a:moveTo>
                <a:lnTo>
                  <a:pt x="291641" y="111478"/>
                </a:lnTo>
                <a:lnTo>
                  <a:pt x="291641" y="131324"/>
                </a:lnTo>
                <a:lnTo>
                  <a:pt x="214028" y="131324"/>
                </a:lnTo>
                <a:lnTo>
                  <a:pt x="214028" y="121950"/>
                </a:lnTo>
                <a:cubicBezTo>
                  <a:pt x="214028" y="115250"/>
                  <a:pt x="215168" y="109071"/>
                  <a:pt x="217449" y="103413"/>
                </a:cubicBezTo>
                <a:cubicBezTo>
                  <a:pt x="219729" y="97754"/>
                  <a:pt x="222994" y="92462"/>
                  <a:pt x="227245" y="87535"/>
                </a:cubicBezTo>
                <a:cubicBezTo>
                  <a:pt x="231496" y="82609"/>
                  <a:pt x="240434" y="75051"/>
                  <a:pt x="254059" y="64860"/>
                </a:cubicBezTo>
                <a:cubicBezTo>
                  <a:pt x="259351" y="60919"/>
                  <a:pt x="263152" y="57146"/>
                  <a:pt x="265460" y="53543"/>
                </a:cubicBezTo>
                <a:cubicBezTo>
                  <a:pt x="267769" y="49940"/>
                  <a:pt x="268923" y="45914"/>
                  <a:pt x="268923" y="41466"/>
                </a:cubicBezTo>
                <a:cubicBezTo>
                  <a:pt x="268923" y="35949"/>
                  <a:pt x="267304" y="31656"/>
                  <a:pt x="264067" y="28587"/>
                </a:cubicBezTo>
                <a:cubicBezTo>
                  <a:pt x="260829" y="25519"/>
                  <a:pt x="255804" y="23985"/>
                  <a:pt x="248992" y="23985"/>
                </a:cubicBezTo>
                <a:cubicBezTo>
                  <a:pt x="238351" y="23985"/>
                  <a:pt x="228132" y="28207"/>
                  <a:pt x="218335" y="36653"/>
                </a:cubicBezTo>
                <a:lnTo>
                  <a:pt x="218335" y="15455"/>
                </a:lnTo>
                <a:cubicBezTo>
                  <a:pt x="228357" y="8473"/>
                  <a:pt x="239702" y="4983"/>
                  <a:pt x="252370" y="4983"/>
                </a:cubicBezTo>
                <a:cubicBezTo>
                  <a:pt x="265207" y="4983"/>
                  <a:pt x="275130" y="8107"/>
                  <a:pt x="282140" y="14357"/>
                </a:cubicBezTo>
                <a:cubicBezTo>
                  <a:pt x="289149" y="20607"/>
                  <a:pt x="292654" y="29249"/>
                  <a:pt x="292654" y="40284"/>
                </a:cubicBezTo>
                <a:cubicBezTo>
                  <a:pt x="292654" y="45971"/>
                  <a:pt x="291739" y="51010"/>
                  <a:pt x="289909" y="55401"/>
                </a:cubicBezTo>
                <a:cubicBezTo>
                  <a:pt x="288079" y="59793"/>
                  <a:pt x="285658" y="63776"/>
                  <a:pt x="282646" y="67351"/>
                </a:cubicBezTo>
                <a:cubicBezTo>
                  <a:pt x="279634" y="70926"/>
                  <a:pt x="276172" y="74248"/>
                  <a:pt x="272259" y="77317"/>
                </a:cubicBezTo>
                <a:cubicBezTo>
                  <a:pt x="268346" y="80385"/>
                  <a:pt x="264334" y="83439"/>
                  <a:pt x="260224" y="86480"/>
                </a:cubicBezTo>
                <a:cubicBezTo>
                  <a:pt x="252623" y="92110"/>
                  <a:pt x="247176" y="96924"/>
                  <a:pt x="243882" y="100921"/>
                </a:cubicBezTo>
                <a:cubicBezTo>
                  <a:pt x="240589" y="104919"/>
                  <a:pt x="238942" y="108438"/>
                  <a:pt x="238942" y="111478"/>
                </a:cubicBezTo>
                <a:close/>
                <a:moveTo>
                  <a:pt x="388393" y="28545"/>
                </a:moveTo>
                <a:cubicBezTo>
                  <a:pt x="382144" y="25054"/>
                  <a:pt x="375303" y="23309"/>
                  <a:pt x="367871" y="23309"/>
                </a:cubicBezTo>
                <a:cubicBezTo>
                  <a:pt x="357906" y="23309"/>
                  <a:pt x="349981" y="27349"/>
                  <a:pt x="344098" y="35428"/>
                </a:cubicBezTo>
                <a:cubicBezTo>
                  <a:pt x="338214" y="43507"/>
                  <a:pt x="335272" y="53853"/>
                  <a:pt x="335272" y="66464"/>
                </a:cubicBezTo>
                <a:lnTo>
                  <a:pt x="335779" y="66464"/>
                </a:lnTo>
                <a:cubicBezTo>
                  <a:pt x="341691" y="56837"/>
                  <a:pt x="350615" y="52023"/>
                  <a:pt x="362551" y="52023"/>
                </a:cubicBezTo>
                <a:cubicBezTo>
                  <a:pt x="373023" y="52023"/>
                  <a:pt x="381356" y="55584"/>
                  <a:pt x="387549" y="62706"/>
                </a:cubicBezTo>
                <a:cubicBezTo>
                  <a:pt x="393742" y="69828"/>
                  <a:pt x="396839" y="79104"/>
                  <a:pt x="396839" y="90534"/>
                </a:cubicBezTo>
                <a:cubicBezTo>
                  <a:pt x="396839" y="103089"/>
                  <a:pt x="392897" y="113392"/>
                  <a:pt x="385015" y="121443"/>
                </a:cubicBezTo>
                <a:cubicBezTo>
                  <a:pt x="377133" y="129494"/>
                  <a:pt x="367139" y="133520"/>
                  <a:pt x="355034" y="133520"/>
                </a:cubicBezTo>
                <a:cubicBezTo>
                  <a:pt x="341015" y="133520"/>
                  <a:pt x="330304" y="128368"/>
                  <a:pt x="322900" y="118065"/>
                </a:cubicBezTo>
                <a:cubicBezTo>
                  <a:pt x="315496" y="107762"/>
                  <a:pt x="311794" y="93743"/>
                  <a:pt x="311794" y="76008"/>
                </a:cubicBezTo>
                <a:cubicBezTo>
                  <a:pt x="311794" y="55007"/>
                  <a:pt x="316636" y="37919"/>
                  <a:pt x="326320" y="24745"/>
                </a:cubicBezTo>
                <a:cubicBezTo>
                  <a:pt x="336004" y="11570"/>
                  <a:pt x="349404" y="4983"/>
                  <a:pt x="366520" y="4983"/>
                </a:cubicBezTo>
                <a:cubicBezTo>
                  <a:pt x="375979" y="4983"/>
                  <a:pt x="383270" y="6137"/>
                  <a:pt x="388393" y="8445"/>
                </a:cubicBezTo>
                <a:lnTo>
                  <a:pt x="388393" y="28545"/>
                </a:lnTo>
                <a:moveTo>
                  <a:pt x="336117" y="90534"/>
                </a:moveTo>
                <a:cubicBezTo>
                  <a:pt x="336117" y="97233"/>
                  <a:pt x="337834" y="103004"/>
                  <a:pt x="341269" y="107846"/>
                </a:cubicBezTo>
                <a:cubicBezTo>
                  <a:pt x="344703" y="112688"/>
                  <a:pt x="349320" y="115109"/>
                  <a:pt x="355119" y="115109"/>
                </a:cubicBezTo>
                <a:cubicBezTo>
                  <a:pt x="360805" y="115109"/>
                  <a:pt x="365310" y="112942"/>
                  <a:pt x="368631" y="108606"/>
                </a:cubicBezTo>
                <a:cubicBezTo>
                  <a:pt x="371953" y="104271"/>
                  <a:pt x="373614" y="98810"/>
                  <a:pt x="373614" y="92223"/>
                </a:cubicBezTo>
                <a:cubicBezTo>
                  <a:pt x="373614" y="77359"/>
                  <a:pt x="367421" y="69927"/>
                  <a:pt x="355034" y="69927"/>
                </a:cubicBezTo>
                <a:cubicBezTo>
                  <a:pt x="349461" y="69927"/>
                  <a:pt x="344914" y="71884"/>
                  <a:pt x="341395" y="75797"/>
                </a:cubicBezTo>
                <a:cubicBezTo>
                  <a:pt x="337876" y="79709"/>
                  <a:pt x="336117" y="84622"/>
                  <a:pt x="336117" y="90534"/>
                </a:cubicBezTo>
                <a:close/>
                <a:moveTo>
                  <a:pt x="613278" y="131324"/>
                </a:moveTo>
                <a:lnTo>
                  <a:pt x="589800" y="131324"/>
                </a:lnTo>
                <a:lnTo>
                  <a:pt x="589800" y="80653"/>
                </a:lnTo>
                <a:cubicBezTo>
                  <a:pt x="589800" y="66070"/>
                  <a:pt x="584507" y="58779"/>
                  <a:pt x="573923" y="58779"/>
                </a:cubicBezTo>
                <a:cubicBezTo>
                  <a:pt x="569024" y="58779"/>
                  <a:pt x="564928" y="60989"/>
                  <a:pt x="561635" y="65409"/>
                </a:cubicBezTo>
                <a:cubicBezTo>
                  <a:pt x="558341" y="69828"/>
                  <a:pt x="556694" y="75135"/>
                  <a:pt x="556694" y="81328"/>
                </a:cubicBezTo>
                <a:lnTo>
                  <a:pt x="556694" y="131324"/>
                </a:lnTo>
                <a:lnTo>
                  <a:pt x="533216" y="131324"/>
                </a:lnTo>
                <a:lnTo>
                  <a:pt x="533216" y="79724"/>
                </a:lnTo>
                <a:cubicBezTo>
                  <a:pt x="533216" y="65761"/>
                  <a:pt x="527952" y="58779"/>
                  <a:pt x="517424" y="58779"/>
                </a:cubicBezTo>
                <a:cubicBezTo>
                  <a:pt x="512413" y="58779"/>
                  <a:pt x="508303" y="60848"/>
                  <a:pt x="505094" y="64987"/>
                </a:cubicBezTo>
                <a:cubicBezTo>
                  <a:pt x="501884" y="69125"/>
                  <a:pt x="500280" y="74656"/>
                  <a:pt x="500280" y="81582"/>
                </a:cubicBezTo>
                <a:lnTo>
                  <a:pt x="500280" y="131324"/>
                </a:lnTo>
                <a:lnTo>
                  <a:pt x="476717" y="131324"/>
                </a:lnTo>
                <a:lnTo>
                  <a:pt x="476717" y="42564"/>
                </a:lnTo>
                <a:lnTo>
                  <a:pt x="500280" y="42564"/>
                </a:lnTo>
                <a:lnTo>
                  <a:pt x="500280" y="56583"/>
                </a:lnTo>
                <a:lnTo>
                  <a:pt x="500533" y="56583"/>
                </a:lnTo>
                <a:cubicBezTo>
                  <a:pt x="507177" y="45830"/>
                  <a:pt x="516664" y="40453"/>
                  <a:pt x="528994" y="40453"/>
                </a:cubicBezTo>
                <a:cubicBezTo>
                  <a:pt x="541493" y="40453"/>
                  <a:pt x="549994" y="46139"/>
                  <a:pt x="554499" y="57512"/>
                </a:cubicBezTo>
                <a:cubicBezTo>
                  <a:pt x="561255" y="46139"/>
                  <a:pt x="571136" y="40453"/>
                  <a:pt x="584141" y="40453"/>
                </a:cubicBezTo>
                <a:cubicBezTo>
                  <a:pt x="603566" y="40453"/>
                  <a:pt x="613278" y="52389"/>
                  <a:pt x="613278" y="76261"/>
                </a:cubicBezTo>
                <a:lnTo>
                  <a:pt x="613278" y="131324"/>
                </a:lnTo>
                <a:close/>
                <a:moveTo>
                  <a:pt x="638470" y="48223"/>
                </a:moveTo>
                <a:cubicBezTo>
                  <a:pt x="642467" y="45914"/>
                  <a:pt x="647647" y="44042"/>
                  <a:pt x="654009" y="42607"/>
                </a:cubicBezTo>
                <a:cubicBezTo>
                  <a:pt x="660371" y="41171"/>
                  <a:pt x="666086" y="40453"/>
                  <a:pt x="671153" y="40453"/>
                </a:cubicBezTo>
                <a:cubicBezTo>
                  <a:pt x="695138" y="40453"/>
                  <a:pt x="707130" y="52614"/>
                  <a:pt x="707130" y="76937"/>
                </a:cubicBezTo>
                <a:lnTo>
                  <a:pt x="707130" y="131324"/>
                </a:lnTo>
                <a:lnTo>
                  <a:pt x="684666" y="131324"/>
                </a:lnTo>
                <a:lnTo>
                  <a:pt x="684666" y="118234"/>
                </a:lnTo>
                <a:lnTo>
                  <a:pt x="684243" y="118234"/>
                </a:lnTo>
                <a:cubicBezTo>
                  <a:pt x="678275" y="128425"/>
                  <a:pt x="669408" y="133520"/>
                  <a:pt x="657641" y="133520"/>
                </a:cubicBezTo>
                <a:cubicBezTo>
                  <a:pt x="649083" y="133520"/>
                  <a:pt x="642298" y="131113"/>
                  <a:pt x="637287" y="126299"/>
                </a:cubicBezTo>
                <a:cubicBezTo>
                  <a:pt x="632277" y="121486"/>
                  <a:pt x="629771" y="115025"/>
                  <a:pt x="629771" y="106917"/>
                </a:cubicBezTo>
                <a:cubicBezTo>
                  <a:pt x="629771" y="89971"/>
                  <a:pt x="639849" y="80146"/>
                  <a:pt x="660005" y="77443"/>
                </a:cubicBezTo>
                <a:lnTo>
                  <a:pt x="684750" y="74065"/>
                </a:lnTo>
                <a:cubicBezTo>
                  <a:pt x="684750" y="62749"/>
                  <a:pt x="679232" y="57090"/>
                  <a:pt x="668197" y="57090"/>
                </a:cubicBezTo>
                <a:cubicBezTo>
                  <a:pt x="657669" y="57090"/>
                  <a:pt x="647760" y="60384"/>
                  <a:pt x="638470" y="66971"/>
                </a:cubicBezTo>
                <a:lnTo>
                  <a:pt x="638470" y="48223"/>
                </a:lnTo>
                <a:moveTo>
                  <a:pt x="667099" y="90787"/>
                </a:moveTo>
                <a:cubicBezTo>
                  <a:pt x="656965" y="92082"/>
                  <a:pt x="651898" y="96614"/>
                  <a:pt x="651898" y="104384"/>
                </a:cubicBezTo>
                <a:cubicBezTo>
                  <a:pt x="651898" y="107875"/>
                  <a:pt x="653108" y="110718"/>
                  <a:pt x="655529" y="112914"/>
                </a:cubicBezTo>
                <a:cubicBezTo>
                  <a:pt x="657950" y="115109"/>
                  <a:pt x="661216" y="116207"/>
                  <a:pt x="665326" y="116207"/>
                </a:cubicBezTo>
                <a:cubicBezTo>
                  <a:pt x="670956" y="116207"/>
                  <a:pt x="675601" y="114223"/>
                  <a:pt x="679261" y="110253"/>
                </a:cubicBezTo>
                <a:cubicBezTo>
                  <a:pt x="682920" y="106284"/>
                  <a:pt x="684750" y="101287"/>
                  <a:pt x="684750" y="95263"/>
                </a:cubicBezTo>
                <a:lnTo>
                  <a:pt x="684750" y="88507"/>
                </a:lnTo>
                <a:lnTo>
                  <a:pt x="667099" y="90787"/>
                </a:lnTo>
                <a:close/>
                <a:moveTo>
                  <a:pt x="729938" y="131324"/>
                </a:moveTo>
                <a:lnTo>
                  <a:pt x="729938" y="0"/>
                </a:lnTo>
                <a:lnTo>
                  <a:pt x="753416" y="0"/>
                </a:lnTo>
                <a:lnTo>
                  <a:pt x="753416" y="131324"/>
                </a:lnTo>
                <a:lnTo>
                  <a:pt x="729938" y="131324"/>
                </a:lnTo>
                <a:close/>
                <a:moveTo>
                  <a:pt x="901222" y="42564"/>
                </a:moveTo>
                <a:lnTo>
                  <a:pt x="875379" y="131324"/>
                </a:lnTo>
                <a:lnTo>
                  <a:pt x="850719" y="131324"/>
                </a:lnTo>
                <a:lnTo>
                  <a:pt x="836108" y="75923"/>
                </a:lnTo>
                <a:cubicBezTo>
                  <a:pt x="835376" y="73221"/>
                  <a:pt x="834898" y="69758"/>
                  <a:pt x="834673" y="65535"/>
                </a:cubicBezTo>
                <a:lnTo>
                  <a:pt x="834166" y="65535"/>
                </a:lnTo>
                <a:cubicBezTo>
                  <a:pt x="833828" y="69758"/>
                  <a:pt x="833265" y="73164"/>
                  <a:pt x="832477" y="75754"/>
                </a:cubicBezTo>
                <a:lnTo>
                  <a:pt x="816769" y="131324"/>
                </a:lnTo>
                <a:lnTo>
                  <a:pt x="792446" y="131324"/>
                </a:lnTo>
                <a:lnTo>
                  <a:pt x="766857" y="42564"/>
                </a:lnTo>
                <a:lnTo>
                  <a:pt x="791011" y="42564"/>
                </a:lnTo>
                <a:lnTo>
                  <a:pt x="804945" y="103117"/>
                </a:lnTo>
                <a:cubicBezTo>
                  <a:pt x="805677" y="106383"/>
                  <a:pt x="806128" y="109479"/>
                  <a:pt x="806297" y="112407"/>
                </a:cubicBezTo>
                <a:lnTo>
                  <a:pt x="806803" y="112407"/>
                </a:lnTo>
                <a:cubicBezTo>
                  <a:pt x="806972" y="109535"/>
                  <a:pt x="807479" y="106326"/>
                  <a:pt x="808323" y="102779"/>
                </a:cubicBezTo>
                <a:lnTo>
                  <a:pt x="825214" y="42564"/>
                </a:lnTo>
                <a:lnTo>
                  <a:pt x="847510" y="42564"/>
                </a:lnTo>
                <a:lnTo>
                  <a:pt x="862458" y="103201"/>
                </a:lnTo>
                <a:cubicBezTo>
                  <a:pt x="862852" y="104834"/>
                  <a:pt x="863274" y="107959"/>
                  <a:pt x="863725" y="112576"/>
                </a:cubicBezTo>
                <a:lnTo>
                  <a:pt x="864316" y="112576"/>
                </a:lnTo>
                <a:cubicBezTo>
                  <a:pt x="864485" y="110155"/>
                  <a:pt x="864963" y="107030"/>
                  <a:pt x="865751" y="103201"/>
                </a:cubicBezTo>
                <a:lnTo>
                  <a:pt x="879179" y="42564"/>
                </a:lnTo>
                <a:lnTo>
                  <a:pt x="901222" y="42564"/>
                </a:lnTo>
                <a:close/>
                <a:moveTo>
                  <a:pt x="917281" y="48223"/>
                </a:moveTo>
                <a:cubicBezTo>
                  <a:pt x="921278" y="45914"/>
                  <a:pt x="926458" y="44042"/>
                  <a:pt x="932820" y="42607"/>
                </a:cubicBezTo>
                <a:cubicBezTo>
                  <a:pt x="939182" y="41171"/>
                  <a:pt x="944897" y="40453"/>
                  <a:pt x="949964" y="40453"/>
                </a:cubicBezTo>
                <a:cubicBezTo>
                  <a:pt x="973949" y="40453"/>
                  <a:pt x="985941" y="52614"/>
                  <a:pt x="985941" y="76937"/>
                </a:cubicBezTo>
                <a:lnTo>
                  <a:pt x="985941" y="131324"/>
                </a:lnTo>
                <a:lnTo>
                  <a:pt x="963476" y="131324"/>
                </a:lnTo>
                <a:lnTo>
                  <a:pt x="963476" y="118234"/>
                </a:lnTo>
                <a:lnTo>
                  <a:pt x="963054" y="118234"/>
                </a:lnTo>
                <a:cubicBezTo>
                  <a:pt x="957086" y="128425"/>
                  <a:pt x="948219" y="133520"/>
                  <a:pt x="936451" y="133520"/>
                </a:cubicBezTo>
                <a:cubicBezTo>
                  <a:pt x="927894" y="133520"/>
                  <a:pt x="921109" y="131113"/>
                  <a:pt x="916098" y="126299"/>
                </a:cubicBezTo>
                <a:cubicBezTo>
                  <a:pt x="911087" y="121486"/>
                  <a:pt x="908582" y="115025"/>
                  <a:pt x="908582" y="106917"/>
                </a:cubicBezTo>
                <a:cubicBezTo>
                  <a:pt x="908582" y="89971"/>
                  <a:pt x="918660" y="80146"/>
                  <a:pt x="938816" y="77443"/>
                </a:cubicBezTo>
                <a:lnTo>
                  <a:pt x="963561" y="74065"/>
                </a:lnTo>
                <a:cubicBezTo>
                  <a:pt x="963561" y="62749"/>
                  <a:pt x="958043" y="57090"/>
                  <a:pt x="947008" y="57090"/>
                </a:cubicBezTo>
                <a:cubicBezTo>
                  <a:pt x="936480" y="57090"/>
                  <a:pt x="926570" y="60384"/>
                  <a:pt x="917281" y="66971"/>
                </a:cubicBezTo>
                <a:lnTo>
                  <a:pt x="917281" y="48223"/>
                </a:lnTo>
                <a:moveTo>
                  <a:pt x="945910" y="90787"/>
                </a:moveTo>
                <a:cubicBezTo>
                  <a:pt x="935776" y="92082"/>
                  <a:pt x="930709" y="96614"/>
                  <a:pt x="930709" y="104384"/>
                </a:cubicBezTo>
                <a:cubicBezTo>
                  <a:pt x="930709" y="107875"/>
                  <a:pt x="931919" y="110718"/>
                  <a:pt x="934340" y="112914"/>
                </a:cubicBezTo>
                <a:cubicBezTo>
                  <a:pt x="936761" y="115109"/>
                  <a:pt x="940027" y="116207"/>
                  <a:pt x="944137" y="116207"/>
                </a:cubicBezTo>
                <a:cubicBezTo>
                  <a:pt x="949767" y="116207"/>
                  <a:pt x="954412" y="114223"/>
                  <a:pt x="958071" y="110253"/>
                </a:cubicBezTo>
                <a:cubicBezTo>
                  <a:pt x="961731" y="106284"/>
                  <a:pt x="963561" y="101287"/>
                  <a:pt x="963561" y="95263"/>
                </a:cubicBezTo>
                <a:lnTo>
                  <a:pt x="963561" y="88507"/>
                </a:lnTo>
                <a:lnTo>
                  <a:pt x="945910" y="90787"/>
                </a:lnTo>
                <a:close/>
                <a:moveTo>
                  <a:pt x="1063559" y="64269"/>
                </a:moveTo>
                <a:cubicBezTo>
                  <a:pt x="1060463" y="62411"/>
                  <a:pt x="1056662" y="61482"/>
                  <a:pt x="1052158" y="61482"/>
                </a:cubicBezTo>
                <a:cubicBezTo>
                  <a:pt x="1046246" y="61482"/>
                  <a:pt x="1041517" y="63889"/>
                  <a:pt x="1037970" y="68702"/>
                </a:cubicBezTo>
                <a:cubicBezTo>
                  <a:pt x="1034423" y="73516"/>
                  <a:pt x="1032649" y="79977"/>
                  <a:pt x="1032649" y="88084"/>
                </a:cubicBezTo>
                <a:lnTo>
                  <a:pt x="1032649" y="131324"/>
                </a:lnTo>
                <a:lnTo>
                  <a:pt x="1009087" y="131324"/>
                </a:lnTo>
                <a:lnTo>
                  <a:pt x="1009087" y="42564"/>
                </a:lnTo>
                <a:lnTo>
                  <a:pt x="1032649" y="42564"/>
                </a:lnTo>
                <a:lnTo>
                  <a:pt x="1032649" y="59624"/>
                </a:lnTo>
                <a:lnTo>
                  <a:pt x="1032903" y="59624"/>
                </a:lnTo>
                <a:cubicBezTo>
                  <a:pt x="1037238" y="47237"/>
                  <a:pt x="1045036" y="41044"/>
                  <a:pt x="1056296" y="41044"/>
                </a:cubicBezTo>
                <a:cubicBezTo>
                  <a:pt x="1059505" y="41044"/>
                  <a:pt x="1061926" y="41438"/>
                  <a:pt x="1063559" y="42226"/>
                </a:cubicBezTo>
                <a:lnTo>
                  <a:pt x="1063559" y="64269"/>
                </a:lnTo>
                <a:close/>
                <a:moveTo>
                  <a:pt x="1153643" y="93574"/>
                </a:moveTo>
                <a:lnTo>
                  <a:pt x="1094357" y="93574"/>
                </a:lnTo>
                <a:cubicBezTo>
                  <a:pt x="1095314" y="108663"/>
                  <a:pt x="1103872" y="116207"/>
                  <a:pt x="1120031" y="116207"/>
                </a:cubicBezTo>
                <a:cubicBezTo>
                  <a:pt x="1129884" y="116207"/>
                  <a:pt x="1138667" y="113617"/>
                  <a:pt x="1146380" y="108438"/>
                </a:cubicBezTo>
                <a:lnTo>
                  <a:pt x="1146380" y="126342"/>
                </a:lnTo>
                <a:cubicBezTo>
                  <a:pt x="1138160" y="131127"/>
                  <a:pt x="1127603" y="133520"/>
                  <a:pt x="1114710" y="133520"/>
                </a:cubicBezTo>
                <a:cubicBezTo>
                  <a:pt x="1100916" y="133520"/>
                  <a:pt x="1090177" y="129523"/>
                  <a:pt x="1082491" y="121528"/>
                </a:cubicBezTo>
                <a:cubicBezTo>
                  <a:pt x="1074806" y="113533"/>
                  <a:pt x="1070964" y="102357"/>
                  <a:pt x="1070964" y="88000"/>
                </a:cubicBezTo>
                <a:cubicBezTo>
                  <a:pt x="1070964" y="73924"/>
                  <a:pt x="1075088" y="62481"/>
                  <a:pt x="1083336" y="53670"/>
                </a:cubicBezTo>
                <a:cubicBezTo>
                  <a:pt x="1091584" y="44859"/>
                  <a:pt x="1101902" y="40453"/>
                  <a:pt x="1114288" y="40453"/>
                </a:cubicBezTo>
                <a:cubicBezTo>
                  <a:pt x="1126674" y="40453"/>
                  <a:pt x="1136330" y="44253"/>
                  <a:pt x="1143255" y="51854"/>
                </a:cubicBezTo>
                <a:cubicBezTo>
                  <a:pt x="1150180" y="59455"/>
                  <a:pt x="1153643" y="69899"/>
                  <a:pt x="1153643" y="83186"/>
                </a:cubicBezTo>
                <a:lnTo>
                  <a:pt x="1153643" y="93574"/>
                </a:lnTo>
                <a:moveTo>
                  <a:pt x="1131432" y="78119"/>
                </a:moveTo>
                <a:cubicBezTo>
                  <a:pt x="1131432" y="64043"/>
                  <a:pt x="1125633" y="57006"/>
                  <a:pt x="1114035" y="57006"/>
                </a:cubicBezTo>
                <a:cubicBezTo>
                  <a:pt x="1109193" y="57006"/>
                  <a:pt x="1104928" y="58920"/>
                  <a:pt x="1101240" y="62749"/>
                </a:cubicBezTo>
                <a:cubicBezTo>
                  <a:pt x="1097552" y="66577"/>
                  <a:pt x="1095258" y="71701"/>
                  <a:pt x="1094357" y="78119"/>
                </a:cubicBezTo>
                <a:lnTo>
                  <a:pt x="1131432" y="78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•Ukraine(24)">
            <a:extLst xmlns:a="http://schemas.openxmlformats.org/drawingml/2006/main">
              <a:ext uri="{FF2B5EF4-FFF2-40B4-BE49-F238E27FC236}">
                <a16:creationId xmlns:a16="http://schemas.microsoft.com/office/drawing/2014/main" id="{95F39BBC-0264-42AF-B3DA-8B3FD5B2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641" y="2572083"/>
            <a:ext cx="1105735" cy="159532"/>
          </a:xfrm>
          <a:custGeom xmlns:a="http://schemas.openxmlformats.org/drawingml/2006/main">
            <a:pathLst>
              <a:path w="1105735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16762" y="78541"/>
                </a:moveTo>
                <a:cubicBezTo>
                  <a:pt x="216762" y="115194"/>
                  <a:pt x="199815" y="133520"/>
                  <a:pt x="165921" y="133520"/>
                </a:cubicBezTo>
                <a:cubicBezTo>
                  <a:pt x="133322" y="133520"/>
                  <a:pt x="117023" y="115701"/>
                  <a:pt x="117023" y="80061"/>
                </a:cubicBezTo>
                <a:lnTo>
                  <a:pt x="117023" y="7010"/>
                </a:lnTo>
                <a:lnTo>
                  <a:pt x="141176" y="7010"/>
                </a:lnTo>
                <a:lnTo>
                  <a:pt x="141176" y="80061"/>
                </a:lnTo>
                <a:cubicBezTo>
                  <a:pt x="141176" y="101738"/>
                  <a:pt x="149847" y="112576"/>
                  <a:pt x="167188" y="112576"/>
                </a:cubicBezTo>
                <a:cubicBezTo>
                  <a:pt x="184191" y="112576"/>
                  <a:pt x="192693" y="102104"/>
                  <a:pt x="192693" y="81159"/>
                </a:cubicBezTo>
                <a:lnTo>
                  <a:pt x="192693" y="7010"/>
                </a:lnTo>
                <a:lnTo>
                  <a:pt x="216762" y="7010"/>
                </a:lnTo>
                <a:lnTo>
                  <a:pt x="216762" y="78541"/>
                </a:lnTo>
                <a:close/>
                <a:moveTo>
                  <a:pt x="326811" y="131324"/>
                </a:moveTo>
                <a:lnTo>
                  <a:pt x="297674" y="131324"/>
                </a:lnTo>
                <a:lnTo>
                  <a:pt x="266174" y="87662"/>
                </a:lnTo>
                <a:lnTo>
                  <a:pt x="265920" y="87662"/>
                </a:lnTo>
                <a:lnTo>
                  <a:pt x="265920" y="131324"/>
                </a:lnTo>
                <a:lnTo>
                  <a:pt x="242358" y="131324"/>
                </a:lnTo>
                <a:lnTo>
                  <a:pt x="242358" y="0"/>
                </a:lnTo>
                <a:lnTo>
                  <a:pt x="265920" y="0"/>
                </a:lnTo>
                <a:lnTo>
                  <a:pt x="265920" y="83524"/>
                </a:lnTo>
                <a:lnTo>
                  <a:pt x="266174" y="83524"/>
                </a:lnTo>
                <a:lnTo>
                  <a:pt x="295817" y="42564"/>
                </a:lnTo>
                <a:lnTo>
                  <a:pt x="324277" y="42564"/>
                </a:lnTo>
                <a:lnTo>
                  <a:pt x="289736" y="84622"/>
                </a:lnTo>
                <a:lnTo>
                  <a:pt x="326811" y="131324"/>
                </a:lnTo>
                <a:close/>
                <a:moveTo>
                  <a:pt x="392304" y="64269"/>
                </a:moveTo>
                <a:cubicBezTo>
                  <a:pt x="389208" y="62411"/>
                  <a:pt x="385407" y="61482"/>
                  <a:pt x="380903" y="61482"/>
                </a:cubicBezTo>
                <a:cubicBezTo>
                  <a:pt x="374991" y="61482"/>
                  <a:pt x="370262" y="63889"/>
                  <a:pt x="366715" y="68702"/>
                </a:cubicBezTo>
                <a:cubicBezTo>
                  <a:pt x="363168" y="73516"/>
                  <a:pt x="361394" y="79977"/>
                  <a:pt x="361394" y="88084"/>
                </a:cubicBezTo>
                <a:lnTo>
                  <a:pt x="361394" y="131324"/>
                </a:lnTo>
                <a:lnTo>
                  <a:pt x="337832" y="131324"/>
                </a:lnTo>
                <a:lnTo>
                  <a:pt x="337832" y="42564"/>
                </a:lnTo>
                <a:lnTo>
                  <a:pt x="361394" y="42564"/>
                </a:lnTo>
                <a:lnTo>
                  <a:pt x="361394" y="59624"/>
                </a:lnTo>
                <a:lnTo>
                  <a:pt x="361648" y="59624"/>
                </a:lnTo>
                <a:cubicBezTo>
                  <a:pt x="365983" y="47237"/>
                  <a:pt x="373781" y="41044"/>
                  <a:pt x="385041" y="41044"/>
                </a:cubicBezTo>
                <a:cubicBezTo>
                  <a:pt x="388250" y="41044"/>
                  <a:pt x="390671" y="41438"/>
                  <a:pt x="392304" y="42226"/>
                </a:cubicBezTo>
                <a:lnTo>
                  <a:pt x="392304" y="64269"/>
                </a:lnTo>
                <a:close/>
                <a:moveTo>
                  <a:pt x="408089" y="48223"/>
                </a:moveTo>
                <a:cubicBezTo>
                  <a:pt x="412086" y="45914"/>
                  <a:pt x="417266" y="44042"/>
                  <a:pt x="423628" y="42607"/>
                </a:cubicBezTo>
                <a:cubicBezTo>
                  <a:pt x="429990" y="41171"/>
                  <a:pt x="435705" y="40453"/>
                  <a:pt x="440772" y="40453"/>
                </a:cubicBezTo>
                <a:cubicBezTo>
                  <a:pt x="464757" y="40453"/>
                  <a:pt x="476749" y="52614"/>
                  <a:pt x="476749" y="76937"/>
                </a:cubicBezTo>
                <a:lnTo>
                  <a:pt x="476749" y="131324"/>
                </a:lnTo>
                <a:lnTo>
                  <a:pt x="454284" y="131324"/>
                </a:lnTo>
                <a:lnTo>
                  <a:pt x="454284" y="118234"/>
                </a:lnTo>
                <a:lnTo>
                  <a:pt x="453862" y="118234"/>
                </a:lnTo>
                <a:cubicBezTo>
                  <a:pt x="447894" y="128425"/>
                  <a:pt x="439027" y="133520"/>
                  <a:pt x="427260" y="133520"/>
                </a:cubicBezTo>
                <a:cubicBezTo>
                  <a:pt x="418702" y="133520"/>
                  <a:pt x="411917" y="131113"/>
                  <a:pt x="406906" y="126299"/>
                </a:cubicBezTo>
                <a:cubicBezTo>
                  <a:pt x="401896" y="121486"/>
                  <a:pt x="399390" y="115025"/>
                  <a:pt x="399390" y="106917"/>
                </a:cubicBezTo>
                <a:cubicBezTo>
                  <a:pt x="399390" y="89971"/>
                  <a:pt x="409468" y="80146"/>
                  <a:pt x="429624" y="77443"/>
                </a:cubicBezTo>
                <a:lnTo>
                  <a:pt x="454369" y="74065"/>
                </a:lnTo>
                <a:cubicBezTo>
                  <a:pt x="454369" y="62749"/>
                  <a:pt x="448851" y="57090"/>
                  <a:pt x="437816" y="57090"/>
                </a:cubicBezTo>
                <a:cubicBezTo>
                  <a:pt x="427288" y="57090"/>
                  <a:pt x="417379" y="60384"/>
                  <a:pt x="408089" y="66971"/>
                </a:cubicBezTo>
                <a:lnTo>
                  <a:pt x="408089" y="48223"/>
                </a:lnTo>
                <a:moveTo>
                  <a:pt x="436718" y="90787"/>
                </a:moveTo>
                <a:cubicBezTo>
                  <a:pt x="426584" y="92082"/>
                  <a:pt x="421517" y="96614"/>
                  <a:pt x="421517" y="104384"/>
                </a:cubicBezTo>
                <a:cubicBezTo>
                  <a:pt x="421517" y="107875"/>
                  <a:pt x="422727" y="110718"/>
                  <a:pt x="425148" y="112914"/>
                </a:cubicBezTo>
                <a:cubicBezTo>
                  <a:pt x="427569" y="115109"/>
                  <a:pt x="430835" y="116207"/>
                  <a:pt x="434945" y="116207"/>
                </a:cubicBezTo>
                <a:cubicBezTo>
                  <a:pt x="440575" y="116207"/>
                  <a:pt x="445220" y="114223"/>
                  <a:pt x="448879" y="110253"/>
                </a:cubicBezTo>
                <a:cubicBezTo>
                  <a:pt x="452539" y="106284"/>
                  <a:pt x="454369" y="101287"/>
                  <a:pt x="454369" y="95263"/>
                </a:cubicBezTo>
                <a:lnTo>
                  <a:pt x="454369" y="88507"/>
                </a:lnTo>
                <a:lnTo>
                  <a:pt x="436718" y="90787"/>
                </a:lnTo>
                <a:close/>
                <a:moveTo>
                  <a:pt x="497698" y="13344"/>
                </a:moveTo>
                <a:cubicBezTo>
                  <a:pt x="497698" y="9740"/>
                  <a:pt x="498979" y="6728"/>
                  <a:pt x="501541" y="4307"/>
                </a:cubicBezTo>
                <a:cubicBezTo>
                  <a:pt x="504103" y="1886"/>
                  <a:pt x="507411" y="676"/>
                  <a:pt x="511464" y="676"/>
                </a:cubicBezTo>
                <a:cubicBezTo>
                  <a:pt x="515405" y="676"/>
                  <a:pt x="518699" y="1872"/>
                  <a:pt x="521345" y="4265"/>
                </a:cubicBezTo>
                <a:cubicBezTo>
                  <a:pt x="523992" y="6658"/>
                  <a:pt x="525315" y="9684"/>
                  <a:pt x="525315" y="13344"/>
                </a:cubicBezTo>
                <a:cubicBezTo>
                  <a:pt x="525315" y="17003"/>
                  <a:pt x="524006" y="20044"/>
                  <a:pt x="521388" y="22464"/>
                </a:cubicBezTo>
                <a:cubicBezTo>
                  <a:pt x="518770" y="24885"/>
                  <a:pt x="515462" y="26096"/>
                  <a:pt x="511464" y="26096"/>
                </a:cubicBezTo>
                <a:cubicBezTo>
                  <a:pt x="507467" y="26096"/>
                  <a:pt x="504173" y="24857"/>
                  <a:pt x="501583" y="22380"/>
                </a:cubicBezTo>
                <a:cubicBezTo>
                  <a:pt x="498993" y="19903"/>
                  <a:pt x="497698" y="16891"/>
                  <a:pt x="497698" y="13344"/>
                </a:cubicBezTo>
                <a:moveTo>
                  <a:pt x="499556" y="131324"/>
                </a:moveTo>
                <a:lnTo>
                  <a:pt x="499556" y="42564"/>
                </a:lnTo>
                <a:lnTo>
                  <a:pt x="523034" y="42564"/>
                </a:lnTo>
                <a:lnTo>
                  <a:pt x="523034" y="131324"/>
                </a:lnTo>
                <a:lnTo>
                  <a:pt x="499556" y="131324"/>
                </a:lnTo>
                <a:close/>
                <a:moveTo>
                  <a:pt x="628766" y="131324"/>
                </a:moveTo>
                <a:lnTo>
                  <a:pt x="605288" y="131324"/>
                </a:lnTo>
                <a:lnTo>
                  <a:pt x="605288" y="81582"/>
                </a:lnTo>
                <a:cubicBezTo>
                  <a:pt x="605288" y="66380"/>
                  <a:pt x="599798" y="58779"/>
                  <a:pt x="588819" y="58779"/>
                </a:cubicBezTo>
                <a:cubicBezTo>
                  <a:pt x="583302" y="58779"/>
                  <a:pt x="578812" y="60848"/>
                  <a:pt x="575349" y="64987"/>
                </a:cubicBezTo>
                <a:cubicBezTo>
                  <a:pt x="571887" y="69125"/>
                  <a:pt x="570155" y="74375"/>
                  <a:pt x="570155" y="80737"/>
                </a:cubicBezTo>
                <a:lnTo>
                  <a:pt x="570155" y="131324"/>
                </a:lnTo>
                <a:lnTo>
                  <a:pt x="546593" y="131324"/>
                </a:lnTo>
                <a:lnTo>
                  <a:pt x="546593" y="42564"/>
                </a:lnTo>
                <a:lnTo>
                  <a:pt x="570155" y="42564"/>
                </a:lnTo>
                <a:lnTo>
                  <a:pt x="570155" y="56837"/>
                </a:lnTo>
                <a:lnTo>
                  <a:pt x="570409" y="56837"/>
                </a:lnTo>
                <a:cubicBezTo>
                  <a:pt x="576940" y="45914"/>
                  <a:pt x="586539" y="40453"/>
                  <a:pt x="599207" y="40453"/>
                </a:cubicBezTo>
                <a:cubicBezTo>
                  <a:pt x="618913" y="40453"/>
                  <a:pt x="628766" y="52642"/>
                  <a:pt x="628766" y="77021"/>
                </a:cubicBezTo>
                <a:lnTo>
                  <a:pt x="628766" y="131324"/>
                </a:lnTo>
                <a:close/>
                <a:moveTo>
                  <a:pt x="729028" y="93574"/>
                </a:moveTo>
                <a:lnTo>
                  <a:pt x="669742" y="93574"/>
                </a:lnTo>
                <a:cubicBezTo>
                  <a:pt x="670699" y="108663"/>
                  <a:pt x="679257" y="116207"/>
                  <a:pt x="695415" y="116207"/>
                </a:cubicBezTo>
                <a:cubicBezTo>
                  <a:pt x="705268" y="116207"/>
                  <a:pt x="714051" y="113617"/>
                  <a:pt x="721765" y="108438"/>
                </a:cubicBezTo>
                <a:lnTo>
                  <a:pt x="721765" y="126342"/>
                </a:lnTo>
                <a:cubicBezTo>
                  <a:pt x="713545" y="131127"/>
                  <a:pt x="702988" y="133520"/>
                  <a:pt x="690095" y="133520"/>
                </a:cubicBezTo>
                <a:cubicBezTo>
                  <a:pt x="676301" y="133520"/>
                  <a:pt x="665561" y="129523"/>
                  <a:pt x="657876" y="121528"/>
                </a:cubicBezTo>
                <a:cubicBezTo>
                  <a:pt x="650191" y="113533"/>
                  <a:pt x="646348" y="102357"/>
                  <a:pt x="646348" y="88000"/>
                </a:cubicBezTo>
                <a:cubicBezTo>
                  <a:pt x="646348" y="73924"/>
                  <a:pt x="650472" y="62481"/>
                  <a:pt x="658721" y="53670"/>
                </a:cubicBezTo>
                <a:cubicBezTo>
                  <a:pt x="666969" y="44859"/>
                  <a:pt x="677286" y="40453"/>
                  <a:pt x="689673" y="40453"/>
                </a:cubicBezTo>
                <a:cubicBezTo>
                  <a:pt x="702059" y="40453"/>
                  <a:pt x="711715" y="44253"/>
                  <a:pt x="718640" y="51854"/>
                </a:cubicBezTo>
                <a:cubicBezTo>
                  <a:pt x="725565" y="59455"/>
                  <a:pt x="729028" y="69899"/>
                  <a:pt x="729028" y="83186"/>
                </a:cubicBezTo>
                <a:lnTo>
                  <a:pt x="729028" y="93574"/>
                </a:lnTo>
                <a:moveTo>
                  <a:pt x="706817" y="78119"/>
                </a:moveTo>
                <a:cubicBezTo>
                  <a:pt x="706817" y="64043"/>
                  <a:pt x="701017" y="57006"/>
                  <a:pt x="689419" y="57006"/>
                </a:cubicBezTo>
                <a:cubicBezTo>
                  <a:pt x="684577" y="57006"/>
                  <a:pt x="680312" y="58920"/>
                  <a:pt x="676625" y="62749"/>
                </a:cubicBezTo>
                <a:cubicBezTo>
                  <a:pt x="672937" y="66577"/>
                  <a:pt x="670643" y="71701"/>
                  <a:pt x="669742" y="78119"/>
                </a:cubicBezTo>
                <a:lnTo>
                  <a:pt x="706817" y="78119"/>
                </a:lnTo>
                <a:close/>
                <a:moveTo>
                  <a:pt x="836308" y="159532"/>
                </a:moveTo>
                <a:cubicBezTo>
                  <a:pt x="817841" y="139038"/>
                  <a:pt x="808607" y="113814"/>
                  <a:pt x="808607" y="83862"/>
                </a:cubicBezTo>
                <a:cubicBezTo>
                  <a:pt x="808607" y="54528"/>
                  <a:pt x="817841" y="28911"/>
                  <a:pt x="836308" y="7010"/>
                </a:cubicBezTo>
                <a:lnTo>
                  <a:pt x="855732" y="7010"/>
                </a:lnTo>
                <a:cubicBezTo>
                  <a:pt x="838053" y="29812"/>
                  <a:pt x="829214" y="55401"/>
                  <a:pt x="829214" y="83777"/>
                </a:cubicBezTo>
                <a:cubicBezTo>
                  <a:pt x="829214" y="111928"/>
                  <a:pt x="838053" y="137180"/>
                  <a:pt x="855732" y="159532"/>
                </a:cubicBezTo>
                <a:lnTo>
                  <a:pt x="836308" y="159532"/>
                </a:lnTo>
                <a:close/>
                <a:moveTo>
                  <a:pt x="893195" y="111478"/>
                </a:moveTo>
                <a:lnTo>
                  <a:pt x="945894" y="111478"/>
                </a:lnTo>
                <a:lnTo>
                  <a:pt x="945894" y="131324"/>
                </a:lnTo>
                <a:lnTo>
                  <a:pt x="868282" y="131324"/>
                </a:lnTo>
                <a:lnTo>
                  <a:pt x="868282" y="121950"/>
                </a:lnTo>
                <a:cubicBezTo>
                  <a:pt x="868282" y="115250"/>
                  <a:pt x="869422" y="109071"/>
                  <a:pt x="871702" y="103413"/>
                </a:cubicBezTo>
                <a:cubicBezTo>
                  <a:pt x="873982" y="97754"/>
                  <a:pt x="877248" y="92462"/>
                  <a:pt x="881499" y="87535"/>
                </a:cubicBezTo>
                <a:cubicBezTo>
                  <a:pt x="885749" y="82609"/>
                  <a:pt x="894687" y="75051"/>
                  <a:pt x="908312" y="64860"/>
                </a:cubicBezTo>
                <a:cubicBezTo>
                  <a:pt x="913605" y="60919"/>
                  <a:pt x="917405" y="57146"/>
                  <a:pt x="919714" y="53543"/>
                </a:cubicBezTo>
                <a:cubicBezTo>
                  <a:pt x="922022" y="49940"/>
                  <a:pt x="923176" y="45914"/>
                  <a:pt x="923176" y="41466"/>
                </a:cubicBezTo>
                <a:cubicBezTo>
                  <a:pt x="923176" y="35949"/>
                  <a:pt x="921558" y="31656"/>
                  <a:pt x="918320" y="28587"/>
                </a:cubicBezTo>
                <a:cubicBezTo>
                  <a:pt x="915083" y="25519"/>
                  <a:pt x="910058" y="23985"/>
                  <a:pt x="903245" y="23985"/>
                </a:cubicBezTo>
                <a:cubicBezTo>
                  <a:pt x="892604" y="23985"/>
                  <a:pt x="882385" y="28207"/>
                  <a:pt x="872589" y="36653"/>
                </a:cubicBezTo>
                <a:lnTo>
                  <a:pt x="872589" y="15455"/>
                </a:lnTo>
                <a:cubicBezTo>
                  <a:pt x="882611" y="8473"/>
                  <a:pt x="893955" y="4983"/>
                  <a:pt x="906623" y="4983"/>
                </a:cubicBezTo>
                <a:cubicBezTo>
                  <a:pt x="919460" y="4983"/>
                  <a:pt x="929383" y="8107"/>
                  <a:pt x="936393" y="14357"/>
                </a:cubicBezTo>
                <a:cubicBezTo>
                  <a:pt x="943403" y="20607"/>
                  <a:pt x="946907" y="29249"/>
                  <a:pt x="946907" y="40284"/>
                </a:cubicBezTo>
                <a:cubicBezTo>
                  <a:pt x="946907" y="45971"/>
                  <a:pt x="945993" y="51010"/>
                  <a:pt x="944163" y="55401"/>
                </a:cubicBezTo>
                <a:cubicBezTo>
                  <a:pt x="942333" y="59793"/>
                  <a:pt x="939912" y="63776"/>
                  <a:pt x="936900" y="67351"/>
                </a:cubicBezTo>
                <a:cubicBezTo>
                  <a:pt x="933888" y="70926"/>
                  <a:pt x="930425" y="74248"/>
                  <a:pt x="926512" y="77317"/>
                </a:cubicBezTo>
                <a:cubicBezTo>
                  <a:pt x="922599" y="80385"/>
                  <a:pt x="918588" y="83439"/>
                  <a:pt x="914478" y="86480"/>
                </a:cubicBezTo>
                <a:cubicBezTo>
                  <a:pt x="906877" y="92110"/>
                  <a:pt x="901430" y="96924"/>
                  <a:pt x="898136" y="100921"/>
                </a:cubicBezTo>
                <a:cubicBezTo>
                  <a:pt x="894842" y="104919"/>
                  <a:pt x="893195" y="108438"/>
                  <a:pt x="893195" y="111478"/>
                </a:cubicBezTo>
                <a:close/>
                <a:moveTo>
                  <a:pt x="1037343" y="7010"/>
                </a:moveTo>
                <a:lnTo>
                  <a:pt x="1037343" y="86649"/>
                </a:lnTo>
                <a:lnTo>
                  <a:pt x="1052206" y="86649"/>
                </a:lnTo>
                <a:lnTo>
                  <a:pt x="1052206" y="103877"/>
                </a:lnTo>
                <a:lnTo>
                  <a:pt x="1037343" y="103877"/>
                </a:lnTo>
                <a:lnTo>
                  <a:pt x="1037343" y="131324"/>
                </a:lnTo>
                <a:lnTo>
                  <a:pt x="1015554" y="131324"/>
                </a:lnTo>
                <a:lnTo>
                  <a:pt x="1015554" y="103877"/>
                </a:lnTo>
                <a:lnTo>
                  <a:pt x="961419" y="103877"/>
                </a:lnTo>
                <a:lnTo>
                  <a:pt x="961419" y="85720"/>
                </a:lnTo>
                <a:cubicBezTo>
                  <a:pt x="972736" y="72770"/>
                  <a:pt x="983236" y="59244"/>
                  <a:pt x="992920" y="45140"/>
                </a:cubicBezTo>
                <a:cubicBezTo>
                  <a:pt x="1002604" y="31036"/>
                  <a:pt x="1010008" y="18326"/>
                  <a:pt x="1015131" y="7010"/>
                </a:cubicBezTo>
                <a:lnTo>
                  <a:pt x="1037343" y="7010"/>
                </a:lnTo>
                <a:moveTo>
                  <a:pt x="981435" y="86649"/>
                </a:moveTo>
                <a:lnTo>
                  <a:pt x="1015554" y="86649"/>
                </a:lnTo>
                <a:lnTo>
                  <a:pt x="1015554" y="38511"/>
                </a:lnTo>
                <a:cubicBezTo>
                  <a:pt x="1012119" y="44647"/>
                  <a:pt x="1007249" y="52234"/>
                  <a:pt x="1000943" y="61271"/>
                </a:cubicBezTo>
                <a:cubicBezTo>
                  <a:pt x="994638" y="70307"/>
                  <a:pt x="988135" y="78766"/>
                  <a:pt x="981435" y="86649"/>
                </a:cubicBezTo>
                <a:close/>
                <a:moveTo>
                  <a:pt x="1058357" y="159532"/>
                </a:moveTo>
                <a:cubicBezTo>
                  <a:pt x="1076148" y="137574"/>
                  <a:pt x="1085044" y="112322"/>
                  <a:pt x="1085044" y="83777"/>
                </a:cubicBezTo>
                <a:cubicBezTo>
                  <a:pt x="1085044" y="55514"/>
                  <a:pt x="1076148" y="29924"/>
                  <a:pt x="1058357" y="7010"/>
                </a:cubicBezTo>
                <a:lnTo>
                  <a:pt x="1077950" y="7010"/>
                </a:lnTo>
                <a:cubicBezTo>
                  <a:pt x="1096473" y="29024"/>
                  <a:pt x="1105735" y="54641"/>
                  <a:pt x="1105735" y="83862"/>
                </a:cubicBezTo>
                <a:cubicBezTo>
                  <a:pt x="1105735" y="113589"/>
                  <a:pt x="1096445" y="138812"/>
                  <a:pt x="1077866" y="159532"/>
                </a:cubicBezTo>
                <a:lnTo>
                  <a:pt x="1058357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•Lazarus(10)">
            <a:extLst xmlns:a="http://schemas.openxmlformats.org/drawingml/2006/main">
              <a:ext uri="{FF2B5EF4-FFF2-40B4-BE49-F238E27FC236}">
                <a16:creationId xmlns:a16="http://schemas.microsoft.com/office/drawing/2014/main" id="{F83E2D33-64AB-4750-B6CA-4BB43166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641" y="2783865"/>
            <a:ext cx="1088807" cy="154549"/>
          </a:xfrm>
          <a:custGeom xmlns:a="http://schemas.openxmlformats.org/drawingml/2006/main">
            <a:pathLst>
              <a:path w="1088807" h="154549">
                <a:moveTo>
                  <a:pt x="0" y="65662"/>
                </a:moveTo>
                <a:cubicBezTo>
                  <a:pt x="0" y="59738"/>
                  <a:pt x="2097" y="54689"/>
                  <a:pt x="6292" y="50516"/>
                </a:cubicBezTo>
                <a:cubicBezTo>
                  <a:pt x="10486" y="46341"/>
                  <a:pt x="15511" y="44253"/>
                  <a:pt x="21367" y="44253"/>
                </a:cubicBezTo>
                <a:cubicBezTo>
                  <a:pt x="27278" y="44253"/>
                  <a:pt x="32331" y="46341"/>
                  <a:pt x="36526" y="50516"/>
                </a:cubicBezTo>
                <a:cubicBezTo>
                  <a:pt x="40720" y="54689"/>
                  <a:pt x="42818" y="59738"/>
                  <a:pt x="42818" y="65662"/>
                </a:cubicBezTo>
                <a:cubicBezTo>
                  <a:pt x="42818" y="71586"/>
                  <a:pt x="40720" y="76650"/>
                  <a:pt x="36526" y="80853"/>
                </a:cubicBezTo>
                <a:cubicBezTo>
                  <a:pt x="32331" y="85055"/>
                  <a:pt x="27278" y="87155"/>
                  <a:pt x="21367" y="87155"/>
                </a:cubicBezTo>
                <a:cubicBezTo>
                  <a:pt x="15511" y="87155"/>
                  <a:pt x="10486" y="85055"/>
                  <a:pt x="6292" y="80853"/>
                </a:cubicBezTo>
                <a:cubicBezTo>
                  <a:pt x="2097" y="76650"/>
                  <a:pt x="0" y="71586"/>
                  <a:pt x="0" y="65662"/>
                </a:cubicBezTo>
                <a:close/>
                <a:moveTo>
                  <a:pt x="189483" y="126342"/>
                </a:moveTo>
                <a:lnTo>
                  <a:pt x="118374" y="126342"/>
                </a:lnTo>
                <a:lnTo>
                  <a:pt x="118374" y="2027"/>
                </a:lnTo>
                <a:lnTo>
                  <a:pt x="142443" y="2027"/>
                </a:lnTo>
                <a:lnTo>
                  <a:pt x="142443" y="106411"/>
                </a:lnTo>
                <a:lnTo>
                  <a:pt x="189483" y="106411"/>
                </a:lnTo>
                <a:lnTo>
                  <a:pt x="189483" y="126342"/>
                </a:lnTo>
                <a:close/>
                <a:moveTo>
                  <a:pt x="206591" y="43240"/>
                </a:moveTo>
                <a:cubicBezTo>
                  <a:pt x="210588" y="40932"/>
                  <a:pt x="215768" y="39059"/>
                  <a:pt x="222130" y="37624"/>
                </a:cubicBezTo>
                <a:cubicBezTo>
                  <a:pt x="228492" y="36188"/>
                  <a:pt x="234207" y="35470"/>
                  <a:pt x="239274" y="35470"/>
                </a:cubicBezTo>
                <a:cubicBezTo>
                  <a:pt x="263259" y="35470"/>
                  <a:pt x="275251" y="47631"/>
                  <a:pt x="275251" y="71954"/>
                </a:cubicBezTo>
                <a:lnTo>
                  <a:pt x="275251" y="126342"/>
                </a:lnTo>
                <a:lnTo>
                  <a:pt x="252787" y="126342"/>
                </a:lnTo>
                <a:lnTo>
                  <a:pt x="252787" y="113251"/>
                </a:lnTo>
                <a:lnTo>
                  <a:pt x="252364" y="113251"/>
                </a:lnTo>
                <a:cubicBezTo>
                  <a:pt x="246396" y="123442"/>
                  <a:pt x="237529" y="128537"/>
                  <a:pt x="225762" y="128537"/>
                </a:cubicBezTo>
                <a:cubicBezTo>
                  <a:pt x="217204" y="128537"/>
                  <a:pt x="210419" y="126130"/>
                  <a:pt x="205409" y="121317"/>
                </a:cubicBezTo>
                <a:cubicBezTo>
                  <a:pt x="200398" y="116503"/>
                  <a:pt x="197892" y="110042"/>
                  <a:pt x="197892" y="101935"/>
                </a:cubicBezTo>
                <a:cubicBezTo>
                  <a:pt x="197892" y="84988"/>
                  <a:pt x="207970" y="75163"/>
                  <a:pt x="228126" y="72461"/>
                </a:cubicBezTo>
                <a:lnTo>
                  <a:pt x="252871" y="69082"/>
                </a:lnTo>
                <a:cubicBezTo>
                  <a:pt x="252871" y="57766"/>
                  <a:pt x="247354" y="52107"/>
                  <a:pt x="236318" y="52107"/>
                </a:cubicBezTo>
                <a:cubicBezTo>
                  <a:pt x="225790" y="52107"/>
                  <a:pt x="215881" y="55401"/>
                  <a:pt x="206591" y="61988"/>
                </a:cubicBezTo>
                <a:lnTo>
                  <a:pt x="206591" y="43240"/>
                </a:lnTo>
                <a:moveTo>
                  <a:pt x="235221" y="85804"/>
                </a:moveTo>
                <a:cubicBezTo>
                  <a:pt x="225086" y="87099"/>
                  <a:pt x="220019" y="91631"/>
                  <a:pt x="220019" y="99401"/>
                </a:cubicBezTo>
                <a:cubicBezTo>
                  <a:pt x="220019" y="102892"/>
                  <a:pt x="221229" y="105735"/>
                  <a:pt x="223650" y="107931"/>
                </a:cubicBezTo>
                <a:cubicBezTo>
                  <a:pt x="226071" y="110127"/>
                  <a:pt x="229337" y="111225"/>
                  <a:pt x="233447" y="111225"/>
                </a:cubicBezTo>
                <a:cubicBezTo>
                  <a:pt x="239077" y="111225"/>
                  <a:pt x="243722" y="109240"/>
                  <a:pt x="247382" y="105271"/>
                </a:cubicBezTo>
                <a:cubicBezTo>
                  <a:pt x="251041" y="101301"/>
                  <a:pt x="252871" y="96304"/>
                  <a:pt x="252871" y="90280"/>
                </a:cubicBezTo>
                <a:lnTo>
                  <a:pt x="252871" y="83524"/>
                </a:lnTo>
                <a:lnTo>
                  <a:pt x="235221" y="85804"/>
                </a:lnTo>
                <a:close/>
                <a:moveTo>
                  <a:pt x="366129" y="126342"/>
                </a:moveTo>
                <a:lnTo>
                  <a:pt x="288516" y="126342"/>
                </a:lnTo>
                <a:lnTo>
                  <a:pt x="288516" y="117052"/>
                </a:lnTo>
                <a:lnTo>
                  <a:pt x="335303" y="55486"/>
                </a:lnTo>
                <a:lnTo>
                  <a:pt x="292992" y="55486"/>
                </a:lnTo>
                <a:lnTo>
                  <a:pt x="292992" y="37582"/>
                </a:lnTo>
                <a:lnTo>
                  <a:pt x="365960" y="37582"/>
                </a:lnTo>
                <a:lnTo>
                  <a:pt x="365960" y="48476"/>
                </a:lnTo>
                <a:lnTo>
                  <a:pt x="320777" y="108438"/>
                </a:lnTo>
                <a:lnTo>
                  <a:pt x="366129" y="108438"/>
                </a:lnTo>
                <a:lnTo>
                  <a:pt x="366129" y="126342"/>
                </a:lnTo>
                <a:close/>
                <a:moveTo>
                  <a:pt x="383184" y="43240"/>
                </a:moveTo>
                <a:cubicBezTo>
                  <a:pt x="387181" y="40932"/>
                  <a:pt x="392361" y="39059"/>
                  <a:pt x="398723" y="37624"/>
                </a:cubicBezTo>
                <a:cubicBezTo>
                  <a:pt x="405085" y="36188"/>
                  <a:pt x="410800" y="35470"/>
                  <a:pt x="415867" y="35470"/>
                </a:cubicBezTo>
                <a:cubicBezTo>
                  <a:pt x="439852" y="35470"/>
                  <a:pt x="451844" y="47631"/>
                  <a:pt x="451844" y="71954"/>
                </a:cubicBezTo>
                <a:lnTo>
                  <a:pt x="451844" y="126342"/>
                </a:lnTo>
                <a:lnTo>
                  <a:pt x="429379" y="126342"/>
                </a:lnTo>
                <a:lnTo>
                  <a:pt x="429379" y="113251"/>
                </a:lnTo>
                <a:lnTo>
                  <a:pt x="428957" y="113251"/>
                </a:lnTo>
                <a:cubicBezTo>
                  <a:pt x="422989" y="123442"/>
                  <a:pt x="414122" y="128537"/>
                  <a:pt x="402354" y="128537"/>
                </a:cubicBezTo>
                <a:cubicBezTo>
                  <a:pt x="393797" y="128537"/>
                  <a:pt x="387012" y="126130"/>
                  <a:pt x="382001" y="121317"/>
                </a:cubicBezTo>
                <a:cubicBezTo>
                  <a:pt x="376990" y="116503"/>
                  <a:pt x="374485" y="110042"/>
                  <a:pt x="374485" y="101935"/>
                </a:cubicBezTo>
                <a:cubicBezTo>
                  <a:pt x="374485" y="84988"/>
                  <a:pt x="384563" y="75163"/>
                  <a:pt x="404719" y="72461"/>
                </a:cubicBezTo>
                <a:lnTo>
                  <a:pt x="429464" y="69082"/>
                </a:lnTo>
                <a:cubicBezTo>
                  <a:pt x="429464" y="57766"/>
                  <a:pt x="423946" y="52107"/>
                  <a:pt x="412911" y="52107"/>
                </a:cubicBezTo>
                <a:cubicBezTo>
                  <a:pt x="402383" y="52107"/>
                  <a:pt x="392473" y="55401"/>
                  <a:pt x="383184" y="61988"/>
                </a:cubicBezTo>
                <a:lnTo>
                  <a:pt x="383184" y="43240"/>
                </a:lnTo>
                <a:moveTo>
                  <a:pt x="411813" y="85804"/>
                </a:moveTo>
                <a:cubicBezTo>
                  <a:pt x="401679" y="87099"/>
                  <a:pt x="396612" y="91631"/>
                  <a:pt x="396612" y="99401"/>
                </a:cubicBezTo>
                <a:cubicBezTo>
                  <a:pt x="396612" y="102892"/>
                  <a:pt x="397822" y="105735"/>
                  <a:pt x="400243" y="107931"/>
                </a:cubicBezTo>
                <a:cubicBezTo>
                  <a:pt x="402664" y="110127"/>
                  <a:pt x="405930" y="111225"/>
                  <a:pt x="410040" y="111225"/>
                </a:cubicBezTo>
                <a:cubicBezTo>
                  <a:pt x="415670" y="111225"/>
                  <a:pt x="420315" y="109240"/>
                  <a:pt x="423974" y="105271"/>
                </a:cubicBezTo>
                <a:cubicBezTo>
                  <a:pt x="427634" y="101301"/>
                  <a:pt x="429464" y="96304"/>
                  <a:pt x="429464" y="90280"/>
                </a:cubicBezTo>
                <a:lnTo>
                  <a:pt x="429464" y="83524"/>
                </a:lnTo>
                <a:lnTo>
                  <a:pt x="411813" y="85804"/>
                </a:lnTo>
                <a:close/>
                <a:moveTo>
                  <a:pt x="529461" y="59286"/>
                </a:moveTo>
                <a:cubicBezTo>
                  <a:pt x="526364" y="57428"/>
                  <a:pt x="522564" y="56499"/>
                  <a:pt x="518060" y="56499"/>
                </a:cubicBezTo>
                <a:cubicBezTo>
                  <a:pt x="512148" y="56499"/>
                  <a:pt x="507419" y="58906"/>
                  <a:pt x="503872" y="63720"/>
                </a:cubicBezTo>
                <a:cubicBezTo>
                  <a:pt x="500325" y="68534"/>
                  <a:pt x="498551" y="74994"/>
                  <a:pt x="498551" y="83102"/>
                </a:cubicBezTo>
                <a:lnTo>
                  <a:pt x="498551" y="126342"/>
                </a:lnTo>
                <a:lnTo>
                  <a:pt x="474989" y="126342"/>
                </a:lnTo>
                <a:lnTo>
                  <a:pt x="474989" y="37582"/>
                </a:lnTo>
                <a:lnTo>
                  <a:pt x="498551" y="37582"/>
                </a:lnTo>
                <a:lnTo>
                  <a:pt x="498551" y="54641"/>
                </a:lnTo>
                <a:lnTo>
                  <a:pt x="498805" y="54641"/>
                </a:lnTo>
                <a:cubicBezTo>
                  <a:pt x="503140" y="42255"/>
                  <a:pt x="510938" y="36061"/>
                  <a:pt x="522198" y="36061"/>
                </a:cubicBezTo>
                <a:cubicBezTo>
                  <a:pt x="525407" y="36061"/>
                  <a:pt x="527828" y="36456"/>
                  <a:pt x="529461" y="37244"/>
                </a:cubicBezTo>
                <a:lnTo>
                  <a:pt x="529461" y="59286"/>
                </a:lnTo>
                <a:close/>
                <a:moveTo>
                  <a:pt x="623872" y="126342"/>
                </a:moveTo>
                <a:lnTo>
                  <a:pt x="600394" y="126342"/>
                </a:lnTo>
                <a:lnTo>
                  <a:pt x="600394" y="112660"/>
                </a:lnTo>
                <a:lnTo>
                  <a:pt x="599971" y="112660"/>
                </a:lnTo>
                <a:cubicBezTo>
                  <a:pt x="593440" y="123245"/>
                  <a:pt x="584376" y="128537"/>
                  <a:pt x="572778" y="128537"/>
                </a:cubicBezTo>
                <a:cubicBezTo>
                  <a:pt x="552002" y="128537"/>
                  <a:pt x="541614" y="116038"/>
                  <a:pt x="541614" y="91040"/>
                </a:cubicBezTo>
                <a:lnTo>
                  <a:pt x="541614" y="37582"/>
                </a:lnTo>
                <a:lnTo>
                  <a:pt x="565177" y="37582"/>
                </a:lnTo>
                <a:lnTo>
                  <a:pt x="565177" y="88591"/>
                </a:lnTo>
                <a:cubicBezTo>
                  <a:pt x="565177" y="102948"/>
                  <a:pt x="570751" y="110127"/>
                  <a:pt x="581898" y="110127"/>
                </a:cubicBezTo>
                <a:cubicBezTo>
                  <a:pt x="587360" y="110127"/>
                  <a:pt x="591808" y="108170"/>
                  <a:pt x="595242" y="104257"/>
                </a:cubicBezTo>
                <a:cubicBezTo>
                  <a:pt x="598676" y="100344"/>
                  <a:pt x="600394" y="95094"/>
                  <a:pt x="600394" y="88507"/>
                </a:cubicBezTo>
                <a:lnTo>
                  <a:pt x="600394" y="37582"/>
                </a:lnTo>
                <a:lnTo>
                  <a:pt x="623872" y="37582"/>
                </a:lnTo>
                <a:lnTo>
                  <a:pt x="623872" y="126342"/>
                </a:lnTo>
                <a:close/>
                <a:moveTo>
                  <a:pt x="645338" y="103539"/>
                </a:moveTo>
                <a:cubicBezTo>
                  <a:pt x="654122" y="109057"/>
                  <a:pt x="662792" y="111816"/>
                  <a:pt x="671350" y="111816"/>
                </a:cubicBezTo>
                <a:cubicBezTo>
                  <a:pt x="682385" y="111816"/>
                  <a:pt x="687903" y="108691"/>
                  <a:pt x="687903" y="102441"/>
                </a:cubicBezTo>
                <a:cubicBezTo>
                  <a:pt x="687903" y="98106"/>
                  <a:pt x="683539" y="94447"/>
                  <a:pt x="674812" y="91463"/>
                </a:cubicBezTo>
                <a:cubicBezTo>
                  <a:pt x="662088" y="87184"/>
                  <a:pt x="654009" y="82975"/>
                  <a:pt x="650574" y="78837"/>
                </a:cubicBezTo>
                <a:cubicBezTo>
                  <a:pt x="647140" y="74699"/>
                  <a:pt x="645423" y="69392"/>
                  <a:pt x="645423" y="62917"/>
                </a:cubicBezTo>
                <a:cubicBezTo>
                  <a:pt x="645423" y="54360"/>
                  <a:pt x="648914" y="47646"/>
                  <a:pt x="655895" y="42775"/>
                </a:cubicBezTo>
                <a:cubicBezTo>
                  <a:pt x="662876" y="37905"/>
                  <a:pt x="671857" y="35470"/>
                  <a:pt x="682835" y="35470"/>
                </a:cubicBezTo>
                <a:cubicBezTo>
                  <a:pt x="690493" y="35470"/>
                  <a:pt x="698150" y="36681"/>
                  <a:pt x="705807" y="39102"/>
                </a:cubicBezTo>
                <a:lnTo>
                  <a:pt x="705807" y="58273"/>
                </a:lnTo>
                <a:cubicBezTo>
                  <a:pt x="698882" y="54162"/>
                  <a:pt x="691309" y="52107"/>
                  <a:pt x="683089" y="52107"/>
                </a:cubicBezTo>
                <a:cubicBezTo>
                  <a:pt x="678754" y="52107"/>
                  <a:pt x="675263" y="52924"/>
                  <a:pt x="672617" y="54557"/>
                </a:cubicBezTo>
                <a:cubicBezTo>
                  <a:pt x="669971" y="56189"/>
                  <a:pt x="668647" y="58357"/>
                  <a:pt x="668647" y="61059"/>
                </a:cubicBezTo>
                <a:cubicBezTo>
                  <a:pt x="668647" y="65507"/>
                  <a:pt x="672335" y="69026"/>
                  <a:pt x="679711" y="71616"/>
                </a:cubicBezTo>
                <a:cubicBezTo>
                  <a:pt x="688100" y="74656"/>
                  <a:pt x="694265" y="77204"/>
                  <a:pt x="698206" y="79259"/>
                </a:cubicBezTo>
                <a:cubicBezTo>
                  <a:pt x="702147" y="81314"/>
                  <a:pt x="705216" y="84115"/>
                  <a:pt x="707411" y="87662"/>
                </a:cubicBezTo>
                <a:cubicBezTo>
                  <a:pt x="709607" y="91209"/>
                  <a:pt x="710705" y="95376"/>
                  <a:pt x="710705" y="100161"/>
                </a:cubicBezTo>
                <a:cubicBezTo>
                  <a:pt x="710705" y="109169"/>
                  <a:pt x="707116" y="116151"/>
                  <a:pt x="699937" y="121105"/>
                </a:cubicBezTo>
                <a:cubicBezTo>
                  <a:pt x="692759" y="126060"/>
                  <a:pt x="683286" y="128537"/>
                  <a:pt x="671519" y="128537"/>
                </a:cubicBezTo>
                <a:cubicBezTo>
                  <a:pt x="661610" y="128537"/>
                  <a:pt x="652883" y="126961"/>
                  <a:pt x="645338" y="123808"/>
                </a:cubicBezTo>
                <a:lnTo>
                  <a:pt x="645338" y="103539"/>
                </a:lnTo>
                <a:close/>
                <a:moveTo>
                  <a:pt x="819359" y="154549"/>
                </a:moveTo>
                <a:cubicBezTo>
                  <a:pt x="800892" y="134055"/>
                  <a:pt x="791658" y="108832"/>
                  <a:pt x="791658" y="78879"/>
                </a:cubicBezTo>
                <a:cubicBezTo>
                  <a:pt x="791658" y="49546"/>
                  <a:pt x="800892" y="23928"/>
                  <a:pt x="819359" y="2027"/>
                </a:cubicBezTo>
                <a:lnTo>
                  <a:pt x="838783" y="2027"/>
                </a:lnTo>
                <a:cubicBezTo>
                  <a:pt x="821104" y="24829"/>
                  <a:pt x="812265" y="50418"/>
                  <a:pt x="812265" y="78795"/>
                </a:cubicBezTo>
                <a:cubicBezTo>
                  <a:pt x="812265" y="106946"/>
                  <a:pt x="821104" y="132197"/>
                  <a:pt x="838783" y="154549"/>
                </a:cubicBezTo>
                <a:lnTo>
                  <a:pt x="819359" y="154549"/>
                </a:lnTo>
                <a:close/>
                <a:moveTo>
                  <a:pt x="908894" y="0"/>
                </a:moveTo>
                <a:lnTo>
                  <a:pt x="908894" y="126342"/>
                </a:lnTo>
                <a:lnTo>
                  <a:pt x="885332" y="126342"/>
                </a:lnTo>
                <a:lnTo>
                  <a:pt x="885332" y="28630"/>
                </a:lnTo>
                <a:cubicBezTo>
                  <a:pt x="882686" y="31051"/>
                  <a:pt x="878942" y="33303"/>
                  <a:pt x="874100" y="35386"/>
                </a:cubicBezTo>
                <a:cubicBezTo>
                  <a:pt x="869258" y="37469"/>
                  <a:pt x="864219" y="38820"/>
                  <a:pt x="858982" y="39440"/>
                </a:cubicBezTo>
                <a:lnTo>
                  <a:pt x="858982" y="18580"/>
                </a:lnTo>
                <a:cubicBezTo>
                  <a:pt x="871369" y="14864"/>
                  <a:pt x="883052" y="8670"/>
                  <a:pt x="894030" y="0"/>
                </a:cubicBezTo>
                <a:lnTo>
                  <a:pt x="908894" y="0"/>
                </a:lnTo>
                <a:close/>
                <a:moveTo>
                  <a:pt x="946704" y="66296"/>
                </a:moveTo>
                <a:cubicBezTo>
                  <a:pt x="946704" y="44676"/>
                  <a:pt x="950575" y="28221"/>
                  <a:pt x="958316" y="16933"/>
                </a:cubicBezTo>
                <a:cubicBezTo>
                  <a:pt x="966058" y="5644"/>
                  <a:pt x="977304" y="0"/>
                  <a:pt x="992055" y="0"/>
                </a:cubicBezTo>
                <a:cubicBezTo>
                  <a:pt x="1020093" y="0"/>
                  <a:pt x="1034113" y="21141"/>
                  <a:pt x="1034113" y="63424"/>
                </a:cubicBezTo>
                <a:cubicBezTo>
                  <a:pt x="1034113" y="84256"/>
                  <a:pt x="1030298" y="100316"/>
                  <a:pt x="1022669" y="111605"/>
                </a:cubicBezTo>
                <a:cubicBezTo>
                  <a:pt x="1015040" y="122893"/>
                  <a:pt x="1003991" y="128537"/>
                  <a:pt x="989522" y="128537"/>
                </a:cubicBezTo>
                <a:cubicBezTo>
                  <a:pt x="960976" y="128537"/>
                  <a:pt x="946704" y="107790"/>
                  <a:pt x="946704" y="66296"/>
                </a:cubicBezTo>
                <a:moveTo>
                  <a:pt x="970604" y="65704"/>
                </a:moveTo>
                <a:cubicBezTo>
                  <a:pt x="970604" y="95319"/>
                  <a:pt x="977248" y="110127"/>
                  <a:pt x="990535" y="110127"/>
                </a:cubicBezTo>
                <a:cubicBezTo>
                  <a:pt x="1003541" y="110127"/>
                  <a:pt x="1010044" y="94925"/>
                  <a:pt x="1010044" y="64522"/>
                </a:cubicBezTo>
                <a:cubicBezTo>
                  <a:pt x="1010044" y="33725"/>
                  <a:pt x="1003681" y="18326"/>
                  <a:pt x="990957" y="18326"/>
                </a:cubicBezTo>
                <a:cubicBezTo>
                  <a:pt x="977388" y="18326"/>
                  <a:pt x="970604" y="34119"/>
                  <a:pt x="970604" y="65704"/>
                </a:cubicBezTo>
                <a:close/>
                <a:moveTo>
                  <a:pt x="1041429" y="154549"/>
                </a:moveTo>
                <a:cubicBezTo>
                  <a:pt x="1059220" y="132591"/>
                  <a:pt x="1068116" y="107340"/>
                  <a:pt x="1068116" y="78795"/>
                </a:cubicBezTo>
                <a:cubicBezTo>
                  <a:pt x="1068116" y="50531"/>
                  <a:pt x="1059220" y="24942"/>
                  <a:pt x="1041429" y="2027"/>
                </a:cubicBezTo>
                <a:lnTo>
                  <a:pt x="1061022" y="2027"/>
                </a:lnTo>
                <a:cubicBezTo>
                  <a:pt x="1079545" y="24041"/>
                  <a:pt x="1088807" y="49658"/>
                  <a:pt x="1088807" y="78879"/>
                </a:cubicBezTo>
                <a:cubicBezTo>
                  <a:pt x="1088807" y="108606"/>
                  <a:pt x="1079517" y="133830"/>
                  <a:pt x="1060938" y="154549"/>
                </a:cubicBezTo>
                <a:lnTo>
                  <a:pt x="1041429" y="15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•MaliciousDocuments(60)">
            <a:extLst xmlns:a="http://schemas.openxmlformats.org/drawingml/2006/main">
              <a:ext uri="{FF2B5EF4-FFF2-40B4-BE49-F238E27FC236}">
                <a16:creationId xmlns:a16="http://schemas.microsoft.com/office/drawing/2014/main" id="{A8800EA2-7B9C-4129-A520-8C5D7F6C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641" y="2985682"/>
            <a:ext cx="2246892" cy="159532"/>
          </a:xfrm>
          <a:custGeom xmlns:a="http://schemas.openxmlformats.org/drawingml/2006/main">
            <a:pathLst>
              <a:path w="2246892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31794" y="131324"/>
                </a:moveTo>
                <a:lnTo>
                  <a:pt x="231794" y="54303"/>
                </a:lnTo>
                <a:cubicBezTo>
                  <a:pt x="231794" y="48673"/>
                  <a:pt x="232132" y="40059"/>
                  <a:pt x="232808" y="28461"/>
                </a:cubicBezTo>
                <a:lnTo>
                  <a:pt x="232301" y="28461"/>
                </a:lnTo>
                <a:cubicBezTo>
                  <a:pt x="230893" y="35555"/>
                  <a:pt x="229598" y="40622"/>
                  <a:pt x="228416" y="43662"/>
                </a:cubicBezTo>
                <a:lnTo>
                  <a:pt x="195480" y="131324"/>
                </a:lnTo>
                <a:lnTo>
                  <a:pt x="177153" y="131324"/>
                </a:lnTo>
                <a:lnTo>
                  <a:pt x="143794" y="44422"/>
                </a:lnTo>
                <a:cubicBezTo>
                  <a:pt x="142950" y="42170"/>
                  <a:pt x="141655" y="36850"/>
                  <a:pt x="139909" y="28461"/>
                </a:cubicBezTo>
                <a:lnTo>
                  <a:pt x="139318" y="28461"/>
                </a:lnTo>
                <a:cubicBezTo>
                  <a:pt x="139938" y="37638"/>
                  <a:pt x="140247" y="47603"/>
                  <a:pt x="140247" y="58357"/>
                </a:cubicBezTo>
                <a:lnTo>
                  <a:pt x="140247" y="131324"/>
                </a:lnTo>
                <a:lnTo>
                  <a:pt x="118374" y="131324"/>
                </a:lnTo>
                <a:lnTo>
                  <a:pt x="118374" y="7010"/>
                </a:lnTo>
                <a:lnTo>
                  <a:pt x="153000" y="7010"/>
                </a:lnTo>
                <a:lnTo>
                  <a:pt x="182051" y="84453"/>
                </a:lnTo>
                <a:cubicBezTo>
                  <a:pt x="184472" y="90871"/>
                  <a:pt x="186077" y="96558"/>
                  <a:pt x="186865" y="101512"/>
                </a:cubicBezTo>
                <a:lnTo>
                  <a:pt x="187456" y="101512"/>
                </a:lnTo>
                <a:cubicBezTo>
                  <a:pt x="188695" y="96614"/>
                  <a:pt x="190440" y="90871"/>
                  <a:pt x="192693" y="84284"/>
                </a:cubicBezTo>
                <a:lnTo>
                  <a:pt x="221998" y="7010"/>
                </a:lnTo>
                <a:lnTo>
                  <a:pt x="255610" y="7010"/>
                </a:lnTo>
                <a:lnTo>
                  <a:pt x="255610" y="131324"/>
                </a:lnTo>
                <a:lnTo>
                  <a:pt x="231794" y="131324"/>
                </a:lnTo>
                <a:close/>
                <a:moveTo>
                  <a:pt x="285115" y="48223"/>
                </a:moveTo>
                <a:cubicBezTo>
                  <a:pt x="289113" y="45914"/>
                  <a:pt x="294293" y="44042"/>
                  <a:pt x="300655" y="42607"/>
                </a:cubicBezTo>
                <a:cubicBezTo>
                  <a:pt x="307017" y="41171"/>
                  <a:pt x="312731" y="40453"/>
                  <a:pt x="317799" y="40453"/>
                </a:cubicBezTo>
                <a:cubicBezTo>
                  <a:pt x="341783" y="40453"/>
                  <a:pt x="353776" y="52614"/>
                  <a:pt x="353776" y="76937"/>
                </a:cubicBezTo>
                <a:lnTo>
                  <a:pt x="353776" y="131324"/>
                </a:lnTo>
                <a:lnTo>
                  <a:pt x="331311" y="131324"/>
                </a:lnTo>
                <a:lnTo>
                  <a:pt x="331311" y="118234"/>
                </a:lnTo>
                <a:lnTo>
                  <a:pt x="330889" y="118234"/>
                </a:lnTo>
                <a:cubicBezTo>
                  <a:pt x="324921" y="128425"/>
                  <a:pt x="316053" y="133520"/>
                  <a:pt x="304286" y="133520"/>
                </a:cubicBezTo>
                <a:cubicBezTo>
                  <a:pt x="295728" y="133520"/>
                  <a:pt x="288944" y="131113"/>
                  <a:pt x="283933" y="126299"/>
                </a:cubicBezTo>
                <a:cubicBezTo>
                  <a:pt x="278922" y="121486"/>
                  <a:pt x="276417" y="115025"/>
                  <a:pt x="276417" y="106917"/>
                </a:cubicBezTo>
                <a:cubicBezTo>
                  <a:pt x="276417" y="89971"/>
                  <a:pt x="286495" y="80146"/>
                  <a:pt x="306651" y="77443"/>
                </a:cubicBezTo>
                <a:lnTo>
                  <a:pt x="331396" y="74065"/>
                </a:lnTo>
                <a:cubicBezTo>
                  <a:pt x="331396" y="62749"/>
                  <a:pt x="325878" y="57090"/>
                  <a:pt x="314843" y="57090"/>
                </a:cubicBezTo>
                <a:cubicBezTo>
                  <a:pt x="304314" y="57090"/>
                  <a:pt x="294405" y="60384"/>
                  <a:pt x="285115" y="66971"/>
                </a:cubicBezTo>
                <a:lnTo>
                  <a:pt x="285115" y="48223"/>
                </a:lnTo>
                <a:moveTo>
                  <a:pt x="313745" y="90787"/>
                </a:moveTo>
                <a:cubicBezTo>
                  <a:pt x="303611" y="92082"/>
                  <a:pt x="298543" y="96614"/>
                  <a:pt x="298543" y="104384"/>
                </a:cubicBezTo>
                <a:cubicBezTo>
                  <a:pt x="298543" y="107875"/>
                  <a:pt x="299754" y="110718"/>
                  <a:pt x="302175" y="112914"/>
                </a:cubicBezTo>
                <a:cubicBezTo>
                  <a:pt x="304596" y="115109"/>
                  <a:pt x="307861" y="116207"/>
                  <a:pt x="311971" y="116207"/>
                </a:cubicBezTo>
                <a:cubicBezTo>
                  <a:pt x="317602" y="116207"/>
                  <a:pt x="322246" y="114223"/>
                  <a:pt x="325906" y="110253"/>
                </a:cubicBezTo>
                <a:cubicBezTo>
                  <a:pt x="329566" y="106284"/>
                  <a:pt x="331396" y="101287"/>
                  <a:pt x="331396" y="95263"/>
                </a:cubicBezTo>
                <a:lnTo>
                  <a:pt x="331396" y="88507"/>
                </a:lnTo>
                <a:lnTo>
                  <a:pt x="313745" y="90787"/>
                </a:lnTo>
                <a:close/>
                <a:moveTo>
                  <a:pt x="376584" y="131324"/>
                </a:moveTo>
                <a:lnTo>
                  <a:pt x="376584" y="0"/>
                </a:lnTo>
                <a:lnTo>
                  <a:pt x="400062" y="0"/>
                </a:lnTo>
                <a:lnTo>
                  <a:pt x="400062" y="131324"/>
                </a:lnTo>
                <a:lnTo>
                  <a:pt x="376584" y="131324"/>
                </a:lnTo>
                <a:close/>
                <a:moveTo>
                  <a:pt x="422117" y="13344"/>
                </a:moveTo>
                <a:cubicBezTo>
                  <a:pt x="422117" y="9740"/>
                  <a:pt x="423398" y="6728"/>
                  <a:pt x="425960" y="4307"/>
                </a:cubicBezTo>
                <a:cubicBezTo>
                  <a:pt x="428521" y="1886"/>
                  <a:pt x="431829" y="676"/>
                  <a:pt x="435883" y="676"/>
                </a:cubicBezTo>
                <a:cubicBezTo>
                  <a:pt x="439824" y="676"/>
                  <a:pt x="443118" y="1872"/>
                  <a:pt x="445764" y="4265"/>
                </a:cubicBezTo>
                <a:cubicBezTo>
                  <a:pt x="448410" y="6658"/>
                  <a:pt x="449733" y="9684"/>
                  <a:pt x="449733" y="13344"/>
                </a:cubicBezTo>
                <a:cubicBezTo>
                  <a:pt x="449733" y="17003"/>
                  <a:pt x="448424" y="20044"/>
                  <a:pt x="445806" y="22464"/>
                </a:cubicBezTo>
                <a:cubicBezTo>
                  <a:pt x="443188" y="24885"/>
                  <a:pt x="439880" y="26096"/>
                  <a:pt x="435883" y="26096"/>
                </a:cubicBezTo>
                <a:cubicBezTo>
                  <a:pt x="431885" y="26096"/>
                  <a:pt x="428592" y="24857"/>
                  <a:pt x="426002" y="22380"/>
                </a:cubicBezTo>
                <a:cubicBezTo>
                  <a:pt x="423412" y="19903"/>
                  <a:pt x="422117" y="16891"/>
                  <a:pt x="422117" y="13344"/>
                </a:cubicBezTo>
                <a:moveTo>
                  <a:pt x="423975" y="131324"/>
                </a:moveTo>
                <a:lnTo>
                  <a:pt x="423975" y="42564"/>
                </a:lnTo>
                <a:lnTo>
                  <a:pt x="447453" y="42564"/>
                </a:lnTo>
                <a:lnTo>
                  <a:pt x="447453" y="131324"/>
                </a:lnTo>
                <a:lnTo>
                  <a:pt x="423975" y="131324"/>
                </a:lnTo>
                <a:close/>
                <a:moveTo>
                  <a:pt x="536378" y="127862"/>
                </a:moveTo>
                <a:cubicBezTo>
                  <a:pt x="530016" y="131634"/>
                  <a:pt x="521317" y="133520"/>
                  <a:pt x="510282" y="133520"/>
                </a:cubicBezTo>
                <a:cubicBezTo>
                  <a:pt x="496995" y="133520"/>
                  <a:pt x="486227" y="129424"/>
                  <a:pt x="477979" y="121232"/>
                </a:cubicBezTo>
                <a:cubicBezTo>
                  <a:pt x="469731" y="113040"/>
                  <a:pt x="465607" y="102329"/>
                  <a:pt x="465607" y="89098"/>
                </a:cubicBezTo>
                <a:cubicBezTo>
                  <a:pt x="465607" y="74009"/>
                  <a:pt x="470026" y="62129"/>
                  <a:pt x="478866" y="53459"/>
                </a:cubicBezTo>
                <a:cubicBezTo>
                  <a:pt x="487705" y="44788"/>
                  <a:pt x="499500" y="40453"/>
                  <a:pt x="514251" y="40453"/>
                </a:cubicBezTo>
                <a:cubicBezTo>
                  <a:pt x="523879" y="40453"/>
                  <a:pt x="531255" y="41861"/>
                  <a:pt x="536378" y="44676"/>
                </a:cubicBezTo>
                <a:lnTo>
                  <a:pt x="536378" y="65367"/>
                </a:lnTo>
                <a:cubicBezTo>
                  <a:pt x="530410" y="60975"/>
                  <a:pt x="523823" y="58779"/>
                  <a:pt x="516616" y="58779"/>
                </a:cubicBezTo>
                <a:cubicBezTo>
                  <a:pt x="508396" y="58779"/>
                  <a:pt x="501809" y="61355"/>
                  <a:pt x="496854" y="66507"/>
                </a:cubicBezTo>
                <a:cubicBezTo>
                  <a:pt x="491900" y="71658"/>
                  <a:pt x="489422" y="78626"/>
                  <a:pt x="489422" y="87409"/>
                </a:cubicBezTo>
                <a:cubicBezTo>
                  <a:pt x="489422" y="96079"/>
                  <a:pt x="491759" y="102864"/>
                  <a:pt x="496432" y="107762"/>
                </a:cubicBezTo>
                <a:cubicBezTo>
                  <a:pt x="501105" y="112660"/>
                  <a:pt x="507523" y="115109"/>
                  <a:pt x="515687" y="115109"/>
                </a:cubicBezTo>
                <a:cubicBezTo>
                  <a:pt x="522837" y="115109"/>
                  <a:pt x="529734" y="112857"/>
                  <a:pt x="536378" y="108353"/>
                </a:cubicBezTo>
                <a:lnTo>
                  <a:pt x="536378" y="127862"/>
                </a:lnTo>
                <a:close/>
                <a:moveTo>
                  <a:pt x="553046" y="13344"/>
                </a:moveTo>
                <a:cubicBezTo>
                  <a:pt x="553046" y="9740"/>
                  <a:pt x="554327" y="6728"/>
                  <a:pt x="556889" y="4307"/>
                </a:cubicBezTo>
                <a:cubicBezTo>
                  <a:pt x="559450" y="1886"/>
                  <a:pt x="562758" y="676"/>
                  <a:pt x="566812" y="676"/>
                </a:cubicBezTo>
                <a:cubicBezTo>
                  <a:pt x="570753" y="676"/>
                  <a:pt x="574047" y="1872"/>
                  <a:pt x="576693" y="4265"/>
                </a:cubicBezTo>
                <a:cubicBezTo>
                  <a:pt x="579339" y="6658"/>
                  <a:pt x="580662" y="9684"/>
                  <a:pt x="580662" y="13344"/>
                </a:cubicBezTo>
                <a:cubicBezTo>
                  <a:pt x="580662" y="17003"/>
                  <a:pt x="579353" y="20044"/>
                  <a:pt x="576735" y="22464"/>
                </a:cubicBezTo>
                <a:cubicBezTo>
                  <a:pt x="574117" y="24885"/>
                  <a:pt x="570809" y="26096"/>
                  <a:pt x="566812" y="26096"/>
                </a:cubicBezTo>
                <a:cubicBezTo>
                  <a:pt x="562814" y="26096"/>
                  <a:pt x="559521" y="24857"/>
                  <a:pt x="556931" y="22380"/>
                </a:cubicBezTo>
                <a:cubicBezTo>
                  <a:pt x="554341" y="19903"/>
                  <a:pt x="553046" y="16891"/>
                  <a:pt x="553046" y="13344"/>
                </a:cubicBezTo>
                <a:moveTo>
                  <a:pt x="554904" y="131324"/>
                </a:moveTo>
                <a:lnTo>
                  <a:pt x="554904" y="42564"/>
                </a:lnTo>
                <a:lnTo>
                  <a:pt x="578382" y="42564"/>
                </a:lnTo>
                <a:lnTo>
                  <a:pt x="578382" y="131324"/>
                </a:lnTo>
                <a:lnTo>
                  <a:pt x="554904" y="131324"/>
                </a:lnTo>
                <a:close/>
                <a:moveTo>
                  <a:pt x="597228" y="87493"/>
                </a:moveTo>
                <a:cubicBezTo>
                  <a:pt x="597228" y="72967"/>
                  <a:pt x="601507" y="61496"/>
                  <a:pt x="610065" y="53079"/>
                </a:cubicBezTo>
                <a:cubicBezTo>
                  <a:pt x="618623" y="44662"/>
                  <a:pt x="630221" y="40453"/>
                  <a:pt x="644859" y="40453"/>
                </a:cubicBezTo>
                <a:cubicBezTo>
                  <a:pt x="658991" y="40453"/>
                  <a:pt x="670153" y="44577"/>
                  <a:pt x="678345" y="52825"/>
                </a:cubicBezTo>
                <a:cubicBezTo>
                  <a:pt x="686537" y="61074"/>
                  <a:pt x="690633" y="72123"/>
                  <a:pt x="690633" y="85973"/>
                </a:cubicBezTo>
                <a:cubicBezTo>
                  <a:pt x="690633" y="100386"/>
                  <a:pt x="686396" y="111914"/>
                  <a:pt x="677923" y="120557"/>
                </a:cubicBezTo>
                <a:cubicBezTo>
                  <a:pt x="669449" y="129199"/>
                  <a:pt x="657978" y="133520"/>
                  <a:pt x="643508" y="133520"/>
                </a:cubicBezTo>
                <a:cubicBezTo>
                  <a:pt x="629320" y="133520"/>
                  <a:pt x="618060" y="129368"/>
                  <a:pt x="609727" y="121063"/>
                </a:cubicBezTo>
                <a:cubicBezTo>
                  <a:pt x="601394" y="112759"/>
                  <a:pt x="597228" y="101569"/>
                  <a:pt x="597228" y="87493"/>
                </a:cubicBezTo>
                <a:moveTo>
                  <a:pt x="621044" y="87155"/>
                </a:moveTo>
                <a:cubicBezTo>
                  <a:pt x="621044" y="105791"/>
                  <a:pt x="628785" y="115109"/>
                  <a:pt x="644268" y="115109"/>
                </a:cubicBezTo>
                <a:cubicBezTo>
                  <a:pt x="659188" y="115109"/>
                  <a:pt x="666648" y="105566"/>
                  <a:pt x="666648" y="86480"/>
                </a:cubicBezTo>
                <a:cubicBezTo>
                  <a:pt x="666648" y="68013"/>
                  <a:pt x="659160" y="58779"/>
                  <a:pt x="644184" y="58779"/>
                </a:cubicBezTo>
                <a:cubicBezTo>
                  <a:pt x="636864" y="58779"/>
                  <a:pt x="631178" y="61299"/>
                  <a:pt x="627124" y="66338"/>
                </a:cubicBezTo>
                <a:cubicBezTo>
                  <a:pt x="623070" y="71377"/>
                  <a:pt x="621044" y="78316"/>
                  <a:pt x="621044" y="87155"/>
                </a:cubicBezTo>
                <a:close/>
                <a:moveTo>
                  <a:pt x="790605" y="131324"/>
                </a:moveTo>
                <a:lnTo>
                  <a:pt x="767127" y="131324"/>
                </a:lnTo>
                <a:lnTo>
                  <a:pt x="767127" y="117643"/>
                </a:lnTo>
                <a:lnTo>
                  <a:pt x="766704" y="117643"/>
                </a:lnTo>
                <a:cubicBezTo>
                  <a:pt x="760173" y="128228"/>
                  <a:pt x="751109" y="133520"/>
                  <a:pt x="739511" y="133520"/>
                </a:cubicBezTo>
                <a:cubicBezTo>
                  <a:pt x="718735" y="133520"/>
                  <a:pt x="708348" y="121021"/>
                  <a:pt x="708348" y="96023"/>
                </a:cubicBezTo>
                <a:lnTo>
                  <a:pt x="708348" y="42564"/>
                </a:lnTo>
                <a:lnTo>
                  <a:pt x="731910" y="42564"/>
                </a:lnTo>
                <a:lnTo>
                  <a:pt x="731910" y="93574"/>
                </a:lnTo>
                <a:cubicBezTo>
                  <a:pt x="731910" y="107931"/>
                  <a:pt x="737484" y="115109"/>
                  <a:pt x="748632" y="115109"/>
                </a:cubicBezTo>
                <a:cubicBezTo>
                  <a:pt x="754093" y="115109"/>
                  <a:pt x="758541" y="113153"/>
                  <a:pt x="761975" y="109240"/>
                </a:cubicBezTo>
                <a:cubicBezTo>
                  <a:pt x="765410" y="105327"/>
                  <a:pt x="767127" y="100077"/>
                  <a:pt x="767127" y="93489"/>
                </a:cubicBezTo>
                <a:lnTo>
                  <a:pt x="767127" y="42564"/>
                </a:lnTo>
                <a:lnTo>
                  <a:pt x="790605" y="42564"/>
                </a:lnTo>
                <a:lnTo>
                  <a:pt x="790605" y="131324"/>
                </a:lnTo>
                <a:close/>
                <a:moveTo>
                  <a:pt x="812072" y="108522"/>
                </a:moveTo>
                <a:cubicBezTo>
                  <a:pt x="820855" y="114040"/>
                  <a:pt x="829525" y="116798"/>
                  <a:pt x="838083" y="116798"/>
                </a:cubicBezTo>
                <a:cubicBezTo>
                  <a:pt x="849118" y="116798"/>
                  <a:pt x="854636" y="113674"/>
                  <a:pt x="854636" y="107424"/>
                </a:cubicBezTo>
                <a:cubicBezTo>
                  <a:pt x="854636" y="103089"/>
                  <a:pt x="850273" y="99429"/>
                  <a:pt x="841546" y="96445"/>
                </a:cubicBezTo>
                <a:cubicBezTo>
                  <a:pt x="828822" y="92166"/>
                  <a:pt x="820742" y="87958"/>
                  <a:pt x="817308" y="83820"/>
                </a:cubicBezTo>
                <a:cubicBezTo>
                  <a:pt x="813873" y="79681"/>
                  <a:pt x="812156" y="74375"/>
                  <a:pt x="812156" y="67900"/>
                </a:cubicBezTo>
                <a:cubicBezTo>
                  <a:pt x="812156" y="59342"/>
                  <a:pt x="815647" y="52628"/>
                  <a:pt x="822628" y="47758"/>
                </a:cubicBezTo>
                <a:cubicBezTo>
                  <a:pt x="829610" y="42888"/>
                  <a:pt x="838590" y="40453"/>
                  <a:pt x="849569" y="40453"/>
                </a:cubicBezTo>
                <a:cubicBezTo>
                  <a:pt x="857226" y="40453"/>
                  <a:pt x="864883" y="41663"/>
                  <a:pt x="872540" y="44084"/>
                </a:cubicBezTo>
                <a:lnTo>
                  <a:pt x="872540" y="63255"/>
                </a:lnTo>
                <a:cubicBezTo>
                  <a:pt x="865615" y="59145"/>
                  <a:pt x="858042" y="57090"/>
                  <a:pt x="849822" y="57090"/>
                </a:cubicBezTo>
                <a:cubicBezTo>
                  <a:pt x="845487" y="57090"/>
                  <a:pt x="841996" y="57907"/>
                  <a:pt x="839350" y="59539"/>
                </a:cubicBezTo>
                <a:cubicBezTo>
                  <a:pt x="836704" y="61172"/>
                  <a:pt x="835381" y="63340"/>
                  <a:pt x="835381" y="66042"/>
                </a:cubicBezTo>
                <a:cubicBezTo>
                  <a:pt x="835381" y="70490"/>
                  <a:pt x="839069" y="74009"/>
                  <a:pt x="846444" y="76599"/>
                </a:cubicBezTo>
                <a:cubicBezTo>
                  <a:pt x="854833" y="79639"/>
                  <a:pt x="860998" y="82187"/>
                  <a:pt x="864939" y="84242"/>
                </a:cubicBezTo>
                <a:cubicBezTo>
                  <a:pt x="868880" y="86297"/>
                  <a:pt x="871949" y="89098"/>
                  <a:pt x="874145" y="92645"/>
                </a:cubicBezTo>
                <a:cubicBezTo>
                  <a:pt x="876340" y="96192"/>
                  <a:pt x="877438" y="100358"/>
                  <a:pt x="877438" y="105144"/>
                </a:cubicBezTo>
                <a:cubicBezTo>
                  <a:pt x="877438" y="114152"/>
                  <a:pt x="873849" y="121134"/>
                  <a:pt x="866671" y="126088"/>
                </a:cubicBezTo>
                <a:cubicBezTo>
                  <a:pt x="859492" y="131043"/>
                  <a:pt x="850019" y="133520"/>
                  <a:pt x="838252" y="133520"/>
                </a:cubicBezTo>
                <a:cubicBezTo>
                  <a:pt x="828343" y="133520"/>
                  <a:pt x="819616" y="131944"/>
                  <a:pt x="812072" y="128791"/>
                </a:cubicBezTo>
                <a:lnTo>
                  <a:pt x="812072" y="108522"/>
                </a:lnTo>
                <a:close/>
                <a:moveTo>
                  <a:pt x="958439" y="131324"/>
                </a:moveTo>
                <a:lnTo>
                  <a:pt x="958439" y="7010"/>
                </a:lnTo>
                <a:lnTo>
                  <a:pt x="999652" y="7010"/>
                </a:lnTo>
                <a:cubicBezTo>
                  <a:pt x="1043680" y="7010"/>
                  <a:pt x="1065694" y="27222"/>
                  <a:pt x="1065694" y="67647"/>
                </a:cubicBezTo>
                <a:cubicBezTo>
                  <a:pt x="1065694" y="86902"/>
                  <a:pt x="1059487" y="102329"/>
                  <a:pt x="1047072" y="113927"/>
                </a:cubicBezTo>
                <a:cubicBezTo>
                  <a:pt x="1034658" y="125525"/>
                  <a:pt x="1018682" y="131324"/>
                  <a:pt x="999145" y="131324"/>
                </a:cubicBezTo>
                <a:lnTo>
                  <a:pt x="958439" y="131324"/>
                </a:lnTo>
                <a:moveTo>
                  <a:pt x="982508" y="27025"/>
                </a:moveTo>
                <a:lnTo>
                  <a:pt x="982508" y="111393"/>
                </a:lnTo>
                <a:lnTo>
                  <a:pt x="997710" y="111393"/>
                </a:lnTo>
                <a:cubicBezTo>
                  <a:pt x="1011053" y="111393"/>
                  <a:pt x="1021497" y="107523"/>
                  <a:pt x="1029042" y="99781"/>
                </a:cubicBezTo>
                <a:cubicBezTo>
                  <a:pt x="1036586" y="92040"/>
                  <a:pt x="1040358" y="81441"/>
                  <a:pt x="1040358" y="67985"/>
                </a:cubicBezTo>
                <a:cubicBezTo>
                  <a:pt x="1040358" y="54754"/>
                  <a:pt x="1036586" y="44619"/>
                  <a:pt x="1029042" y="37582"/>
                </a:cubicBezTo>
                <a:cubicBezTo>
                  <a:pt x="1021497" y="30544"/>
                  <a:pt x="1011109" y="27025"/>
                  <a:pt x="997879" y="27025"/>
                </a:cubicBezTo>
                <a:lnTo>
                  <a:pt x="982508" y="27025"/>
                </a:lnTo>
                <a:close/>
                <a:moveTo>
                  <a:pt x="1080132" y="87493"/>
                </a:moveTo>
                <a:cubicBezTo>
                  <a:pt x="1080132" y="72967"/>
                  <a:pt x="1084411" y="61496"/>
                  <a:pt x="1092969" y="53079"/>
                </a:cubicBezTo>
                <a:cubicBezTo>
                  <a:pt x="1101527" y="44662"/>
                  <a:pt x="1113125" y="40453"/>
                  <a:pt x="1127764" y="40453"/>
                </a:cubicBezTo>
                <a:cubicBezTo>
                  <a:pt x="1141895" y="40453"/>
                  <a:pt x="1153057" y="44577"/>
                  <a:pt x="1161249" y="52825"/>
                </a:cubicBezTo>
                <a:cubicBezTo>
                  <a:pt x="1169441" y="61074"/>
                  <a:pt x="1173537" y="72123"/>
                  <a:pt x="1173537" y="85973"/>
                </a:cubicBezTo>
                <a:cubicBezTo>
                  <a:pt x="1173537" y="100386"/>
                  <a:pt x="1169300" y="111914"/>
                  <a:pt x="1160827" y="120557"/>
                </a:cubicBezTo>
                <a:cubicBezTo>
                  <a:pt x="1152354" y="129199"/>
                  <a:pt x="1140882" y="133520"/>
                  <a:pt x="1126412" y="133520"/>
                </a:cubicBezTo>
                <a:cubicBezTo>
                  <a:pt x="1112224" y="133520"/>
                  <a:pt x="1100964" y="129368"/>
                  <a:pt x="1092631" y="121063"/>
                </a:cubicBezTo>
                <a:cubicBezTo>
                  <a:pt x="1084299" y="112759"/>
                  <a:pt x="1080132" y="101569"/>
                  <a:pt x="1080132" y="87493"/>
                </a:cubicBezTo>
                <a:moveTo>
                  <a:pt x="1103948" y="87155"/>
                </a:moveTo>
                <a:cubicBezTo>
                  <a:pt x="1103948" y="105791"/>
                  <a:pt x="1111689" y="115109"/>
                  <a:pt x="1127172" y="115109"/>
                </a:cubicBezTo>
                <a:cubicBezTo>
                  <a:pt x="1142092" y="115109"/>
                  <a:pt x="1149553" y="105566"/>
                  <a:pt x="1149553" y="86480"/>
                </a:cubicBezTo>
                <a:cubicBezTo>
                  <a:pt x="1149553" y="68013"/>
                  <a:pt x="1142064" y="58779"/>
                  <a:pt x="1127088" y="58779"/>
                </a:cubicBezTo>
                <a:cubicBezTo>
                  <a:pt x="1119769" y="58779"/>
                  <a:pt x="1114082" y="61299"/>
                  <a:pt x="1110029" y="66338"/>
                </a:cubicBezTo>
                <a:cubicBezTo>
                  <a:pt x="1105975" y="71377"/>
                  <a:pt x="1103948" y="78316"/>
                  <a:pt x="1103948" y="87155"/>
                </a:cubicBezTo>
                <a:close/>
                <a:moveTo>
                  <a:pt x="1258138" y="127862"/>
                </a:moveTo>
                <a:cubicBezTo>
                  <a:pt x="1251776" y="131634"/>
                  <a:pt x="1243078" y="133520"/>
                  <a:pt x="1232042" y="133520"/>
                </a:cubicBezTo>
                <a:cubicBezTo>
                  <a:pt x="1218755" y="133520"/>
                  <a:pt x="1207987" y="129424"/>
                  <a:pt x="1199739" y="121232"/>
                </a:cubicBezTo>
                <a:cubicBezTo>
                  <a:pt x="1191491" y="113040"/>
                  <a:pt x="1187367" y="102329"/>
                  <a:pt x="1187367" y="89098"/>
                </a:cubicBezTo>
                <a:cubicBezTo>
                  <a:pt x="1187367" y="74009"/>
                  <a:pt x="1191786" y="62129"/>
                  <a:pt x="1200626" y="53459"/>
                </a:cubicBezTo>
                <a:cubicBezTo>
                  <a:pt x="1209465" y="44788"/>
                  <a:pt x="1221261" y="40453"/>
                  <a:pt x="1236012" y="40453"/>
                </a:cubicBezTo>
                <a:cubicBezTo>
                  <a:pt x="1245639" y="40453"/>
                  <a:pt x="1253015" y="41861"/>
                  <a:pt x="1258138" y="44676"/>
                </a:cubicBezTo>
                <a:lnTo>
                  <a:pt x="1258138" y="65367"/>
                </a:lnTo>
                <a:cubicBezTo>
                  <a:pt x="1252170" y="60975"/>
                  <a:pt x="1245583" y="58779"/>
                  <a:pt x="1238376" y="58779"/>
                </a:cubicBezTo>
                <a:cubicBezTo>
                  <a:pt x="1230156" y="58779"/>
                  <a:pt x="1223569" y="61355"/>
                  <a:pt x="1218614" y="66507"/>
                </a:cubicBezTo>
                <a:cubicBezTo>
                  <a:pt x="1213660" y="71658"/>
                  <a:pt x="1211182" y="78626"/>
                  <a:pt x="1211182" y="87409"/>
                </a:cubicBezTo>
                <a:cubicBezTo>
                  <a:pt x="1211182" y="96079"/>
                  <a:pt x="1213519" y="102864"/>
                  <a:pt x="1218192" y="107762"/>
                </a:cubicBezTo>
                <a:cubicBezTo>
                  <a:pt x="1222865" y="112660"/>
                  <a:pt x="1229284" y="115109"/>
                  <a:pt x="1237447" y="115109"/>
                </a:cubicBezTo>
                <a:cubicBezTo>
                  <a:pt x="1244598" y="115109"/>
                  <a:pt x="1251495" y="112857"/>
                  <a:pt x="1258138" y="108353"/>
                </a:cubicBezTo>
                <a:lnTo>
                  <a:pt x="1258138" y="127862"/>
                </a:lnTo>
                <a:close/>
                <a:moveTo>
                  <a:pt x="1357740" y="131324"/>
                </a:moveTo>
                <a:lnTo>
                  <a:pt x="1334262" y="131324"/>
                </a:lnTo>
                <a:lnTo>
                  <a:pt x="1334262" y="117643"/>
                </a:lnTo>
                <a:lnTo>
                  <a:pt x="1333840" y="117643"/>
                </a:lnTo>
                <a:cubicBezTo>
                  <a:pt x="1327309" y="128228"/>
                  <a:pt x="1318244" y="133520"/>
                  <a:pt x="1306646" y="133520"/>
                </a:cubicBezTo>
                <a:cubicBezTo>
                  <a:pt x="1285871" y="133520"/>
                  <a:pt x="1275483" y="121021"/>
                  <a:pt x="1275483" y="96023"/>
                </a:cubicBezTo>
                <a:lnTo>
                  <a:pt x="1275483" y="42564"/>
                </a:lnTo>
                <a:lnTo>
                  <a:pt x="1299045" y="42564"/>
                </a:lnTo>
                <a:lnTo>
                  <a:pt x="1299045" y="93574"/>
                </a:lnTo>
                <a:cubicBezTo>
                  <a:pt x="1299045" y="107931"/>
                  <a:pt x="1304619" y="115109"/>
                  <a:pt x="1315767" y="115109"/>
                </a:cubicBezTo>
                <a:cubicBezTo>
                  <a:pt x="1321228" y="115109"/>
                  <a:pt x="1325676" y="113153"/>
                  <a:pt x="1329111" y="109240"/>
                </a:cubicBezTo>
                <a:cubicBezTo>
                  <a:pt x="1332545" y="105327"/>
                  <a:pt x="1334262" y="100077"/>
                  <a:pt x="1334262" y="93489"/>
                </a:cubicBezTo>
                <a:lnTo>
                  <a:pt x="1334262" y="42564"/>
                </a:lnTo>
                <a:lnTo>
                  <a:pt x="1357740" y="42564"/>
                </a:lnTo>
                <a:lnTo>
                  <a:pt x="1357740" y="131324"/>
                </a:lnTo>
                <a:close/>
                <a:moveTo>
                  <a:pt x="1518723" y="131324"/>
                </a:moveTo>
                <a:lnTo>
                  <a:pt x="1495246" y="131324"/>
                </a:lnTo>
                <a:lnTo>
                  <a:pt x="1495246" y="80653"/>
                </a:lnTo>
                <a:cubicBezTo>
                  <a:pt x="1495246" y="66070"/>
                  <a:pt x="1489953" y="58779"/>
                  <a:pt x="1479368" y="58779"/>
                </a:cubicBezTo>
                <a:cubicBezTo>
                  <a:pt x="1474470" y="58779"/>
                  <a:pt x="1470374" y="60989"/>
                  <a:pt x="1467081" y="65409"/>
                </a:cubicBezTo>
                <a:cubicBezTo>
                  <a:pt x="1463787" y="69828"/>
                  <a:pt x="1462140" y="75135"/>
                  <a:pt x="1462140" y="81328"/>
                </a:cubicBezTo>
                <a:lnTo>
                  <a:pt x="1462140" y="131324"/>
                </a:lnTo>
                <a:lnTo>
                  <a:pt x="1438662" y="131324"/>
                </a:lnTo>
                <a:lnTo>
                  <a:pt x="1438662" y="79724"/>
                </a:lnTo>
                <a:cubicBezTo>
                  <a:pt x="1438662" y="65761"/>
                  <a:pt x="1433398" y="58779"/>
                  <a:pt x="1422869" y="58779"/>
                </a:cubicBezTo>
                <a:cubicBezTo>
                  <a:pt x="1417859" y="58779"/>
                  <a:pt x="1413749" y="60848"/>
                  <a:pt x="1410539" y="64987"/>
                </a:cubicBezTo>
                <a:cubicBezTo>
                  <a:pt x="1407330" y="69125"/>
                  <a:pt x="1405725" y="74656"/>
                  <a:pt x="1405725" y="81582"/>
                </a:cubicBezTo>
                <a:lnTo>
                  <a:pt x="1405725" y="131324"/>
                </a:lnTo>
                <a:lnTo>
                  <a:pt x="1382163" y="131324"/>
                </a:lnTo>
                <a:lnTo>
                  <a:pt x="1382163" y="42564"/>
                </a:lnTo>
                <a:lnTo>
                  <a:pt x="1405725" y="42564"/>
                </a:lnTo>
                <a:lnTo>
                  <a:pt x="1405725" y="56583"/>
                </a:lnTo>
                <a:lnTo>
                  <a:pt x="1405979" y="56583"/>
                </a:lnTo>
                <a:cubicBezTo>
                  <a:pt x="1412622" y="45830"/>
                  <a:pt x="1422109" y="40453"/>
                  <a:pt x="1434439" y="40453"/>
                </a:cubicBezTo>
                <a:cubicBezTo>
                  <a:pt x="1446939" y="40453"/>
                  <a:pt x="1455440" y="46139"/>
                  <a:pt x="1459944" y="57512"/>
                </a:cubicBezTo>
                <a:cubicBezTo>
                  <a:pt x="1466700" y="46139"/>
                  <a:pt x="1476581" y="40453"/>
                  <a:pt x="1489587" y="40453"/>
                </a:cubicBezTo>
                <a:cubicBezTo>
                  <a:pt x="1509011" y="40453"/>
                  <a:pt x="1518723" y="52389"/>
                  <a:pt x="1518723" y="76261"/>
                </a:cubicBezTo>
                <a:lnTo>
                  <a:pt x="1518723" y="131324"/>
                </a:lnTo>
                <a:close/>
                <a:moveTo>
                  <a:pt x="1619426" y="93574"/>
                </a:moveTo>
                <a:lnTo>
                  <a:pt x="1560140" y="93574"/>
                </a:lnTo>
                <a:cubicBezTo>
                  <a:pt x="1561097" y="108663"/>
                  <a:pt x="1569655" y="116207"/>
                  <a:pt x="1585813" y="116207"/>
                </a:cubicBezTo>
                <a:cubicBezTo>
                  <a:pt x="1595666" y="116207"/>
                  <a:pt x="1604449" y="113617"/>
                  <a:pt x="1612163" y="108438"/>
                </a:cubicBezTo>
                <a:lnTo>
                  <a:pt x="1612163" y="126342"/>
                </a:lnTo>
                <a:cubicBezTo>
                  <a:pt x="1603943" y="131127"/>
                  <a:pt x="1593386" y="133520"/>
                  <a:pt x="1580493" y="133520"/>
                </a:cubicBezTo>
                <a:cubicBezTo>
                  <a:pt x="1566699" y="133520"/>
                  <a:pt x="1555959" y="129523"/>
                  <a:pt x="1548274" y="121528"/>
                </a:cubicBezTo>
                <a:cubicBezTo>
                  <a:pt x="1540589" y="113533"/>
                  <a:pt x="1536746" y="102357"/>
                  <a:pt x="1536746" y="88000"/>
                </a:cubicBezTo>
                <a:cubicBezTo>
                  <a:pt x="1536746" y="73924"/>
                  <a:pt x="1540870" y="62481"/>
                  <a:pt x="1549118" y="53670"/>
                </a:cubicBezTo>
                <a:cubicBezTo>
                  <a:pt x="1557367" y="44859"/>
                  <a:pt x="1567684" y="40453"/>
                  <a:pt x="1580070" y="40453"/>
                </a:cubicBezTo>
                <a:cubicBezTo>
                  <a:pt x="1592457" y="40453"/>
                  <a:pt x="1602113" y="44253"/>
                  <a:pt x="1609038" y="51854"/>
                </a:cubicBezTo>
                <a:cubicBezTo>
                  <a:pt x="1615963" y="59455"/>
                  <a:pt x="1619426" y="69899"/>
                  <a:pt x="1619426" y="83186"/>
                </a:cubicBezTo>
                <a:lnTo>
                  <a:pt x="1619426" y="93574"/>
                </a:lnTo>
                <a:moveTo>
                  <a:pt x="1597214" y="78119"/>
                </a:moveTo>
                <a:cubicBezTo>
                  <a:pt x="1597214" y="64043"/>
                  <a:pt x="1591415" y="57006"/>
                  <a:pt x="1579817" y="57006"/>
                </a:cubicBezTo>
                <a:cubicBezTo>
                  <a:pt x="1574975" y="57006"/>
                  <a:pt x="1570710" y="58920"/>
                  <a:pt x="1567022" y="62749"/>
                </a:cubicBezTo>
                <a:cubicBezTo>
                  <a:pt x="1563335" y="66577"/>
                  <a:pt x="1561040" y="71701"/>
                  <a:pt x="1560140" y="78119"/>
                </a:cubicBezTo>
                <a:lnTo>
                  <a:pt x="1597214" y="78119"/>
                </a:lnTo>
                <a:close/>
                <a:moveTo>
                  <a:pt x="1719971" y="131324"/>
                </a:moveTo>
                <a:lnTo>
                  <a:pt x="1696493" y="131324"/>
                </a:lnTo>
                <a:lnTo>
                  <a:pt x="1696493" y="81582"/>
                </a:lnTo>
                <a:cubicBezTo>
                  <a:pt x="1696493" y="66380"/>
                  <a:pt x="1691003" y="58779"/>
                  <a:pt x="1680024" y="58779"/>
                </a:cubicBezTo>
                <a:cubicBezTo>
                  <a:pt x="1674507" y="58779"/>
                  <a:pt x="1670017" y="60848"/>
                  <a:pt x="1666554" y="64987"/>
                </a:cubicBezTo>
                <a:cubicBezTo>
                  <a:pt x="1663092" y="69125"/>
                  <a:pt x="1661360" y="74375"/>
                  <a:pt x="1661360" y="80737"/>
                </a:cubicBezTo>
                <a:lnTo>
                  <a:pt x="1661360" y="131324"/>
                </a:lnTo>
                <a:lnTo>
                  <a:pt x="1637798" y="131324"/>
                </a:lnTo>
                <a:lnTo>
                  <a:pt x="1637798" y="42564"/>
                </a:lnTo>
                <a:lnTo>
                  <a:pt x="1661360" y="42564"/>
                </a:lnTo>
                <a:lnTo>
                  <a:pt x="1661360" y="56837"/>
                </a:lnTo>
                <a:lnTo>
                  <a:pt x="1661614" y="56837"/>
                </a:lnTo>
                <a:cubicBezTo>
                  <a:pt x="1668145" y="45914"/>
                  <a:pt x="1677744" y="40453"/>
                  <a:pt x="1690412" y="40453"/>
                </a:cubicBezTo>
                <a:cubicBezTo>
                  <a:pt x="1710118" y="40453"/>
                  <a:pt x="1719971" y="52642"/>
                  <a:pt x="1719971" y="77021"/>
                </a:cubicBezTo>
                <a:lnTo>
                  <a:pt x="1719971" y="131324"/>
                </a:lnTo>
                <a:close/>
                <a:moveTo>
                  <a:pt x="1792870" y="130395"/>
                </a:moveTo>
                <a:cubicBezTo>
                  <a:pt x="1788872" y="132422"/>
                  <a:pt x="1783299" y="133436"/>
                  <a:pt x="1776148" y="133436"/>
                </a:cubicBezTo>
                <a:cubicBezTo>
                  <a:pt x="1757963" y="133436"/>
                  <a:pt x="1748870" y="123808"/>
                  <a:pt x="1748870" y="104553"/>
                </a:cubicBezTo>
                <a:lnTo>
                  <a:pt x="1748870" y="60468"/>
                </a:lnTo>
                <a:lnTo>
                  <a:pt x="1734175" y="60468"/>
                </a:lnTo>
                <a:lnTo>
                  <a:pt x="1734175" y="42564"/>
                </a:lnTo>
                <a:lnTo>
                  <a:pt x="1748870" y="42564"/>
                </a:lnTo>
                <a:lnTo>
                  <a:pt x="1748870" y="22718"/>
                </a:lnTo>
                <a:lnTo>
                  <a:pt x="1772348" y="15877"/>
                </a:lnTo>
                <a:lnTo>
                  <a:pt x="1772348" y="42564"/>
                </a:lnTo>
                <a:lnTo>
                  <a:pt x="1792870" y="42564"/>
                </a:lnTo>
                <a:lnTo>
                  <a:pt x="1792870" y="60468"/>
                </a:lnTo>
                <a:lnTo>
                  <a:pt x="1772348" y="60468"/>
                </a:lnTo>
                <a:lnTo>
                  <a:pt x="1772348" y="100415"/>
                </a:lnTo>
                <a:cubicBezTo>
                  <a:pt x="1772348" y="110211"/>
                  <a:pt x="1776205" y="115109"/>
                  <a:pt x="1783918" y="115109"/>
                </a:cubicBezTo>
                <a:cubicBezTo>
                  <a:pt x="1787127" y="115109"/>
                  <a:pt x="1790111" y="114209"/>
                  <a:pt x="1792870" y="112407"/>
                </a:cubicBezTo>
                <a:lnTo>
                  <a:pt x="1792870" y="130395"/>
                </a:lnTo>
                <a:close/>
                <a:moveTo>
                  <a:pt x="1806419" y="108522"/>
                </a:moveTo>
                <a:cubicBezTo>
                  <a:pt x="1815202" y="114040"/>
                  <a:pt x="1823872" y="116798"/>
                  <a:pt x="1832430" y="116798"/>
                </a:cubicBezTo>
                <a:cubicBezTo>
                  <a:pt x="1843465" y="116798"/>
                  <a:pt x="1848983" y="113674"/>
                  <a:pt x="1848983" y="107424"/>
                </a:cubicBezTo>
                <a:cubicBezTo>
                  <a:pt x="1848983" y="103089"/>
                  <a:pt x="1844620" y="99429"/>
                  <a:pt x="1835893" y="96445"/>
                </a:cubicBezTo>
                <a:cubicBezTo>
                  <a:pt x="1823168" y="92166"/>
                  <a:pt x="1815089" y="87958"/>
                  <a:pt x="1811655" y="83820"/>
                </a:cubicBezTo>
                <a:cubicBezTo>
                  <a:pt x="1808220" y="79681"/>
                  <a:pt x="1806503" y="74375"/>
                  <a:pt x="1806503" y="67900"/>
                </a:cubicBezTo>
                <a:cubicBezTo>
                  <a:pt x="1806503" y="59342"/>
                  <a:pt x="1809994" y="52628"/>
                  <a:pt x="1816975" y="47758"/>
                </a:cubicBezTo>
                <a:cubicBezTo>
                  <a:pt x="1823957" y="42888"/>
                  <a:pt x="1832937" y="40453"/>
                  <a:pt x="1843916" y="40453"/>
                </a:cubicBezTo>
                <a:cubicBezTo>
                  <a:pt x="1851573" y="40453"/>
                  <a:pt x="1859230" y="41663"/>
                  <a:pt x="1866887" y="44084"/>
                </a:cubicBezTo>
                <a:lnTo>
                  <a:pt x="1866887" y="63255"/>
                </a:lnTo>
                <a:cubicBezTo>
                  <a:pt x="1859962" y="59145"/>
                  <a:pt x="1852389" y="57090"/>
                  <a:pt x="1844169" y="57090"/>
                </a:cubicBezTo>
                <a:cubicBezTo>
                  <a:pt x="1839834" y="57090"/>
                  <a:pt x="1836343" y="57907"/>
                  <a:pt x="1833697" y="59539"/>
                </a:cubicBezTo>
                <a:cubicBezTo>
                  <a:pt x="1831051" y="61172"/>
                  <a:pt x="1829728" y="63340"/>
                  <a:pt x="1829728" y="66042"/>
                </a:cubicBezTo>
                <a:cubicBezTo>
                  <a:pt x="1829728" y="70490"/>
                  <a:pt x="1833415" y="74009"/>
                  <a:pt x="1840791" y="76599"/>
                </a:cubicBezTo>
                <a:cubicBezTo>
                  <a:pt x="1849180" y="79639"/>
                  <a:pt x="1855345" y="82187"/>
                  <a:pt x="1859286" y="84242"/>
                </a:cubicBezTo>
                <a:cubicBezTo>
                  <a:pt x="1863227" y="86297"/>
                  <a:pt x="1866296" y="89098"/>
                  <a:pt x="1868492" y="92645"/>
                </a:cubicBezTo>
                <a:cubicBezTo>
                  <a:pt x="1870687" y="96192"/>
                  <a:pt x="1871785" y="100358"/>
                  <a:pt x="1871785" y="105144"/>
                </a:cubicBezTo>
                <a:cubicBezTo>
                  <a:pt x="1871785" y="114152"/>
                  <a:pt x="1868196" y="121134"/>
                  <a:pt x="1861017" y="126088"/>
                </a:cubicBezTo>
                <a:cubicBezTo>
                  <a:pt x="1853839" y="131043"/>
                  <a:pt x="1844366" y="133520"/>
                  <a:pt x="1832599" y="133520"/>
                </a:cubicBezTo>
                <a:cubicBezTo>
                  <a:pt x="1822690" y="133520"/>
                  <a:pt x="1813963" y="131944"/>
                  <a:pt x="1806419" y="128791"/>
                </a:cubicBezTo>
                <a:lnTo>
                  <a:pt x="1806419" y="108522"/>
                </a:lnTo>
                <a:close/>
                <a:moveTo>
                  <a:pt x="1977465" y="159532"/>
                </a:moveTo>
                <a:cubicBezTo>
                  <a:pt x="1958998" y="139038"/>
                  <a:pt x="1949764" y="113814"/>
                  <a:pt x="1949764" y="83862"/>
                </a:cubicBezTo>
                <a:cubicBezTo>
                  <a:pt x="1949764" y="54528"/>
                  <a:pt x="1958998" y="28911"/>
                  <a:pt x="1977465" y="7010"/>
                </a:cubicBezTo>
                <a:lnTo>
                  <a:pt x="1996889" y="7010"/>
                </a:lnTo>
                <a:cubicBezTo>
                  <a:pt x="1979210" y="29812"/>
                  <a:pt x="1970371" y="55401"/>
                  <a:pt x="1970371" y="83777"/>
                </a:cubicBezTo>
                <a:cubicBezTo>
                  <a:pt x="1970371" y="111928"/>
                  <a:pt x="1979210" y="137180"/>
                  <a:pt x="1996889" y="159532"/>
                </a:cubicBezTo>
                <a:lnTo>
                  <a:pt x="1977465" y="159532"/>
                </a:lnTo>
                <a:close/>
                <a:moveTo>
                  <a:pt x="2084181" y="28545"/>
                </a:moveTo>
                <a:cubicBezTo>
                  <a:pt x="2077932" y="25054"/>
                  <a:pt x="2071091" y="23309"/>
                  <a:pt x="2063659" y="23309"/>
                </a:cubicBezTo>
                <a:cubicBezTo>
                  <a:pt x="2053694" y="23309"/>
                  <a:pt x="2045769" y="27349"/>
                  <a:pt x="2039886" y="35428"/>
                </a:cubicBezTo>
                <a:cubicBezTo>
                  <a:pt x="2034002" y="43507"/>
                  <a:pt x="2031060" y="53853"/>
                  <a:pt x="2031060" y="66464"/>
                </a:cubicBezTo>
                <a:lnTo>
                  <a:pt x="2031567" y="66464"/>
                </a:lnTo>
                <a:cubicBezTo>
                  <a:pt x="2037479" y="56837"/>
                  <a:pt x="2046403" y="52023"/>
                  <a:pt x="2058339" y="52023"/>
                </a:cubicBezTo>
                <a:cubicBezTo>
                  <a:pt x="2068811" y="52023"/>
                  <a:pt x="2077144" y="55584"/>
                  <a:pt x="2083337" y="62706"/>
                </a:cubicBezTo>
                <a:cubicBezTo>
                  <a:pt x="2089530" y="69828"/>
                  <a:pt x="2092627" y="79104"/>
                  <a:pt x="2092627" y="90534"/>
                </a:cubicBezTo>
                <a:cubicBezTo>
                  <a:pt x="2092627" y="103089"/>
                  <a:pt x="2088685" y="113392"/>
                  <a:pt x="2080803" y="121443"/>
                </a:cubicBezTo>
                <a:cubicBezTo>
                  <a:pt x="2072921" y="129494"/>
                  <a:pt x="2062927" y="133520"/>
                  <a:pt x="2050822" y="133520"/>
                </a:cubicBezTo>
                <a:cubicBezTo>
                  <a:pt x="2036803" y="133520"/>
                  <a:pt x="2026092" y="128368"/>
                  <a:pt x="2018688" y="118065"/>
                </a:cubicBezTo>
                <a:cubicBezTo>
                  <a:pt x="2011284" y="107762"/>
                  <a:pt x="2007582" y="93743"/>
                  <a:pt x="2007582" y="76008"/>
                </a:cubicBezTo>
                <a:cubicBezTo>
                  <a:pt x="2007582" y="55007"/>
                  <a:pt x="2012424" y="37919"/>
                  <a:pt x="2022108" y="24745"/>
                </a:cubicBezTo>
                <a:cubicBezTo>
                  <a:pt x="2031792" y="11570"/>
                  <a:pt x="2045192" y="4983"/>
                  <a:pt x="2062308" y="4983"/>
                </a:cubicBezTo>
                <a:cubicBezTo>
                  <a:pt x="2071767" y="4983"/>
                  <a:pt x="2079058" y="6137"/>
                  <a:pt x="2084181" y="8445"/>
                </a:cubicBezTo>
                <a:lnTo>
                  <a:pt x="2084181" y="28545"/>
                </a:lnTo>
                <a:moveTo>
                  <a:pt x="2031905" y="90534"/>
                </a:moveTo>
                <a:cubicBezTo>
                  <a:pt x="2031905" y="97233"/>
                  <a:pt x="2033622" y="103004"/>
                  <a:pt x="2037057" y="107846"/>
                </a:cubicBezTo>
                <a:cubicBezTo>
                  <a:pt x="2040491" y="112688"/>
                  <a:pt x="2045108" y="115109"/>
                  <a:pt x="2050907" y="115109"/>
                </a:cubicBezTo>
                <a:cubicBezTo>
                  <a:pt x="2056593" y="115109"/>
                  <a:pt x="2061097" y="112942"/>
                  <a:pt x="2064419" y="108606"/>
                </a:cubicBezTo>
                <a:cubicBezTo>
                  <a:pt x="2067741" y="104271"/>
                  <a:pt x="2069402" y="98810"/>
                  <a:pt x="2069402" y="92223"/>
                </a:cubicBezTo>
                <a:cubicBezTo>
                  <a:pt x="2069402" y="77359"/>
                  <a:pt x="2063209" y="69927"/>
                  <a:pt x="2050822" y="69927"/>
                </a:cubicBezTo>
                <a:cubicBezTo>
                  <a:pt x="2045248" y="69927"/>
                  <a:pt x="2040702" y="71884"/>
                  <a:pt x="2037183" y="75797"/>
                </a:cubicBezTo>
                <a:cubicBezTo>
                  <a:pt x="2033664" y="79709"/>
                  <a:pt x="2031905" y="84622"/>
                  <a:pt x="2031905" y="90534"/>
                </a:cubicBezTo>
                <a:close/>
                <a:moveTo>
                  <a:pt x="2104773" y="71278"/>
                </a:moveTo>
                <a:cubicBezTo>
                  <a:pt x="2104773" y="49658"/>
                  <a:pt x="2108643" y="33204"/>
                  <a:pt x="2116385" y="21916"/>
                </a:cubicBezTo>
                <a:cubicBezTo>
                  <a:pt x="2124126" y="10627"/>
                  <a:pt x="2135373" y="4983"/>
                  <a:pt x="2150124" y="4983"/>
                </a:cubicBezTo>
                <a:cubicBezTo>
                  <a:pt x="2178162" y="4983"/>
                  <a:pt x="2192181" y="26124"/>
                  <a:pt x="2192181" y="68407"/>
                </a:cubicBezTo>
                <a:cubicBezTo>
                  <a:pt x="2192181" y="89239"/>
                  <a:pt x="2188367" y="105299"/>
                  <a:pt x="2180738" y="116587"/>
                </a:cubicBezTo>
                <a:cubicBezTo>
                  <a:pt x="2173109" y="127876"/>
                  <a:pt x="2162060" y="133520"/>
                  <a:pt x="2147590" y="133520"/>
                </a:cubicBezTo>
                <a:cubicBezTo>
                  <a:pt x="2119045" y="133520"/>
                  <a:pt x="2104773" y="112773"/>
                  <a:pt x="2104773" y="71278"/>
                </a:cubicBezTo>
                <a:moveTo>
                  <a:pt x="2128673" y="70687"/>
                </a:moveTo>
                <a:cubicBezTo>
                  <a:pt x="2128673" y="100302"/>
                  <a:pt x="2135316" y="115109"/>
                  <a:pt x="2148604" y="115109"/>
                </a:cubicBezTo>
                <a:cubicBezTo>
                  <a:pt x="2161609" y="115109"/>
                  <a:pt x="2168112" y="99908"/>
                  <a:pt x="2168112" y="69505"/>
                </a:cubicBezTo>
                <a:cubicBezTo>
                  <a:pt x="2168112" y="38708"/>
                  <a:pt x="2161750" y="23309"/>
                  <a:pt x="2149026" y="23309"/>
                </a:cubicBezTo>
                <a:cubicBezTo>
                  <a:pt x="2135457" y="23309"/>
                  <a:pt x="2128673" y="39102"/>
                  <a:pt x="2128673" y="70687"/>
                </a:cubicBezTo>
                <a:close/>
                <a:moveTo>
                  <a:pt x="2199514" y="159532"/>
                </a:moveTo>
                <a:cubicBezTo>
                  <a:pt x="2217305" y="137574"/>
                  <a:pt x="2226201" y="112322"/>
                  <a:pt x="2226201" y="83777"/>
                </a:cubicBezTo>
                <a:cubicBezTo>
                  <a:pt x="2226201" y="55514"/>
                  <a:pt x="2217305" y="29924"/>
                  <a:pt x="2199514" y="7010"/>
                </a:cubicBezTo>
                <a:lnTo>
                  <a:pt x="2219107" y="7010"/>
                </a:lnTo>
                <a:cubicBezTo>
                  <a:pt x="2237630" y="29024"/>
                  <a:pt x="2246892" y="54641"/>
                  <a:pt x="2246892" y="83862"/>
                </a:cubicBezTo>
                <a:cubicBezTo>
                  <a:pt x="2246892" y="113589"/>
                  <a:pt x="2237602" y="138812"/>
                  <a:pt x="2219022" y="159532"/>
                </a:cubicBezTo>
                <a:lnTo>
                  <a:pt x="2199514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•Government/Defense(65)">
            <a:extLst xmlns:a="http://schemas.openxmlformats.org/drawingml/2006/main">
              <a:ext uri="{FF2B5EF4-FFF2-40B4-BE49-F238E27FC236}">
                <a16:creationId xmlns:a16="http://schemas.microsoft.com/office/drawing/2014/main" id="{56D36F13-A4FA-40F4-866D-9591441B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641" y="3190455"/>
            <a:ext cx="2230519" cy="161558"/>
          </a:xfrm>
          <a:custGeom xmlns:a="http://schemas.openxmlformats.org/drawingml/2006/main">
            <a:pathLst>
              <a:path w="2230519" h="161558">
                <a:moveTo>
                  <a:pt x="0" y="72672"/>
                </a:moveTo>
                <a:cubicBezTo>
                  <a:pt x="0" y="66748"/>
                  <a:pt x="2097" y="61699"/>
                  <a:pt x="6292" y="57526"/>
                </a:cubicBezTo>
                <a:cubicBezTo>
                  <a:pt x="10486" y="53350"/>
                  <a:pt x="15511" y="51263"/>
                  <a:pt x="21367" y="51263"/>
                </a:cubicBezTo>
                <a:cubicBezTo>
                  <a:pt x="27278" y="51263"/>
                  <a:pt x="32331" y="53350"/>
                  <a:pt x="36526" y="57526"/>
                </a:cubicBezTo>
                <a:cubicBezTo>
                  <a:pt x="40720" y="61699"/>
                  <a:pt x="42818" y="66748"/>
                  <a:pt x="42818" y="72672"/>
                </a:cubicBezTo>
                <a:cubicBezTo>
                  <a:pt x="42818" y="78596"/>
                  <a:pt x="40720" y="83659"/>
                  <a:pt x="36526" y="87863"/>
                </a:cubicBezTo>
                <a:cubicBezTo>
                  <a:pt x="32331" y="92064"/>
                  <a:pt x="27278" y="94165"/>
                  <a:pt x="21367" y="94165"/>
                </a:cubicBezTo>
                <a:cubicBezTo>
                  <a:pt x="15511" y="94165"/>
                  <a:pt x="10486" y="92064"/>
                  <a:pt x="6292" y="87863"/>
                </a:cubicBezTo>
                <a:cubicBezTo>
                  <a:pt x="2097" y="83659"/>
                  <a:pt x="0" y="78596"/>
                  <a:pt x="0" y="72672"/>
                </a:cubicBezTo>
                <a:close/>
                <a:moveTo>
                  <a:pt x="217775" y="124906"/>
                </a:moveTo>
                <a:cubicBezTo>
                  <a:pt x="205558" y="132000"/>
                  <a:pt x="190806" y="135547"/>
                  <a:pt x="173522" y="135547"/>
                </a:cubicBezTo>
                <a:cubicBezTo>
                  <a:pt x="154266" y="135547"/>
                  <a:pt x="138952" y="129959"/>
                  <a:pt x="127579" y="118783"/>
                </a:cubicBezTo>
                <a:cubicBezTo>
                  <a:pt x="116206" y="107607"/>
                  <a:pt x="110520" y="92392"/>
                  <a:pt x="110520" y="73136"/>
                </a:cubicBezTo>
                <a:cubicBezTo>
                  <a:pt x="110520" y="53768"/>
                  <a:pt x="116713" y="37905"/>
                  <a:pt x="129100" y="25547"/>
                </a:cubicBezTo>
                <a:cubicBezTo>
                  <a:pt x="141486" y="13189"/>
                  <a:pt x="157870" y="7010"/>
                  <a:pt x="178251" y="7010"/>
                </a:cubicBezTo>
                <a:cubicBezTo>
                  <a:pt x="191538" y="7010"/>
                  <a:pt x="203080" y="8924"/>
                  <a:pt x="212877" y="12752"/>
                </a:cubicBezTo>
                <a:lnTo>
                  <a:pt x="212877" y="36146"/>
                </a:lnTo>
                <a:cubicBezTo>
                  <a:pt x="203305" y="30347"/>
                  <a:pt x="191538" y="27447"/>
                  <a:pt x="177575" y="27447"/>
                </a:cubicBezTo>
                <a:cubicBezTo>
                  <a:pt x="165245" y="27447"/>
                  <a:pt x="155210" y="31515"/>
                  <a:pt x="147468" y="39651"/>
                </a:cubicBezTo>
                <a:cubicBezTo>
                  <a:pt x="139727" y="47786"/>
                  <a:pt x="135856" y="58526"/>
                  <a:pt x="135856" y="71869"/>
                </a:cubicBezTo>
                <a:cubicBezTo>
                  <a:pt x="135856" y="85495"/>
                  <a:pt x="139346" y="96093"/>
                  <a:pt x="146328" y="103666"/>
                </a:cubicBezTo>
                <a:cubicBezTo>
                  <a:pt x="153309" y="111239"/>
                  <a:pt x="162881" y="115025"/>
                  <a:pt x="175042" y="115025"/>
                </a:cubicBezTo>
                <a:cubicBezTo>
                  <a:pt x="182474" y="115025"/>
                  <a:pt x="188667" y="113814"/>
                  <a:pt x="193622" y="111393"/>
                </a:cubicBezTo>
                <a:lnTo>
                  <a:pt x="193622" y="83946"/>
                </a:lnTo>
                <a:lnTo>
                  <a:pt x="168117" y="83946"/>
                </a:lnTo>
                <a:lnTo>
                  <a:pt x="168117" y="64353"/>
                </a:lnTo>
                <a:lnTo>
                  <a:pt x="217775" y="64353"/>
                </a:lnTo>
                <a:lnTo>
                  <a:pt x="217775" y="124906"/>
                </a:lnTo>
                <a:close/>
                <a:moveTo>
                  <a:pt x="234532" y="89520"/>
                </a:moveTo>
                <a:cubicBezTo>
                  <a:pt x="234532" y="74994"/>
                  <a:pt x="238811" y="63523"/>
                  <a:pt x="247368" y="55106"/>
                </a:cubicBezTo>
                <a:cubicBezTo>
                  <a:pt x="255926" y="46688"/>
                  <a:pt x="267525" y="42480"/>
                  <a:pt x="282163" y="42480"/>
                </a:cubicBezTo>
                <a:cubicBezTo>
                  <a:pt x="296295" y="42480"/>
                  <a:pt x="307457" y="46604"/>
                  <a:pt x="315649" y="54852"/>
                </a:cubicBezTo>
                <a:cubicBezTo>
                  <a:pt x="323841" y="63100"/>
                  <a:pt x="327937" y="74150"/>
                  <a:pt x="327937" y="88000"/>
                </a:cubicBezTo>
                <a:cubicBezTo>
                  <a:pt x="327937" y="102413"/>
                  <a:pt x="323700" y="113941"/>
                  <a:pt x="315226" y="122583"/>
                </a:cubicBezTo>
                <a:cubicBezTo>
                  <a:pt x="306753" y="131226"/>
                  <a:pt x="295281" y="135547"/>
                  <a:pt x="280812" y="135547"/>
                </a:cubicBezTo>
                <a:cubicBezTo>
                  <a:pt x="266624" y="135547"/>
                  <a:pt x="255363" y="131395"/>
                  <a:pt x="247031" y="123090"/>
                </a:cubicBezTo>
                <a:cubicBezTo>
                  <a:pt x="238698" y="114786"/>
                  <a:pt x="234532" y="103596"/>
                  <a:pt x="234532" y="89520"/>
                </a:cubicBezTo>
                <a:moveTo>
                  <a:pt x="258347" y="89182"/>
                </a:moveTo>
                <a:cubicBezTo>
                  <a:pt x="258347" y="107818"/>
                  <a:pt x="266089" y="117136"/>
                  <a:pt x="281572" y="117136"/>
                </a:cubicBezTo>
                <a:cubicBezTo>
                  <a:pt x="296492" y="117136"/>
                  <a:pt x="303952" y="107593"/>
                  <a:pt x="303952" y="88507"/>
                </a:cubicBezTo>
                <a:cubicBezTo>
                  <a:pt x="303952" y="70040"/>
                  <a:pt x="296464" y="60806"/>
                  <a:pt x="281487" y="60806"/>
                </a:cubicBezTo>
                <a:cubicBezTo>
                  <a:pt x="274168" y="60806"/>
                  <a:pt x="268482" y="63326"/>
                  <a:pt x="264428" y="68365"/>
                </a:cubicBezTo>
                <a:cubicBezTo>
                  <a:pt x="260374" y="73404"/>
                  <a:pt x="258347" y="80343"/>
                  <a:pt x="258347" y="89182"/>
                </a:cubicBezTo>
                <a:close/>
                <a:moveTo>
                  <a:pt x="427401" y="44591"/>
                </a:moveTo>
                <a:lnTo>
                  <a:pt x="393620" y="133351"/>
                </a:lnTo>
                <a:lnTo>
                  <a:pt x="367524" y="133351"/>
                </a:lnTo>
                <a:lnTo>
                  <a:pt x="335432" y="44591"/>
                </a:lnTo>
                <a:lnTo>
                  <a:pt x="360768" y="44591"/>
                </a:lnTo>
                <a:lnTo>
                  <a:pt x="378250" y="102188"/>
                </a:lnTo>
                <a:cubicBezTo>
                  <a:pt x="379882" y="107649"/>
                  <a:pt x="380896" y="112548"/>
                  <a:pt x="381290" y="116883"/>
                </a:cubicBezTo>
                <a:lnTo>
                  <a:pt x="381712" y="116883"/>
                </a:lnTo>
                <a:cubicBezTo>
                  <a:pt x="382163" y="112660"/>
                  <a:pt x="383176" y="107903"/>
                  <a:pt x="384752" y="102610"/>
                </a:cubicBezTo>
                <a:lnTo>
                  <a:pt x="402741" y="44591"/>
                </a:lnTo>
                <a:lnTo>
                  <a:pt x="427401" y="44591"/>
                </a:lnTo>
                <a:close/>
                <a:moveTo>
                  <a:pt x="516461" y="95601"/>
                </a:moveTo>
                <a:lnTo>
                  <a:pt x="457175" y="95601"/>
                </a:lnTo>
                <a:cubicBezTo>
                  <a:pt x="458132" y="110690"/>
                  <a:pt x="466690" y="118234"/>
                  <a:pt x="482849" y="118234"/>
                </a:cubicBezTo>
                <a:cubicBezTo>
                  <a:pt x="492701" y="118234"/>
                  <a:pt x="501485" y="115644"/>
                  <a:pt x="509198" y="110464"/>
                </a:cubicBezTo>
                <a:lnTo>
                  <a:pt x="509198" y="128368"/>
                </a:lnTo>
                <a:cubicBezTo>
                  <a:pt x="500978" y="133154"/>
                  <a:pt x="490421" y="135547"/>
                  <a:pt x="477528" y="135547"/>
                </a:cubicBezTo>
                <a:cubicBezTo>
                  <a:pt x="463734" y="135547"/>
                  <a:pt x="452994" y="131550"/>
                  <a:pt x="445309" y="123555"/>
                </a:cubicBezTo>
                <a:cubicBezTo>
                  <a:pt x="437624" y="115560"/>
                  <a:pt x="433781" y="104384"/>
                  <a:pt x="433781" y="90027"/>
                </a:cubicBezTo>
                <a:cubicBezTo>
                  <a:pt x="433781" y="75951"/>
                  <a:pt x="437906" y="64508"/>
                  <a:pt x="446154" y="55697"/>
                </a:cubicBezTo>
                <a:cubicBezTo>
                  <a:pt x="454402" y="46885"/>
                  <a:pt x="464719" y="42480"/>
                  <a:pt x="477106" y="42480"/>
                </a:cubicBezTo>
                <a:cubicBezTo>
                  <a:pt x="489492" y="42480"/>
                  <a:pt x="499148" y="46280"/>
                  <a:pt x="506073" y="53881"/>
                </a:cubicBezTo>
                <a:cubicBezTo>
                  <a:pt x="512998" y="61482"/>
                  <a:pt x="516461" y="71926"/>
                  <a:pt x="516461" y="85213"/>
                </a:cubicBezTo>
                <a:lnTo>
                  <a:pt x="516461" y="95601"/>
                </a:lnTo>
                <a:moveTo>
                  <a:pt x="494250" y="80146"/>
                </a:moveTo>
                <a:cubicBezTo>
                  <a:pt x="494250" y="66070"/>
                  <a:pt x="488451" y="59033"/>
                  <a:pt x="476852" y="59033"/>
                </a:cubicBezTo>
                <a:cubicBezTo>
                  <a:pt x="472010" y="59033"/>
                  <a:pt x="467746" y="60947"/>
                  <a:pt x="464058" y="64775"/>
                </a:cubicBezTo>
                <a:cubicBezTo>
                  <a:pt x="460370" y="68604"/>
                  <a:pt x="458076" y="73727"/>
                  <a:pt x="457175" y="80146"/>
                </a:cubicBezTo>
                <a:lnTo>
                  <a:pt x="494250" y="80146"/>
                </a:lnTo>
                <a:close/>
                <a:moveTo>
                  <a:pt x="589306" y="66296"/>
                </a:moveTo>
                <a:cubicBezTo>
                  <a:pt x="586209" y="64438"/>
                  <a:pt x="582409" y="63509"/>
                  <a:pt x="577904" y="63509"/>
                </a:cubicBezTo>
                <a:cubicBezTo>
                  <a:pt x="571993" y="63509"/>
                  <a:pt x="567263" y="65916"/>
                  <a:pt x="563716" y="70729"/>
                </a:cubicBezTo>
                <a:cubicBezTo>
                  <a:pt x="560169" y="75543"/>
                  <a:pt x="558396" y="82004"/>
                  <a:pt x="558396" y="90111"/>
                </a:cubicBezTo>
                <a:lnTo>
                  <a:pt x="558396" y="133351"/>
                </a:lnTo>
                <a:lnTo>
                  <a:pt x="534833" y="133351"/>
                </a:lnTo>
                <a:lnTo>
                  <a:pt x="534833" y="44591"/>
                </a:lnTo>
                <a:lnTo>
                  <a:pt x="558396" y="44591"/>
                </a:lnTo>
                <a:lnTo>
                  <a:pt x="558396" y="61651"/>
                </a:lnTo>
                <a:lnTo>
                  <a:pt x="558649" y="61651"/>
                </a:lnTo>
                <a:cubicBezTo>
                  <a:pt x="562984" y="49264"/>
                  <a:pt x="570782" y="43071"/>
                  <a:pt x="582043" y="43071"/>
                </a:cubicBezTo>
                <a:cubicBezTo>
                  <a:pt x="585252" y="43071"/>
                  <a:pt x="587673" y="43465"/>
                  <a:pt x="589306" y="44253"/>
                </a:cubicBezTo>
                <a:lnTo>
                  <a:pt x="589306" y="66296"/>
                </a:lnTo>
                <a:close/>
                <a:moveTo>
                  <a:pt x="685152" y="133351"/>
                </a:moveTo>
                <a:lnTo>
                  <a:pt x="661674" y="133351"/>
                </a:lnTo>
                <a:lnTo>
                  <a:pt x="661674" y="83608"/>
                </a:lnTo>
                <a:cubicBezTo>
                  <a:pt x="661674" y="68407"/>
                  <a:pt x="656185" y="60806"/>
                  <a:pt x="645206" y="60806"/>
                </a:cubicBezTo>
                <a:cubicBezTo>
                  <a:pt x="639688" y="60806"/>
                  <a:pt x="635198" y="62875"/>
                  <a:pt x="631735" y="67013"/>
                </a:cubicBezTo>
                <a:cubicBezTo>
                  <a:pt x="628273" y="71152"/>
                  <a:pt x="626542" y="76402"/>
                  <a:pt x="626542" y="82764"/>
                </a:cubicBezTo>
                <a:lnTo>
                  <a:pt x="626542" y="133351"/>
                </a:lnTo>
                <a:lnTo>
                  <a:pt x="602979" y="133351"/>
                </a:lnTo>
                <a:lnTo>
                  <a:pt x="602979" y="44591"/>
                </a:lnTo>
                <a:lnTo>
                  <a:pt x="626542" y="44591"/>
                </a:lnTo>
                <a:lnTo>
                  <a:pt x="626542" y="58864"/>
                </a:lnTo>
                <a:lnTo>
                  <a:pt x="626795" y="58864"/>
                </a:lnTo>
                <a:cubicBezTo>
                  <a:pt x="633326" y="47941"/>
                  <a:pt x="642925" y="42480"/>
                  <a:pt x="655593" y="42480"/>
                </a:cubicBezTo>
                <a:cubicBezTo>
                  <a:pt x="675299" y="42480"/>
                  <a:pt x="685152" y="54669"/>
                  <a:pt x="685152" y="79048"/>
                </a:cubicBezTo>
                <a:lnTo>
                  <a:pt x="685152" y="133351"/>
                </a:lnTo>
                <a:close/>
                <a:moveTo>
                  <a:pt x="844699" y="133351"/>
                </a:moveTo>
                <a:lnTo>
                  <a:pt x="821221" y="133351"/>
                </a:lnTo>
                <a:lnTo>
                  <a:pt x="821221" y="82679"/>
                </a:lnTo>
                <a:cubicBezTo>
                  <a:pt x="821221" y="68097"/>
                  <a:pt x="815929" y="60806"/>
                  <a:pt x="805344" y="60806"/>
                </a:cubicBezTo>
                <a:cubicBezTo>
                  <a:pt x="800446" y="60806"/>
                  <a:pt x="796350" y="63016"/>
                  <a:pt x="793056" y="67436"/>
                </a:cubicBezTo>
                <a:cubicBezTo>
                  <a:pt x="789763" y="71855"/>
                  <a:pt x="788116" y="77162"/>
                  <a:pt x="788116" y="83355"/>
                </a:cubicBezTo>
                <a:lnTo>
                  <a:pt x="788116" y="133351"/>
                </a:lnTo>
                <a:lnTo>
                  <a:pt x="764638" y="133351"/>
                </a:lnTo>
                <a:lnTo>
                  <a:pt x="764638" y="81750"/>
                </a:lnTo>
                <a:cubicBezTo>
                  <a:pt x="764638" y="67788"/>
                  <a:pt x="759374" y="60806"/>
                  <a:pt x="748845" y="60806"/>
                </a:cubicBezTo>
                <a:cubicBezTo>
                  <a:pt x="743834" y="60806"/>
                  <a:pt x="739724" y="62875"/>
                  <a:pt x="736515" y="67013"/>
                </a:cubicBezTo>
                <a:cubicBezTo>
                  <a:pt x="733306" y="71152"/>
                  <a:pt x="731701" y="76683"/>
                  <a:pt x="731701" y="83608"/>
                </a:cubicBezTo>
                <a:lnTo>
                  <a:pt x="731701" y="133351"/>
                </a:lnTo>
                <a:lnTo>
                  <a:pt x="708139" y="133351"/>
                </a:lnTo>
                <a:lnTo>
                  <a:pt x="708139" y="44591"/>
                </a:lnTo>
                <a:lnTo>
                  <a:pt x="731701" y="44591"/>
                </a:lnTo>
                <a:lnTo>
                  <a:pt x="731701" y="58610"/>
                </a:lnTo>
                <a:lnTo>
                  <a:pt x="731955" y="58610"/>
                </a:lnTo>
                <a:cubicBezTo>
                  <a:pt x="738598" y="47857"/>
                  <a:pt x="748085" y="42480"/>
                  <a:pt x="760415" y="42480"/>
                </a:cubicBezTo>
                <a:cubicBezTo>
                  <a:pt x="772914" y="42480"/>
                  <a:pt x="781416" y="48166"/>
                  <a:pt x="785920" y="59539"/>
                </a:cubicBezTo>
                <a:cubicBezTo>
                  <a:pt x="792676" y="48166"/>
                  <a:pt x="802557" y="42480"/>
                  <a:pt x="815563" y="42480"/>
                </a:cubicBezTo>
                <a:cubicBezTo>
                  <a:pt x="834987" y="42480"/>
                  <a:pt x="844699" y="54416"/>
                  <a:pt x="844699" y="78288"/>
                </a:cubicBezTo>
                <a:lnTo>
                  <a:pt x="844699" y="133351"/>
                </a:lnTo>
                <a:close/>
                <a:moveTo>
                  <a:pt x="945055" y="95601"/>
                </a:moveTo>
                <a:lnTo>
                  <a:pt x="885769" y="95601"/>
                </a:lnTo>
                <a:cubicBezTo>
                  <a:pt x="886726" y="110690"/>
                  <a:pt x="895284" y="118234"/>
                  <a:pt x="911443" y="118234"/>
                </a:cubicBezTo>
                <a:cubicBezTo>
                  <a:pt x="921296" y="118234"/>
                  <a:pt x="930079" y="115644"/>
                  <a:pt x="937792" y="110464"/>
                </a:cubicBezTo>
                <a:lnTo>
                  <a:pt x="937792" y="128368"/>
                </a:lnTo>
                <a:cubicBezTo>
                  <a:pt x="929572" y="133154"/>
                  <a:pt x="919016" y="135547"/>
                  <a:pt x="906122" y="135547"/>
                </a:cubicBezTo>
                <a:cubicBezTo>
                  <a:pt x="892328" y="135547"/>
                  <a:pt x="881589" y="131550"/>
                  <a:pt x="873904" y="123555"/>
                </a:cubicBezTo>
                <a:cubicBezTo>
                  <a:pt x="866218" y="115560"/>
                  <a:pt x="862376" y="104384"/>
                  <a:pt x="862376" y="90027"/>
                </a:cubicBezTo>
                <a:cubicBezTo>
                  <a:pt x="862376" y="75951"/>
                  <a:pt x="866500" y="64508"/>
                  <a:pt x="874748" y="55697"/>
                </a:cubicBezTo>
                <a:cubicBezTo>
                  <a:pt x="882996" y="46885"/>
                  <a:pt x="893314" y="42480"/>
                  <a:pt x="905700" y="42480"/>
                </a:cubicBezTo>
                <a:cubicBezTo>
                  <a:pt x="918087" y="42480"/>
                  <a:pt x="927742" y="46280"/>
                  <a:pt x="934668" y="53881"/>
                </a:cubicBezTo>
                <a:cubicBezTo>
                  <a:pt x="941593" y="61482"/>
                  <a:pt x="945055" y="71926"/>
                  <a:pt x="945055" y="85213"/>
                </a:cubicBezTo>
                <a:lnTo>
                  <a:pt x="945055" y="95601"/>
                </a:lnTo>
                <a:moveTo>
                  <a:pt x="922844" y="80146"/>
                </a:moveTo>
                <a:cubicBezTo>
                  <a:pt x="922844" y="66070"/>
                  <a:pt x="917045" y="59033"/>
                  <a:pt x="905447" y="59033"/>
                </a:cubicBezTo>
                <a:cubicBezTo>
                  <a:pt x="900605" y="59033"/>
                  <a:pt x="896340" y="60947"/>
                  <a:pt x="892652" y="64775"/>
                </a:cubicBezTo>
                <a:cubicBezTo>
                  <a:pt x="888964" y="68604"/>
                  <a:pt x="886670" y="73727"/>
                  <a:pt x="885769" y="80146"/>
                </a:cubicBezTo>
                <a:lnTo>
                  <a:pt x="922844" y="80146"/>
                </a:lnTo>
                <a:close/>
                <a:moveTo>
                  <a:pt x="1045428" y="133351"/>
                </a:moveTo>
                <a:lnTo>
                  <a:pt x="1021950" y="133351"/>
                </a:lnTo>
                <a:lnTo>
                  <a:pt x="1021950" y="83608"/>
                </a:lnTo>
                <a:cubicBezTo>
                  <a:pt x="1021950" y="68407"/>
                  <a:pt x="1016461" y="60806"/>
                  <a:pt x="1005482" y="60806"/>
                </a:cubicBezTo>
                <a:cubicBezTo>
                  <a:pt x="999964" y="60806"/>
                  <a:pt x="995474" y="62875"/>
                  <a:pt x="992012" y="67013"/>
                </a:cubicBezTo>
                <a:cubicBezTo>
                  <a:pt x="988549" y="71152"/>
                  <a:pt x="986818" y="76402"/>
                  <a:pt x="986818" y="82764"/>
                </a:cubicBezTo>
                <a:lnTo>
                  <a:pt x="986818" y="133351"/>
                </a:lnTo>
                <a:lnTo>
                  <a:pt x="963255" y="133351"/>
                </a:lnTo>
                <a:lnTo>
                  <a:pt x="963255" y="44591"/>
                </a:lnTo>
                <a:lnTo>
                  <a:pt x="986818" y="44591"/>
                </a:lnTo>
                <a:lnTo>
                  <a:pt x="986818" y="58864"/>
                </a:lnTo>
                <a:lnTo>
                  <a:pt x="987071" y="58864"/>
                </a:lnTo>
                <a:cubicBezTo>
                  <a:pt x="993602" y="47941"/>
                  <a:pt x="1003202" y="42480"/>
                  <a:pt x="1015870" y="42480"/>
                </a:cubicBezTo>
                <a:cubicBezTo>
                  <a:pt x="1035575" y="42480"/>
                  <a:pt x="1045428" y="54669"/>
                  <a:pt x="1045428" y="79048"/>
                </a:cubicBezTo>
                <a:lnTo>
                  <a:pt x="1045428" y="133351"/>
                </a:lnTo>
                <a:close/>
                <a:moveTo>
                  <a:pt x="1118327" y="132422"/>
                </a:moveTo>
                <a:cubicBezTo>
                  <a:pt x="1114330" y="134449"/>
                  <a:pt x="1108756" y="135462"/>
                  <a:pt x="1101605" y="135462"/>
                </a:cubicBezTo>
                <a:cubicBezTo>
                  <a:pt x="1083420" y="135462"/>
                  <a:pt x="1074327" y="125835"/>
                  <a:pt x="1074327" y="106580"/>
                </a:cubicBezTo>
                <a:lnTo>
                  <a:pt x="1074327" y="62495"/>
                </a:lnTo>
                <a:lnTo>
                  <a:pt x="1059632" y="62495"/>
                </a:lnTo>
                <a:lnTo>
                  <a:pt x="1059632" y="44591"/>
                </a:lnTo>
                <a:lnTo>
                  <a:pt x="1074327" y="44591"/>
                </a:lnTo>
                <a:lnTo>
                  <a:pt x="1074327" y="24745"/>
                </a:lnTo>
                <a:lnTo>
                  <a:pt x="1097805" y="17904"/>
                </a:lnTo>
                <a:lnTo>
                  <a:pt x="1097805" y="44591"/>
                </a:lnTo>
                <a:lnTo>
                  <a:pt x="1118327" y="44591"/>
                </a:lnTo>
                <a:lnTo>
                  <a:pt x="1118327" y="62495"/>
                </a:lnTo>
                <a:lnTo>
                  <a:pt x="1097805" y="62495"/>
                </a:lnTo>
                <a:lnTo>
                  <a:pt x="1097805" y="102441"/>
                </a:lnTo>
                <a:cubicBezTo>
                  <a:pt x="1097805" y="112238"/>
                  <a:pt x="1101662" y="117136"/>
                  <a:pt x="1109375" y="117136"/>
                </a:cubicBezTo>
                <a:cubicBezTo>
                  <a:pt x="1112584" y="117136"/>
                  <a:pt x="1115568" y="116235"/>
                  <a:pt x="1118327" y="114434"/>
                </a:cubicBezTo>
                <a:lnTo>
                  <a:pt x="1118327" y="132422"/>
                </a:lnTo>
                <a:close/>
                <a:moveTo>
                  <a:pt x="1200283" y="9036"/>
                </a:moveTo>
                <a:lnTo>
                  <a:pt x="1139984" y="153958"/>
                </a:lnTo>
                <a:lnTo>
                  <a:pt x="1118786" y="153958"/>
                </a:lnTo>
                <a:lnTo>
                  <a:pt x="1178916" y="9036"/>
                </a:lnTo>
                <a:lnTo>
                  <a:pt x="1200283" y="9036"/>
                </a:lnTo>
                <a:close/>
                <a:moveTo>
                  <a:pt x="1211999" y="133351"/>
                </a:moveTo>
                <a:lnTo>
                  <a:pt x="1211999" y="9036"/>
                </a:lnTo>
                <a:lnTo>
                  <a:pt x="1253212" y="9036"/>
                </a:lnTo>
                <a:cubicBezTo>
                  <a:pt x="1297240" y="9036"/>
                  <a:pt x="1319254" y="29249"/>
                  <a:pt x="1319254" y="69674"/>
                </a:cubicBezTo>
                <a:cubicBezTo>
                  <a:pt x="1319254" y="88929"/>
                  <a:pt x="1313047" y="104356"/>
                  <a:pt x="1300633" y="115954"/>
                </a:cubicBezTo>
                <a:cubicBezTo>
                  <a:pt x="1288218" y="127552"/>
                  <a:pt x="1272242" y="133351"/>
                  <a:pt x="1252706" y="133351"/>
                </a:cubicBezTo>
                <a:lnTo>
                  <a:pt x="1211999" y="133351"/>
                </a:lnTo>
                <a:moveTo>
                  <a:pt x="1236068" y="29052"/>
                </a:moveTo>
                <a:lnTo>
                  <a:pt x="1236068" y="113420"/>
                </a:lnTo>
                <a:lnTo>
                  <a:pt x="1251270" y="113420"/>
                </a:lnTo>
                <a:cubicBezTo>
                  <a:pt x="1264613" y="113420"/>
                  <a:pt x="1275057" y="109550"/>
                  <a:pt x="1282602" y="101808"/>
                </a:cubicBezTo>
                <a:cubicBezTo>
                  <a:pt x="1290146" y="94066"/>
                  <a:pt x="1293919" y="83468"/>
                  <a:pt x="1293919" y="70011"/>
                </a:cubicBezTo>
                <a:cubicBezTo>
                  <a:pt x="1293919" y="56781"/>
                  <a:pt x="1290146" y="46646"/>
                  <a:pt x="1282602" y="39608"/>
                </a:cubicBezTo>
                <a:cubicBezTo>
                  <a:pt x="1275057" y="32571"/>
                  <a:pt x="1264670" y="29052"/>
                  <a:pt x="1251439" y="29052"/>
                </a:cubicBezTo>
                <a:lnTo>
                  <a:pt x="1236068" y="29052"/>
                </a:lnTo>
                <a:close/>
                <a:moveTo>
                  <a:pt x="1416372" y="95601"/>
                </a:moveTo>
                <a:lnTo>
                  <a:pt x="1357086" y="95601"/>
                </a:lnTo>
                <a:cubicBezTo>
                  <a:pt x="1358043" y="110690"/>
                  <a:pt x="1366601" y="118234"/>
                  <a:pt x="1382760" y="118234"/>
                </a:cubicBezTo>
                <a:cubicBezTo>
                  <a:pt x="1392612" y="118234"/>
                  <a:pt x="1401396" y="115644"/>
                  <a:pt x="1409109" y="110464"/>
                </a:cubicBezTo>
                <a:lnTo>
                  <a:pt x="1409109" y="128368"/>
                </a:lnTo>
                <a:cubicBezTo>
                  <a:pt x="1400889" y="133154"/>
                  <a:pt x="1390332" y="135547"/>
                  <a:pt x="1377439" y="135547"/>
                </a:cubicBezTo>
                <a:cubicBezTo>
                  <a:pt x="1363645" y="135547"/>
                  <a:pt x="1352906" y="131550"/>
                  <a:pt x="1345220" y="123555"/>
                </a:cubicBezTo>
                <a:cubicBezTo>
                  <a:pt x="1337535" y="115560"/>
                  <a:pt x="1333692" y="104384"/>
                  <a:pt x="1333692" y="90027"/>
                </a:cubicBezTo>
                <a:cubicBezTo>
                  <a:pt x="1333692" y="75951"/>
                  <a:pt x="1337817" y="64508"/>
                  <a:pt x="1346065" y="55697"/>
                </a:cubicBezTo>
                <a:cubicBezTo>
                  <a:pt x="1354313" y="46885"/>
                  <a:pt x="1364630" y="42480"/>
                  <a:pt x="1377017" y="42480"/>
                </a:cubicBezTo>
                <a:cubicBezTo>
                  <a:pt x="1389403" y="42480"/>
                  <a:pt x="1399059" y="46280"/>
                  <a:pt x="1405984" y="53881"/>
                </a:cubicBezTo>
                <a:cubicBezTo>
                  <a:pt x="1412909" y="61482"/>
                  <a:pt x="1416372" y="71926"/>
                  <a:pt x="1416372" y="85213"/>
                </a:cubicBezTo>
                <a:lnTo>
                  <a:pt x="1416372" y="95601"/>
                </a:lnTo>
                <a:moveTo>
                  <a:pt x="1394161" y="80146"/>
                </a:moveTo>
                <a:cubicBezTo>
                  <a:pt x="1394161" y="66070"/>
                  <a:pt x="1388362" y="59033"/>
                  <a:pt x="1376763" y="59033"/>
                </a:cubicBezTo>
                <a:cubicBezTo>
                  <a:pt x="1371921" y="59033"/>
                  <a:pt x="1367657" y="60947"/>
                  <a:pt x="1363969" y="64775"/>
                </a:cubicBezTo>
                <a:cubicBezTo>
                  <a:pt x="1360281" y="68604"/>
                  <a:pt x="1357987" y="73727"/>
                  <a:pt x="1357086" y="80146"/>
                </a:cubicBezTo>
                <a:lnTo>
                  <a:pt x="1394161" y="80146"/>
                </a:lnTo>
                <a:close/>
                <a:moveTo>
                  <a:pt x="1488542" y="20438"/>
                </a:moveTo>
                <a:cubicBezTo>
                  <a:pt x="1485333" y="19030"/>
                  <a:pt x="1482039" y="18326"/>
                  <a:pt x="1478661" y="18326"/>
                </a:cubicBezTo>
                <a:cubicBezTo>
                  <a:pt x="1469540" y="18326"/>
                  <a:pt x="1464980" y="23534"/>
                  <a:pt x="1464980" y="33950"/>
                </a:cubicBezTo>
                <a:lnTo>
                  <a:pt x="1464980" y="44591"/>
                </a:lnTo>
                <a:lnTo>
                  <a:pt x="1485333" y="44591"/>
                </a:lnTo>
                <a:lnTo>
                  <a:pt x="1485333" y="62495"/>
                </a:lnTo>
                <a:lnTo>
                  <a:pt x="1464980" y="62495"/>
                </a:lnTo>
                <a:lnTo>
                  <a:pt x="1464980" y="133351"/>
                </a:lnTo>
                <a:lnTo>
                  <a:pt x="1441502" y="133351"/>
                </a:lnTo>
                <a:lnTo>
                  <a:pt x="1441502" y="62495"/>
                </a:lnTo>
                <a:lnTo>
                  <a:pt x="1426469" y="62495"/>
                </a:lnTo>
                <a:lnTo>
                  <a:pt x="1426469" y="44591"/>
                </a:lnTo>
                <a:lnTo>
                  <a:pt x="1441502" y="44591"/>
                </a:lnTo>
                <a:lnTo>
                  <a:pt x="1441502" y="32683"/>
                </a:lnTo>
                <a:cubicBezTo>
                  <a:pt x="1441502" y="22718"/>
                  <a:pt x="1444626" y="14779"/>
                  <a:pt x="1450876" y="8868"/>
                </a:cubicBezTo>
                <a:cubicBezTo>
                  <a:pt x="1457125" y="2956"/>
                  <a:pt x="1465402" y="0"/>
                  <a:pt x="1475705" y="0"/>
                </a:cubicBezTo>
                <a:cubicBezTo>
                  <a:pt x="1481054" y="0"/>
                  <a:pt x="1485333" y="535"/>
                  <a:pt x="1488542" y="1605"/>
                </a:cubicBezTo>
                <a:lnTo>
                  <a:pt x="1488542" y="20438"/>
                </a:lnTo>
                <a:close/>
                <a:moveTo>
                  <a:pt x="1576014" y="95601"/>
                </a:moveTo>
                <a:lnTo>
                  <a:pt x="1516728" y="95601"/>
                </a:lnTo>
                <a:cubicBezTo>
                  <a:pt x="1517686" y="110690"/>
                  <a:pt x="1526243" y="118234"/>
                  <a:pt x="1542402" y="118234"/>
                </a:cubicBezTo>
                <a:cubicBezTo>
                  <a:pt x="1552255" y="118234"/>
                  <a:pt x="1561038" y="115644"/>
                  <a:pt x="1568751" y="110464"/>
                </a:cubicBezTo>
                <a:lnTo>
                  <a:pt x="1568751" y="128368"/>
                </a:lnTo>
                <a:cubicBezTo>
                  <a:pt x="1560531" y="133154"/>
                  <a:pt x="1549975" y="135547"/>
                  <a:pt x="1537082" y="135547"/>
                </a:cubicBezTo>
                <a:cubicBezTo>
                  <a:pt x="1523288" y="135547"/>
                  <a:pt x="1512548" y="131550"/>
                  <a:pt x="1504863" y="123555"/>
                </a:cubicBezTo>
                <a:cubicBezTo>
                  <a:pt x="1497178" y="115560"/>
                  <a:pt x="1493335" y="104384"/>
                  <a:pt x="1493335" y="90027"/>
                </a:cubicBezTo>
                <a:cubicBezTo>
                  <a:pt x="1493335" y="75951"/>
                  <a:pt x="1497459" y="64508"/>
                  <a:pt x="1505707" y="55697"/>
                </a:cubicBezTo>
                <a:cubicBezTo>
                  <a:pt x="1513956" y="46885"/>
                  <a:pt x="1524273" y="42480"/>
                  <a:pt x="1536659" y="42480"/>
                </a:cubicBezTo>
                <a:cubicBezTo>
                  <a:pt x="1549046" y="42480"/>
                  <a:pt x="1558702" y="46280"/>
                  <a:pt x="1565627" y="53881"/>
                </a:cubicBezTo>
                <a:cubicBezTo>
                  <a:pt x="1572552" y="61482"/>
                  <a:pt x="1576014" y="71926"/>
                  <a:pt x="1576014" y="85213"/>
                </a:cubicBezTo>
                <a:lnTo>
                  <a:pt x="1576014" y="95601"/>
                </a:lnTo>
                <a:moveTo>
                  <a:pt x="1553803" y="80146"/>
                </a:moveTo>
                <a:cubicBezTo>
                  <a:pt x="1553803" y="66070"/>
                  <a:pt x="1548004" y="59033"/>
                  <a:pt x="1536406" y="59033"/>
                </a:cubicBezTo>
                <a:cubicBezTo>
                  <a:pt x="1531564" y="59033"/>
                  <a:pt x="1527299" y="60947"/>
                  <a:pt x="1523611" y="64775"/>
                </a:cubicBezTo>
                <a:cubicBezTo>
                  <a:pt x="1519924" y="68604"/>
                  <a:pt x="1517629" y="73727"/>
                  <a:pt x="1516728" y="80146"/>
                </a:cubicBezTo>
                <a:lnTo>
                  <a:pt x="1553803" y="80146"/>
                </a:lnTo>
                <a:close/>
                <a:moveTo>
                  <a:pt x="1676559" y="133351"/>
                </a:moveTo>
                <a:lnTo>
                  <a:pt x="1653082" y="133351"/>
                </a:lnTo>
                <a:lnTo>
                  <a:pt x="1653082" y="83608"/>
                </a:lnTo>
                <a:cubicBezTo>
                  <a:pt x="1653082" y="68407"/>
                  <a:pt x="1647592" y="60806"/>
                  <a:pt x="1636613" y="60806"/>
                </a:cubicBezTo>
                <a:cubicBezTo>
                  <a:pt x="1631096" y="60806"/>
                  <a:pt x="1626606" y="62875"/>
                  <a:pt x="1623143" y="67013"/>
                </a:cubicBezTo>
                <a:cubicBezTo>
                  <a:pt x="1619680" y="71152"/>
                  <a:pt x="1617949" y="76402"/>
                  <a:pt x="1617949" y="82764"/>
                </a:cubicBezTo>
                <a:lnTo>
                  <a:pt x="1617949" y="133351"/>
                </a:lnTo>
                <a:lnTo>
                  <a:pt x="1594387" y="133351"/>
                </a:lnTo>
                <a:lnTo>
                  <a:pt x="1594387" y="44591"/>
                </a:lnTo>
                <a:lnTo>
                  <a:pt x="1617949" y="44591"/>
                </a:lnTo>
                <a:lnTo>
                  <a:pt x="1617949" y="58864"/>
                </a:lnTo>
                <a:lnTo>
                  <a:pt x="1618203" y="58864"/>
                </a:lnTo>
                <a:cubicBezTo>
                  <a:pt x="1624734" y="47941"/>
                  <a:pt x="1634333" y="42480"/>
                  <a:pt x="1647001" y="42480"/>
                </a:cubicBezTo>
                <a:cubicBezTo>
                  <a:pt x="1666707" y="42480"/>
                  <a:pt x="1676559" y="54669"/>
                  <a:pt x="1676559" y="79048"/>
                </a:cubicBezTo>
                <a:lnTo>
                  <a:pt x="1676559" y="133351"/>
                </a:lnTo>
                <a:close/>
                <a:moveTo>
                  <a:pt x="1696592" y="110549"/>
                </a:moveTo>
                <a:cubicBezTo>
                  <a:pt x="1705375" y="116066"/>
                  <a:pt x="1714045" y="118825"/>
                  <a:pt x="1722603" y="118825"/>
                </a:cubicBezTo>
                <a:cubicBezTo>
                  <a:pt x="1733638" y="118825"/>
                  <a:pt x="1739156" y="115701"/>
                  <a:pt x="1739156" y="109451"/>
                </a:cubicBezTo>
                <a:cubicBezTo>
                  <a:pt x="1739156" y="105116"/>
                  <a:pt x="1734792" y="101456"/>
                  <a:pt x="1726066" y="98472"/>
                </a:cubicBezTo>
                <a:cubicBezTo>
                  <a:pt x="1713341" y="94193"/>
                  <a:pt x="1705262" y="89985"/>
                  <a:pt x="1701828" y="85846"/>
                </a:cubicBezTo>
                <a:cubicBezTo>
                  <a:pt x="1698393" y="81708"/>
                  <a:pt x="1696676" y="76402"/>
                  <a:pt x="1696676" y="69927"/>
                </a:cubicBezTo>
                <a:cubicBezTo>
                  <a:pt x="1696676" y="61369"/>
                  <a:pt x="1700167" y="54655"/>
                  <a:pt x="1707148" y="49785"/>
                </a:cubicBezTo>
                <a:cubicBezTo>
                  <a:pt x="1714130" y="44915"/>
                  <a:pt x="1723110" y="42480"/>
                  <a:pt x="1734089" y="42480"/>
                </a:cubicBezTo>
                <a:cubicBezTo>
                  <a:pt x="1741746" y="42480"/>
                  <a:pt x="1749403" y="43690"/>
                  <a:pt x="1757060" y="46111"/>
                </a:cubicBezTo>
                <a:lnTo>
                  <a:pt x="1757060" y="65282"/>
                </a:lnTo>
                <a:cubicBezTo>
                  <a:pt x="1750135" y="61172"/>
                  <a:pt x="1742562" y="59117"/>
                  <a:pt x="1734342" y="59117"/>
                </a:cubicBezTo>
                <a:cubicBezTo>
                  <a:pt x="1730007" y="59117"/>
                  <a:pt x="1726516" y="59933"/>
                  <a:pt x="1723870" y="61566"/>
                </a:cubicBezTo>
                <a:cubicBezTo>
                  <a:pt x="1721224" y="63199"/>
                  <a:pt x="1719901" y="65367"/>
                  <a:pt x="1719901" y="68069"/>
                </a:cubicBezTo>
                <a:cubicBezTo>
                  <a:pt x="1719901" y="72517"/>
                  <a:pt x="1723588" y="76036"/>
                  <a:pt x="1730964" y="78626"/>
                </a:cubicBezTo>
                <a:cubicBezTo>
                  <a:pt x="1739353" y="81666"/>
                  <a:pt x="1745518" y="84214"/>
                  <a:pt x="1749459" y="86269"/>
                </a:cubicBezTo>
                <a:cubicBezTo>
                  <a:pt x="1753400" y="88324"/>
                  <a:pt x="1756469" y="91125"/>
                  <a:pt x="1758664" y="94672"/>
                </a:cubicBezTo>
                <a:cubicBezTo>
                  <a:pt x="1760860" y="98219"/>
                  <a:pt x="1761958" y="102385"/>
                  <a:pt x="1761958" y="107171"/>
                </a:cubicBezTo>
                <a:cubicBezTo>
                  <a:pt x="1761958" y="116179"/>
                  <a:pt x="1758369" y="123161"/>
                  <a:pt x="1751190" y="128115"/>
                </a:cubicBezTo>
                <a:cubicBezTo>
                  <a:pt x="1744012" y="133070"/>
                  <a:pt x="1734539" y="135547"/>
                  <a:pt x="1722772" y="135547"/>
                </a:cubicBezTo>
                <a:cubicBezTo>
                  <a:pt x="1712863" y="135547"/>
                  <a:pt x="1704136" y="133970"/>
                  <a:pt x="1696592" y="130818"/>
                </a:cubicBezTo>
                <a:lnTo>
                  <a:pt x="1696592" y="110549"/>
                </a:lnTo>
                <a:close/>
                <a:moveTo>
                  <a:pt x="1855864" y="95601"/>
                </a:moveTo>
                <a:lnTo>
                  <a:pt x="1796578" y="95601"/>
                </a:lnTo>
                <a:cubicBezTo>
                  <a:pt x="1797535" y="110690"/>
                  <a:pt x="1806093" y="118234"/>
                  <a:pt x="1822252" y="118234"/>
                </a:cubicBezTo>
                <a:cubicBezTo>
                  <a:pt x="1832105" y="118234"/>
                  <a:pt x="1840888" y="115644"/>
                  <a:pt x="1848601" y="110464"/>
                </a:cubicBezTo>
                <a:lnTo>
                  <a:pt x="1848601" y="128368"/>
                </a:lnTo>
                <a:cubicBezTo>
                  <a:pt x="1840381" y="133154"/>
                  <a:pt x="1829825" y="135547"/>
                  <a:pt x="1816931" y="135547"/>
                </a:cubicBezTo>
                <a:cubicBezTo>
                  <a:pt x="1803137" y="135547"/>
                  <a:pt x="1792398" y="131550"/>
                  <a:pt x="1784713" y="123555"/>
                </a:cubicBezTo>
                <a:cubicBezTo>
                  <a:pt x="1777027" y="115560"/>
                  <a:pt x="1773185" y="104384"/>
                  <a:pt x="1773185" y="90027"/>
                </a:cubicBezTo>
                <a:cubicBezTo>
                  <a:pt x="1773185" y="75951"/>
                  <a:pt x="1777309" y="64508"/>
                  <a:pt x="1785557" y="55697"/>
                </a:cubicBezTo>
                <a:cubicBezTo>
                  <a:pt x="1793805" y="46885"/>
                  <a:pt x="1804123" y="42480"/>
                  <a:pt x="1816509" y="42480"/>
                </a:cubicBezTo>
                <a:cubicBezTo>
                  <a:pt x="1828896" y="42480"/>
                  <a:pt x="1838551" y="46280"/>
                  <a:pt x="1845477" y="53881"/>
                </a:cubicBezTo>
                <a:cubicBezTo>
                  <a:pt x="1852402" y="61482"/>
                  <a:pt x="1855864" y="71926"/>
                  <a:pt x="1855864" y="85213"/>
                </a:cubicBezTo>
                <a:lnTo>
                  <a:pt x="1855864" y="95601"/>
                </a:lnTo>
                <a:moveTo>
                  <a:pt x="1833653" y="80146"/>
                </a:moveTo>
                <a:cubicBezTo>
                  <a:pt x="1833653" y="66070"/>
                  <a:pt x="1827854" y="59033"/>
                  <a:pt x="1816256" y="59033"/>
                </a:cubicBezTo>
                <a:cubicBezTo>
                  <a:pt x="1811414" y="59033"/>
                  <a:pt x="1807149" y="60947"/>
                  <a:pt x="1803461" y="64775"/>
                </a:cubicBezTo>
                <a:cubicBezTo>
                  <a:pt x="1799773" y="68604"/>
                  <a:pt x="1797479" y="73727"/>
                  <a:pt x="1796578" y="80146"/>
                </a:cubicBezTo>
                <a:lnTo>
                  <a:pt x="1833653" y="80146"/>
                </a:lnTo>
                <a:close/>
                <a:moveTo>
                  <a:pt x="1961070" y="161558"/>
                </a:moveTo>
                <a:cubicBezTo>
                  <a:pt x="1942603" y="141065"/>
                  <a:pt x="1933370" y="115841"/>
                  <a:pt x="1933370" y="85889"/>
                </a:cubicBezTo>
                <a:cubicBezTo>
                  <a:pt x="1933370" y="56555"/>
                  <a:pt x="1942603" y="30938"/>
                  <a:pt x="1961070" y="9036"/>
                </a:cubicBezTo>
                <a:lnTo>
                  <a:pt x="1980494" y="9036"/>
                </a:lnTo>
                <a:cubicBezTo>
                  <a:pt x="1962815" y="31839"/>
                  <a:pt x="1953976" y="57428"/>
                  <a:pt x="1953976" y="85804"/>
                </a:cubicBezTo>
                <a:cubicBezTo>
                  <a:pt x="1953976" y="113955"/>
                  <a:pt x="1962815" y="139207"/>
                  <a:pt x="1980494" y="161558"/>
                </a:cubicBezTo>
                <a:lnTo>
                  <a:pt x="1961070" y="161558"/>
                </a:lnTo>
                <a:close/>
                <a:moveTo>
                  <a:pt x="2067666" y="30572"/>
                </a:moveTo>
                <a:cubicBezTo>
                  <a:pt x="2061416" y="27081"/>
                  <a:pt x="2054576" y="25336"/>
                  <a:pt x="2047144" y="25336"/>
                </a:cubicBezTo>
                <a:cubicBezTo>
                  <a:pt x="2037178" y="25336"/>
                  <a:pt x="2029254" y="29376"/>
                  <a:pt x="2023370" y="37455"/>
                </a:cubicBezTo>
                <a:cubicBezTo>
                  <a:pt x="2017487" y="45534"/>
                  <a:pt x="2014545" y="55880"/>
                  <a:pt x="2014545" y="68491"/>
                </a:cubicBezTo>
                <a:lnTo>
                  <a:pt x="2015052" y="68491"/>
                </a:lnTo>
                <a:cubicBezTo>
                  <a:pt x="2020963" y="58864"/>
                  <a:pt x="2029887" y="54050"/>
                  <a:pt x="2041823" y="54050"/>
                </a:cubicBezTo>
                <a:cubicBezTo>
                  <a:pt x="2052295" y="54050"/>
                  <a:pt x="2060628" y="57611"/>
                  <a:pt x="2066821" y="64733"/>
                </a:cubicBezTo>
                <a:cubicBezTo>
                  <a:pt x="2073014" y="71855"/>
                  <a:pt x="2076111" y="81131"/>
                  <a:pt x="2076111" y="92560"/>
                </a:cubicBezTo>
                <a:cubicBezTo>
                  <a:pt x="2076111" y="105116"/>
                  <a:pt x="2072170" y="115419"/>
                  <a:pt x="2064288" y="123470"/>
                </a:cubicBezTo>
                <a:cubicBezTo>
                  <a:pt x="2056405" y="131521"/>
                  <a:pt x="2046412" y="135547"/>
                  <a:pt x="2034307" y="135547"/>
                </a:cubicBezTo>
                <a:cubicBezTo>
                  <a:pt x="2020288" y="135547"/>
                  <a:pt x="2009576" y="130395"/>
                  <a:pt x="2002173" y="120092"/>
                </a:cubicBezTo>
                <a:cubicBezTo>
                  <a:pt x="1994769" y="109789"/>
                  <a:pt x="1991067" y="95770"/>
                  <a:pt x="1991067" y="78035"/>
                </a:cubicBezTo>
                <a:cubicBezTo>
                  <a:pt x="1991067" y="57034"/>
                  <a:pt x="1995909" y="39946"/>
                  <a:pt x="2005593" y="26772"/>
                </a:cubicBezTo>
                <a:cubicBezTo>
                  <a:pt x="2015277" y="13597"/>
                  <a:pt x="2028677" y="7010"/>
                  <a:pt x="2045792" y="7010"/>
                </a:cubicBezTo>
                <a:cubicBezTo>
                  <a:pt x="2055251" y="7010"/>
                  <a:pt x="2062542" y="8164"/>
                  <a:pt x="2067666" y="10472"/>
                </a:cubicBezTo>
                <a:lnTo>
                  <a:pt x="2067666" y="30572"/>
                </a:lnTo>
                <a:moveTo>
                  <a:pt x="2015389" y="92560"/>
                </a:moveTo>
                <a:cubicBezTo>
                  <a:pt x="2015389" y="99260"/>
                  <a:pt x="2017107" y="105031"/>
                  <a:pt x="2020541" y="109873"/>
                </a:cubicBezTo>
                <a:cubicBezTo>
                  <a:pt x="2023975" y="114715"/>
                  <a:pt x="2028592" y="117136"/>
                  <a:pt x="2034391" y="117136"/>
                </a:cubicBezTo>
                <a:cubicBezTo>
                  <a:pt x="2040078" y="117136"/>
                  <a:pt x="2044582" y="114969"/>
                  <a:pt x="2047904" y="110633"/>
                </a:cubicBezTo>
                <a:cubicBezTo>
                  <a:pt x="2051226" y="106298"/>
                  <a:pt x="2052886" y="100837"/>
                  <a:pt x="2052886" y="94249"/>
                </a:cubicBezTo>
                <a:cubicBezTo>
                  <a:pt x="2052886" y="79386"/>
                  <a:pt x="2046693" y="71954"/>
                  <a:pt x="2034307" y="71954"/>
                </a:cubicBezTo>
                <a:cubicBezTo>
                  <a:pt x="2028733" y="71954"/>
                  <a:pt x="2024187" y="73910"/>
                  <a:pt x="2020668" y="77823"/>
                </a:cubicBezTo>
                <a:cubicBezTo>
                  <a:pt x="2017149" y="81736"/>
                  <a:pt x="2015389" y="86649"/>
                  <a:pt x="2015389" y="92560"/>
                </a:cubicBezTo>
                <a:close/>
                <a:moveTo>
                  <a:pt x="2094664" y="129635"/>
                </a:moveTo>
                <a:lnTo>
                  <a:pt x="2094664" y="108269"/>
                </a:lnTo>
                <a:cubicBezTo>
                  <a:pt x="2098437" y="111140"/>
                  <a:pt x="2102730" y="113336"/>
                  <a:pt x="2107543" y="114856"/>
                </a:cubicBezTo>
                <a:cubicBezTo>
                  <a:pt x="2112357" y="116376"/>
                  <a:pt x="2117073" y="117136"/>
                  <a:pt x="2121689" y="117136"/>
                </a:cubicBezTo>
                <a:cubicBezTo>
                  <a:pt x="2129628" y="117136"/>
                  <a:pt x="2135877" y="115222"/>
                  <a:pt x="2140438" y="111393"/>
                </a:cubicBezTo>
                <a:cubicBezTo>
                  <a:pt x="2144998" y="107565"/>
                  <a:pt x="2147279" y="102244"/>
                  <a:pt x="2147279" y="95432"/>
                </a:cubicBezTo>
                <a:cubicBezTo>
                  <a:pt x="2147279" y="88338"/>
                  <a:pt x="2144872" y="83172"/>
                  <a:pt x="2140058" y="79935"/>
                </a:cubicBezTo>
                <a:cubicBezTo>
                  <a:pt x="2135244" y="76697"/>
                  <a:pt x="2127854" y="75079"/>
                  <a:pt x="2117889" y="75079"/>
                </a:cubicBezTo>
                <a:cubicBezTo>
                  <a:pt x="2111133" y="75079"/>
                  <a:pt x="2104039" y="75670"/>
                  <a:pt x="2096607" y="76852"/>
                </a:cubicBezTo>
                <a:lnTo>
                  <a:pt x="2101252" y="9036"/>
                </a:lnTo>
                <a:lnTo>
                  <a:pt x="2165605" y="9036"/>
                </a:lnTo>
                <a:lnTo>
                  <a:pt x="2165605" y="28630"/>
                </a:lnTo>
                <a:lnTo>
                  <a:pt x="2120676" y="28630"/>
                </a:lnTo>
                <a:lnTo>
                  <a:pt x="2118565" y="57512"/>
                </a:lnTo>
                <a:cubicBezTo>
                  <a:pt x="2124870" y="56781"/>
                  <a:pt x="2129037" y="56415"/>
                  <a:pt x="2131064" y="56415"/>
                </a:cubicBezTo>
                <a:cubicBezTo>
                  <a:pt x="2143169" y="56415"/>
                  <a:pt x="2152895" y="59736"/>
                  <a:pt x="2160242" y="66380"/>
                </a:cubicBezTo>
                <a:cubicBezTo>
                  <a:pt x="2167589" y="73024"/>
                  <a:pt x="2171263" y="81863"/>
                  <a:pt x="2171263" y="92898"/>
                </a:cubicBezTo>
                <a:cubicBezTo>
                  <a:pt x="2171263" y="106242"/>
                  <a:pt x="2167041" y="116686"/>
                  <a:pt x="2158595" y="124230"/>
                </a:cubicBezTo>
                <a:cubicBezTo>
                  <a:pt x="2150150" y="131775"/>
                  <a:pt x="2138608" y="135547"/>
                  <a:pt x="2123970" y="135547"/>
                </a:cubicBezTo>
                <a:cubicBezTo>
                  <a:pt x="2111696" y="135547"/>
                  <a:pt x="2101927" y="133576"/>
                  <a:pt x="2094664" y="129635"/>
                </a:cubicBezTo>
                <a:close/>
                <a:moveTo>
                  <a:pt x="2183141" y="161558"/>
                </a:moveTo>
                <a:cubicBezTo>
                  <a:pt x="2200932" y="139601"/>
                  <a:pt x="2209828" y="114349"/>
                  <a:pt x="2209828" y="85804"/>
                </a:cubicBezTo>
                <a:cubicBezTo>
                  <a:pt x="2209828" y="57541"/>
                  <a:pt x="2200932" y="31951"/>
                  <a:pt x="2183141" y="9036"/>
                </a:cubicBezTo>
                <a:lnTo>
                  <a:pt x="2202734" y="9036"/>
                </a:lnTo>
                <a:cubicBezTo>
                  <a:pt x="2221257" y="31051"/>
                  <a:pt x="2230519" y="56668"/>
                  <a:pt x="2230519" y="85889"/>
                </a:cubicBezTo>
                <a:cubicBezTo>
                  <a:pt x="2230519" y="115616"/>
                  <a:pt x="2221229" y="140839"/>
                  <a:pt x="2202650" y="161558"/>
                </a:cubicBezTo>
                <a:lnTo>
                  <a:pt x="2183141" y="161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A9480-A740-400F-ABAB-6B8825A7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232" y="1408717"/>
            <a:ext cx="2432244" cy="88830"/>
          </a:xfrm>
          <a:custGeom xmlns:a="http://schemas.openxmlformats.org/drawingml/2006/main">
            <a:pathLst>
              <a:path w="2432244" h="88830">
                <a:moveTo>
                  <a:pt x="2432244" y="0"/>
                </a:moveTo>
                <a:cubicBezTo>
                  <a:pt x="2432244" y="24597"/>
                  <a:pt x="2358454" y="44493"/>
                  <a:pt x="2267431" y="44493"/>
                </a:cubicBezTo>
                <a:lnTo>
                  <a:pt x="1493186" y="44493"/>
                </a:lnTo>
                <a:cubicBezTo>
                  <a:pt x="1402163" y="44493"/>
                  <a:pt x="1328530" y="64390"/>
                  <a:pt x="1328530" y="88830"/>
                </a:cubicBezTo>
                <a:cubicBezTo>
                  <a:pt x="1328530" y="64390"/>
                  <a:pt x="1254740" y="44493"/>
                  <a:pt x="1163717" y="44493"/>
                </a:cubicBezTo>
                <a:lnTo>
                  <a:pt x="164813" y="44493"/>
                </a:lnTo>
                <a:cubicBezTo>
                  <a:pt x="73790" y="44493"/>
                  <a:pt x="0" y="24597"/>
                  <a:pt x="0" y="0"/>
                </a:cubicBezTo>
                <a:lnTo>
                  <a:pt x="2432244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AAB28-BB37-4703-997C-C8B903FA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232" y="71116"/>
            <a:ext cx="2432088" cy="1332275"/>
          </a:xfrm>
          <a:custGeom xmlns:a="http://schemas.openxmlformats.org/drawingml/2006/main">
            <a:pathLst>
              <a:path w="2432088" h="1332275" fill="none">
                <a:moveTo>
                  <a:pt x="0" y="1332275"/>
                </a:moveTo>
                <a:lnTo>
                  <a:pt x="2432088" y="1332275"/>
                </a:lnTo>
                <a:lnTo>
                  <a:pt x="2432088" y="0"/>
                </a:lnTo>
                <a:lnTo>
                  <a:pt x="0" y="0"/>
                </a:lnTo>
                <a:lnTo>
                  <a:pt x="0" y="133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33" cap="flat">
            <a:solidFill>
              <a:srgbClr val="262626"/>
            </a:solidFill>
            <a:custDash>
              <a:ds d="300000" sp="100000"/>
            </a:custDash>
            <a:miter/>
          </a:ln>
        </p:spPr>
      </p:sp>
      <p:sp>
        <p:nvSpPr>
          <p:cNvPr id="83" name="Text •142incidents">
            <a:extLst xmlns:a="http://schemas.openxmlformats.org/drawingml/2006/main">
              <a:ext uri="{FF2B5EF4-FFF2-40B4-BE49-F238E27FC236}">
                <a16:creationId xmlns:a16="http://schemas.microsoft.com/office/drawing/2014/main" id="{45905B12-C6ED-4D9A-A073-D206A1E7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983" y="155193"/>
            <a:ext cx="1199315" cy="133520"/>
          </a:xfrm>
          <a:custGeom xmlns:a="http://schemas.openxmlformats.org/drawingml/2006/main">
            <a:pathLst>
              <a:path w="1199315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83449" y="7010"/>
                </a:moveTo>
                <a:lnTo>
                  <a:pt x="283449" y="86649"/>
                </a:lnTo>
                <a:lnTo>
                  <a:pt x="298313" y="86649"/>
                </a:lnTo>
                <a:lnTo>
                  <a:pt x="298313" y="103877"/>
                </a:lnTo>
                <a:lnTo>
                  <a:pt x="283449" y="103877"/>
                </a:lnTo>
                <a:lnTo>
                  <a:pt x="283449" y="131324"/>
                </a:lnTo>
                <a:lnTo>
                  <a:pt x="261660" y="131324"/>
                </a:lnTo>
                <a:lnTo>
                  <a:pt x="261660" y="103877"/>
                </a:lnTo>
                <a:lnTo>
                  <a:pt x="207526" y="103877"/>
                </a:lnTo>
                <a:lnTo>
                  <a:pt x="207526" y="85720"/>
                </a:lnTo>
                <a:cubicBezTo>
                  <a:pt x="218843" y="72770"/>
                  <a:pt x="229343" y="59244"/>
                  <a:pt x="239027" y="45140"/>
                </a:cubicBezTo>
                <a:cubicBezTo>
                  <a:pt x="248711" y="31036"/>
                  <a:pt x="256115" y="18326"/>
                  <a:pt x="261238" y="7010"/>
                </a:cubicBezTo>
                <a:lnTo>
                  <a:pt x="283449" y="7010"/>
                </a:lnTo>
                <a:moveTo>
                  <a:pt x="227541" y="86649"/>
                </a:moveTo>
                <a:lnTo>
                  <a:pt x="261660" y="86649"/>
                </a:lnTo>
                <a:lnTo>
                  <a:pt x="261660" y="38511"/>
                </a:lnTo>
                <a:cubicBezTo>
                  <a:pt x="258226" y="44647"/>
                  <a:pt x="253356" y="52234"/>
                  <a:pt x="247050" y="61271"/>
                </a:cubicBezTo>
                <a:cubicBezTo>
                  <a:pt x="240744" y="70307"/>
                  <a:pt x="234241" y="78766"/>
                  <a:pt x="227541" y="86649"/>
                </a:cubicBezTo>
                <a:close/>
                <a:moveTo>
                  <a:pt x="338567" y="111478"/>
                </a:moveTo>
                <a:lnTo>
                  <a:pt x="391266" y="111478"/>
                </a:lnTo>
                <a:lnTo>
                  <a:pt x="391266" y="131324"/>
                </a:lnTo>
                <a:lnTo>
                  <a:pt x="313654" y="131324"/>
                </a:lnTo>
                <a:lnTo>
                  <a:pt x="313654" y="121950"/>
                </a:lnTo>
                <a:cubicBezTo>
                  <a:pt x="313654" y="115250"/>
                  <a:pt x="314794" y="109071"/>
                  <a:pt x="317074" y="103413"/>
                </a:cubicBezTo>
                <a:cubicBezTo>
                  <a:pt x="319354" y="97754"/>
                  <a:pt x="322620" y="92462"/>
                  <a:pt x="326870" y="87535"/>
                </a:cubicBezTo>
                <a:cubicBezTo>
                  <a:pt x="331121" y="82609"/>
                  <a:pt x="340059" y="75051"/>
                  <a:pt x="353684" y="64860"/>
                </a:cubicBezTo>
                <a:cubicBezTo>
                  <a:pt x="358977" y="60919"/>
                  <a:pt x="362777" y="57146"/>
                  <a:pt x="365085" y="53543"/>
                </a:cubicBezTo>
                <a:cubicBezTo>
                  <a:pt x="367394" y="49940"/>
                  <a:pt x="368548" y="45914"/>
                  <a:pt x="368548" y="41466"/>
                </a:cubicBezTo>
                <a:cubicBezTo>
                  <a:pt x="368548" y="35949"/>
                  <a:pt x="366929" y="31656"/>
                  <a:pt x="363692" y="28587"/>
                </a:cubicBezTo>
                <a:cubicBezTo>
                  <a:pt x="360455" y="25519"/>
                  <a:pt x="355430" y="23985"/>
                  <a:pt x="348617" y="23985"/>
                </a:cubicBezTo>
                <a:cubicBezTo>
                  <a:pt x="337976" y="23985"/>
                  <a:pt x="327757" y="28207"/>
                  <a:pt x="317961" y="36653"/>
                </a:cubicBezTo>
                <a:lnTo>
                  <a:pt x="317961" y="15455"/>
                </a:lnTo>
                <a:cubicBezTo>
                  <a:pt x="327982" y="8473"/>
                  <a:pt x="339327" y="4983"/>
                  <a:pt x="351995" y="4983"/>
                </a:cubicBezTo>
                <a:cubicBezTo>
                  <a:pt x="364832" y="4983"/>
                  <a:pt x="374755" y="8107"/>
                  <a:pt x="381765" y="14357"/>
                </a:cubicBezTo>
                <a:cubicBezTo>
                  <a:pt x="388774" y="20607"/>
                  <a:pt x="392279" y="29249"/>
                  <a:pt x="392279" y="40284"/>
                </a:cubicBezTo>
                <a:cubicBezTo>
                  <a:pt x="392279" y="45971"/>
                  <a:pt x="391364" y="51010"/>
                  <a:pt x="389535" y="55401"/>
                </a:cubicBezTo>
                <a:cubicBezTo>
                  <a:pt x="387705" y="59793"/>
                  <a:pt x="385284" y="63776"/>
                  <a:pt x="382272" y="67351"/>
                </a:cubicBezTo>
                <a:cubicBezTo>
                  <a:pt x="379259" y="70926"/>
                  <a:pt x="375797" y="74248"/>
                  <a:pt x="371884" y="77317"/>
                </a:cubicBezTo>
                <a:cubicBezTo>
                  <a:pt x="367971" y="80385"/>
                  <a:pt x="363959" y="83439"/>
                  <a:pt x="359849" y="86480"/>
                </a:cubicBezTo>
                <a:cubicBezTo>
                  <a:pt x="352249" y="92110"/>
                  <a:pt x="346801" y="96924"/>
                  <a:pt x="343508" y="100921"/>
                </a:cubicBezTo>
                <a:cubicBezTo>
                  <a:pt x="340214" y="104919"/>
                  <a:pt x="338567" y="108438"/>
                  <a:pt x="338567" y="111478"/>
                </a:cubicBezTo>
                <a:close/>
                <a:moveTo>
                  <a:pt x="474522" y="13344"/>
                </a:moveTo>
                <a:cubicBezTo>
                  <a:pt x="474522" y="9740"/>
                  <a:pt x="475803" y="6728"/>
                  <a:pt x="478365" y="4307"/>
                </a:cubicBezTo>
                <a:cubicBezTo>
                  <a:pt x="480927" y="1886"/>
                  <a:pt x="484235" y="676"/>
                  <a:pt x="488288" y="676"/>
                </a:cubicBezTo>
                <a:cubicBezTo>
                  <a:pt x="492229" y="676"/>
                  <a:pt x="495523" y="1872"/>
                  <a:pt x="498169" y="4265"/>
                </a:cubicBezTo>
                <a:cubicBezTo>
                  <a:pt x="500815" y="6658"/>
                  <a:pt x="502139" y="9684"/>
                  <a:pt x="502139" y="13344"/>
                </a:cubicBezTo>
                <a:cubicBezTo>
                  <a:pt x="502139" y="17003"/>
                  <a:pt x="500830" y="20044"/>
                  <a:pt x="498212" y="22464"/>
                </a:cubicBezTo>
                <a:cubicBezTo>
                  <a:pt x="495593" y="24885"/>
                  <a:pt x="492286" y="26096"/>
                  <a:pt x="488288" y="26096"/>
                </a:cubicBezTo>
                <a:cubicBezTo>
                  <a:pt x="484291" y="26096"/>
                  <a:pt x="480997" y="24857"/>
                  <a:pt x="478407" y="22380"/>
                </a:cubicBezTo>
                <a:cubicBezTo>
                  <a:pt x="475817" y="19903"/>
                  <a:pt x="474522" y="16891"/>
                  <a:pt x="474522" y="13344"/>
                </a:cubicBezTo>
                <a:moveTo>
                  <a:pt x="476380" y="131324"/>
                </a:moveTo>
                <a:lnTo>
                  <a:pt x="476380" y="42564"/>
                </a:lnTo>
                <a:lnTo>
                  <a:pt x="499858" y="42564"/>
                </a:lnTo>
                <a:lnTo>
                  <a:pt x="499858" y="131324"/>
                </a:lnTo>
                <a:lnTo>
                  <a:pt x="476380" y="131324"/>
                </a:lnTo>
                <a:close/>
                <a:moveTo>
                  <a:pt x="606282" y="131324"/>
                </a:moveTo>
                <a:lnTo>
                  <a:pt x="582804" y="131324"/>
                </a:lnTo>
                <a:lnTo>
                  <a:pt x="582804" y="81582"/>
                </a:lnTo>
                <a:cubicBezTo>
                  <a:pt x="582804" y="66380"/>
                  <a:pt x="577315" y="58779"/>
                  <a:pt x="566336" y="58779"/>
                </a:cubicBezTo>
                <a:cubicBezTo>
                  <a:pt x="560818" y="58779"/>
                  <a:pt x="556328" y="60848"/>
                  <a:pt x="552866" y="64987"/>
                </a:cubicBezTo>
                <a:cubicBezTo>
                  <a:pt x="549403" y="69125"/>
                  <a:pt x="547672" y="74375"/>
                  <a:pt x="547672" y="80737"/>
                </a:cubicBezTo>
                <a:lnTo>
                  <a:pt x="547672" y="131324"/>
                </a:lnTo>
                <a:lnTo>
                  <a:pt x="524109" y="131324"/>
                </a:lnTo>
                <a:lnTo>
                  <a:pt x="524109" y="42564"/>
                </a:lnTo>
                <a:lnTo>
                  <a:pt x="547672" y="42564"/>
                </a:lnTo>
                <a:lnTo>
                  <a:pt x="547672" y="56837"/>
                </a:lnTo>
                <a:lnTo>
                  <a:pt x="547925" y="56837"/>
                </a:lnTo>
                <a:cubicBezTo>
                  <a:pt x="554456" y="45914"/>
                  <a:pt x="564056" y="40453"/>
                  <a:pt x="576723" y="40453"/>
                </a:cubicBezTo>
                <a:cubicBezTo>
                  <a:pt x="596429" y="40453"/>
                  <a:pt x="606282" y="52642"/>
                  <a:pt x="606282" y="77021"/>
                </a:cubicBezTo>
                <a:lnTo>
                  <a:pt x="606282" y="131324"/>
                </a:lnTo>
                <a:close/>
                <a:moveTo>
                  <a:pt x="694635" y="127862"/>
                </a:moveTo>
                <a:cubicBezTo>
                  <a:pt x="688273" y="131634"/>
                  <a:pt x="679575" y="133520"/>
                  <a:pt x="668539" y="133520"/>
                </a:cubicBezTo>
                <a:cubicBezTo>
                  <a:pt x="655252" y="133520"/>
                  <a:pt x="644484" y="129424"/>
                  <a:pt x="636236" y="121232"/>
                </a:cubicBezTo>
                <a:cubicBezTo>
                  <a:pt x="627988" y="113040"/>
                  <a:pt x="623864" y="102329"/>
                  <a:pt x="623864" y="89098"/>
                </a:cubicBezTo>
                <a:cubicBezTo>
                  <a:pt x="623864" y="74009"/>
                  <a:pt x="628283" y="62129"/>
                  <a:pt x="637123" y="53459"/>
                </a:cubicBezTo>
                <a:cubicBezTo>
                  <a:pt x="645962" y="44788"/>
                  <a:pt x="657758" y="40453"/>
                  <a:pt x="672509" y="40453"/>
                </a:cubicBezTo>
                <a:cubicBezTo>
                  <a:pt x="682136" y="40453"/>
                  <a:pt x="689512" y="41861"/>
                  <a:pt x="694635" y="44676"/>
                </a:cubicBezTo>
                <a:lnTo>
                  <a:pt x="694635" y="65367"/>
                </a:lnTo>
                <a:cubicBezTo>
                  <a:pt x="688667" y="60975"/>
                  <a:pt x="682080" y="58779"/>
                  <a:pt x="674873" y="58779"/>
                </a:cubicBezTo>
                <a:cubicBezTo>
                  <a:pt x="666653" y="58779"/>
                  <a:pt x="660066" y="61355"/>
                  <a:pt x="655111" y="66507"/>
                </a:cubicBezTo>
                <a:cubicBezTo>
                  <a:pt x="650157" y="71658"/>
                  <a:pt x="647679" y="78626"/>
                  <a:pt x="647679" y="87409"/>
                </a:cubicBezTo>
                <a:cubicBezTo>
                  <a:pt x="647679" y="96079"/>
                  <a:pt x="650016" y="102864"/>
                  <a:pt x="654689" y="107762"/>
                </a:cubicBezTo>
                <a:cubicBezTo>
                  <a:pt x="659362" y="112660"/>
                  <a:pt x="665781" y="115109"/>
                  <a:pt x="673944" y="115109"/>
                </a:cubicBezTo>
                <a:cubicBezTo>
                  <a:pt x="681095" y="115109"/>
                  <a:pt x="687992" y="112857"/>
                  <a:pt x="694635" y="108353"/>
                </a:cubicBezTo>
                <a:lnTo>
                  <a:pt x="694635" y="127862"/>
                </a:lnTo>
                <a:close/>
                <a:moveTo>
                  <a:pt x="711304" y="13344"/>
                </a:moveTo>
                <a:cubicBezTo>
                  <a:pt x="711304" y="9740"/>
                  <a:pt x="712585" y="6728"/>
                  <a:pt x="715147" y="4307"/>
                </a:cubicBezTo>
                <a:cubicBezTo>
                  <a:pt x="717708" y="1886"/>
                  <a:pt x="721016" y="676"/>
                  <a:pt x="725070" y="676"/>
                </a:cubicBezTo>
                <a:cubicBezTo>
                  <a:pt x="729011" y="676"/>
                  <a:pt x="732305" y="1872"/>
                  <a:pt x="734951" y="4265"/>
                </a:cubicBezTo>
                <a:cubicBezTo>
                  <a:pt x="737597" y="6658"/>
                  <a:pt x="738920" y="9684"/>
                  <a:pt x="738920" y="13344"/>
                </a:cubicBezTo>
                <a:cubicBezTo>
                  <a:pt x="738920" y="17003"/>
                  <a:pt x="737611" y="20044"/>
                  <a:pt x="734993" y="22464"/>
                </a:cubicBezTo>
                <a:cubicBezTo>
                  <a:pt x="732375" y="24885"/>
                  <a:pt x="729067" y="26096"/>
                  <a:pt x="725070" y="26096"/>
                </a:cubicBezTo>
                <a:cubicBezTo>
                  <a:pt x="721072" y="26096"/>
                  <a:pt x="717779" y="24857"/>
                  <a:pt x="715189" y="22380"/>
                </a:cubicBezTo>
                <a:cubicBezTo>
                  <a:pt x="712599" y="19903"/>
                  <a:pt x="711304" y="16891"/>
                  <a:pt x="711304" y="13344"/>
                </a:cubicBezTo>
                <a:moveTo>
                  <a:pt x="713162" y="131324"/>
                </a:moveTo>
                <a:lnTo>
                  <a:pt x="713162" y="42564"/>
                </a:lnTo>
                <a:lnTo>
                  <a:pt x="736640" y="42564"/>
                </a:lnTo>
                <a:lnTo>
                  <a:pt x="736640" y="131324"/>
                </a:lnTo>
                <a:lnTo>
                  <a:pt x="713162" y="131324"/>
                </a:lnTo>
                <a:close/>
                <a:moveTo>
                  <a:pt x="844499" y="131324"/>
                </a:moveTo>
                <a:lnTo>
                  <a:pt x="821021" y="131324"/>
                </a:lnTo>
                <a:lnTo>
                  <a:pt x="821021" y="118234"/>
                </a:lnTo>
                <a:lnTo>
                  <a:pt x="820599" y="118234"/>
                </a:lnTo>
                <a:cubicBezTo>
                  <a:pt x="814293" y="128425"/>
                  <a:pt x="804863" y="133520"/>
                  <a:pt x="792307" y="133520"/>
                </a:cubicBezTo>
                <a:cubicBezTo>
                  <a:pt x="781160" y="133520"/>
                  <a:pt x="772236" y="129523"/>
                  <a:pt x="765536" y="121528"/>
                </a:cubicBezTo>
                <a:cubicBezTo>
                  <a:pt x="758836" y="113533"/>
                  <a:pt x="755486" y="102667"/>
                  <a:pt x="755486" y="88929"/>
                </a:cubicBezTo>
                <a:cubicBezTo>
                  <a:pt x="755486" y="74347"/>
                  <a:pt x="759230" y="62622"/>
                  <a:pt x="766718" y="53754"/>
                </a:cubicBezTo>
                <a:cubicBezTo>
                  <a:pt x="774206" y="44887"/>
                  <a:pt x="783947" y="40453"/>
                  <a:pt x="795939" y="40453"/>
                </a:cubicBezTo>
                <a:cubicBezTo>
                  <a:pt x="807593" y="40453"/>
                  <a:pt x="815813" y="44760"/>
                  <a:pt x="820599" y="53374"/>
                </a:cubicBezTo>
                <a:lnTo>
                  <a:pt x="821021" y="53374"/>
                </a:lnTo>
                <a:lnTo>
                  <a:pt x="821021" y="0"/>
                </a:lnTo>
                <a:lnTo>
                  <a:pt x="844499" y="0"/>
                </a:lnTo>
                <a:lnTo>
                  <a:pt x="844499" y="131324"/>
                </a:lnTo>
                <a:moveTo>
                  <a:pt x="821359" y="80568"/>
                </a:moveTo>
                <a:cubicBezTo>
                  <a:pt x="821359" y="74319"/>
                  <a:pt x="819445" y="69125"/>
                  <a:pt x="815616" y="64987"/>
                </a:cubicBezTo>
                <a:cubicBezTo>
                  <a:pt x="811788" y="60848"/>
                  <a:pt x="806974" y="58779"/>
                  <a:pt x="801175" y="58779"/>
                </a:cubicBezTo>
                <a:cubicBezTo>
                  <a:pt x="794419" y="58779"/>
                  <a:pt x="789084" y="61425"/>
                  <a:pt x="785171" y="66718"/>
                </a:cubicBezTo>
                <a:cubicBezTo>
                  <a:pt x="781258" y="72010"/>
                  <a:pt x="779302" y="79189"/>
                  <a:pt x="779302" y="88253"/>
                </a:cubicBezTo>
                <a:cubicBezTo>
                  <a:pt x="779302" y="96755"/>
                  <a:pt x="781188" y="103356"/>
                  <a:pt x="784960" y="108058"/>
                </a:cubicBezTo>
                <a:cubicBezTo>
                  <a:pt x="788732" y="112759"/>
                  <a:pt x="793828" y="115109"/>
                  <a:pt x="800246" y="115109"/>
                </a:cubicBezTo>
                <a:cubicBezTo>
                  <a:pt x="806439" y="115109"/>
                  <a:pt x="811506" y="112660"/>
                  <a:pt x="815447" y="107762"/>
                </a:cubicBezTo>
                <a:cubicBezTo>
                  <a:pt x="819389" y="102864"/>
                  <a:pt x="821359" y="96614"/>
                  <a:pt x="821359" y="89013"/>
                </a:cubicBezTo>
                <a:lnTo>
                  <a:pt x="821359" y="80568"/>
                </a:lnTo>
                <a:close/>
                <a:moveTo>
                  <a:pt x="946438" y="93574"/>
                </a:moveTo>
                <a:lnTo>
                  <a:pt x="887152" y="93574"/>
                </a:lnTo>
                <a:cubicBezTo>
                  <a:pt x="888109" y="108663"/>
                  <a:pt x="896667" y="116207"/>
                  <a:pt x="912826" y="116207"/>
                </a:cubicBezTo>
                <a:cubicBezTo>
                  <a:pt x="922679" y="116207"/>
                  <a:pt x="931462" y="113617"/>
                  <a:pt x="939175" y="108438"/>
                </a:cubicBezTo>
                <a:lnTo>
                  <a:pt x="939175" y="126342"/>
                </a:lnTo>
                <a:cubicBezTo>
                  <a:pt x="930955" y="131127"/>
                  <a:pt x="920399" y="133520"/>
                  <a:pt x="907505" y="133520"/>
                </a:cubicBezTo>
                <a:cubicBezTo>
                  <a:pt x="893712" y="133520"/>
                  <a:pt x="882972" y="129523"/>
                  <a:pt x="875287" y="121528"/>
                </a:cubicBezTo>
                <a:cubicBezTo>
                  <a:pt x="867601" y="113533"/>
                  <a:pt x="863759" y="102357"/>
                  <a:pt x="863759" y="88000"/>
                </a:cubicBezTo>
                <a:cubicBezTo>
                  <a:pt x="863759" y="73924"/>
                  <a:pt x="867883" y="62481"/>
                  <a:pt x="876131" y="53670"/>
                </a:cubicBezTo>
                <a:cubicBezTo>
                  <a:pt x="884379" y="44859"/>
                  <a:pt x="894697" y="40453"/>
                  <a:pt x="907083" y="40453"/>
                </a:cubicBezTo>
                <a:cubicBezTo>
                  <a:pt x="919470" y="40453"/>
                  <a:pt x="929125" y="44253"/>
                  <a:pt x="936051" y="51854"/>
                </a:cubicBezTo>
                <a:cubicBezTo>
                  <a:pt x="942976" y="59455"/>
                  <a:pt x="946438" y="69899"/>
                  <a:pt x="946438" y="83186"/>
                </a:cubicBezTo>
                <a:lnTo>
                  <a:pt x="946438" y="93574"/>
                </a:lnTo>
                <a:moveTo>
                  <a:pt x="924227" y="78119"/>
                </a:moveTo>
                <a:cubicBezTo>
                  <a:pt x="924227" y="64043"/>
                  <a:pt x="918428" y="57006"/>
                  <a:pt x="906830" y="57006"/>
                </a:cubicBezTo>
                <a:cubicBezTo>
                  <a:pt x="901988" y="57006"/>
                  <a:pt x="897723" y="58920"/>
                  <a:pt x="894035" y="62749"/>
                </a:cubicBezTo>
                <a:cubicBezTo>
                  <a:pt x="890347" y="66577"/>
                  <a:pt x="888053" y="71701"/>
                  <a:pt x="887152" y="78119"/>
                </a:cubicBezTo>
                <a:lnTo>
                  <a:pt x="924227" y="78119"/>
                </a:lnTo>
                <a:close/>
                <a:moveTo>
                  <a:pt x="1047502" y="131324"/>
                </a:moveTo>
                <a:lnTo>
                  <a:pt x="1024024" y="131324"/>
                </a:lnTo>
                <a:lnTo>
                  <a:pt x="1024024" y="81582"/>
                </a:lnTo>
                <a:cubicBezTo>
                  <a:pt x="1024024" y="66380"/>
                  <a:pt x="1018535" y="58779"/>
                  <a:pt x="1007556" y="58779"/>
                </a:cubicBezTo>
                <a:cubicBezTo>
                  <a:pt x="1002038" y="58779"/>
                  <a:pt x="997548" y="60848"/>
                  <a:pt x="994086" y="64987"/>
                </a:cubicBezTo>
                <a:cubicBezTo>
                  <a:pt x="990623" y="69125"/>
                  <a:pt x="988892" y="74375"/>
                  <a:pt x="988892" y="80737"/>
                </a:cubicBezTo>
                <a:lnTo>
                  <a:pt x="988892" y="131324"/>
                </a:lnTo>
                <a:lnTo>
                  <a:pt x="965329" y="131324"/>
                </a:lnTo>
                <a:lnTo>
                  <a:pt x="965329" y="42564"/>
                </a:lnTo>
                <a:lnTo>
                  <a:pt x="988892" y="42564"/>
                </a:lnTo>
                <a:lnTo>
                  <a:pt x="988892" y="56837"/>
                </a:lnTo>
                <a:lnTo>
                  <a:pt x="989145" y="56837"/>
                </a:lnTo>
                <a:cubicBezTo>
                  <a:pt x="995676" y="45914"/>
                  <a:pt x="1005276" y="40453"/>
                  <a:pt x="1017943" y="40453"/>
                </a:cubicBezTo>
                <a:cubicBezTo>
                  <a:pt x="1037649" y="40453"/>
                  <a:pt x="1047502" y="52642"/>
                  <a:pt x="1047502" y="77021"/>
                </a:cubicBezTo>
                <a:lnTo>
                  <a:pt x="1047502" y="131324"/>
                </a:lnTo>
                <a:close/>
                <a:moveTo>
                  <a:pt x="1120400" y="130395"/>
                </a:moveTo>
                <a:cubicBezTo>
                  <a:pt x="1116403" y="132422"/>
                  <a:pt x="1110829" y="133436"/>
                  <a:pt x="1103678" y="133436"/>
                </a:cubicBezTo>
                <a:cubicBezTo>
                  <a:pt x="1085493" y="133436"/>
                  <a:pt x="1076400" y="123808"/>
                  <a:pt x="1076400" y="104553"/>
                </a:cubicBezTo>
                <a:lnTo>
                  <a:pt x="1076400" y="60468"/>
                </a:lnTo>
                <a:lnTo>
                  <a:pt x="1061705" y="60468"/>
                </a:lnTo>
                <a:lnTo>
                  <a:pt x="1061705" y="42564"/>
                </a:lnTo>
                <a:lnTo>
                  <a:pt x="1076400" y="42564"/>
                </a:lnTo>
                <a:lnTo>
                  <a:pt x="1076400" y="22718"/>
                </a:lnTo>
                <a:lnTo>
                  <a:pt x="1099878" y="15877"/>
                </a:lnTo>
                <a:lnTo>
                  <a:pt x="1099878" y="42564"/>
                </a:lnTo>
                <a:lnTo>
                  <a:pt x="1120400" y="42564"/>
                </a:lnTo>
                <a:lnTo>
                  <a:pt x="1120400" y="60468"/>
                </a:lnTo>
                <a:lnTo>
                  <a:pt x="1099878" y="60468"/>
                </a:lnTo>
                <a:lnTo>
                  <a:pt x="1099878" y="100415"/>
                </a:lnTo>
                <a:cubicBezTo>
                  <a:pt x="1099878" y="110211"/>
                  <a:pt x="1103735" y="115109"/>
                  <a:pt x="1111448" y="115109"/>
                </a:cubicBezTo>
                <a:cubicBezTo>
                  <a:pt x="1114657" y="115109"/>
                  <a:pt x="1117641" y="114209"/>
                  <a:pt x="1120400" y="112407"/>
                </a:cubicBezTo>
                <a:lnTo>
                  <a:pt x="1120400" y="130395"/>
                </a:lnTo>
                <a:close/>
                <a:moveTo>
                  <a:pt x="1133949" y="108522"/>
                </a:moveTo>
                <a:cubicBezTo>
                  <a:pt x="1142732" y="114040"/>
                  <a:pt x="1151402" y="116798"/>
                  <a:pt x="1159960" y="116798"/>
                </a:cubicBezTo>
                <a:cubicBezTo>
                  <a:pt x="1170996" y="116798"/>
                  <a:pt x="1176513" y="113674"/>
                  <a:pt x="1176513" y="107424"/>
                </a:cubicBezTo>
                <a:cubicBezTo>
                  <a:pt x="1176513" y="103089"/>
                  <a:pt x="1172150" y="99429"/>
                  <a:pt x="1163423" y="96445"/>
                </a:cubicBezTo>
                <a:cubicBezTo>
                  <a:pt x="1150699" y="92166"/>
                  <a:pt x="1142619" y="87958"/>
                  <a:pt x="1139185" y="83820"/>
                </a:cubicBezTo>
                <a:cubicBezTo>
                  <a:pt x="1135751" y="79681"/>
                  <a:pt x="1134033" y="74375"/>
                  <a:pt x="1134033" y="67900"/>
                </a:cubicBezTo>
                <a:cubicBezTo>
                  <a:pt x="1134033" y="59342"/>
                  <a:pt x="1137524" y="52628"/>
                  <a:pt x="1144506" y="47758"/>
                </a:cubicBezTo>
                <a:cubicBezTo>
                  <a:pt x="1151487" y="42888"/>
                  <a:pt x="1160467" y="40453"/>
                  <a:pt x="1171446" y="40453"/>
                </a:cubicBezTo>
                <a:cubicBezTo>
                  <a:pt x="1179103" y="40453"/>
                  <a:pt x="1186760" y="41663"/>
                  <a:pt x="1194417" y="44084"/>
                </a:cubicBezTo>
                <a:lnTo>
                  <a:pt x="1194417" y="63255"/>
                </a:lnTo>
                <a:cubicBezTo>
                  <a:pt x="1187492" y="59145"/>
                  <a:pt x="1179919" y="57090"/>
                  <a:pt x="1171699" y="57090"/>
                </a:cubicBezTo>
                <a:cubicBezTo>
                  <a:pt x="1167364" y="57090"/>
                  <a:pt x="1163873" y="57907"/>
                  <a:pt x="1161227" y="59539"/>
                </a:cubicBezTo>
                <a:cubicBezTo>
                  <a:pt x="1158581" y="61172"/>
                  <a:pt x="1157258" y="63340"/>
                  <a:pt x="1157258" y="66042"/>
                </a:cubicBezTo>
                <a:cubicBezTo>
                  <a:pt x="1157258" y="70490"/>
                  <a:pt x="1160946" y="74009"/>
                  <a:pt x="1168321" y="76599"/>
                </a:cubicBezTo>
                <a:cubicBezTo>
                  <a:pt x="1176710" y="79639"/>
                  <a:pt x="1182875" y="82187"/>
                  <a:pt x="1186816" y="84242"/>
                </a:cubicBezTo>
                <a:cubicBezTo>
                  <a:pt x="1190758" y="86297"/>
                  <a:pt x="1193826" y="89098"/>
                  <a:pt x="1196022" y="92645"/>
                </a:cubicBezTo>
                <a:cubicBezTo>
                  <a:pt x="1198218" y="96192"/>
                  <a:pt x="1199315" y="100358"/>
                  <a:pt x="1199315" y="105144"/>
                </a:cubicBezTo>
                <a:cubicBezTo>
                  <a:pt x="1199315" y="114152"/>
                  <a:pt x="1195726" y="121134"/>
                  <a:pt x="1188548" y="126088"/>
                </a:cubicBezTo>
                <a:cubicBezTo>
                  <a:pt x="1181369" y="131043"/>
                  <a:pt x="1171896" y="133520"/>
                  <a:pt x="1160129" y="133520"/>
                </a:cubicBezTo>
                <a:cubicBezTo>
                  <a:pt x="1150220" y="133520"/>
                  <a:pt x="1141493" y="131944"/>
                  <a:pt x="1133949" y="128791"/>
                </a:cubicBezTo>
                <a:lnTo>
                  <a:pt x="1133949" y="108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•120malware">
            <a:extLst xmlns:a="http://schemas.openxmlformats.org/drawingml/2006/main">
              <a:ext uri="{FF2B5EF4-FFF2-40B4-BE49-F238E27FC236}">
                <a16:creationId xmlns:a16="http://schemas.microsoft.com/office/drawing/2014/main" id="{292B0697-B293-43BC-A06D-0EB3D3E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983" y="361992"/>
            <a:ext cx="1153643" cy="133520"/>
          </a:xfrm>
          <a:custGeom xmlns:a="http://schemas.openxmlformats.org/drawingml/2006/main">
            <a:pathLst>
              <a:path w="1153643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38942" y="111478"/>
                </a:moveTo>
                <a:lnTo>
                  <a:pt x="291641" y="111478"/>
                </a:lnTo>
                <a:lnTo>
                  <a:pt x="291641" y="131324"/>
                </a:lnTo>
                <a:lnTo>
                  <a:pt x="214029" y="131324"/>
                </a:lnTo>
                <a:lnTo>
                  <a:pt x="214029" y="121950"/>
                </a:lnTo>
                <a:cubicBezTo>
                  <a:pt x="214029" y="115250"/>
                  <a:pt x="215169" y="109071"/>
                  <a:pt x="217449" y="103413"/>
                </a:cubicBezTo>
                <a:cubicBezTo>
                  <a:pt x="219729" y="97754"/>
                  <a:pt x="222995" y="92462"/>
                  <a:pt x="227246" y="87535"/>
                </a:cubicBezTo>
                <a:cubicBezTo>
                  <a:pt x="231497" y="82609"/>
                  <a:pt x="240434" y="75051"/>
                  <a:pt x="254060" y="64860"/>
                </a:cubicBezTo>
                <a:cubicBezTo>
                  <a:pt x="259352" y="60919"/>
                  <a:pt x="263152" y="57146"/>
                  <a:pt x="265461" y="53543"/>
                </a:cubicBezTo>
                <a:cubicBezTo>
                  <a:pt x="267769" y="49940"/>
                  <a:pt x="268923" y="45914"/>
                  <a:pt x="268923" y="41466"/>
                </a:cubicBezTo>
                <a:cubicBezTo>
                  <a:pt x="268923" y="35949"/>
                  <a:pt x="267305" y="31656"/>
                  <a:pt x="264067" y="28587"/>
                </a:cubicBezTo>
                <a:cubicBezTo>
                  <a:pt x="260830" y="25519"/>
                  <a:pt x="255805" y="23985"/>
                  <a:pt x="248992" y="23985"/>
                </a:cubicBezTo>
                <a:cubicBezTo>
                  <a:pt x="238351" y="23985"/>
                  <a:pt x="228133" y="28207"/>
                  <a:pt x="218336" y="36653"/>
                </a:cubicBezTo>
                <a:lnTo>
                  <a:pt x="218336" y="15455"/>
                </a:lnTo>
                <a:cubicBezTo>
                  <a:pt x="228358" y="8473"/>
                  <a:pt x="239703" y="4983"/>
                  <a:pt x="252370" y="4983"/>
                </a:cubicBezTo>
                <a:cubicBezTo>
                  <a:pt x="265207" y="4983"/>
                  <a:pt x="275131" y="8107"/>
                  <a:pt x="282140" y="14357"/>
                </a:cubicBezTo>
                <a:cubicBezTo>
                  <a:pt x="289150" y="20607"/>
                  <a:pt x="292655" y="29249"/>
                  <a:pt x="292655" y="40284"/>
                </a:cubicBezTo>
                <a:cubicBezTo>
                  <a:pt x="292655" y="45971"/>
                  <a:pt x="291740" y="51010"/>
                  <a:pt x="289910" y="55401"/>
                </a:cubicBezTo>
                <a:cubicBezTo>
                  <a:pt x="288080" y="59793"/>
                  <a:pt x="285659" y="63776"/>
                  <a:pt x="282647" y="67351"/>
                </a:cubicBezTo>
                <a:cubicBezTo>
                  <a:pt x="279635" y="70926"/>
                  <a:pt x="276172" y="74248"/>
                  <a:pt x="272259" y="77317"/>
                </a:cubicBezTo>
                <a:cubicBezTo>
                  <a:pt x="268346" y="80385"/>
                  <a:pt x="264335" y="83439"/>
                  <a:pt x="260225" y="86480"/>
                </a:cubicBezTo>
                <a:cubicBezTo>
                  <a:pt x="252624" y="92110"/>
                  <a:pt x="247177" y="96924"/>
                  <a:pt x="243883" y="100921"/>
                </a:cubicBezTo>
                <a:cubicBezTo>
                  <a:pt x="240589" y="104919"/>
                  <a:pt x="238942" y="108438"/>
                  <a:pt x="238942" y="111478"/>
                </a:cubicBezTo>
                <a:close/>
                <a:moveTo>
                  <a:pt x="309347" y="71278"/>
                </a:moveTo>
                <a:cubicBezTo>
                  <a:pt x="309347" y="49658"/>
                  <a:pt x="313217" y="33204"/>
                  <a:pt x="320959" y="21916"/>
                </a:cubicBezTo>
                <a:cubicBezTo>
                  <a:pt x="328700" y="10627"/>
                  <a:pt x="339947" y="4983"/>
                  <a:pt x="354698" y="4983"/>
                </a:cubicBezTo>
                <a:cubicBezTo>
                  <a:pt x="382736" y="4983"/>
                  <a:pt x="396755" y="26124"/>
                  <a:pt x="396755" y="68407"/>
                </a:cubicBezTo>
                <a:cubicBezTo>
                  <a:pt x="396755" y="89239"/>
                  <a:pt x="392941" y="105299"/>
                  <a:pt x="385312" y="116587"/>
                </a:cubicBezTo>
                <a:cubicBezTo>
                  <a:pt x="377683" y="127876"/>
                  <a:pt x="366634" y="133520"/>
                  <a:pt x="352164" y="133520"/>
                </a:cubicBezTo>
                <a:cubicBezTo>
                  <a:pt x="323619" y="133520"/>
                  <a:pt x="309347" y="112773"/>
                  <a:pt x="309347" y="71278"/>
                </a:cubicBezTo>
                <a:moveTo>
                  <a:pt x="333247" y="70687"/>
                </a:moveTo>
                <a:cubicBezTo>
                  <a:pt x="333247" y="100302"/>
                  <a:pt x="339890" y="115109"/>
                  <a:pt x="353178" y="115109"/>
                </a:cubicBezTo>
                <a:cubicBezTo>
                  <a:pt x="366183" y="115109"/>
                  <a:pt x="372686" y="99908"/>
                  <a:pt x="372686" y="69505"/>
                </a:cubicBezTo>
                <a:cubicBezTo>
                  <a:pt x="372686" y="38708"/>
                  <a:pt x="366324" y="23309"/>
                  <a:pt x="353600" y="23309"/>
                </a:cubicBezTo>
                <a:cubicBezTo>
                  <a:pt x="340031" y="23309"/>
                  <a:pt x="333247" y="39102"/>
                  <a:pt x="333247" y="70687"/>
                </a:cubicBezTo>
                <a:close/>
                <a:moveTo>
                  <a:pt x="613279" y="131324"/>
                </a:moveTo>
                <a:lnTo>
                  <a:pt x="589801" y="131324"/>
                </a:lnTo>
                <a:lnTo>
                  <a:pt x="589801" y="80653"/>
                </a:lnTo>
                <a:cubicBezTo>
                  <a:pt x="589801" y="66070"/>
                  <a:pt x="584508" y="58779"/>
                  <a:pt x="573924" y="58779"/>
                </a:cubicBezTo>
                <a:cubicBezTo>
                  <a:pt x="569025" y="58779"/>
                  <a:pt x="564929" y="60989"/>
                  <a:pt x="561636" y="65409"/>
                </a:cubicBezTo>
                <a:cubicBezTo>
                  <a:pt x="558342" y="69828"/>
                  <a:pt x="556695" y="75135"/>
                  <a:pt x="556695" y="81328"/>
                </a:cubicBezTo>
                <a:lnTo>
                  <a:pt x="556695" y="131324"/>
                </a:lnTo>
                <a:lnTo>
                  <a:pt x="533217" y="131324"/>
                </a:lnTo>
                <a:lnTo>
                  <a:pt x="533217" y="79724"/>
                </a:lnTo>
                <a:cubicBezTo>
                  <a:pt x="533217" y="65761"/>
                  <a:pt x="527953" y="58779"/>
                  <a:pt x="517425" y="58779"/>
                </a:cubicBezTo>
                <a:cubicBezTo>
                  <a:pt x="512414" y="58779"/>
                  <a:pt x="508304" y="60848"/>
                  <a:pt x="505094" y="64987"/>
                </a:cubicBezTo>
                <a:cubicBezTo>
                  <a:pt x="501885" y="69125"/>
                  <a:pt x="500281" y="74656"/>
                  <a:pt x="500281" y="81582"/>
                </a:cubicBezTo>
                <a:lnTo>
                  <a:pt x="500281" y="131324"/>
                </a:lnTo>
                <a:lnTo>
                  <a:pt x="476718" y="131324"/>
                </a:lnTo>
                <a:lnTo>
                  <a:pt x="476718" y="42564"/>
                </a:lnTo>
                <a:lnTo>
                  <a:pt x="500281" y="42564"/>
                </a:lnTo>
                <a:lnTo>
                  <a:pt x="500281" y="56583"/>
                </a:lnTo>
                <a:lnTo>
                  <a:pt x="500534" y="56583"/>
                </a:lnTo>
                <a:cubicBezTo>
                  <a:pt x="507178" y="45830"/>
                  <a:pt x="516664" y="40453"/>
                  <a:pt x="528995" y="40453"/>
                </a:cubicBezTo>
                <a:cubicBezTo>
                  <a:pt x="541494" y="40453"/>
                  <a:pt x="549995" y="46139"/>
                  <a:pt x="554499" y="57512"/>
                </a:cubicBezTo>
                <a:cubicBezTo>
                  <a:pt x="561256" y="46139"/>
                  <a:pt x="571137" y="40453"/>
                  <a:pt x="584142" y="40453"/>
                </a:cubicBezTo>
                <a:cubicBezTo>
                  <a:pt x="603567" y="40453"/>
                  <a:pt x="613279" y="52389"/>
                  <a:pt x="613279" y="76261"/>
                </a:cubicBezTo>
                <a:lnTo>
                  <a:pt x="613279" y="131324"/>
                </a:lnTo>
                <a:close/>
                <a:moveTo>
                  <a:pt x="638471" y="48223"/>
                </a:moveTo>
                <a:cubicBezTo>
                  <a:pt x="642468" y="45914"/>
                  <a:pt x="647648" y="44042"/>
                  <a:pt x="654010" y="42607"/>
                </a:cubicBezTo>
                <a:cubicBezTo>
                  <a:pt x="660372" y="41171"/>
                  <a:pt x="666087" y="40453"/>
                  <a:pt x="671154" y="40453"/>
                </a:cubicBezTo>
                <a:cubicBezTo>
                  <a:pt x="695139" y="40453"/>
                  <a:pt x="707131" y="52614"/>
                  <a:pt x="707131" y="76937"/>
                </a:cubicBezTo>
                <a:lnTo>
                  <a:pt x="707131" y="131324"/>
                </a:lnTo>
                <a:lnTo>
                  <a:pt x="684667" y="131324"/>
                </a:lnTo>
                <a:lnTo>
                  <a:pt x="684667" y="118234"/>
                </a:lnTo>
                <a:lnTo>
                  <a:pt x="684244" y="118234"/>
                </a:lnTo>
                <a:cubicBezTo>
                  <a:pt x="678276" y="128425"/>
                  <a:pt x="669409" y="133520"/>
                  <a:pt x="657642" y="133520"/>
                </a:cubicBezTo>
                <a:cubicBezTo>
                  <a:pt x="649084" y="133520"/>
                  <a:pt x="642299" y="131113"/>
                  <a:pt x="637289" y="126299"/>
                </a:cubicBezTo>
                <a:cubicBezTo>
                  <a:pt x="632278" y="121486"/>
                  <a:pt x="629772" y="115025"/>
                  <a:pt x="629772" y="106917"/>
                </a:cubicBezTo>
                <a:cubicBezTo>
                  <a:pt x="629772" y="89971"/>
                  <a:pt x="639850" y="80146"/>
                  <a:pt x="660006" y="77443"/>
                </a:cubicBezTo>
                <a:lnTo>
                  <a:pt x="684751" y="74065"/>
                </a:lnTo>
                <a:cubicBezTo>
                  <a:pt x="684751" y="62749"/>
                  <a:pt x="679234" y="57090"/>
                  <a:pt x="668198" y="57090"/>
                </a:cubicBezTo>
                <a:cubicBezTo>
                  <a:pt x="657670" y="57090"/>
                  <a:pt x="647761" y="60384"/>
                  <a:pt x="638471" y="66971"/>
                </a:cubicBezTo>
                <a:lnTo>
                  <a:pt x="638471" y="48223"/>
                </a:lnTo>
                <a:moveTo>
                  <a:pt x="667100" y="90787"/>
                </a:moveTo>
                <a:cubicBezTo>
                  <a:pt x="656966" y="92082"/>
                  <a:pt x="651899" y="96614"/>
                  <a:pt x="651899" y="104384"/>
                </a:cubicBezTo>
                <a:cubicBezTo>
                  <a:pt x="651899" y="107875"/>
                  <a:pt x="653109" y="110718"/>
                  <a:pt x="655530" y="112914"/>
                </a:cubicBezTo>
                <a:cubicBezTo>
                  <a:pt x="657951" y="115109"/>
                  <a:pt x="661217" y="116207"/>
                  <a:pt x="665327" y="116207"/>
                </a:cubicBezTo>
                <a:cubicBezTo>
                  <a:pt x="670957" y="116207"/>
                  <a:pt x="675602" y="114223"/>
                  <a:pt x="679262" y="110253"/>
                </a:cubicBezTo>
                <a:cubicBezTo>
                  <a:pt x="682921" y="106284"/>
                  <a:pt x="684751" y="101287"/>
                  <a:pt x="684751" y="95263"/>
                </a:cubicBezTo>
                <a:lnTo>
                  <a:pt x="684751" y="88507"/>
                </a:lnTo>
                <a:lnTo>
                  <a:pt x="667100" y="90787"/>
                </a:lnTo>
                <a:close/>
                <a:moveTo>
                  <a:pt x="729939" y="131324"/>
                </a:moveTo>
                <a:lnTo>
                  <a:pt x="729939" y="0"/>
                </a:lnTo>
                <a:lnTo>
                  <a:pt x="753417" y="0"/>
                </a:lnTo>
                <a:lnTo>
                  <a:pt x="753417" y="131324"/>
                </a:lnTo>
                <a:lnTo>
                  <a:pt x="729939" y="131324"/>
                </a:lnTo>
                <a:close/>
                <a:moveTo>
                  <a:pt x="901222" y="42564"/>
                </a:moveTo>
                <a:lnTo>
                  <a:pt x="875380" y="131324"/>
                </a:lnTo>
                <a:lnTo>
                  <a:pt x="850719" y="131324"/>
                </a:lnTo>
                <a:lnTo>
                  <a:pt x="836109" y="75923"/>
                </a:lnTo>
                <a:cubicBezTo>
                  <a:pt x="835377" y="73221"/>
                  <a:pt x="834898" y="69758"/>
                  <a:pt x="834673" y="65535"/>
                </a:cubicBezTo>
                <a:lnTo>
                  <a:pt x="834167" y="65535"/>
                </a:lnTo>
                <a:cubicBezTo>
                  <a:pt x="833829" y="69758"/>
                  <a:pt x="833266" y="73164"/>
                  <a:pt x="832478" y="75754"/>
                </a:cubicBezTo>
                <a:lnTo>
                  <a:pt x="816769" y="131324"/>
                </a:lnTo>
                <a:lnTo>
                  <a:pt x="792447" y="131324"/>
                </a:lnTo>
                <a:lnTo>
                  <a:pt x="766858" y="42564"/>
                </a:lnTo>
                <a:lnTo>
                  <a:pt x="791011" y="42564"/>
                </a:lnTo>
                <a:lnTo>
                  <a:pt x="804946" y="103117"/>
                </a:lnTo>
                <a:cubicBezTo>
                  <a:pt x="805678" y="106383"/>
                  <a:pt x="806128" y="109479"/>
                  <a:pt x="806297" y="112407"/>
                </a:cubicBezTo>
                <a:lnTo>
                  <a:pt x="806804" y="112407"/>
                </a:lnTo>
                <a:cubicBezTo>
                  <a:pt x="806973" y="109535"/>
                  <a:pt x="807479" y="106326"/>
                  <a:pt x="808324" y="102779"/>
                </a:cubicBezTo>
                <a:lnTo>
                  <a:pt x="825215" y="42564"/>
                </a:lnTo>
                <a:lnTo>
                  <a:pt x="847510" y="42564"/>
                </a:lnTo>
                <a:lnTo>
                  <a:pt x="862458" y="103201"/>
                </a:lnTo>
                <a:cubicBezTo>
                  <a:pt x="862852" y="104834"/>
                  <a:pt x="863275" y="107959"/>
                  <a:pt x="863725" y="112576"/>
                </a:cubicBezTo>
                <a:lnTo>
                  <a:pt x="864316" y="112576"/>
                </a:lnTo>
                <a:cubicBezTo>
                  <a:pt x="864485" y="110155"/>
                  <a:pt x="864964" y="107030"/>
                  <a:pt x="865752" y="103201"/>
                </a:cubicBezTo>
                <a:lnTo>
                  <a:pt x="879180" y="42564"/>
                </a:lnTo>
                <a:lnTo>
                  <a:pt x="901222" y="42564"/>
                </a:lnTo>
                <a:close/>
                <a:moveTo>
                  <a:pt x="917282" y="48223"/>
                </a:moveTo>
                <a:cubicBezTo>
                  <a:pt x="921279" y="45914"/>
                  <a:pt x="926459" y="44042"/>
                  <a:pt x="932821" y="42607"/>
                </a:cubicBezTo>
                <a:cubicBezTo>
                  <a:pt x="939183" y="41171"/>
                  <a:pt x="944898" y="40453"/>
                  <a:pt x="949965" y="40453"/>
                </a:cubicBezTo>
                <a:cubicBezTo>
                  <a:pt x="973950" y="40453"/>
                  <a:pt x="985942" y="52614"/>
                  <a:pt x="985942" y="76937"/>
                </a:cubicBezTo>
                <a:lnTo>
                  <a:pt x="985942" y="131324"/>
                </a:lnTo>
                <a:lnTo>
                  <a:pt x="963478" y="131324"/>
                </a:lnTo>
                <a:lnTo>
                  <a:pt x="963478" y="118234"/>
                </a:lnTo>
                <a:lnTo>
                  <a:pt x="963055" y="118234"/>
                </a:lnTo>
                <a:cubicBezTo>
                  <a:pt x="957087" y="128425"/>
                  <a:pt x="948220" y="133520"/>
                  <a:pt x="936453" y="133520"/>
                </a:cubicBezTo>
                <a:cubicBezTo>
                  <a:pt x="927895" y="133520"/>
                  <a:pt x="921110" y="131113"/>
                  <a:pt x="916099" y="126299"/>
                </a:cubicBezTo>
                <a:cubicBezTo>
                  <a:pt x="911089" y="121486"/>
                  <a:pt x="908583" y="115025"/>
                  <a:pt x="908583" y="106917"/>
                </a:cubicBezTo>
                <a:cubicBezTo>
                  <a:pt x="908583" y="89971"/>
                  <a:pt x="918661" y="80146"/>
                  <a:pt x="938817" y="77443"/>
                </a:cubicBezTo>
                <a:lnTo>
                  <a:pt x="963562" y="74065"/>
                </a:lnTo>
                <a:cubicBezTo>
                  <a:pt x="963562" y="62749"/>
                  <a:pt x="958044" y="57090"/>
                  <a:pt x="947009" y="57090"/>
                </a:cubicBezTo>
                <a:cubicBezTo>
                  <a:pt x="936481" y="57090"/>
                  <a:pt x="926572" y="60384"/>
                  <a:pt x="917282" y="66971"/>
                </a:cubicBezTo>
                <a:lnTo>
                  <a:pt x="917282" y="48223"/>
                </a:lnTo>
                <a:moveTo>
                  <a:pt x="945911" y="90787"/>
                </a:moveTo>
                <a:cubicBezTo>
                  <a:pt x="935777" y="92082"/>
                  <a:pt x="930710" y="96614"/>
                  <a:pt x="930710" y="104384"/>
                </a:cubicBezTo>
                <a:cubicBezTo>
                  <a:pt x="930710" y="107875"/>
                  <a:pt x="931920" y="110718"/>
                  <a:pt x="934341" y="112914"/>
                </a:cubicBezTo>
                <a:cubicBezTo>
                  <a:pt x="936762" y="115109"/>
                  <a:pt x="940028" y="116207"/>
                  <a:pt x="944138" y="116207"/>
                </a:cubicBezTo>
                <a:cubicBezTo>
                  <a:pt x="949768" y="116207"/>
                  <a:pt x="954413" y="114223"/>
                  <a:pt x="958073" y="110253"/>
                </a:cubicBezTo>
                <a:cubicBezTo>
                  <a:pt x="961732" y="106284"/>
                  <a:pt x="963562" y="101287"/>
                  <a:pt x="963562" y="95263"/>
                </a:cubicBezTo>
                <a:lnTo>
                  <a:pt x="963562" y="88507"/>
                </a:lnTo>
                <a:lnTo>
                  <a:pt x="945911" y="90787"/>
                </a:lnTo>
                <a:close/>
                <a:moveTo>
                  <a:pt x="1063560" y="64269"/>
                </a:moveTo>
                <a:cubicBezTo>
                  <a:pt x="1060463" y="62411"/>
                  <a:pt x="1056663" y="61482"/>
                  <a:pt x="1052159" y="61482"/>
                </a:cubicBezTo>
                <a:cubicBezTo>
                  <a:pt x="1046247" y="61482"/>
                  <a:pt x="1041518" y="63889"/>
                  <a:pt x="1037971" y="68702"/>
                </a:cubicBezTo>
                <a:cubicBezTo>
                  <a:pt x="1034424" y="73516"/>
                  <a:pt x="1032650" y="79977"/>
                  <a:pt x="1032650" y="88084"/>
                </a:cubicBezTo>
                <a:lnTo>
                  <a:pt x="1032650" y="131324"/>
                </a:lnTo>
                <a:lnTo>
                  <a:pt x="1009088" y="131324"/>
                </a:lnTo>
                <a:lnTo>
                  <a:pt x="1009088" y="42564"/>
                </a:lnTo>
                <a:lnTo>
                  <a:pt x="1032650" y="42564"/>
                </a:lnTo>
                <a:lnTo>
                  <a:pt x="1032650" y="59624"/>
                </a:lnTo>
                <a:lnTo>
                  <a:pt x="1032903" y="59624"/>
                </a:lnTo>
                <a:cubicBezTo>
                  <a:pt x="1037239" y="47237"/>
                  <a:pt x="1045036" y="41044"/>
                  <a:pt x="1056297" y="41044"/>
                </a:cubicBezTo>
                <a:cubicBezTo>
                  <a:pt x="1059506" y="41044"/>
                  <a:pt x="1061927" y="41438"/>
                  <a:pt x="1063560" y="42226"/>
                </a:cubicBezTo>
                <a:lnTo>
                  <a:pt x="1063560" y="64269"/>
                </a:lnTo>
                <a:close/>
                <a:moveTo>
                  <a:pt x="1153643" y="93574"/>
                </a:moveTo>
                <a:lnTo>
                  <a:pt x="1094357" y="93574"/>
                </a:lnTo>
                <a:cubicBezTo>
                  <a:pt x="1095314" y="108663"/>
                  <a:pt x="1103872" y="116207"/>
                  <a:pt x="1120031" y="116207"/>
                </a:cubicBezTo>
                <a:cubicBezTo>
                  <a:pt x="1129884" y="116207"/>
                  <a:pt x="1138667" y="113617"/>
                  <a:pt x="1146380" y="108438"/>
                </a:cubicBezTo>
                <a:lnTo>
                  <a:pt x="1146380" y="126342"/>
                </a:lnTo>
                <a:cubicBezTo>
                  <a:pt x="1138160" y="131127"/>
                  <a:pt x="1127603" y="133520"/>
                  <a:pt x="1114710" y="133520"/>
                </a:cubicBezTo>
                <a:cubicBezTo>
                  <a:pt x="1100916" y="133520"/>
                  <a:pt x="1090177" y="129523"/>
                  <a:pt x="1082491" y="121528"/>
                </a:cubicBezTo>
                <a:cubicBezTo>
                  <a:pt x="1074806" y="113533"/>
                  <a:pt x="1070964" y="102357"/>
                  <a:pt x="1070964" y="88000"/>
                </a:cubicBezTo>
                <a:cubicBezTo>
                  <a:pt x="1070964" y="73924"/>
                  <a:pt x="1075088" y="62481"/>
                  <a:pt x="1083336" y="53670"/>
                </a:cubicBezTo>
                <a:cubicBezTo>
                  <a:pt x="1091584" y="44859"/>
                  <a:pt x="1101902" y="40453"/>
                  <a:pt x="1114288" y="40453"/>
                </a:cubicBezTo>
                <a:cubicBezTo>
                  <a:pt x="1126674" y="40453"/>
                  <a:pt x="1136330" y="44253"/>
                  <a:pt x="1143255" y="51854"/>
                </a:cubicBezTo>
                <a:cubicBezTo>
                  <a:pt x="1150180" y="59455"/>
                  <a:pt x="1153643" y="69899"/>
                  <a:pt x="1153643" y="83186"/>
                </a:cubicBezTo>
                <a:lnTo>
                  <a:pt x="1153643" y="93574"/>
                </a:lnTo>
                <a:moveTo>
                  <a:pt x="1131432" y="78119"/>
                </a:moveTo>
                <a:cubicBezTo>
                  <a:pt x="1131432" y="64043"/>
                  <a:pt x="1125633" y="57006"/>
                  <a:pt x="1114035" y="57006"/>
                </a:cubicBezTo>
                <a:cubicBezTo>
                  <a:pt x="1109193" y="57006"/>
                  <a:pt x="1104928" y="58920"/>
                  <a:pt x="1101240" y="62749"/>
                </a:cubicBezTo>
                <a:cubicBezTo>
                  <a:pt x="1097552" y="66577"/>
                  <a:pt x="1095258" y="71701"/>
                  <a:pt x="1094357" y="78119"/>
                </a:cubicBezTo>
                <a:lnTo>
                  <a:pt x="1131432" y="78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•UnitedStates(17)">
            <a:extLst xmlns:a="http://schemas.openxmlformats.org/drawingml/2006/main">
              <a:ext uri="{FF2B5EF4-FFF2-40B4-BE49-F238E27FC236}">
                <a16:creationId xmlns:a16="http://schemas.microsoft.com/office/drawing/2014/main" id="{E33CC3CC-4F12-4D9D-996C-C6BC23F9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003" y="568506"/>
            <a:ext cx="1581121" cy="159878"/>
          </a:xfrm>
          <a:custGeom xmlns:a="http://schemas.openxmlformats.org/drawingml/2006/main">
            <a:pathLst>
              <a:path w="1581121" h="159878">
                <a:moveTo>
                  <a:pt x="0" y="70798"/>
                </a:moveTo>
                <a:cubicBezTo>
                  <a:pt x="0" y="64862"/>
                  <a:pt x="2102" y="59802"/>
                  <a:pt x="6305" y="55619"/>
                </a:cubicBezTo>
                <a:cubicBezTo>
                  <a:pt x="10509" y="51435"/>
                  <a:pt x="15545" y="49343"/>
                  <a:pt x="21413" y="49343"/>
                </a:cubicBezTo>
                <a:cubicBezTo>
                  <a:pt x="27338" y="49343"/>
                  <a:pt x="32402" y="51435"/>
                  <a:pt x="36605" y="55619"/>
                </a:cubicBezTo>
                <a:cubicBezTo>
                  <a:pt x="40809" y="59802"/>
                  <a:pt x="42911" y="64862"/>
                  <a:pt x="42911" y="70798"/>
                </a:cubicBezTo>
                <a:cubicBezTo>
                  <a:pt x="42911" y="76735"/>
                  <a:pt x="40809" y="81810"/>
                  <a:pt x="36605" y="86022"/>
                </a:cubicBezTo>
                <a:cubicBezTo>
                  <a:pt x="32402" y="90233"/>
                  <a:pt x="27338" y="92338"/>
                  <a:pt x="21413" y="92338"/>
                </a:cubicBezTo>
                <a:cubicBezTo>
                  <a:pt x="15545" y="92338"/>
                  <a:pt x="10509" y="90233"/>
                  <a:pt x="6305" y="86022"/>
                </a:cubicBezTo>
                <a:cubicBezTo>
                  <a:pt x="2102" y="81810"/>
                  <a:pt x="0" y="76735"/>
                  <a:pt x="0" y="70798"/>
                </a:cubicBezTo>
                <a:close/>
                <a:moveTo>
                  <a:pt x="216987" y="78712"/>
                </a:moveTo>
                <a:cubicBezTo>
                  <a:pt x="216987" y="115444"/>
                  <a:pt x="200004" y="133810"/>
                  <a:pt x="166036" y="133810"/>
                </a:cubicBezTo>
                <a:cubicBezTo>
                  <a:pt x="133366" y="133810"/>
                  <a:pt x="117032" y="115952"/>
                  <a:pt x="117032" y="80235"/>
                </a:cubicBezTo>
                <a:lnTo>
                  <a:pt x="117032" y="7025"/>
                </a:lnTo>
                <a:lnTo>
                  <a:pt x="141238" y="7025"/>
                </a:lnTo>
                <a:lnTo>
                  <a:pt x="141238" y="80235"/>
                </a:lnTo>
                <a:cubicBezTo>
                  <a:pt x="141238" y="101959"/>
                  <a:pt x="149927" y="112820"/>
                  <a:pt x="167306" y="112820"/>
                </a:cubicBezTo>
                <a:cubicBezTo>
                  <a:pt x="184346" y="112820"/>
                  <a:pt x="192866" y="102326"/>
                  <a:pt x="192866" y="81336"/>
                </a:cubicBezTo>
                <a:lnTo>
                  <a:pt x="192866" y="7025"/>
                </a:lnTo>
                <a:lnTo>
                  <a:pt x="216987" y="7025"/>
                </a:lnTo>
                <a:lnTo>
                  <a:pt x="216987" y="78712"/>
                </a:lnTo>
                <a:close/>
                <a:moveTo>
                  <a:pt x="324298" y="131610"/>
                </a:moveTo>
                <a:lnTo>
                  <a:pt x="300769" y="131610"/>
                </a:lnTo>
                <a:lnTo>
                  <a:pt x="300769" y="81759"/>
                </a:lnTo>
                <a:cubicBezTo>
                  <a:pt x="300769" y="66524"/>
                  <a:pt x="295267" y="58907"/>
                  <a:pt x="284265" y="58907"/>
                </a:cubicBezTo>
                <a:cubicBezTo>
                  <a:pt x="278735" y="58907"/>
                  <a:pt x="274235" y="60981"/>
                  <a:pt x="270765" y="65128"/>
                </a:cubicBezTo>
                <a:cubicBezTo>
                  <a:pt x="267295" y="69275"/>
                  <a:pt x="265560" y="74537"/>
                  <a:pt x="265560" y="80913"/>
                </a:cubicBezTo>
                <a:lnTo>
                  <a:pt x="265560" y="131610"/>
                </a:lnTo>
                <a:lnTo>
                  <a:pt x="241946" y="131610"/>
                </a:lnTo>
                <a:lnTo>
                  <a:pt x="241946" y="42657"/>
                </a:lnTo>
                <a:lnTo>
                  <a:pt x="265560" y="42657"/>
                </a:lnTo>
                <a:lnTo>
                  <a:pt x="265560" y="56960"/>
                </a:lnTo>
                <a:lnTo>
                  <a:pt x="265814" y="56960"/>
                </a:lnTo>
                <a:cubicBezTo>
                  <a:pt x="272359" y="46014"/>
                  <a:pt x="281979" y="40541"/>
                  <a:pt x="294675" y="40541"/>
                </a:cubicBezTo>
                <a:cubicBezTo>
                  <a:pt x="314423" y="40541"/>
                  <a:pt x="324298" y="52757"/>
                  <a:pt x="324298" y="77189"/>
                </a:cubicBezTo>
                <a:lnTo>
                  <a:pt x="324298" y="131610"/>
                </a:lnTo>
                <a:close/>
                <a:moveTo>
                  <a:pt x="345133" y="13373"/>
                </a:moveTo>
                <a:cubicBezTo>
                  <a:pt x="345133" y="9761"/>
                  <a:pt x="346417" y="6743"/>
                  <a:pt x="348984" y="4316"/>
                </a:cubicBezTo>
                <a:cubicBezTo>
                  <a:pt x="351552" y="1890"/>
                  <a:pt x="354867" y="677"/>
                  <a:pt x="358929" y="677"/>
                </a:cubicBezTo>
                <a:cubicBezTo>
                  <a:pt x="362879" y="677"/>
                  <a:pt x="366180" y="1876"/>
                  <a:pt x="368832" y="4274"/>
                </a:cubicBezTo>
                <a:cubicBezTo>
                  <a:pt x="371484" y="6672"/>
                  <a:pt x="372810" y="9705"/>
                  <a:pt x="372810" y="13373"/>
                </a:cubicBezTo>
                <a:cubicBezTo>
                  <a:pt x="372810" y="17040"/>
                  <a:pt x="371498" y="20087"/>
                  <a:pt x="368874" y="22513"/>
                </a:cubicBezTo>
                <a:cubicBezTo>
                  <a:pt x="366250" y="24940"/>
                  <a:pt x="362935" y="26153"/>
                  <a:pt x="358929" y="26153"/>
                </a:cubicBezTo>
                <a:cubicBezTo>
                  <a:pt x="354923" y="26153"/>
                  <a:pt x="351622" y="24911"/>
                  <a:pt x="349027" y="22429"/>
                </a:cubicBezTo>
                <a:cubicBezTo>
                  <a:pt x="346431" y="19946"/>
                  <a:pt x="345133" y="16927"/>
                  <a:pt x="345133" y="13373"/>
                </a:cubicBezTo>
                <a:moveTo>
                  <a:pt x="346995" y="131610"/>
                </a:moveTo>
                <a:lnTo>
                  <a:pt x="346995" y="42657"/>
                </a:lnTo>
                <a:lnTo>
                  <a:pt x="370524" y="42657"/>
                </a:lnTo>
                <a:lnTo>
                  <a:pt x="370524" y="131610"/>
                </a:lnTo>
                <a:lnTo>
                  <a:pt x="346995" y="131610"/>
                </a:lnTo>
                <a:close/>
                <a:moveTo>
                  <a:pt x="444328" y="130679"/>
                </a:moveTo>
                <a:cubicBezTo>
                  <a:pt x="440322" y="132710"/>
                  <a:pt x="434736" y="133726"/>
                  <a:pt x="427570" y="133726"/>
                </a:cubicBezTo>
                <a:cubicBezTo>
                  <a:pt x="409345" y="133726"/>
                  <a:pt x="400232" y="124077"/>
                  <a:pt x="400232" y="104780"/>
                </a:cubicBezTo>
                <a:lnTo>
                  <a:pt x="400232" y="60600"/>
                </a:lnTo>
                <a:lnTo>
                  <a:pt x="385506" y="60600"/>
                </a:lnTo>
                <a:lnTo>
                  <a:pt x="385506" y="42657"/>
                </a:lnTo>
                <a:lnTo>
                  <a:pt x="400232" y="42657"/>
                </a:lnTo>
                <a:lnTo>
                  <a:pt x="400232" y="22767"/>
                </a:lnTo>
                <a:lnTo>
                  <a:pt x="423761" y="15912"/>
                </a:lnTo>
                <a:lnTo>
                  <a:pt x="423761" y="42657"/>
                </a:lnTo>
                <a:lnTo>
                  <a:pt x="444328" y="42657"/>
                </a:lnTo>
                <a:lnTo>
                  <a:pt x="444328" y="60600"/>
                </a:lnTo>
                <a:lnTo>
                  <a:pt x="423761" y="60600"/>
                </a:lnTo>
                <a:lnTo>
                  <a:pt x="423761" y="100633"/>
                </a:lnTo>
                <a:cubicBezTo>
                  <a:pt x="423761" y="110451"/>
                  <a:pt x="427626" y="115360"/>
                  <a:pt x="435357" y="115360"/>
                </a:cubicBezTo>
                <a:cubicBezTo>
                  <a:pt x="438573" y="115360"/>
                  <a:pt x="441563" y="114457"/>
                  <a:pt x="444328" y="112651"/>
                </a:cubicBezTo>
                <a:lnTo>
                  <a:pt x="444328" y="130679"/>
                </a:lnTo>
                <a:close/>
                <a:moveTo>
                  <a:pt x="537617" y="93777"/>
                </a:moveTo>
                <a:lnTo>
                  <a:pt x="478203" y="93777"/>
                </a:lnTo>
                <a:cubicBezTo>
                  <a:pt x="479162" y="108899"/>
                  <a:pt x="487738" y="116460"/>
                  <a:pt x="503932" y="116460"/>
                </a:cubicBezTo>
                <a:cubicBezTo>
                  <a:pt x="513806" y="116460"/>
                  <a:pt x="522608" y="113864"/>
                  <a:pt x="530339" y="108673"/>
                </a:cubicBezTo>
                <a:lnTo>
                  <a:pt x="530339" y="126616"/>
                </a:lnTo>
                <a:cubicBezTo>
                  <a:pt x="522101" y="131412"/>
                  <a:pt x="511521" y="133810"/>
                  <a:pt x="498600" y="133810"/>
                </a:cubicBezTo>
                <a:cubicBezTo>
                  <a:pt x="484776" y="133810"/>
                  <a:pt x="474013" y="129804"/>
                  <a:pt x="466311" y="121792"/>
                </a:cubicBezTo>
                <a:cubicBezTo>
                  <a:pt x="458609" y="113780"/>
                  <a:pt x="454758" y="102579"/>
                  <a:pt x="454758" y="88191"/>
                </a:cubicBezTo>
                <a:cubicBezTo>
                  <a:pt x="454758" y="74085"/>
                  <a:pt x="458891" y="62617"/>
                  <a:pt x="467157" y="53787"/>
                </a:cubicBezTo>
                <a:cubicBezTo>
                  <a:pt x="475424" y="44956"/>
                  <a:pt x="485763" y="40541"/>
                  <a:pt x="498177" y="40541"/>
                </a:cubicBezTo>
                <a:cubicBezTo>
                  <a:pt x="510590" y="40541"/>
                  <a:pt x="520267" y="44350"/>
                  <a:pt x="527207" y="51967"/>
                </a:cubicBezTo>
                <a:cubicBezTo>
                  <a:pt x="534147" y="59584"/>
                  <a:pt x="537617" y="70051"/>
                  <a:pt x="537617" y="83367"/>
                </a:cubicBezTo>
                <a:lnTo>
                  <a:pt x="537617" y="93777"/>
                </a:lnTo>
                <a:moveTo>
                  <a:pt x="515358" y="78289"/>
                </a:moveTo>
                <a:cubicBezTo>
                  <a:pt x="515358" y="64183"/>
                  <a:pt x="509546" y="57130"/>
                  <a:pt x="497923" y="57130"/>
                </a:cubicBezTo>
                <a:cubicBezTo>
                  <a:pt x="493070" y="57130"/>
                  <a:pt x="488796" y="59048"/>
                  <a:pt x="485100" y="62885"/>
                </a:cubicBezTo>
                <a:cubicBezTo>
                  <a:pt x="481405" y="66722"/>
                  <a:pt x="479105" y="71856"/>
                  <a:pt x="478203" y="78289"/>
                </a:cubicBezTo>
                <a:lnTo>
                  <a:pt x="515358" y="78289"/>
                </a:lnTo>
                <a:close/>
                <a:moveTo>
                  <a:pt x="639647" y="131610"/>
                </a:moveTo>
                <a:lnTo>
                  <a:pt x="616118" y="131610"/>
                </a:lnTo>
                <a:lnTo>
                  <a:pt x="616118" y="118491"/>
                </a:lnTo>
                <a:lnTo>
                  <a:pt x="615695" y="118491"/>
                </a:lnTo>
                <a:cubicBezTo>
                  <a:pt x="609375" y="128704"/>
                  <a:pt x="599924" y="133810"/>
                  <a:pt x="587341" y="133810"/>
                </a:cubicBezTo>
                <a:cubicBezTo>
                  <a:pt x="576169" y="133810"/>
                  <a:pt x="567226" y="129804"/>
                  <a:pt x="560512" y="121792"/>
                </a:cubicBezTo>
                <a:cubicBezTo>
                  <a:pt x="553797" y="113780"/>
                  <a:pt x="550440" y="102890"/>
                  <a:pt x="550440" y="89122"/>
                </a:cubicBezTo>
                <a:cubicBezTo>
                  <a:pt x="550440" y="74508"/>
                  <a:pt x="554192" y="62758"/>
                  <a:pt x="561697" y="53871"/>
                </a:cubicBezTo>
                <a:cubicBezTo>
                  <a:pt x="569201" y="44984"/>
                  <a:pt x="578962" y="40541"/>
                  <a:pt x="590981" y="40541"/>
                </a:cubicBezTo>
                <a:cubicBezTo>
                  <a:pt x="602661" y="40541"/>
                  <a:pt x="610899" y="44857"/>
                  <a:pt x="615695" y="53490"/>
                </a:cubicBezTo>
                <a:lnTo>
                  <a:pt x="616118" y="53490"/>
                </a:lnTo>
                <a:lnTo>
                  <a:pt x="616118" y="0"/>
                </a:lnTo>
                <a:lnTo>
                  <a:pt x="639647" y="0"/>
                </a:lnTo>
                <a:lnTo>
                  <a:pt x="639647" y="131610"/>
                </a:lnTo>
                <a:moveTo>
                  <a:pt x="616456" y="80743"/>
                </a:moveTo>
                <a:cubicBezTo>
                  <a:pt x="616456" y="74480"/>
                  <a:pt x="614538" y="69275"/>
                  <a:pt x="610701" y="65128"/>
                </a:cubicBezTo>
                <a:cubicBezTo>
                  <a:pt x="606864" y="60981"/>
                  <a:pt x="602040" y="58907"/>
                  <a:pt x="596228" y="58907"/>
                </a:cubicBezTo>
                <a:cubicBezTo>
                  <a:pt x="589457" y="58907"/>
                  <a:pt x="584111" y="61559"/>
                  <a:pt x="580190" y="66863"/>
                </a:cubicBezTo>
                <a:cubicBezTo>
                  <a:pt x="576268" y="72167"/>
                  <a:pt x="574307" y="79361"/>
                  <a:pt x="574307" y="88445"/>
                </a:cubicBezTo>
                <a:cubicBezTo>
                  <a:pt x="574307" y="96965"/>
                  <a:pt x="576198" y="103581"/>
                  <a:pt x="579978" y="108292"/>
                </a:cubicBezTo>
                <a:cubicBezTo>
                  <a:pt x="583758" y="113004"/>
                  <a:pt x="588865" y="115360"/>
                  <a:pt x="595297" y="115360"/>
                </a:cubicBezTo>
                <a:cubicBezTo>
                  <a:pt x="601504" y="115360"/>
                  <a:pt x="606582" y="112905"/>
                  <a:pt x="610532" y="107996"/>
                </a:cubicBezTo>
                <a:cubicBezTo>
                  <a:pt x="614482" y="103087"/>
                  <a:pt x="616456" y="96824"/>
                  <a:pt x="616456" y="89207"/>
                </a:cubicBezTo>
                <a:lnTo>
                  <a:pt x="616456" y="80743"/>
                </a:lnTo>
                <a:close/>
                <a:moveTo>
                  <a:pt x="719651" y="102072"/>
                </a:moveTo>
                <a:cubicBezTo>
                  <a:pt x="729525" y="110253"/>
                  <a:pt x="740838" y="114344"/>
                  <a:pt x="753590" y="114344"/>
                </a:cubicBezTo>
                <a:cubicBezTo>
                  <a:pt x="761264" y="114344"/>
                  <a:pt x="766991" y="113004"/>
                  <a:pt x="770771" y="110324"/>
                </a:cubicBezTo>
                <a:cubicBezTo>
                  <a:pt x="774552" y="107644"/>
                  <a:pt x="776442" y="104131"/>
                  <a:pt x="776442" y="99786"/>
                </a:cubicBezTo>
                <a:cubicBezTo>
                  <a:pt x="776442" y="96006"/>
                  <a:pt x="774862" y="92536"/>
                  <a:pt x="771702" y="89376"/>
                </a:cubicBezTo>
                <a:cubicBezTo>
                  <a:pt x="768543" y="86216"/>
                  <a:pt x="760897" y="82041"/>
                  <a:pt x="748766" y="76850"/>
                </a:cubicBezTo>
                <a:cubicBezTo>
                  <a:pt x="738440" y="72223"/>
                  <a:pt x="730950" y="67018"/>
                  <a:pt x="726295" y="61235"/>
                </a:cubicBezTo>
                <a:cubicBezTo>
                  <a:pt x="721640" y="55451"/>
                  <a:pt x="719312" y="48666"/>
                  <a:pt x="719312" y="40879"/>
                </a:cubicBezTo>
                <a:cubicBezTo>
                  <a:pt x="719312" y="29651"/>
                  <a:pt x="723657" y="20863"/>
                  <a:pt x="732346" y="14515"/>
                </a:cubicBezTo>
                <a:cubicBezTo>
                  <a:pt x="741036" y="8167"/>
                  <a:pt x="752434" y="4994"/>
                  <a:pt x="766540" y="4994"/>
                </a:cubicBezTo>
                <a:cubicBezTo>
                  <a:pt x="779179" y="4994"/>
                  <a:pt x="789138" y="6573"/>
                  <a:pt x="796416" y="9733"/>
                </a:cubicBezTo>
                <a:lnTo>
                  <a:pt x="796416" y="32839"/>
                </a:lnTo>
                <a:cubicBezTo>
                  <a:pt x="788348" y="27309"/>
                  <a:pt x="778614" y="24545"/>
                  <a:pt x="767217" y="24545"/>
                </a:cubicBezTo>
                <a:cubicBezTo>
                  <a:pt x="760502" y="24545"/>
                  <a:pt x="755071" y="25814"/>
                  <a:pt x="750924" y="28353"/>
                </a:cubicBezTo>
                <a:cubicBezTo>
                  <a:pt x="746777" y="30892"/>
                  <a:pt x="744703" y="34391"/>
                  <a:pt x="744703" y="38848"/>
                </a:cubicBezTo>
                <a:cubicBezTo>
                  <a:pt x="744703" y="42403"/>
                  <a:pt x="746142" y="45647"/>
                  <a:pt x="749020" y="48581"/>
                </a:cubicBezTo>
                <a:cubicBezTo>
                  <a:pt x="751897" y="51515"/>
                  <a:pt x="758640" y="55324"/>
                  <a:pt x="769248" y="60007"/>
                </a:cubicBezTo>
                <a:cubicBezTo>
                  <a:pt x="781436" y="65311"/>
                  <a:pt x="789899" y="70883"/>
                  <a:pt x="794639" y="76723"/>
                </a:cubicBezTo>
                <a:cubicBezTo>
                  <a:pt x="799379" y="82563"/>
                  <a:pt x="801748" y="89545"/>
                  <a:pt x="801748" y="97671"/>
                </a:cubicBezTo>
                <a:cubicBezTo>
                  <a:pt x="801748" y="109407"/>
                  <a:pt x="797559" y="118364"/>
                  <a:pt x="789180" y="124543"/>
                </a:cubicBezTo>
                <a:cubicBezTo>
                  <a:pt x="780801" y="130721"/>
                  <a:pt x="769050" y="133810"/>
                  <a:pt x="753929" y="133810"/>
                </a:cubicBezTo>
                <a:cubicBezTo>
                  <a:pt x="739879" y="133810"/>
                  <a:pt x="728453" y="131469"/>
                  <a:pt x="719651" y="126786"/>
                </a:cubicBezTo>
                <a:lnTo>
                  <a:pt x="719651" y="102072"/>
                </a:lnTo>
                <a:close/>
                <a:moveTo>
                  <a:pt x="871080" y="130679"/>
                </a:moveTo>
                <a:cubicBezTo>
                  <a:pt x="867074" y="132710"/>
                  <a:pt x="861488" y="133726"/>
                  <a:pt x="854322" y="133726"/>
                </a:cubicBezTo>
                <a:cubicBezTo>
                  <a:pt x="836097" y="133726"/>
                  <a:pt x="826985" y="124077"/>
                  <a:pt x="826985" y="104780"/>
                </a:cubicBezTo>
                <a:lnTo>
                  <a:pt x="826985" y="60600"/>
                </a:lnTo>
                <a:lnTo>
                  <a:pt x="812258" y="60600"/>
                </a:lnTo>
                <a:lnTo>
                  <a:pt x="812258" y="42657"/>
                </a:lnTo>
                <a:lnTo>
                  <a:pt x="826985" y="42657"/>
                </a:lnTo>
                <a:lnTo>
                  <a:pt x="826985" y="22767"/>
                </a:lnTo>
                <a:lnTo>
                  <a:pt x="850514" y="15912"/>
                </a:lnTo>
                <a:lnTo>
                  <a:pt x="850514" y="42657"/>
                </a:lnTo>
                <a:lnTo>
                  <a:pt x="871080" y="42657"/>
                </a:lnTo>
                <a:lnTo>
                  <a:pt x="871080" y="60600"/>
                </a:lnTo>
                <a:lnTo>
                  <a:pt x="850514" y="60600"/>
                </a:lnTo>
                <a:lnTo>
                  <a:pt x="850514" y="100633"/>
                </a:lnTo>
                <a:cubicBezTo>
                  <a:pt x="850514" y="110451"/>
                  <a:pt x="854379" y="115360"/>
                  <a:pt x="862109" y="115360"/>
                </a:cubicBezTo>
                <a:cubicBezTo>
                  <a:pt x="865325" y="115360"/>
                  <a:pt x="868315" y="114457"/>
                  <a:pt x="871080" y="112651"/>
                </a:cubicBezTo>
                <a:lnTo>
                  <a:pt x="871080" y="130679"/>
                </a:lnTo>
                <a:close/>
                <a:moveTo>
                  <a:pt x="888697" y="48327"/>
                </a:moveTo>
                <a:cubicBezTo>
                  <a:pt x="892703" y="46014"/>
                  <a:pt x="897894" y="44138"/>
                  <a:pt x="904270" y="42699"/>
                </a:cubicBezTo>
                <a:cubicBezTo>
                  <a:pt x="910646" y="41260"/>
                  <a:pt x="916373" y="40541"/>
                  <a:pt x="921451" y="40541"/>
                </a:cubicBezTo>
                <a:cubicBezTo>
                  <a:pt x="945488" y="40541"/>
                  <a:pt x="957506" y="52729"/>
                  <a:pt x="957506" y="77104"/>
                </a:cubicBezTo>
                <a:lnTo>
                  <a:pt x="957506" y="131610"/>
                </a:lnTo>
                <a:lnTo>
                  <a:pt x="934993" y="131610"/>
                </a:lnTo>
                <a:lnTo>
                  <a:pt x="934993" y="118491"/>
                </a:lnTo>
                <a:lnTo>
                  <a:pt x="934570" y="118491"/>
                </a:lnTo>
                <a:cubicBezTo>
                  <a:pt x="928589" y="128704"/>
                  <a:pt x="919702" y="133810"/>
                  <a:pt x="907909" y="133810"/>
                </a:cubicBezTo>
                <a:cubicBezTo>
                  <a:pt x="899333" y="133810"/>
                  <a:pt x="892534" y="131398"/>
                  <a:pt x="887512" y="126574"/>
                </a:cubicBezTo>
                <a:cubicBezTo>
                  <a:pt x="882490" y="121750"/>
                  <a:pt x="879979" y="115275"/>
                  <a:pt x="879979" y="107150"/>
                </a:cubicBezTo>
                <a:cubicBezTo>
                  <a:pt x="879979" y="90166"/>
                  <a:pt x="890079" y="80320"/>
                  <a:pt x="910279" y="77612"/>
                </a:cubicBezTo>
                <a:lnTo>
                  <a:pt x="935078" y="74226"/>
                </a:lnTo>
                <a:cubicBezTo>
                  <a:pt x="935078" y="62885"/>
                  <a:pt x="929548" y="57214"/>
                  <a:pt x="918489" y="57214"/>
                </a:cubicBezTo>
                <a:cubicBezTo>
                  <a:pt x="907937" y="57214"/>
                  <a:pt x="898007" y="60515"/>
                  <a:pt x="888697" y="67117"/>
                </a:cubicBezTo>
                <a:lnTo>
                  <a:pt x="888697" y="48327"/>
                </a:lnTo>
                <a:moveTo>
                  <a:pt x="917389" y="90984"/>
                </a:moveTo>
                <a:cubicBezTo>
                  <a:pt x="907232" y="92282"/>
                  <a:pt x="902154" y="96824"/>
                  <a:pt x="902154" y="104611"/>
                </a:cubicBezTo>
                <a:cubicBezTo>
                  <a:pt x="902154" y="108109"/>
                  <a:pt x="903367" y="110958"/>
                  <a:pt x="905793" y="113159"/>
                </a:cubicBezTo>
                <a:cubicBezTo>
                  <a:pt x="908220" y="115360"/>
                  <a:pt x="911492" y="116460"/>
                  <a:pt x="915611" y="116460"/>
                </a:cubicBezTo>
                <a:cubicBezTo>
                  <a:pt x="921254" y="116460"/>
                  <a:pt x="925909" y="114471"/>
                  <a:pt x="929576" y="110493"/>
                </a:cubicBezTo>
                <a:cubicBezTo>
                  <a:pt x="933244" y="106515"/>
                  <a:pt x="935078" y="101507"/>
                  <a:pt x="935078" y="95470"/>
                </a:cubicBezTo>
                <a:lnTo>
                  <a:pt x="935078" y="88699"/>
                </a:lnTo>
                <a:lnTo>
                  <a:pt x="917389" y="90984"/>
                </a:lnTo>
                <a:close/>
                <a:moveTo>
                  <a:pt x="1030722" y="130679"/>
                </a:moveTo>
                <a:cubicBezTo>
                  <a:pt x="1026716" y="132710"/>
                  <a:pt x="1021130" y="133726"/>
                  <a:pt x="1013964" y="133726"/>
                </a:cubicBezTo>
                <a:cubicBezTo>
                  <a:pt x="995739" y="133726"/>
                  <a:pt x="986626" y="124077"/>
                  <a:pt x="986626" y="104780"/>
                </a:cubicBezTo>
                <a:lnTo>
                  <a:pt x="986626" y="60600"/>
                </a:lnTo>
                <a:lnTo>
                  <a:pt x="971900" y="60600"/>
                </a:lnTo>
                <a:lnTo>
                  <a:pt x="971900" y="42657"/>
                </a:lnTo>
                <a:lnTo>
                  <a:pt x="986626" y="42657"/>
                </a:lnTo>
                <a:lnTo>
                  <a:pt x="986626" y="22767"/>
                </a:lnTo>
                <a:lnTo>
                  <a:pt x="1010155" y="15912"/>
                </a:lnTo>
                <a:lnTo>
                  <a:pt x="1010155" y="42657"/>
                </a:lnTo>
                <a:lnTo>
                  <a:pt x="1030722" y="42657"/>
                </a:lnTo>
                <a:lnTo>
                  <a:pt x="1030722" y="60600"/>
                </a:lnTo>
                <a:lnTo>
                  <a:pt x="1010155" y="60600"/>
                </a:lnTo>
                <a:lnTo>
                  <a:pt x="1010155" y="100633"/>
                </a:lnTo>
                <a:cubicBezTo>
                  <a:pt x="1010155" y="110451"/>
                  <a:pt x="1014020" y="115360"/>
                  <a:pt x="1021750" y="115360"/>
                </a:cubicBezTo>
                <a:cubicBezTo>
                  <a:pt x="1024967" y="115360"/>
                  <a:pt x="1027957" y="114457"/>
                  <a:pt x="1030722" y="112651"/>
                </a:cubicBezTo>
                <a:lnTo>
                  <a:pt x="1030722" y="130679"/>
                </a:lnTo>
                <a:close/>
                <a:moveTo>
                  <a:pt x="1123838" y="93777"/>
                </a:moveTo>
                <a:lnTo>
                  <a:pt x="1064424" y="93777"/>
                </a:lnTo>
                <a:cubicBezTo>
                  <a:pt x="1065383" y="108899"/>
                  <a:pt x="1073959" y="116460"/>
                  <a:pt x="1090153" y="116460"/>
                </a:cubicBezTo>
                <a:cubicBezTo>
                  <a:pt x="1100027" y="116460"/>
                  <a:pt x="1108829" y="113864"/>
                  <a:pt x="1116560" y="108673"/>
                </a:cubicBezTo>
                <a:lnTo>
                  <a:pt x="1116560" y="126616"/>
                </a:lnTo>
                <a:cubicBezTo>
                  <a:pt x="1108322" y="131412"/>
                  <a:pt x="1097742" y="133810"/>
                  <a:pt x="1084821" y="133810"/>
                </a:cubicBezTo>
                <a:cubicBezTo>
                  <a:pt x="1070997" y="133810"/>
                  <a:pt x="1060234" y="129804"/>
                  <a:pt x="1052532" y="121792"/>
                </a:cubicBezTo>
                <a:cubicBezTo>
                  <a:pt x="1044830" y="113780"/>
                  <a:pt x="1040979" y="102579"/>
                  <a:pt x="1040979" y="88191"/>
                </a:cubicBezTo>
                <a:cubicBezTo>
                  <a:pt x="1040979" y="74085"/>
                  <a:pt x="1045112" y="62617"/>
                  <a:pt x="1053378" y="53787"/>
                </a:cubicBezTo>
                <a:cubicBezTo>
                  <a:pt x="1061645" y="44956"/>
                  <a:pt x="1071984" y="40541"/>
                  <a:pt x="1084398" y="40541"/>
                </a:cubicBezTo>
                <a:cubicBezTo>
                  <a:pt x="1096811" y="40541"/>
                  <a:pt x="1106488" y="44350"/>
                  <a:pt x="1113428" y="51967"/>
                </a:cubicBezTo>
                <a:cubicBezTo>
                  <a:pt x="1120368" y="59584"/>
                  <a:pt x="1123838" y="70051"/>
                  <a:pt x="1123838" y="83367"/>
                </a:cubicBezTo>
                <a:lnTo>
                  <a:pt x="1123838" y="93777"/>
                </a:lnTo>
                <a:moveTo>
                  <a:pt x="1101579" y="78289"/>
                </a:moveTo>
                <a:cubicBezTo>
                  <a:pt x="1101579" y="64183"/>
                  <a:pt x="1095767" y="57130"/>
                  <a:pt x="1084144" y="57130"/>
                </a:cubicBezTo>
                <a:cubicBezTo>
                  <a:pt x="1079291" y="57130"/>
                  <a:pt x="1075017" y="59048"/>
                  <a:pt x="1071321" y="62885"/>
                </a:cubicBezTo>
                <a:cubicBezTo>
                  <a:pt x="1067626" y="66722"/>
                  <a:pt x="1065326" y="71856"/>
                  <a:pt x="1064424" y="78289"/>
                </a:cubicBezTo>
                <a:lnTo>
                  <a:pt x="1101579" y="78289"/>
                </a:lnTo>
                <a:close/>
                <a:moveTo>
                  <a:pt x="1139115" y="108758"/>
                </a:moveTo>
                <a:cubicBezTo>
                  <a:pt x="1147917" y="114288"/>
                  <a:pt x="1156606" y="117052"/>
                  <a:pt x="1165183" y="117052"/>
                </a:cubicBezTo>
                <a:cubicBezTo>
                  <a:pt x="1176242" y="117052"/>
                  <a:pt x="1181772" y="113921"/>
                  <a:pt x="1181772" y="107658"/>
                </a:cubicBezTo>
                <a:cubicBezTo>
                  <a:pt x="1181772" y="103313"/>
                  <a:pt x="1177399" y="99645"/>
                  <a:pt x="1168653" y="96655"/>
                </a:cubicBezTo>
                <a:cubicBezTo>
                  <a:pt x="1155901" y="92367"/>
                  <a:pt x="1147804" y="88149"/>
                  <a:pt x="1144362" y="84002"/>
                </a:cubicBezTo>
                <a:cubicBezTo>
                  <a:pt x="1140920" y="79855"/>
                  <a:pt x="1139199" y="74537"/>
                  <a:pt x="1139199" y="68048"/>
                </a:cubicBezTo>
                <a:cubicBezTo>
                  <a:pt x="1139199" y="59471"/>
                  <a:pt x="1142698" y="52743"/>
                  <a:pt x="1149694" y="47862"/>
                </a:cubicBezTo>
                <a:cubicBezTo>
                  <a:pt x="1156691" y="42981"/>
                  <a:pt x="1165691" y="40541"/>
                  <a:pt x="1176693" y="40541"/>
                </a:cubicBezTo>
                <a:cubicBezTo>
                  <a:pt x="1184367" y="40541"/>
                  <a:pt x="1192041" y="41754"/>
                  <a:pt x="1199715" y="44180"/>
                </a:cubicBezTo>
                <a:lnTo>
                  <a:pt x="1199715" y="63393"/>
                </a:lnTo>
                <a:cubicBezTo>
                  <a:pt x="1192774" y="59274"/>
                  <a:pt x="1185185" y="57214"/>
                  <a:pt x="1176947" y="57214"/>
                </a:cubicBezTo>
                <a:cubicBezTo>
                  <a:pt x="1172603" y="57214"/>
                  <a:pt x="1169104" y="58032"/>
                  <a:pt x="1166452" y="59669"/>
                </a:cubicBezTo>
                <a:cubicBezTo>
                  <a:pt x="1163800" y="61305"/>
                  <a:pt x="1162474" y="63477"/>
                  <a:pt x="1162474" y="66186"/>
                </a:cubicBezTo>
                <a:cubicBezTo>
                  <a:pt x="1162474" y="70643"/>
                  <a:pt x="1166170" y="74170"/>
                  <a:pt x="1173562" y="76765"/>
                </a:cubicBezTo>
                <a:cubicBezTo>
                  <a:pt x="1181969" y="79812"/>
                  <a:pt x="1188148" y="82365"/>
                  <a:pt x="1192097" y="84425"/>
                </a:cubicBezTo>
                <a:cubicBezTo>
                  <a:pt x="1196047" y="86484"/>
                  <a:pt x="1199122" y="89292"/>
                  <a:pt x="1201323" y="92846"/>
                </a:cubicBezTo>
                <a:cubicBezTo>
                  <a:pt x="1203523" y="96401"/>
                  <a:pt x="1204623" y="100576"/>
                  <a:pt x="1204623" y="105372"/>
                </a:cubicBezTo>
                <a:cubicBezTo>
                  <a:pt x="1204623" y="114400"/>
                  <a:pt x="1201026" y="121397"/>
                  <a:pt x="1193832" y="126362"/>
                </a:cubicBezTo>
                <a:cubicBezTo>
                  <a:pt x="1186638" y="131328"/>
                  <a:pt x="1177145" y="133810"/>
                  <a:pt x="1165352" y="133810"/>
                </a:cubicBezTo>
                <a:cubicBezTo>
                  <a:pt x="1155421" y="133810"/>
                  <a:pt x="1146676" y="132230"/>
                  <a:pt x="1139115" y="129071"/>
                </a:cubicBezTo>
                <a:lnTo>
                  <a:pt x="1139115" y="108758"/>
                </a:lnTo>
                <a:close/>
                <a:moveTo>
                  <a:pt x="1311606" y="159878"/>
                </a:moveTo>
                <a:cubicBezTo>
                  <a:pt x="1293099" y="139340"/>
                  <a:pt x="1283846" y="114062"/>
                  <a:pt x="1283846" y="84044"/>
                </a:cubicBezTo>
                <a:cubicBezTo>
                  <a:pt x="1283846" y="54647"/>
                  <a:pt x="1293099" y="28974"/>
                  <a:pt x="1311606" y="7025"/>
                </a:cubicBezTo>
                <a:lnTo>
                  <a:pt x="1331073" y="7025"/>
                </a:lnTo>
                <a:cubicBezTo>
                  <a:pt x="1313356" y="29877"/>
                  <a:pt x="1304497" y="55522"/>
                  <a:pt x="1304497" y="83959"/>
                </a:cubicBezTo>
                <a:cubicBezTo>
                  <a:pt x="1304497" y="112172"/>
                  <a:pt x="1313356" y="137478"/>
                  <a:pt x="1331073" y="159878"/>
                </a:cubicBezTo>
                <a:lnTo>
                  <a:pt x="1311606" y="159878"/>
                </a:lnTo>
                <a:close/>
                <a:moveTo>
                  <a:pt x="1401337" y="4994"/>
                </a:moveTo>
                <a:lnTo>
                  <a:pt x="1401337" y="131610"/>
                </a:lnTo>
                <a:lnTo>
                  <a:pt x="1377723" y="131610"/>
                </a:lnTo>
                <a:lnTo>
                  <a:pt x="1377723" y="33685"/>
                </a:lnTo>
                <a:cubicBezTo>
                  <a:pt x="1375071" y="36112"/>
                  <a:pt x="1371319" y="38369"/>
                  <a:pt x="1366467" y="40456"/>
                </a:cubicBezTo>
                <a:cubicBezTo>
                  <a:pt x="1361614" y="42544"/>
                  <a:pt x="1356564" y="43898"/>
                  <a:pt x="1351317" y="44519"/>
                </a:cubicBezTo>
                <a:lnTo>
                  <a:pt x="1351317" y="23614"/>
                </a:lnTo>
                <a:cubicBezTo>
                  <a:pt x="1363730" y="19890"/>
                  <a:pt x="1375438" y="13683"/>
                  <a:pt x="1386441" y="4994"/>
                </a:cubicBezTo>
                <a:lnTo>
                  <a:pt x="1401337" y="4994"/>
                </a:lnTo>
                <a:close/>
                <a:moveTo>
                  <a:pt x="1525210" y="20059"/>
                </a:moveTo>
                <a:cubicBezTo>
                  <a:pt x="1511838" y="44942"/>
                  <a:pt x="1502302" y="65325"/>
                  <a:pt x="1496603" y="81209"/>
                </a:cubicBezTo>
                <a:cubicBezTo>
                  <a:pt x="1490904" y="97092"/>
                  <a:pt x="1486785" y="113893"/>
                  <a:pt x="1484246" y="131610"/>
                </a:cubicBezTo>
                <a:lnTo>
                  <a:pt x="1459871" y="131610"/>
                </a:lnTo>
                <a:cubicBezTo>
                  <a:pt x="1462523" y="114965"/>
                  <a:pt x="1467079" y="98164"/>
                  <a:pt x="1473540" y="81209"/>
                </a:cubicBezTo>
                <a:cubicBezTo>
                  <a:pt x="1480000" y="64253"/>
                  <a:pt x="1489042" y="46070"/>
                  <a:pt x="1500666" y="26661"/>
                </a:cubicBezTo>
                <a:lnTo>
                  <a:pt x="1440489" y="26661"/>
                </a:lnTo>
                <a:lnTo>
                  <a:pt x="1440489" y="7025"/>
                </a:lnTo>
                <a:lnTo>
                  <a:pt x="1525210" y="7025"/>
                </a:lnTo>
                <a:lnTo>
                  <a:pt x="1525210" y="20059"/>
                </a:lnTo>
                <a:close/>
                <a:moveTo>
                  <a:pt x="1533640" y="159878"/>
                </a:moveTo>
                <a:cubicBezTo>
                  <a:pt x="1551470" y="137873"/>
                  <a:pt x="1560385" y="112567"/>
                  <a:pt x="1560385" y="83959"/>
                </a:cubicBezTo>
                <a:cubicBezTo>
                  <a:pt x="1560385" y="55634"/>
                  <a:pt x="1551470" y="29990"/>
                  <a:pt x="1533640" y="7025"/>
                </a:cubicBezTo>
                <a:lnTo>
                  <a:pt x="1553276" y="7025"/>
                </a:lnTo>
                <a:cubicBezTo>
                  <a:pt x="1571839" y="29087"/>
                  <a:pt x="1581121" y="54760"/>
                  <a:pt x="1581121" y="84044"/>
                </a:cubicBezTo>
                <a:cubicBezTo>
                  <a:pt x="1581121" y="113836"/>
                  <a:pt x="1571811" y="139114"/>
                  <a:pt x="1553191" y="159878"/>
                </a:cubicBezTo>
                <a:lnTo>
                  <a:pt x="1533640" y="1598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•APT28(12)">
            <a:extLst xmlns:a="http://schemas.openxmlformats.org/drawingml/2006/main">
              <a:ext uri="{FF2B5EF4-FFF2-40B4-BE49-F238E27FC236}">
                <a16:creationId xmlns:a16="http://schemas.microsoft.com/office/drawing/2014/main" id="{ED4B4204-1FF6-4170-AF39-CF49450F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983" y="781044"/>
            <a:ext cx="1000768" cy="154549"/>
          </a:xfrm>
          <a:custGeom xmlns:a="http://schemas.openxmlformats.org/drawingml/2006/main">
            <a:pathLst>
              <a:path w="1000768" h="154549">
                <a:moveTo>
                  <a:pt x="0" y="65662"/>
                </a:moveTo>
                <a:cubicBezTo>
                  <a:pt x="0" y="59738"/>
                  <a:pt x="2097" y="54689"/>
                  <a:pt x="6292" y="50516"/>
                </a:cubicBezTo>
                <a:cubicBezTo>
                  <a:pt x="10486" y="46341"/>
                  <a:pt x="15511" y="44253"/>
                  <a:pt x="21367" y="44253"/>
                </a:cubicBezTo>
                <a:cubicBezTo>
                  <a:pt x="27278" y="44253"/>
                  <a:pt x="32331" y="46341"/>
                  <a:pt x="36526" y="50516"/>
                </a:cubicBezTo>
                <a:cubicBezTo>
                  <a:pt x="40720" y="54689"/>
                  <a:pt x="42818" y="59738"/>
                  <a:pt x="42818" y="65662"/>
                </a:cubicBezTo>
                <a:cubicBezTo>
                  <a:pt x="42818" y="71586"/>
                  <a:pt x="40720" y="76650"/>
                  <a:pt x="36526" y="80853"/>
                </a:cubicBezTo>
                <a:cubicBezTo>
                  <a:pt x="32331" y="85055"/>
                  <a:pt x="27278" y="87155"/>
                  <a:pt x="21367" y="87155"/>
                </a:cubicBezTo>
                <a:cubicBezTo>
                  <a:pt x="15511" y="87155"/>
                  <a:pt x="10486" y="85055"/>
                  <a:pt x="6292" y="80853"/>
                </a:cubicBezTo>
                <a:cubicBezTo>
                  <a:pt x="2097" y="76650"/>
                  <a:pt x="0" y="71586"/>
                  <a:pt x="0" y="65662"/>
                </a:cubicBezTo>
                <a:close/>
                <a:moveTo>
                  <a:pt x="223771" y="126342"/>
                </a:moveTo>
                <a:lnTo>
                  <a:pt x="197506" y="126342"/>
                </a:lnTo>
                <a:lnTo>
                  <a:pt x="187456" y="96614"/>
                </a:lnTo>
                <a:lnTo>
                  <a:pt x="140754" y="96614"/>
                </a:lnTo>
                <a:lnTo>
                  <a:pt x="130957" y="126342"/>
                </a:lnTo>
                <a:lnTo>
                  <a:pt x="104692" y="126342"/>
                </a:lnTo>
                <a:lnTo>
                  <a:pt x="150719" y="2027"/>
                </a:lnTo>
                <a:lnTo>
                  <a:pt x="178504" y="2027"/>
                </a:lnTo>
                <a:lnTo>
                  <a:pt x="223771" y="126342"/>
                </a:lnTo>
                <a:moveTo>
                  <a:pt x="181460" y="77528"/>
                </a:moveTo>
                <a:lnTo>
                  <a:pt x="166259" y="32514"/>
                </a:lnTo>
                <a:cubicBezTo>
                  <a:pt x="165639" y="30713"/>
                  <a:pt x="164992" y="27278"/>
                  <a:pt x="164316" y="22211"/>
                </a:cubicBezTo>
                <a:lnTo>
                  <a:pt x="163725" y="22211"/>
                </a:lnTo>
                <a:cubicBezTo>
                  <a:pt x="163275" y="25983"/>
                  <a:pt x="162571" y="29361"/>
                  <a:pt x="161614" y="32345"/>
                </a:cubicBezTo>
                <a:lnTo>
                  <a:pt x="146328" y="77528"/>
                </a:lnTo>
                <a:lnTo>
                  <a:pt x="181460" y="77528"/>
                </a:lnTo>
                <a:close/>
                <a:moveTo>
                  <a:pt x="264206" y="82257"/>
                </a:moveTo>
                <a:lnTo>
                  <a:pt x="264206" y="126342"/>
                </a:lnTo>
                <a:lnTo>
                  <a:pt x="240137" y="126342"/>
                </a:lnTo>
                <a:lnTo>
                  <a:pt x="240137" y="2027"/>
                </a:lnTo>
                <a:lnTo>
                  <a:pt x="281181" y="2027"/>
                </a:lnTo>
                <a:cubicBezTo>
                  <a:pt x="311471" y="2027"/>
                  <a:pt x="326617" y="15004"/>
                  <a:pt x="326617" y="40960"/>
                </a:cubicBezTo>
                <a:cubicBezTo>
                  <a:pt x="326617" y="53515"/>
                  <a:pt x="322042" y="63621"/>
                  <a:pt x="312893" y="71278"/>
                </a:cubicBezTo>
                <a:cubicBezTo>
                  <a:pt x="303744" y="78935"/>
                  <a:pt x="292244" y="82595"/>
                  <a:pt x="278394" y="82257"/>
                </a:cubicBezTo>
                <a:lnTo>
                  <a:pt x="264206" y="82257"/>
                </a:lnTo>
                <a:moveTo>
                  <a:pt x="264206" y="21198"/>
                </a:moveTo>
                <a:lnTo>
                  <a:pt x="264206" y="63424"/>
                </a:lnTo>
                <a:lnTo>
                  <a:pt x="276452" y="63424"/>
                </a:lnTo>
                <a:cubicBezTo>
                  <a:pt x="293061" y="63424"/>
                  <a:pt x="301365" y="56246"/>
                  <a:pt x="301365" y="41889"/>
                </a:cubicBezTo>
                <a:cubicBezTo>
                  <a:pt x="301365" y="28095"/>
                  <a:pt x="293230" y="21198"/>
                  <a:pt x="276958" y="21198"/>
                </a:cubicBezTo>
                <a:lnTo>
                  <a:pt x="264206" y="21198"/>
                </a:lnTo>
                <a:close/>
                <a:moveTo>
                  <a:pt x="430816" y="22042"/>
                </a:moveTo>
                <a:lnTo>
                  <a:pt x="395261" y="22042"/>
                </a:lnTo>
                <a:lnTo>
                  <a:pt x="395261" y="126342"/>
                </a:lnTo>
                <a:lnTo>
                  <a:pt x="371108" y="126342"/>
                </a:lnTo>
                <a:lnTo>
                  <a:pt x="371108" y="22042"/>
                </a:lnTo>
                <a:lnTo>
                  <a:pt x="335637" y="22042"/>
                </a:lnTo>
                <a:lnTo>
                  <a:pt x="335637" y="2027"/>
                </a:lnTo>
                <a:lnTo>
                  <a:pt x="430816" y="2027"/>
                </a:lnTo>
                <a:lnTo>
                  <a:pt x="430816" y="22042"/>
                </a:lnTo>
                <a:close/>
                <a:moveTo>
                  <a:pt x="469844" y="106495"/>
                </a:moveTo>
                <a:lnTo>
                  <a:pt x="522542" y="106495"/>
                </a:lnTo>
                <a:lnTo>
                  <a:pt x="522542" y="126342"/>
                </a:lnTo>
                <a:lnTo>
                  <a:pt x="444930" y="126342"/>
                </a:lnTo>
                <a:lnTo>
                  <a:pt x="444930" y="116967"/>
                </a:lnTo>
                <a:cubicBezTo>
                  <a:pt x="444930" y="110267"/>
                  <a:pt x="446070" y="104088"/>
                  <a:pt x="448350" y="98430"/>
                </a:cubicBezTo>
                <a:cubicBezTo>
                  <a:pt x="450631" y="92772"/>
                  <a:pt x="453896" y="87479"/>
                  <a:pt x="458147" y="82553"/>
                </a:cubicBezTo>
                <a:cubicBezTo>
                  <a:pt x="462398" y="77626"/>
                  <a:pt x="471336" y="70068"/>
                  <a:pt x="484961" y="59877"/>
                </a:cubicBezTo>
                <a:cubicBezTo>
                  <a:pt x="490253" y="55936"/>
                  <a:pt x="494053" y="52164"/>
                  <a:pt x="496362" y="48560"/>
                </a:cubicBezTo>
                <a:cubicBezTo>
                  <a:pt x="498670" y="44957"/>
                  <a:pt x="499824" y="40932"/>
                  <a:pt x="499824" y="36484"/>
                </a:cubicBezTo>
                <a:cubicBezTo>
                  <a:pt x="499824" y="30966"/>
                  <a:pt x="498206" y="26673"/>
                  <a:pt x="494968" y="23605"/>
                </a:cubicBezTo>
                <a:cubicBezTo>
                  <a:pt x="491731" y="20536"/>
                  <a:pt x="486706" y="19002"/>
                  <a:pt x="479894" y="19002"/>
                </a:cubicBezTo>
                <a:cubicBezTo>
                  <a:pt x="469252" y="19002"/>
                  <a:pt x="459034" y="23225"/>
                  <a:pt x="449237" y="31670"/>
                </a:cubicBezTo>
                <a:lnTo>
                  <a:pt x="449237" y="10472"/>
                </a:lnTo>
                <a:cubicBezTo>
                  <a:pt x="459259" y="3491"/>
                  <a:pt x="470604" y="0"/>
                  <a:pt x="483272" y="0"/>
                </a:cubicBezTo>
                <a:cubicBezTo>
                  <a:pt x="496108" y="0"/>
                  <a:pt x="506032" y="3125"/>
                  <a:pt x="513041" y="9374"/>
                </a:cubicBezTo>
                <a:cubicBezTo>
                  <a:pt x="520051" y="15624"/>
                  <a:pt x="523556" y="24266"/>
                  <a:pt x="523556" y="35301"/>
                </a:cubicBezTo>
                <a:cubicBezTo>
                  <a:pt x="523556" y="40988"/>
                  <a:pt x="522641" y="46027"/>
                  <a:pt x="520811" y="50418"/>
                </a:cubicBezTo>
                <a:cubicBezTo>
                  <a:pt x="518981" y="54810"/>
                  <a:pt x="516560" y="58793"/>
                  <a:pt x="513548" y="62368"/>
                </a:cubicBezTo>
                <a:cubicBezTo>
                  <a:pt x="510536" y="65944"/>
                  <a:pt x="507073" y="69265"/>
                  <a:pt x="503160" y="72334"/>
                </a:cubicBezTo>
                <a:cubicBezTo>
                  <a:pt x="499247" y="75402"/>
                  <a:pt x="495236" y="78457"/>
                  <a:pt x="491126" y="81497"/>
                </a:cubicBezTo>
                <a:cubicBezTo>
                  <a:pt x="483525" y="87127"/>
                  <a:pt x="478078" y="91941"/>
                  <a:pt x="474784" y="95939"/>
                </a:cubicBezTo>
                <a:cubicBezTo>
                  <a:pt x="471490" y="99936"/>
                  <a:pt x="469844" y="103455"/>
                  <a:pt x="469844" y="106495"/>
                </a:cubicBezTo>
                <a:close/>
                <a:moveTo>
                  <a:pt x="542190" y="92898"/>
                </a:moveTo>
                <a:cubicBezTo>
                  <a:pt x="542190" y="85748"/>
                  <a:pt x="544203" y="79372"/>
                  <a:pt x="548228" y="73770"/>
                </a:cubicBezTo>
                <a:cubicBezTo>
                  <a:pt x="552254" y="68168"/>
                  <a:pt x="558067" y="63987"/>
                  <a:pt x="565668" y="61228"/>
                </a:cubicBezTo>
                <a:cubicBezTo>
                  <a:pt x="559643" y="58132"/>
                  <a:pt x="554900" y="54148"/>
                  <a:pt x="551437" y="49278"/>
                </a:cubicBezTo>
                <a:cubicBezTo>
                  <a:pt x="547975" y="44408"/>
                  <a:pt x="546244" y="38989"/>
                  <a:pt x="546244" y="33021"/>
                </a:cubicBezTo>
                <a:cubicBezTo>
                  <a:pt x="546244" y="26884"/>
                  <a:pt x="547890" y="21296"/>
                  <a:pt x="551184" y="16257"/>
                </a:cubicBezTo>
                <a:cubicBezTo>
                  <a:pt x="554478" y="11218"/>
                  <a:pt x="559109" y="7249"/>
                  <a:pt x="565077" y="4349"/>
                </a:cubicBezTo>
                <a:cubicBezTo>
                  <a:pt x="571045" y="1450"/>
                  <a:pt x="577632" y="0"/>
                  <a:pt x="584839" y="0"/>
                </a:cubicBezTo>
                <a:cubicBezTo>
                  <a:pt x="592101" y="0"/>
                  <a:pt x="598745" y="1422"/>
                  <a:pt x="604769" y="4265"/>
                </a:cubicBezTo>
                <a:cubicBezTo>
                  <a:pt x="610794" y="7108"/>
                  <a:pt x="615453" y="11021"/>
                  <a:pt x="618746" y="16004"/>
                </a:cubicBezTo>
                <a:cubicBezTo>
                  <a:pt x="622040" y="20987"/>
                  <a:pt x="623687" y="26546"/>
                  <a:pt x="623687" y="32683"/>
                </a:cubicBezTo>
                <a:cubicBezTo>
                  <a:pt x="623687" y="44901"/>
                  <a:pt x="616874" y="54219"/>
                  <a:pt x="603249" y="60637"/>
                </a:cubicBezTo>
                <a:cubicBezTo>
                  <a:pt x="610794" y="63340"/>
                  <a:pt x="616663" y="67478"/>
                  <a:pt x="620858" y="73052"/>
                </a:cubicBezTo>
                <a:cubicBezTo>
                  <a:pt x="625052" y="78626"/>
                  <a:pt x="627149" y="85157"/>
                  <a:pt x="627149" y="92645"/>
                </a:cubicBezTo>
                <a:cubicBezTo>
                  <a:pt x="627149" y="103624"/>
                  <a:pt x="623307" y="112351"/>
                  <a:pt x="615622" y="118825"/>
                </a:cubicBezTo>
                <a:cubicBezTo>
                  <a:pt x="607936" y="125300"/>
                  <a:pt x="597591" y="128537"/>
                  <a:pt x="584585" y="128537"/>
                </a:cubicBezTo>
                <a:cubicBezTo>
                  <a:pt x="571748" y="128537"/>
                  <a:pt x="561473" y="125314"/>
                  <a:pt x="553760" y="118867"/>
                </a:cubicBezTo>
                <a:cubicBezTo>
                  <a:pt x="546046" y="112421"/>
                  <a:pt x="542190" y="103764"/>
                  <a:pt x="542190" y="92898"/>
                </a:cubicBezTo>
                <a:moveTo>
                  <a:pt x="564739" y="91378"/>
                </a:moveTo>
                <a:cubicBezTo>
                  <a:pt x="564739" y="97628"/>
                  <a:pt x="566512" y="102470"/>
                  <a:pt x="570059" y="105904"/>
                </a:cubicBezTo>
                <a:cubicBezTo>
                  <a:pt x="573606" y="109338"/>
                  <a:pt x="578476" y="111056"/>
                  <a:pt x="584670" y="111056"/>
                </a:cubicBezTo>
                <a:cubicBezTo>
                  <a:pt x="591032" y="111056"/>
                  <a:pt x="595958" y="109324"/>
                  <a:pt x="599449" y="105862"/>
                </a:cubicBezTo>
                <a:cubicBezTo>
                  <a:pt x="602940" y="102399"/>
                  <a:pt x="604685" y="97571"/>
                  <a:pt x="604685" y="91378"/>
                </a:cubicBezTo>
                <a:cubicBezTo>
                  <a:pt x="604685" y="85692"/>
                  <a:pt x="602799" y="80864"/>
                  <a:pt x="599027" y="76894"/>
                </a:cubicBezTo>
                <a:cubicBezTo>
                  <a:pt x="595254" y="72925"/>
                  <a:pt x="590469" y="70940"/>
                  <a:pt x="584670" y="70940"/>
                </a:cubicBezTo>
                <a:cubicBezTo>
                  <a:pt x="578983" y="70940"/>
                  <a:pt x="574240" y="72869"/>
                  <a:pt x="570439" y="76725"/>
                </a:cubicBezTo>
                <a:cubicBezTo>
                  <a:pt x="566639" y="80582"/>
                  <a:pt x="564739" y="85466"/>
                  <a:pt x="564739" y="91378"/>
                </a:cubicBezTo>
                <a:moveTo>
                  <a:pt x="568539" y="34710"/>
                </a:moveTo>
                <a:cubicBezTo>
                  <a:pt x="568539" y="39608"/>
                  <a:pt x="570144" y="43803"/>
                  <a:pt x="573353" y="47294"/>
                </a:cubicBezTo>
                <a:cubicBezTo>
                  <a:pt x="576562" y="50784"/>
                  <a:pt x="580447" y="52530"/>
                  <a:pt x="585007" y="52530"/>
                </a:cubicBezTo>
                <a:cubicBezTo>
                  <a:pt x="589680" y="52530"/>
                  <a:pt x="593622" y="50770"/>
                  <a:pt x="596831" y="47251"/>
                </a:cubicBezTo>
                <a:cubicBezTo>
                  <a:pt x="600040" y="43733"/>
                  <a:pt x="601645" y="39552"/>
                  <a:pt x="601645" y="34710"/>
                </a:cubicBezTo>
                <a:cubicBezTo>
                  <a:pt x="601645" y="29249"/>
                  <a:pt x="600153" y="25012"/>
                  <a:pt x="597169" y="22000"/>
                </a:cubicBezTo>
                <a:cubicBezTo>
                  <a:pt x="594185" y="18988"/>
                  <a:pt x="590131" y="17482"/>
                  <a:pt x="585007" y="17482"/>
                </a:cubicBezTo>
                <a:cubicBezTo>
                  <a:pt x="579884" y="17482"/>
                  <a:pt x="575858" y="19002"/>
                  <a:pt x="572931" y="22042"/>
                </a:cubicBezTo>
                <a:cubicBezTo>
                  <a:pt x="570003" y="25083"/>
                  <a:pt x="568539" y="29305"/>
                  <a:pt x="568539" y="34710"/>
                </a:cubicBezTo>
                <a:close/>
                <a:moveTo>
                  <a:pt x="731341" y="154549"/>
                </a:moveTo>
                <a:cubicBezTo>
                  <a:pt x="712874" y="134055"/>
                  <a:pt x="703640" y="108832"/>
                  <a:pt x="703640" y="78879"/>
                </a:cubicBezTo>
                <a:cubicBezTo>
                  <a:pt x="703640" y="49546"/>
                  <a:pt x="712874" y="23928"/>
                  <a:pt x="731341" y="2027"/>
                </a:cubicBezTo>
                <a:lnTo>
                  <a:pt x="750765" y="2027"/>
                </a:lnTo>
                <a:cubicBezTo>
                  <a:pt x="733086" y="24829"/>
                  <a:pt x="724247" y="50418"/>
                  <a:pt x="724247" y="78795"/>
                </a:cubicBezTo>
                <a:cubicBezTo>
                  <a:pt x="724247" y="106946"/>
                  <a:pt x="733086" y="132197"/>
                  <a:pt x="750765" y="154549"/>
                </a:cubicBezTo>
                <a:lnTo>
                  <a:pt x="731341" y="154549"/>
                </a:lnTo>
                <a:close/>
                <a:moveTo>
                  <a:pt x="820997" y="0"/>
                </a:moveTo>
                <a:lnTo>
                  <a:pt x="820997" y="126342"/>
                </a:lnTo>
                <a:lnTo>
                  <a:pt x="797435" y="126342"/>
                </a:lnTo>
                <a:lnTo>
                  <a:pt x="797435" y="28630"/>
                </a:lnTo>
                <a:cubicBezTo>
                  <a:pt x="794789" y="31051"/>
                  <a:pt x="791045" y="33303"/>
                  <a:pt x="786203" y="35386"/>
                </a:cubicBezTo>
                <a:cubicBezTo>
                  <a:pt x="781361" y="37469"/>
                  <a:pt x="776322" y="38820"/>
                  <a:pt x="771086" y="39440"/>
                </a:cubicBezTo>
                <a:lnTo>
                  <a:pt x="771086" y="18580"/>
                </a:lnTo>
                <a:cubicBezTo>
                  <a:pt x="783472" y="14864"/>
                  <a:pt x="795155" y="8670"/>
                  <a:pt x="806134" y="0"/>
                </a:cubicBezTo>
                <a:lnTo>
                  <a:pt x="820997" y="0"/>
                </a:lnTo>
                <a:close/>
                <a:moveTo>
                  <a:pt x="887869" y="106495"/>
                </a:moveTo>
                <a:lnTo>
                  <a:pt x="940568" y="106495"/>
                </a:lnTo>
                <a:lnTo>
                  <a:pt x="940568" y="126342"/>
                </a:lnTo>
                <a:lnTo>
                  <a:pt x="862955" y="126342"/>
                </a:lnTo>
                <a:lnTo>
                  <a:pt x="862955" y="116967"/>
                </a:lnTo>
                <a:cubicBezTo>
                  <a:pt x="862955" y="110267"/>
                  <a:pt x="864096" y="104088"/>
                  <a:pt x="866376" y="98430"/>
                </a:cubicBezTo>
                <a:cubicBezTo>
                  <a:pt x="868656" y="92772"/>
                  <a:pt x="871921" y="87479"/>
                  <a:pt x="876172" y="82553"/>
                </a:cubicBezTo>
                <a:cubicBezTo>
                  <a:pt x="880423" y="77626"/>
                  <a:pt x="889361" y="70068"/>
                  <a:pt x="902986" y="59877"/>
                </a:cubicBezTo>
                <a:cubicBezTo>
                  <a:pt x="908278" y="55936"/>
                  <a:pt x="912079" y="52164"/>
                  <a:pt x="914387" y="48560"/>
                </a:cubicBezTo>
                <a:cubicBezTo>
                  <a:pt x="916696" y="44957"/>
                  <a:pt x="917850" y="40932"/>
                  <a:pt x="917850" y="36484"/>
                </a:cubicBezTo>
                <a:cubicBezTo>
                  <a:pt x="917850" y="30966"/>
                  <a:pt x="916231" y="26673"/>
                  <a:pt x="912994" y="23605"/>
                </a:cubicBezTo>
                <a:cubicBezTo>
                  <a:pt x="909756" y="20536"/>
                  <a:pt x="904731" y="19002"/>
                  <a:pt x="897919" y="19002"/>
                </a:cubicBezTo>
                <a:cubicBezTo>
                  <a:pt x="887278" y="19002"/>
                  <a:pt x="877059" y="23225"/>
                  <a:pt x="867263" y="31670"/>
                </a:cubicBezTo>
                <a:lnTo>
                  <a:pt x="867263" y="10472"/>
                </a:lnTo>
                <a:cubicBezTo>
                  <a:pt x="877284" y="3491"/>
                  <a:pt x="888629" y="0"/>
                  <a:pt x="901297" y="0"/>
                </a:cubicBezTo>
                <a:cubicBezTo>
                  <a:pt x="914134" y="0"/>
                  <a:pt x="924057" y="3125"/>
                  <a:pt x="931067" y="9374"/>
                </a:cubicBezTo>
                <a:cubicBezTo>
                  <a:pt x="938076" y="15624"/>
                  <a:pt x="941581" y="24266"/>
                  <a:pt x="941581" y="35301"/>
                </a:cubicBezTo>
                <a:cubicBezTo>
                  <a:pt x="941581" y="40988"/>
                  <a:pt x="940666" y="46027"/>
                  <a:pt x="938836" y="50418"/>
                </a:cubicBezTo>
                <a:cubicBezTo>
                  <a:pt x="937007" y="54810"/>
                  <a:pt x="934586" y="58793"/>
                  <a:pt x="931573" y="62368"/>
                </a:cubicBezTo>
                <a:cubicBezTo>
                  <a:pt x="928561" y="65944"/>
                  <a:pt x="925099" y="69265"/>
                  <a:pt x="921186" y="72334"/>
                </a:cubicBezTo>
                <a:cubicBezTo>
                  <a:pt x="917273" y="75402"/>
                  <a:pt x="913261" y="78457"/>
                  <a:pt x="909151" y="81497"/>
                </a:cubicBezTo>
                <a:cubicBezTo>
                  <a:pt x="901550" y="87127"/>
                  <a:pt x="896103" y="91941"/>
                  <a:pt x="892810" y="95939"/>
                </a:cubicBezTo>
                <a:cubicBezTo>
                  <a:pt x="889516" y="99936"/>
                  <a:pt x="887869" y="103455"/>
                  <a:pt x="887869" y="106495"/>
                </a:cubicBezTo>
                <a:close/>
                <a:moveTo>
                  <a:pt x="953390" y="154549"/>
                </a:moveTo>
                <a:cubicBezTo>
                  <a:pt x="971182" y="132591"/>
                  <a:pt x="980077" y="107340"/>
                  <a:pt x="980077" y="78795"/>
                </a:cubicBezTo>
                <a:cubicBezTo>
                  <a:pt x="980077" y="50531"/>
                  <a:pt x="971182" y="24942"/>
                  <a:pt x="953390" y="2027"/>
                </a:cubicBezTo>
                <a:lnTo>
                  <a:pt x="972983" y="2027"/>
                </a:lnTo>
                <a:cubicBezTo>
                  <a:pt x="991507" y="24041"/>
                  <a:pt x="1000768" y="49658"/>
                  <a:pt x="1000768" y="78879"/>
                </a:cubicBezTo>
                <a:cubicBezTo>
                  <a:pt x="1000768" y="108606"/>
                  <a:pt x="991478" y="133830"/>
                  <a:pt x="972899" y="154549"/>
                </a:cubicBezTo>
                <a:lnTo>
                  <a:pt x="953390" y="15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•MaliciousDocuments(62)">
            <a:extLst xmlns:a="http://schemas.openxmlformats.org/drawingml/2006/main">
              <a:ext uri="{FF2B5EF4-FFF2-40B4-BE49-F238E27FC236}">
                <a16:creationId xmlns:a16="http://schemas.microsoft.com/office/drawing/2014/main" id="{E4C43645-874F-485F-9345-B4BD0E77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983" y="982860"/>
            <a:ext cx="2246079" cy="159532"/>
          </a:xfrm>
          <a:custGeom xmlns:a="http://schemas.openxmlformats.org/drawingml/2006/main">
            <a:pathLst>
              <a:path w="2246079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31794" y="131324"/>
                </a:moveTo>
                <a:lnTo>
                  <a:pt x="231794" y="54303"/>
                </a:lnTo>
                <a:cubicBezTo>
                  <a:pt x="231794" y="48673"/>
                  <a:pt x="232132" y="40059"/>
                  <a:pt x="232807" y="28461"/>
                </a:cubicBezTo>
                <a:lnTo>
                  <a:pt x="232301" y="28461"/>
                </a:lnTo>
                <a:cubicBezTo>
                  <a:pt x="230893" y="35555"/>
                  <a:pt x="229598" y="40622"/>
                  <a:pt x="228416" y="43662"/>
                </a:cubicBezTo>
                <a:lnTo>
                  <a:pt x="195479" y="131324"/>
                </a:lnTo>
                <a:lnTo>
                  <a:pt x="177153" y="131324"/>
                </a:lnTo>
                <a:lnTo>
                  <a:pt x="143794" y="44422"/>
                </a:lnTo>
                <a:cubicBezTo>
                  <a:pt x="142950" y="42170"/>
                  <a:pt x="141655" y="36850"/>
                  <a:pt x="139909" y="28461"/>
                </a:cubicBezTo>
                <a:lnTo>
                  <a:pt x="139318" y="28461"/>
                </a:lnTo>
                <a:cubicBezTo>
                  <a:pt x="139937" y="37638"/>
                  <a:pt x="140247" y="47603"/>
                  <a:pt x="140247" y="58357"/>
                </a:cubicBezTo>
                <a:lnTo>
                  <a:pt x="140247" y="131324"/>
                </a:lnTo>
                <a:lnTo>
                  <a:pt x="118374" y="131324"/>
                </a:lnTo>
                <a:lnTo>
                  <a:pt x="118374" y="7010"/>
                </a:lnTo>
                <a:lnTo>
                  <a:pt x="152999" y="7010"/>
                </a:lnTo>
                <a:lnTo>
                  <a:pt x="182051" y="84453"/>
                </a:lnTo>
                <a:cubicBezTo>
                  <a:pt x="184472" y="90871"/>
                  <a:pt x="186077" y="96558"/>
                  <a:pt x="186865" y="101512"/>
                </a:cubicBezTo>
                <a:lnTo>
                  <a:pt x="187456" y="101512"/>
                </a:lnTo>
                <a:cubicBezTo>
                  <a:pt x="188695" y="96614"/>
                  <a:pt x="190440" y="90871"/>
                  <a:pt x="192692" y="84284"/>
                </a:cubicBezTo>
                <a:lnTo>
                  <a:pt x="221997" y="7010"/>
                </a:lnTo>
                <a:lnTo>
                  <a:pt x="255610" y="7010"/>
                </a:lnTo>
                <a:lnTo>
                  <a:pt x="255610" y="131324"/>
                </a:lnTo>
                <a:lnTo>
                  <a:pt x="231794" y="131324"/>
                </a:lnTo>
                <a:close/>
                <a:moveTo>
                  <a:pt x="285114" y="48223"/>
                </a:moveTo>
                <a:cubicBezTo>
                  <a:pt x="289112" y="45914"/>
                  <a:pt x="294292" y="44042"/>
                  <a:pt x="300654" y="42607"/>
                </a:cubicBezTo>
                <a:cubicBezTo>
                  <a:pt x="307016" y="41171"/>
                  <a:pt x="312731" y="40453"/>
                  <a:pt x="317798" y="40453"/>
                </a:cubicBezTo>
                <a:cubicBezTo>
                  <a:pt x="341782" y="40453"/>
                  <a:pt x="353775" y="52614"/>
                  <a:pt x="353775" y="76937"/>
                </a:cubicBezTo>
                <a:lnTo>
                  <a:pt x="353775" y="131324"/>
                </a:lnTo>
                <a:lnTo>
                  <a:pt x="331310" y="131324"/>
                </a:lnTo>
                <a:lnTo>
                  <a:pt x="331310" y="118234"/>
                </a:lnTo>
                <a:lnTo>
                  <a:pt x="330888" y="118234"/>
                </a:lnTo>
                <a:cubicBezTo>
                  <a:pt x="324920" y="128425"/>
                  <a:pt x="316052" y="133520"/>
                  <a:pt x="304285" y="133520"/>
                </a:cubicBezTo>
                <a:cubicBezTo>
                  <a:pt x="295727" y="133520"/>
                  <a:pt x="288943" y="131113"/>
                  <a:pt x="283932" y="126299"/>
                </a:cubicBezTo>
                <a:cubicBezTo>
                  <a:pt x="278921" y="121486"/>
                  <a:pt x="276416" y="115025"/>
                  <a:pt x="276416" y="106917"/>
                </a:cubicBezTo>
                <a:cubicBezTo>
                  <a:pt x="276416" y="89971"/>
                  <a:pt x="286494" y="80146"/>
                  <a:pt x="306650" y="77443"/>
                </a:cubicBezTo>
                <a:lnTo>
                  <a:pt x="331395" y="74065"/>
                </a:lnTo>
                <a:cubicBezTo>
                  <a:pt x="331395" y="62749"/>
                  <a:pt x="325877" y="57090"/>
                  <a:pt x="314842" y="57090"/>
                </a:cubicBezTo>
                <a:cubicBezTo>
                  <a:pt x="304313" y="57090"/>
                  <a:pt x="294404" y="60384"/>
                  <a:pt x="285114" y="66971"/>
                </a:cubicBezTo>
                <a:lnTo>
                  <a:pt x="285114" y="48223"/>
                </a:lnTo>
                <a:moveTo>
                  <a:pt x="313744" y="90787"/>
                </a:moveTo>
                <a:cubicBezTo>
                  <a:pt x="303610" y="92082"/>
                  <a:pt x="298543" y="96614"/>
                  <a:pt x="298543" y="104384"/>
                </a:cubicBezTo>
                <a:cubicBezTo>
                  <a:pt x="298543" y="107875"/>
                  <a:pt x="299753" y="110718"/>
                  <a:pt x="302174" y="112914"/>
                </a:cubicBezTo>
                <a:cubicBezTo>
                  <a:pt x="304595" y="115109"/>
                  <a:pt x="307860" y="116207"/>
                  <a:pt x="311971" y="116207"/>
                </a:cubicBezTo>
                <a:cubicBezTo>
                  <a:pt x="317601" y="116207"/>
                  <a:pt x="322246" y="114223"/>
                  <a:pt x="325905" y="110253"/>
                </a:cubicBezTo>
                <a:cubicBezTo>
                  <a:pt x="329565" y="106284"/>
                  <a:pt x="331395" y="101287"/>
                  <a:pt x="331395" y="95263"/>
                </a:cubicBezTo>
                <a:lnTo>
                  <a:pt x="331395" y="88507"/>
                </a:lnTo>
                <a:lnTo>
                  <a:pt x="313744" y="90787"/>
                </a:lnTo>
                <a:close/>
                <a:moveTo>
                  <a:pt x="376583" y="131324"/>
                </a:moveTo>
                <a:lnTo>
                  <a:pt x="376583" y="0"/>
                </a:lnTo>
                <a:lnTo>
                  <a:pt x="400060" y="0"/>
                </a:lnTo>
                <a:lnTo>
                  <a:pt x="400060" y="131324"/>
                </a:lnTo>
                <a:lnTo>
                  <a:pt x="376583" y="131324"/>
                </a:lnTo>
                <a:close/>
                <a:moveTo>
                  <a:pt x="422116" y="13344"/>
                </a:moveTo>
                <a:cubicBezTo>
                  <a:pt x="422116" y="9740"/>
                  <a:pt x="423396" y="6728"/>
                  <a:pt x="425958" y="4307"/>
                </a:cubicBezTo>
                <a:cubicBezTo>
                  <a:pt x="428520" y="1886"/>
                  <a:pt x="431828" y="676"/>
                  <a:pt x="435881" y="676"/>
                </a:cubicBezTo>
                <a:cubicBezTo>
                  <a:pt x="439823" y="676"/>
                  <a:pt x="443116" y="1872"/>
                  <a:pt x="445762" y="4265"/>
                </a:cubicBezTo>
                <a:cubicBezTo>
                  <a:pt x="448409" y="6658"/>
                  <a:pt x="449732" y="9684"/>
                  <a:pt x="449732" y="13344"/>
                </a:cubicBezTo>
                <a:cubicBezTo>
                  <a:pt x="449732" y="17003"/>
                  <a:pt x="448423" y="20044"/>
                  <a:pt x="445805" y="22464"/>
                </a:cubicBezTo>
                <a:cubicBezTo>
                  <a:pt x="443187" y="24885"/>
                  <a:pt x="439879" y="26096"/>
                  <a:pt x="435881" y="26096"/>
                </a:cubicBezTo>
                <a:cubicBezTo>
                  <a:pt x="431884" y="26096"/>
                  <a:pt x="428590" y="24857"/>
                  <a:pt x="426000" y="22380"/>
                </a:cubicBezTo>
                <a:cubicBezTo>
                  <a:pt x="423411" y="19903"/>
                  <a:pt x="422116" y="16891"/>
                  <a:pt x="422116" y="13344"/>
                </a:cubicBezTo>
                <a:moveTo>
                  <a:pt x="423974" y="131324"/>
                </a:moveTo>
                <a:lnTo>
                  <a:pt x="423974" y="42564"/>
                </a:lnTo>
                <a:lnTo>
                  <a:pt x="447452" y="42564"/>
                </a:lnTo>
                <a:lnTo>
                  <a:pt x="447452" y="131324"/>
                </a:lnTo>
                <a:lnTo>
                  <a:pt x="423974" y="131324"/>
                </a:lnTo>
                <a:close/>
                <a:moveTo>
                  <a:pt x="536377" y="127862"/>
                </a:moveTo>
                <a:cubicBezTo>
                  <a:pt x="530015" y="131634"/>
                  <a:pt x="521316" y="133520"/>
                  <a:pt x="510281" y="133520"/>
                </a:cubicBezTo>
                <a:cubicBezTo>
                  <a:pt x="496994" y="133520"/>
                  <a:pt x="486226" y="129424"/>
                  <a:pt x="477978" y="121232"/>
                </a:cubicBezTo>
                <a:cubicBezTo>
                  <a:pt x="469730" y="113040"/>
                  <a:pt x="465605" y="102329"/>
                  <a:pt x="465605" y="89098"/>
                </a:cubicBezTo>
                <a:cubicBezTo>
                  <a:pt x="465605" y="74009"/>
                  <a:pt x="470025" y="62129"/>
                  <a:pt x="478865" y="53459"/>
                </a:cubicBezTo>
                <a:cubicBezTo>
                  <a:pt x="487704" y="44788"/>
                  <a:pt x="499499" y="40453"/>
                  <a:pt x="514250" y="40453"/>
                </a:cubicBezTo>
                <a:cubicBezTo>
                  <a:pt x="523878" y="40453"/>
                  <a:pt x="531253" y="41861"/>
                  <a:pt x="536377" y="44676"/>
                </a:cubicBezTo>
                <a:lnTo>
                  <a:pt x="536377" y="65367"/>
                </a:lnTo>
                <a:cubicBezTo>
                  <a:pt x="530409" y="60975"/>
                  <a:pt x="523822" y="58779"/>
                  <a:pt x="516615" y="58779"/>
                </a:cubicBezTo>
                <a:cubicBezTo>
                  <a:pt x="508395" y="58779"/>
                  <a:pt x="501808" y="61355"/>
                  <a:pt x="496853" y="66507"/>
                </a:cubicBezTo>
                <a:cubicBezTo>
                  <a:pt x="491898" y="71658"/>
                  <a:pt x="489421" y="78626"/>
                  <a:pt x="489421" y="87409"/>
                </a:cubicBezTo>
                <a:cubicBezTo>
                  <a:pt x="489421" y="96079"/>
                  <a:pt x="491758" y="102864"/>
                  <a:pt x="496431" y="107762"/>
                </a:cubicBezTo>
                <a:cubicBezTo>
                  <a:pt x="501104" y="112660"/>
                  <a:pt x="507522" y="115109"/>
                  <a:pt x="515686" y="115109"/>
                </a:cubicBezTo>
                <a:cubicBezTo>
                  <a:pt x="522836" y="115109"/>
                  <a:pt x="529733" y="112857"/>
                  <a:pt x="536377" y="108353"/>
                </a:cubicBezTo>
                <a:lnTo>
                  <a:pt x="536377" y="127862"/>
                </a:lnTo>
                <a:close/>
                <a:moveTo>
                  <a:pt x="553046" y="13344"/>
                </a:moveTo>
                <a:cubicBezTo>
                  <a:pt x="553046" y="9740"/>
                  <a:pt x="554327" y="6728"/>
                  <a:pt x="556888" y="4307"/>
                </a:cubicBezTo>
                <a:cubicBezTo>
                  <a:pt x="559450" y="1886"/>
                  <a:pt x="562758" y="676"/>
                  <a:pt x="566812" y="676"/>
                </a:cubicBezTo>
                <a:cubicBezTo>
                  <a:pt x="570753" y="676"/>
                  <a:pt x="574046" y="1872"/>
                  <a:pt x="576693" y="4265"/>
                </a:cubicBezTo>
                <a:cubicBezTo>
                  <a:pt x="579339" y="6658"/>
                  <a:pt x="580662" y="9684"/>
                  <a:pt x="580662" y="13344"/>
                </a:cubicBezTo>
                <a:cubicBezTo>
                  <a:pt x="580662" y="17003"/>
                  <a:pt x="579353" y="20044"/>
                  <a:pt x="576735" y="22464"/>
                </a:cubicBezTo>
                <a:cubicBezTo>
                  <a:pt x="574117" y="24885"/>
                  <a:pt x="570809" y="26096"/>
                  <a:pt x="566812" y="26096"/>
                </a:cubicBezTo>
                <a:cubicBezTo>
                  <a:pt x="562814" y="26096"/>
                  <a:pt x="559520" y="24857"/>
                  <a:pt x="556931" y="22380"/>
                </a:cubicBezTo>
                <a:cubicBezTo>
                  <a:pt x="554341" y="19903"/>
                  <a:pt x="553046" y="16891"/>
                  <a:pt x="553046" y="13344"/>
                </a:cubicBezTo>
                <a:moveTo>
                  <a:pt x="554904" y="131324"/>
                </a:moveTo>
                <a:lnTo>
                  <a:pt x="554904" y="42564"/>
                </a:lnTo>
                <a:lnTo>
                  <a:pt x="578382" y="42564"/>
                </a:lnTo>
                <a:lnTo>
                  <a:pt x="578382" y="131324"/>
                </a:lnTo>
                <a:lnTo>
                  <a:pt x="554904" y="131324"/>
                </a:lnTo>
                <a:close/>
                <a:moveTo>
                  <a:pt x="597228" y="87493"/>
                </a:moveTo>
                <a:cubicBezTo>
                  <a:pt x="597228" y="72967"/>
                  <a:pt x="601507" y="61496"/>
                  <a:pt x="610064" y="53079"/>
                </a:cubicBezTo>
                <a:cubicBezTo>
                  <a:pt x="618622" y="44662"/>
                  <a:pt x="630220" y="40453"/>
                  <a:pt x="644859" y="40453"/>
                </a:cubicBezTo>
                <a:cubicBezTo>
                  <a:pt x="658991" y="40453"/>
                  <a:pt x="670153" y="44577"/>
                  <a:pt x="678345" y="52825"/>
                </a:cubicBezTo>
                <a:cubicBezTo>
                  <a:pt x="686537" y="61074"/>
                  <a:pt x="690632" y="72123"/>
                  <a:pt x="690632" y="85973"/>
                </a:cubicBezTo>
                <a:cubicBezTo>
                  <a:pt x="690632" y="100386"/>
                  <a:pt x="686396" y="111914"/>
                  <a:pt x="677922" y="120557"/>
                </a:cubicBezTo>
                <a:cubicBezTo>
                  <a:pt x="669449" y="129199"/>
                  <a:pt x="657977" y="133520"/>
                  <a:pt x="643508" y="133520"/>
                </a:cubicBezTo>
                <a:cubicBezTo>
                  <a:pt x="629320" y="133520"/>
                  <a:pt x="618059" y="129368"/>
                  <a:pt x="609727" y="121063"/>
                </a:cubicBezTo>
                <a:cubicBezTo>
                  <a:pt x="601394" y="112759"/>
                  <a:pt x="597228" y="101569"/>
                  <a:pt x="597228" y="87493"/>
                </a:cubicBezTo>
                <a:moveTo>
                  <a:pt x="621043" y="87155"/>
                </a:moveTo>
                <a:cubicBezTo>
                  <a:pt x="621043" y="105791"/>
                  <a:pt x="628785" y="115109"/>
                  <a:pt x="644268" y="115109"/>
                </a:cubicBezTo>
                <a:cubicBezTo>
                  <a:pt x="659188" y="115109"/>
                  <a:pt x="666648" y="105566"/>
                  <a:pt x="666648" y="86480"/>
                </a:cubicBezTo>
                <a:cubicBezTo>
                  <a:pt x="666648" y="68013"/>
                  <a:pt x="659160" y="58779"/>
                  <a:pt x="644183" y="58779"/>
                </a:cubicBezTo>
                <a:cubicBezTo>
                  <a:pt x="636864" y="58779"/>
                  <a:pt x="631178" y="61299"/>
                  <a:pt x="627124" y="66338"/>
                </a:cubicBezTo>
                <a:cubicBezTo>
                  <a:pt x="623070" y="71377"/>
                  <a:pt x="621043" y="78316"/>
                  <a:pt x="621043" y="87155"/>
                </a:cubicBezTo>
                <a:close/>
                <a:moveTo>
                  <a:pt x="790604" y="131324"/>
                </a:moveTo>
                <a:lnTo>
                  <a:pt x="767126" y="131324"/>
                </a:lnTo>
                <a:lnTo>
                  <a:pt x="767126" y="117643"/>
                </a:lnTo>
                <a:lnTo>
                  <a:pt x="766704" y="117643"/>
                </a:lnTo>
                <a:cubicBezTo>
                  <a:pt x="760173" y="128228"/>
                  <a:pt x="751109" y="133520"/>
                  <a:pt x="739510" y="133520"/>
                </a:cubicBezTo>
                <a:cubicBezTo>
                  <a:pt x="718735" y="133520"/>
                  <a:pt x="708347" y="121021"/>
                  <a:pt x="708347" y="96023"/>
                </a:cubicBezTo>
                <a:lnTo>
                  <a:pt x="708347" y="42564"/>
                </a:lnTo>
                <a:lnTo>
                  <a:pt x="731910" y="42564"/>
                </a:lnTo>
                <a:lnTo>
                  <a:pt x="731910" y="93574"/>
                </a:lnTo>
                <a:cubicBezTo>
                  <a:pt x="731910" y="107931"/>
                  <a:pt x="737483" y="115109"/>
                  <a:pt x="748631" y="115109"/>
                </a:cubicBezTo>
                <a:cubicBezTo>
                  <a:pt x="754093" y="115109"/>
                  <a:pt x="758540" y="113153"/>
                  <a:pt x="761975" y="109240"/>
                </a:cubicBezTo>
                <a:cubicBezTo>
                  <a:pt x="765409" y="105327"/>
                  <a:pt x="767126" y="100077"/>
                  <a:pt x="767126" y="93489"/>
                </a:cubicBezTo>
                <a:lnTo>
                  <a:pt x="767126" y="42564"/>
                </a:lnTo>
                <a:lnTo>
                  <a:pt x="790604" y="42564"/>
                </a:lnTo>
                <a:lnTo>
                  <a:pt x="790604" y="131324"/>
                </a:lnTo>
                <a:close/>
                <a:moveTo>
                  <a:pt x="812071" y="108522"/>
                </a:moveTo>
                <a:cubicBezTo>
                  <a:pt x="820854" y="114040"/>
                  <a:pt x="829524" y="116798"/>
                  <a:pt x="838082" y="116798"/>
                </a:cubicBezTo>
                <a:cubicBezTo>
                  <a:pt x="849117" y="116798"/>
                  <a:pt x="854635" y="113674"/>
                  <a:pt x="854635" y="107424"/>
                </a:cubicBezTo>
                <a:cubicBezTo>
                  <a:pt x="854635" y="103089"/>
                  <a:pt x="850272" y="99429"/>
                  <a:pt x="841545" y="96445"/>
                </a:cubicBezTo>
                <a:cubicBezTo>
                  <a:pt x="828820" y="92166"/>
                  <a:pt x="820741" y="87958"/>
                  <a:pt x="817307" y="83820"/>
                </a:cubicBezTo>
                <a:cubicBezTo>
                  <a:pt x="813872" y="79681"/>
                  <a:pt x="812155" y="74375"/>
                  <a:pt x="812155" y="67900"/>
                </a:cubicBezTo>
                <a:cubicBezTo>
                  <a:pt x="812155" y="59342"/>
                  <a:pt x="815646" y="52628"/>
                  <a:pt x="822627" y="47758"/>
                </a:cubicBezTo>
                <a:cubicBezTo>
                  <a:pt x="829609" y="42888"/>
                  <a:pt x="838589" y="40453"/>
                  <a:pt x="849568" y="40453"/>
                </a:cubicBezTo>
                <a:cubicBezTo>
                  <a:pt x="857225" y="40453"/>
                  <a:pt x="864882" y="41663"/>
                  <a:pt x="872539" y="44084"/>
                </a:cubicBezTo>
                <a:lnTo>
                  <a:pt x="872539" y="63255"/>
                </a:lnTo>
                <a:cubicBezTo>
                  <a:pt x="865614" y="59145"/>
                  <a:pt x="858041" y="57090"/>
                  <a:pt x="849821" y="57090"/>
                </a:cubicBezTo>
                <a:cubicBezTo>
                  <a:pt x="845486" y="57090"/>
                  <a:pt x="841995" y="57907"/>
                  <a:pt x="839349" y="59539"/>
                </a:cubicBezTo>
                <a:cubicBezTo>
                  <a:pt x="836703" y="61172"/>
                  <a:pt x="835380" y="63340"/>
                  <a:pt x="835380" y="66042"/>
                </a:cubicBezTo>
                <a:cubicBezTo>
                  <a:pt x="835380" y="70490"/>
                  <a:pt x="839067" y="74009"/>
                  <a:pt x="846443" y="76599"/>
                </a:cubicBezTo>
                <a:cubicBezTo>
                  <a:pt x="854832" y="79639"/>
                  <a:pt x="860997" y="82187"/>
                  <a:pt x="864938" y="84242"/>
                </a:cubicBezTo>
                <a:cubicBezTo>
                  <a:pt x="868879" y="86297"/>
                  <a:pt x="871948" y="89098"/>
                  <a:pt x="874144" y="92645"/>
                </a:cubicBezTo>
                <a:cubicBezTo>
                  <a:pt x="876339" y="96192"/>
                  <a:pt x="877437" y="100358"/>
                  <a:pt x="877437" y="105144"/>
                </a:cubicBezTo>
                <a:cubicBezTo>
                  <a:pt x="877437" y="114152"/>
                  <a:pt x="873848" y="121134"/>
                  <a:pt x="866669" y="126088"/>
                </a:cubicBezTo>
                <a:cubicBezTo>
                  <a:pt x="859491" y="131043"/>
                  <a:pt x="850018" y="133520"/>
                  <a:pt x="838251" y="133520"/>
                </a:cubicBezTo>
                <a:cubicBezTo>
                  <a:pt x="828342" y="133520"/>
                  <a:pt x="819615" y="131944"/>
                  <a:pt x="812071" y="128791"/>
                </a:cubicBezTo>
                <a:lnTo>
                  <a:pt x="812071" y="108522"/>
                </a:lnTo>
                <a:close/>
                <a:moveTo>
                  <a:pt x="958438" y="131324"/>
                </a:moveTo>
                <a:lnTo>
                  <a:pt x="958438" y="7010"/>
                </a:lnTo>
                <a:lnTo>
                  <a:pt x="999651" y="7010"/>
                </a:lnTo>
                <a:cubicBezTo>
                  <a:pt x="1043679" y="7010"/>
                  <a:pt x="1065693" y="27222"/>
                  <a:pt x="1065693" y="67647"/>
                </a:cubicBezTo>
                <a:cubicBezTo>
                  <a:pt x="1065693" y="86902"/>
                  <a:pt x="1059486" y="102329"/>
                  <a:pt x="1047071" y="113927"/>
                </a:cubicBezTo>
                <a:cubicBezTo>
                  <a:pt x="1034657" y="125525"/>
                  <a:pt x="1018681" y="131324"/>
                  <a:pt x="999144" y="131324"/>
                </a:cubicBezTo>
                <a:lnTo>
                  <a:pt x="958438" y="131324"/>
                </a:lnTo>
                <a:moveTo>
                  <a:pt x="982507" y="27025"/>
                </a:moveTo>
                <a:lnTo>
                  <a:pt x="982507" y="111393"/>
                </a:lnTo>
                <a:lnTo>
                  <a:pt x="997708" y="111393"/>
                </a:lnTo>
                <a:cubicBezTo>
                  <a:pt x="1011052" y="111393"/>
                  <a:pt x="1021496" y="107523"/>
                  <a:pt x="1029040" y="99781"/>
                </a:cubicBezTo>
                <a:cubicBezTo>
                  <a:pt x="1036585" y="92040"/>
                  <a:pt x="1040357" y="81441"/>
                  <a:pt x="1040357" y="67985"/>
                </a:cubicBezTo>
                <a:cubicBezTo>
                  <a:pt x="1040357" y="54754"/>
                  <a:pt x="1036585" y="44619"/>
                  <a:pt x="1029040" y="37582"/>
                </a:cubicBezTo>
                <a:cubicBezTo>
                  <a:pt x="1021496" y="30544"/>
                  <a:pt x="1011108" y="27025"/>
                  <a:pt x="997877" y="27025"/>
                </a:cubicBezTo>
                <a:lnTo>
                  <a:pt x="982507" y="27025"/>
                </a:lnTo>
                <a:close/>
                <a:moveTo>
                  <a:pt x="1080130" y="87493"/>
                </a:moveTo>
                <a:cubicBezTo>
                  <a:pt x="1080130" y="72967"/>
                  <a:pt x="1084409" y="61496"/>
                  <a:pt x="1092967" y="53079"/>
                </a:cubicBezTo>
                <a:cubicBezTo>
                  <a:pt x="1101525" y="44662"/>
                  <a:pt x="1113123" y="40453"/>
                  <a:pt x="1127762" y="40453"/>
                </a:cubicBezTo>
                <a:cubicBezTo>
                  <a:pt x="1141894" y="40453"/>
                  <a:pt x="1153056" y="44577"/>
                  <a:pt x="1161248" y="52825"/>
                </a:cubicBezTo>
                <a:cubicBezTo>
                  <a:pt x="1169439" y="61074"/>
                  <a:pt x="1173535" y="72123"/>
                  <a:pt x="1173535" y="85973"/>
                </a:cubicBezTo>
                <a:cubicBezTo>
                  <a:pt x="1173535" y="100386"/>
                  <a:pt x="1169299" y="111914"/>
                  <a:pt x="1160825" y="120557"/>
                </a:cubicBezTo>
                <a:cubicBezTo>
                  <a:pt x="1152352" y="129199"/>
                  <a:pt x="1140880" y="133520"/>
                  <a:pt x="1126411" y="133520"/>
                </a:cubicBezTo>
                <a:cubicBezTo>
                  <a:pt x="1112223" y="133520"/>
                  <a:pt x="1100962" y="129368"/>
                  <a:pt x="1092630" y="121063"/>
                </a:cubicBezTo>
                <a:cubicBezTo>
                  <a:pt x="1084297" y="112759"/>
                  <a:pt x="1080130" y="101569"/>
                  <a:pt x="1080130" y="87493"/>
                </a:cubicBezTo>
                <a:moveTo>
                  <a:pt x="1103946" y="87155"/>
                </a:moveTo>
                <a:cubicBezTo>
                  <a:pt x="1103946" y="105791"/>
                  <a:pt x="1111688" y="115109"/>
                  <a:pt x="1127171" y="115109"/>
                </a:cubicBezTo>
                <a:cubicBezTo>
                  <a:pt x="1142091" y="115109"/>
                  <a:pt x="1149551" y="105566"/>
                  <a:pt x="1149551" y="86480"/>
                </a:cubicBezTo>
                <a:cubicBezTo>
                  <a:pt x="1149551" y="68013"/>
                  <a:pt x="1142063" y="58779"/>
                  <a:pt x="1127086" y="58779"/>
                </a:cubicBezTo>
                <a:cubicBezTo>
                  <a:pt x="1119767" y="58779"/>
                  <a:pt x="1114081" y="61299"/>
                  <a:pt x="1110027" y="66338"/>
                </a:cubicBezTo>
                <a:cubicBezTo>
                  <a:pt x="1105973" y="71377"/>
                  <a:pt x="1103946" y="78316"/>
                  <a:pt x="1103946" y="87155"/>
                </a:cubicBezTo>
                <a:close/>
                <a:moveTo>
                  <a:pt x="1258137" y="127862"/>
                </a:moveTo>
                <a:cubicBezTo>
                  <a:pt x="1251775" y="131634"/>
                  <a:pt x="1243076" y="133520"/>
                  <a:pt x="1232041" y="133520"/>
                </a:cubicBezTo>
                <a:cubicBezTo>
                  <a:pt x="1218754" y="133520"/>
                  <a:pt x="1207986" y="129424"/>
                  <a:pt x="1199738" y="121232"/>
                </a:cubicBezTo>
                <a:cubicBezTo>
                  <a:pt x="1191489" y="113040"/>
                  <a:pt x="1187365" y="102329"/>
                  <a:pt x="1187365" y="89098"/>
                </a:cubicBezTo>
                <a:cubicBezTo>
                  <a:pt x="1187365" y="74009"/>
                  <a:pt x="1191785" y="62129"/>
                  <a:pt x="1200624" y="53459"/>
                </a:cubicBezTo>
                <a:cubicBezTo>
                  <a:pt x="1209464" y="44788"/>
                  <a:pt x="1221259" y="40453"/>
                  <a:pt x="1236010" y="40453"/>
                </a:cubicBezTo>
                <a:cubicBezTo>
                  <a:pt x="1245638" y="40453"/>
                  <a:pt x="1253013" y="41861"/>
                  <a:pt x="1258137" y="44676"/>
                </a:cubicBezTo>
                <a:lnTo>
                  <a:pt x="1258137" y="65367"/>
                </a:lnTo>
                <a:cubicBezTo>
                  <a:pt x="1252169" y="60975"/>
                  <a:pt x="1245582" y="58779"/>
                  <a:pt x="1238375" y="58779"/>
                </a:cubicBezTo>
                <a:cubicBezTo>
                  <a:pt x="1230155" y="58779"/>
                  <a:pt x="1223567" y="61355"/>
                  <a:pt x="1218613" y="66507"/>
                </a:cubicBezTo>
                <a:cubicBezTo>
                  <a:pt x="1213658" y="71658"/>
                  <a:pt x="1211181" y="78626"/>
                  <a:pt x="1211181" y="87409"/>
                </a:cubicBezTo>
                <a:cubicBezTo>
                  <a:pt x="1211181" y="96079"/>
                  <a:pt x="1213518" y="102864"/>
                  <a:pt x="1218191" y="107762"/>
                </a:cubicBezTo>
                <a:cubicBezTo>
                  <a:pt x="1222864" y="112660"/>
                  <a:pt x="1229282" y="115109"/>
                  <a:pt x="1237446" y="115109"/>
                </a:cubicBezTo>
                <a:cubicBezTo>
                  <a:pt x="1244596" y="115109"/>
                  <a:pt x="1251493" y="112857"/>
                  <a:pt x="1258137" y="108353"/>
                </a:cubicBezTo>
                <a:lnTo>
                  <a:pt x="1258137" y="127862"/>
                </a:lnTo>
                <a:close/>
                <a:moveTo>
                  <a:pt x="1357738" y="131324"/>
                </a:moveTo>
                <a:lnTo>
                  <a:pt x="1334260" y="131324"/>
                </a:lnTo>
                <a:lnTo>
                  <a:pt x="1334260" y="117643"/>
                </a:lnTo>
                <a:lnTo>
                  <a:pt x="1333838" y="117643"/>
                </a:lnTo>
                <a:cubicBezTo>
                  <a:pt x="1327307" y="128228"/>
                  <a:pt x="1318243" y="133520"/>
                  <a:pt x="1306644" y="133520"/>
                </a:cubicBezTo>
                <a:cubicBezTo>
                  <a:pt x="1285869" y="133520"/>
                  <a:pt x="1275481" y="121021"/>
                  <a:pt x="1275481" y="96023"/>
                </a:cubicBezTo>
                <a:lnTo>
                  <a:pt x="1275481" y="42564"/>
                </a:lnTo>
                <a:lnTo>
                  <a:pt x="1299044" y="42564"/>
                </a:lnTo>
                <a:lnTo>
                  <a:pt x="1299044" y="93574"/>
                </a:lnTo>
                <a:cubicBezTo>
                  <a:pt x="1299044" y="107931"/>
                  <a:pt x="1304618" y="115109"/>
                  <a:pt x="1315765" y="115109"/>
                </a:cubicBezTo>
                <a:cubicBezTo>
                  <a:pt x="1321227" y="115109"/>
                  <a:pt x="1325674" y="113153"/>
                  <a:pt x="1329109" y="109240"/>
                </a:cubicBezTo>
                <a:cubicBezTo>
                  <a:pt x="1332543" y="105327"/>
                  <a:pt x="1334260" y="100077"/>
                  <a:pt x="1334260" y="93489"/>
                </a:cubicBezTo>
                <a:lnTo>
                  <a:pt x="1334260" y="42564"/>
                </a:lnTo>
                <a:lnTo>
                  <a:pt x="1357738" y="42564"/>
                </a:lnTo>
                <a:lnTo>
                  <a:pt x="1357738" y="131324"/>
                </a:lnTo>
                <a:close/>
                <a:moveTo>
                  <a:pt x="1518721" y="131324"/>
                </a:moveTo>
                <a:lnTo>
                  <a:pt x="1495243" y="131324"/>
                </a:lnTo>
                <a:lnTo>
                  <a:pt x="1495243" y="80653"/>
                </a:lnTo>
                <a:cubicBezTo>
                  <a:pt x="1495243" y="66070"/>
                  <a:pt x="1489951" y="58779"/>
                  <a:pt x="1479366" y="58779"/>
                </a:cubicBezTo>
                <a:cubicBezTo>
                  <a:pt x="1474468" y="58779"/>
                  <a:pt x="1470372" y="60989"/>
                  <a:pt x="1467078" y="65409"/>
                </a:cubicBezTo>
                <a:cubicBezTo>
                  <a:pt x="1463784" y="69828"/>
                  <a:pt x="1462137" y="75135"/>
                  <a:pt x="1462137" y="81328"/>
                </a:cubicBezTo>
                <a:lnTo>
                  <a:pt x="1462137" y="131324"/>
                </a:lnTo>
                <a:lnTo>
                  <a:pt x="1438660" y="131324"/>
                </a:lnTo>
                <a:lnTo>
                  <a:pt x="1438660" y="79724"/>
                </a:lnTo>
                <a:cubicBezTo>
                  <a:pt x="1438660" y="65761"/>
                  <a:pt x="1433395" y="58779"/>
                  <a:pt x="1422867" y="58779"/>
                </a:cubicBezTo>
                <a:cubicBezTo>
                  <a:pt x="1417856" y="58779"/>
                  <a:pt x="1413746" y="60848"/>
                  <a:pt x="1410537" y="64987"/>
                </a:cubicBezTo>
                <a:cubicBezTo>
                  <a:pt x="1407328" y="69125"/>
                  <a:pt x="1405723" y="74656"/>
                  <a:pt x="1405723" y="81582"/>
                </a:cubicBezTo>
                <a:lnTo>
                  <a:pt x="1405723" y="131324"/>
                </a:lnTo>
                <a:lnTo>
                  <a:pt x="1382161" y="131324"/>
                </a:lnTo>
                <a:lnTo>
                  <a:pt x="1382161" y="42564"/>
                </a:lnTo>
                <a:lnTo>
                  <a:pt x="1405723" y="42564"/>
                </a:lnTo>
                <a:lnTo>
                  <a:pt x="1405723" y="56583"/>
                </a:lnTo>
                <a:lnTo>
                  <a:pt x="1405976" y="56583"/>
                </a:lnTo>
                <a:cubicBezTo>
                  <a:pt x="1412620" y="45830"/>
                  <a:pt x="1422107" y="40453"/>
                  <a:pt x="1434437" y="40453"/>
                </a:cubicBezTo>
                <a:cubicBezTo>
                  <a:pt x="1446936" y="40453"/>
                  <a:pt x="1455438" y="46139"/>
                  <a:pt x="1459942" y="57512"/>
                </a:cubicBezTo>
                <a:cubicBezTo>
                  <a:pt x="1466698" y="46139"/>
                  <a:pt x="1476579" y="40453"/>
                  <a:pt x="1489585" y="40453"/>
                </a:cubicBezTo>
                <a:cubicBezTo>
                  <a:pt x="1509009" y="40453"/>
                  <a:pt x="1518721" y="52389"/>
                  <a:pt x="1518721" y="76261"/>
                </a:cubicBezTo>
                <a:lnTo>
                  <a:pt x="1518721" y="131324"/>
                </a:lnTo>
                <a:close/>
                <a:moveTo>
                  <a:pt x="1619423" y="93574"/>
                </a:moveTo>
                <a:lnTo>
                  <a:pt x="1560137" y="93574"/>
                </a:lnTo>
                <a:cubicBezTo>
                  <a:pt x="1561094" y="108663"/>
                  <a:pt x="1569652" y="116207"/>
                  <a:pt x="1585810" y="116207"/>
                </a:cubicBezTo>
                <a:cubicBezTo>
                  <a:pt x="1595663" y="116207"/>
                  <a:pt x="1604446" y="113617"/>
                  <a:pt x="1612160" y="108438"/>
                </a:cubicBezTo>
                <a:lnTo>
                  <a:pt x="1612160" y="126342"/>
                </a:lnTo>
                <a:cubicBezTo>
                  <a:pt x="1603940" y="131127"/>
                  <a:pt x="1593383" y="133520"/>
                  <a:pt x="1580490" y="133520"/>
                </a:cubicBezTo>
                <a:cubicBezTo>
                  <a:pt x="1566696" y="133520"/>
                  <a:pt x="1555956" y="129523"/>
                  <a:pt x="1548271" y="121528"/>
                </a:cubicBezTo>
                <a:cubicBezTo>
                  <a:pt x="1540586" y="113533"/>
                  <a:pt x="1536743" y="102357"/>
                  <a:pt x="1536743" y="88000"/>
                </a:cubicBezTo>
                <a:cubicBezTo>
                  <a:pt x="1536743" y="73924"/>
                  <a:pt x="1540867" y="62481"/>
                  <a:pt x="1549116" y="53670"/>
                </a:cubicBezTo>
                <a:cubicBezTo>
                  <a:pt x="1557364" y="44859"/>
                  <a:pt x="1567681" y="40453"/>
                  <a:pt x="1580068" y="40453"/>
                </a:cubicBezTo>
                <a:cubicBezTo>
                  <a:pt x="1592454" y="40453"/>
                  <a:pt x="1602110" y="44253"/>
                  <a:pt x="1609035" y="51854"/>
                </a:cubicBezTo>
                <a:cubicBezTo>
                  <a:pt x="1615960" y="59455"/>
                  <a:pt x="1619423" y="69899"/>
                  <a:pt x="1619423" y="83186"/>
                </a:cubicBezTo>
                <a:lnTo>
                  <a:pt x="1619423" y="93574"/>
                </a:lnTo>
                <a:moveTo>
                  <a:pt x="1597212" y="78119"/>
                </a:moveTo>
                <a:cubicBezTo>
                  <a:pt x="1597212" y="64043"/>
                  <a:pt x="1591412" y="57006"/>
                  <a:pt x="1579814" y="57006"/>
                </a:cubicBezTo>
                <a:cubicBezTo>
                  <a:pt x="1574972" y="57006"/>
                  <a:pt x="1570707" y="58920"/>
                  <a:pt x="1567020" y="62749"/>
                </a:cubicBezTo>
                <a:cubicBezTo>
                  <a:pt x="1563332" y="66577"/>
                  <a:pt x="1561038" y="71701"/>
                  <a:pt x="1560137" y="78119"/>
                </a:cubicBezTo>
                <a:lnTo>
                  <a:pt x="1597212" y="78119"/>
                </a:lnTo>
                <a:close/>
                <a:moveTo>
                  <a:pt x="1719967" y="131324"/>
                </a:moveTo>
                <a:lnTo>
                  <a:pt x="1696490" y="131324"/>
                </a:lnTo>
                <a:lnTo>
                  <a:pt x="1696490" y="81582"/>
                </a:lnTo>
                <a:cubicBezTo>
                  <a:pt x="1696490" y="66380"/>
                  <a:pt x="1691000" y="58779"/>
                  <a:pt x="1680021" y="58779"/>
                </a:cubicBezTo>
                <a:cubicBezTo>
                  <a:pt x="1674504" y="58779"/>
                  <a:pt x="1670014" y="60848"/>
                  <a:pt x="1666551" y="64987"/>
                </a:cubicBezTo>
                <a:cubicBezTo>
                  <a:pt x="1663088" y="69125"/>
                  <a:pt x="1661357" y="74375"/>
                  <a:pt x="1661357" y="80737"/>
                </a:cubicBezTo>
                <a:lnTo>
                  <a:pt x="1661357" y="131324"/>
                </a:lnTo>
                <a:lnTo>
                  <a:pt x="1637795" y="131324"/>
                </a:lnTo>
                <a:lnTo>
                  <a:pt x="1637795" y="42564"/>
                </a:lnTo>
                <a:lnTo>
                  <a:pt x="1661357" y="42564"/>
                </a:lnTo>
                <a:lnTo>
                  <a:pt x="1661357" y="56837"/>
                </a:lnTo>
                <a:lnTo>
                  <a:pt x="1661611" y="56837"/>
                </a:lnTo>
                <a:cubicBezTo>
                  <a:pt x="1668142" y="45914"/>
                  <a:pt x="1677741" y="40453"/>
                  <a:pt x="1690409" y="40453"/>
                </a:cubicBezTo>
                <a:cubicBezTo>
                  <a:pt x="1710115" y="40453"/>
                  <a:pt x="1719967" y="52642"/>
                  <a:pt x="1719967" y="77021"/>
                </a:cubicBezTo>
                <a:lnTo>
                  <a:pt x="1719967" y="131324"/>
                </a:lnTo>
                <a:close/>
                <a:moveTo>
                  <a:pt x="1792866" y="130395"/>
                </a:moveTo>
                <a:cubicBezTo>
                  <a:pt x="1788868" y="132422"/>
                  <a:pt x="1783295" y="133436"/>
                  <a:pt x="1776144" y="133436"/>
                </a:cubicBezTo>
                <a:cubicBezTo>
                  <a:pt x="1757959" y="133436"/>
                  <a:pt x="1748866" y="123808"/>
                  <a:pt x="1748866" y="104553"/>
                </a:cubicBezTo>
                <a:lnTo>
                  <a:pt x="1748866" y="60468"/>
                </a:lnTo>
                <a:lnTo>
                  <a:pt x="1734171" y="60468"/>
                </a:lnTo>
                <a:lnTo>
                  <a:pt x="1734171" y="42564"/>
                </a:lnTo>
                <a:lnTo>
                  <a:pt x="1748866" y="42564"/>
                </a:lnTo>
                <a:lnTo>
                  <a:pt x="1748866" y="22718"/>
                </a:lnTo>
                <a:lnTo>
                  <a:pt x="1772344" y="15877"/>
                </a:lnTo>
                <a:lnTo>
                  <a:pt x="1772344" y="42564"/>
                </a:lnTo>
                <a:lnTo>
                  <a:pt x="1792866" y="42564"/>
                </a:lnTo>
                <a:lnTo>
                  <a:pt x="1792866" y="60468"/>
                </a:lnTo>
                <a:lnTo>
                  <a:pt x="1772344" y="60468"/>
                </a:lnTo>
                <a:lnTo>
                  <a:pt x="1772344" y="100415"/>
                </a:lnTo>
                <a:cubicBezTo>
                  <a:pt x="1772344" y="110211"/>
                  <a:pt x="1776201" y="115109"/>
                  <a:pt x="1783914" y="115109"/>
                </a:cubicBezTo>
                <a:cubicBezTo>
                  <a:pt x="1787123" y="115109"/>
                  <a:pt x="1790107" y="114209"/>
                  <a:pt x="1792866" y="112407"/>
                </a:cubicBezTo>
                <a:lnTo>
                  <a:pt x="1792866" y="130395"/>
                </a:lnTo>
                <a:close/>
                <a:moveTo>
                  <a:pt x="1806415" y="108522"/>
                </a:moveTo>
                <a:cubicBezTo>
                  <a:pt x="1815198" y="114040"/>
                  <a:pt x="1823868" y="116798"/>
                  <a:pt x="1832426" y="116798"/>
                </a:cubicBezTo>
                <a:cubicBezTo>
                  <a:pt x="1843461" y="116798"/>
                  <a:pt x="1848979" y="113674"/>
                  <a:pt x="1848979" y="107424"/>
                </a:cubicBezTo>
                <a:cubicBezTo>
                  <a:pt x="1848979" y="103089"/>
                  <a:pt x="1844616" y="99429"/>
                  <a:pt x="1835889" y="96445"/>
                </a:cubicBezTo>
                <a:cubicBezTo>
                  <a:pt x="1823164" y="92166"/>
                  <a:pt x="1815085" y="87958"/>
                  <a:pt x="1811651" y="83820"/>
                </a:cubicBezTo>
                <a:cubicBezTo>
                  <a:pt x="1808216" y="79681"/>
                  <a:pt x="1806499" y="74375"/>
                  <a:pt x="1806499" y="67900"/>
                </a:cubicBezTo>
                <a:cubicBezTo>
                  <a:pt x="1806499" y="59342"/>
                  <a:pt x="1809990" y="52628"/>
                  <a:pt x="1816971" y="47758"/>
                </a:cubicBezTo>
                <a:cubicBezTo>
                  <a:pt x="1823953" y="42888"/>
                  <a:pt x="1832933" y="40453"/>
                  <a:pt x="1843912" y="40453"/>
                </a:cubicBezTo>
                <a:cubicBezTo>
                  <a:pt x="1851569" y="40453"/>
                  <a:pt x="1859226" y="41663"/>
                  <a:pt x="1866883" y="44084"/>
                </a:cubicBezTo>
                <a:lnTo>
                  <a:pt x="1866883" y="63255"/>
                </a:lnTo>
                <a:cubicBezTo>
                  <a:pt x="1859958" y="59145"/>
                  <a:pt x="1852385" y="57090"/>
                  <a:pt x="1844165" y="57090"/>
                </a:cubicBezTo>
                <a:cubicBezTo>
                  <a:pt x="1839830" y="57090"/>
                  <a:pt x="1836339" y="57907"/>
                  <a:pt x="1833693" y="59539"/>
                </a:cubicBezTo>
                <a:cubicBezTo>
                  <a:pt x="1831047" y="61172"/>
                  <a:pt x="1829724" y="63340"/>
                  <a:pt x="1829724" y="66042"/>
                </a:cubicBezTo>
                <a:cubicBezTo>
                  <a:pt x="1829724" y="70490"/>
                  <a:pt x="1833411" y="74009"/>
                  <a:pt x="1840787" y="76599"/>
                </a:cubicBezTo>
                <a:cubicBezTo>
                  <a:pt x="1849176" y="79639"/>
                  <a:pt x="1855341" y="82187"/>
                  <a:pt x="1859282" y="84242"/>
                </a:cubicBezTo>
                <a:cubicBezTo>
                  <a:pt x="1863223" y="86297"/>
                  <a:pt x="1866292" y="89098"/>
                  <a:pt x="1868488" y="92645"/>
                </a:cubicBezTo>
                <a:cubicBezTo>
                  <a:pt x="1870683" y="96192"/>
                  <a:pt x="1871781" y="100358"/>
                  <a:pt x="1871781" y="105144"/>
                </a:cubicBezTo>
                <a:cubicBezTo>
                  <a:pt x="1871781" y="114152"/>
                  <a:pt x="1868192" y="121134"/>
                  <a:pt x="1861013" y="126088"/>
                </a:cubicBezTo>
                <a:cubicBezTo>
                  <a:pt x="1853835" y="131043"/>
                  <a:pt x="1844362" y="133520"/>
                  <a:pt x="1832595" y="133520"/>
                </a:cubicBezTo>
                <a:cubicBezTo>
                  <a:pt x="1822686" y="133520"/>
                  <a:pt x="1813959" y="131944"/>
                  <a:pt x="1806415" y="128791"/>
                </a:cubicBezTo>
                <a:lnTo>
                  <a:pt x="1806415" y="108522"/>
                </a:lnTo>
                <a:close/>
                <a:moveTo>
                  <a:pt x="1976629" y="159532"/>
                </a:moveTo>
                <a:cubicBezTo>
                  <a:pt x="1958162" y="139038"/>
                  <a:pt x="1948929" y="113814"/>
                  <a:pt x="1948929" y="83862"/>
                </a:cubicBezTo>
                <a:cubicBezTo>
                  <a:pt x="1948929" y="54528"/>
                  <a:pt x="1958162" y="28911"/>
                  <a:pt x="1976629" y="7010"/>
                </a:cubicBezTo>
                <a:lnTo>
                  <a:pt x="1996053" y="7010"/>
                </a:lnTo>
                <a:cubicBezTo>
                  <a:pt x="1978375" y="29812"/>
                  <a:pt x="1969535" y="55401"/>
                  <a:pt x="1969535" y="83777"/>
                </a:cubicBezTo>
                <a:cubicBezTo>
                  <a:pt x="1969535" y="111928"/>
                  <a:pt x="1978375" y="137180"/>
                  <a:pt x="1996053" y="159532"/>
                </a:cubicBezTo>
                <a:lnTo>
                  <a:pt x="1976629" y="159532"/>
                </a:lnTo>
                <a:close/>
                <a:moveTo>
                  <a:pt x="2083225" y="28545"/>
                </a:moveTo>
                <a:cubicBezTo>
                  <a:pt x="2076975" y="25054"/>
                  <a:pt x="2070135" y="23309"/>
                  <a:pt x="2062703" y="23309"/>
                </a:cubicBezTo>
                <a:cubicBezTo>
                  <a:pt x="2052737" y="23309"/>
                  <a:pt x="2044813" y="27349"/>
                  <a:pt x="2038929" y="35428"/>
                </a:cubicBezTo>
                <a:cubicBezTo>
                  <a:pt x="2033046" y="43507"/>
                  <a:pt x="2030104" y="53853"/>
                  <a:pt x="2030104" y="66464"/>
                </a:cubicBezTo>
                <a:lnTo>
                  <a:pt x="2030611" y="66464"/>
                </a:lnTo>
                <a:cubicBezTo>
                  <a:pt x="2036522" y="56837"/>
                  <a:pt x="2045446" y="52023"/>
                  <a:pt x="2057382" y="52023"/>
                </a:cubicBezTo>
                <a:cubicBezTo>
                  <a:pt x="2067854" y="52023"/>
                  <a:pt x="2076187" y="55584"/>
                  <a:pt x="2082380" y="62706"/>
                </a:cubicBezTo>
                <a:cubicBezTo>
                  <a:pt x="2088574" y="69828"/>
                  <a:pt x="2091670" y="79104"/>
                  <a:pt x="2091670" y="90534"/>
                </a:cubicBezTo>
                <a:cubicBezTo>
                  <a:pt x="2091670" y="103089"/>
                  <a:pt x="2087729" y="113392"/>
                  <a:pt x="2079847" y="121443"/>
                </a:cubicBezTo>
                <a:cubicBezTo>
                  <a:pt x="2071964" y="129494"/>
                  <a:pt x="2061971" y="133520"/>
                  <a:pt x="2049866" y="133520"/>
                </a:cubicBezTo>
                <a:cubicBezTo>
                  <a:pt x="2035847" y="133520"/>
                  <a:pt x="2025135" y="128368"/>
                  <a:pt x="2017732" y="118065"/>
                </a:cubicBezTo>
                <a:cubicBezTo>
                  <a:pt x="2010328" y="107762"/>
                  <a:pt x="2006626" y="93743"/>
                  <a:pt x="2006626" y="76008"/>
                </a:cubicBezTo>
                <a:cubicBezTo>
                  <a:pt x="2006626" y="55007"/>
                  <a:pt x="2011468" y="37919"/>
                  <a:pt x="2021152" y="24745"/>
                </a:cubicBezTo>
                <a:cubicBezTo>
                  <a:pt x="2030836" y="11570"/>
                  <a:pt x="2044236" y="4983"/>
                  <a:pt x="2061352" y="4983"/>
                </a:cubicBezTo>
                <a:cubicBezTo>
                  <a:pt x="2070810" y="4983"/>
                  <a:pt x="2078101" y="6137"/>
                  <a:pt x="2083225" y="8445"/>
                </a:cubicBezTo>
                <a:lnTo>
                  <a:pt x="2083225" y="28545"/>
                </a:lnTo>
                <a:moveTo>
                  <a:pt x="2030948" y="90534"/>
                </a:moveTo>
                <a:cubicBezTo>
                  <a:pt x="2030948" y="97233"/>
                  <a:pt x="2032666" y="103004"/>
                  <a:pt x="2036100" y="107846"/>
                </a:cubicBezTo>
                <a:cubicBezTo>
                  <a:pt x="2039535" y="112688"/>
                  <a:pt x="2044151" y="115109"/>
                  <a:pt x="2049950" y="115109"/>
                </a:cubicBezTo>
                <a:cubicBezTo>
                  <a:pt x="2055637" y="115109"/>
                  <a:pt x="2060141" y="112942"/>
                  <a:pt x="2063463" y="108606"/>
                </a:cubicBezTo>
                <a:cubicBezTo>
                  <a:pt x="2066785" y="104271"/>
                  <a:pt x="2068446" y="98810"/>
                  <a:pt x="2068446" y="92223"/>
                </a:cubicBezTo>
                <a:cubicBezTo>
                  <a:pt x="2068446" y="77359"/>
                  <a:pt x="2062252" y="69927"/>
                  <a:pt x="2049866" y="69927"/>
                </a:cubicBezTo>
                <a:cubicBezTo>
                  <a:pt x="2044292" y="69927"/>
                  <a:pt x="2039746" y="71884"/>
                  <a:pt x="2036227" y="75797"/>
                </a:cubicBezTo>
                <a:cubicBezTo>
                  <a:pt x="2032708" y="79709"/>
                  <a:pt x="2030948" y="84622"/>
                  <a:pt x="2030948" y="90534"/>
                </a:cubicBezTo>
                <a:close/>
                <a:moveTo>
                  <a:pt x="2133195" y="111478"/>
                </a:moveTo>
                <a:lnTo>
                  <a:pt x="2185894" y="111478"/>
                </a:lnTo>
                <a:lnTo>
                  <a:pt x="2185894" y="131324"/>
                </a:lnTo>
                <a:lnTo>
                  <a:pt x="2108282" y="131324"/>
                </a:lnTo>
                <a:lnTo>
                  <a:pt x="2108282" y="121950"/>
                </a:lnTo>
                <a:cubicBezTo>
                  <a:pt x="2108282" y="115250"/>
                  <a:pt x="2109422" y="109071"/>
                  <a:pt x="2111702" y="103413"/>
                </a:cubicBezTo>
                <a:cubicBezTo>
                  <a:pt x="2113982" y="97754"/>
                  <a:pt x="2117248" y="92462"/>
                  <a:pt x="2121499" y="87535"/>
                </a:cubicBezTo>
                <a:cubicBezTo>
                  <a:pt x="2125749" y="82609"/>
                  <a:pt x="2134687" y="75051"/>
                  <a:pt x="2148312" y="64860"/>
                </a:cubicBezTo>
                <a:cubicBezTo>
                  <a:pt x="2153605" y="60919"/>
                  <a:pt x="2157405" y="57146"/>
                  <a:pt x="2159713" y="53543"/>
                </a:cubicBezTo>
                <a:cubicBezTo>
                  <a:pt x="2162022" y="49940"/>
                  <a:pt x="2163176" y="45914"/>
                  <a:pt x="2163176" y="41466"/>
                </a:cubicBezTo>
                <a:cubicBezTo>
                  <a:pt x="2163176" y="35949"/>
                  <a:pt x="2161557" y="31656"/>
                  <a:pt x="2158320" y="28587"/>
                </a:cubicBezTo>
                <a:cubicBezTo>
                  <a:pt x="2155083" y="25519"/>
                  <a:pt x="2150058" y="23985"/>
                  <a:pt x="2143245" y="23985"/>
                </a:cubicBezTo>
                <a:cubicBezTo>
                  <a:pt x="2132604" y="23985"/>
                  <a:pt x="2122385" y="28207"/>
                  <a:pt x="2112589" y="36653"/>
                </a:cubicBezTo>
                <a:lnTo>
                  <a:pt x="2112589" y="15455"/>
                </a:lnTo>
                <a:cubicBezTo>
                  <a:pt x="2122610" y="8473"/>
                  <a:pt x="2133955" y="4983"/>
                  <a:pt x="2146623" y="4983"/>
                </a:cubicBezTo>
                <a:cubicBezTo>
                  <a:pt x="2159460" y="4983"/>
                  <a:pt x="2169383" y="8107"/>
                  <a:pt x="2176393" y="14357"/>
                </a:cubicBezTo>
                <a:cubicBezTo>
                  <a:pt x="2183402" y="20607"/>
                  <a:pt x="2186907" y="29249"/>
                  <a:pt x="2186907" y="40284"/>
                </a:cubicBezTo>
                <a:cubicBezTo>
                  <a:pt x="2186907" y="45971"/>
                  <a:pt x="2185992" y="51010"/>
                  <a:pt x="2184163" y="55401"/>
                </a:cubicBezTo>
                <a:cubicBezTo>
                  <a:pt x="2182333" y="59793"/>
                  <a:pt x="2179912" y="63776"/>
                  <a:pt x="2176900" y="67351"/>
                </a:cubicBezTo>
                <a:cubicBezTo>
                  <a:pt x="2173887" y="70926"/>
                  <a:pt x="2170425" y="74248"/>
                  <a:pt x="2166512" y="77317"/>
                </a:cubicBezTo>
                <a:cubicBezTo>
                  <a:pt x="2162599" y="80385"/>
                  <a:pt x="2158587" y="83439"/>
                  <a:pt x="2154477" y="86480"/>
                </a:cubicBezTo>
                <a:cubicBezTo>
                  <a:pt x="2146877" y="92110"/>
                  <a:pt x="2141429" y="96924"/>
                  <a:pt x="2138136" y="100921"/>
                </a:cubicBezTo>
                <a:cubicBezTo>
                  <a:pt x="2134842" y="104919"/>
                  <a:pt x="2133195" y="108438"/>
                  <a:pt x="2133195" y="111478"/>
                </a:cubicBezTo>
                <a:close/>
                <a:moveTo>
                  <a:pt x="2198701" y="159532"/>
                </a:moveTo>
                <a:cubicBezTo>
                  <a:pt x="2216492" y="137574"/>
                  <a:pt x="2225388" y="112322"/>
                  <a:pt x="2225388" y="83777"/>
                </a:cubicBezTo>
                <a:cubicBezTo>
                  <a:pt x="2225388" y="55514"/>
                  <a:pt x="2216492" y="29924"/>
                  <a:pt x="2198701" y="7010"/>
                </a:cubicBezTo>
                <a:lnTo>
                  <a:pt x="2218294" y="7010"/>
                </a:lnTo>
                <a:cubicBezTo>
                  <a:pt x="2236817" y="29024"/>
                  <a:pt x="2246079" y="54641"/>
                  <a:pt x="2246079" y="83862"/>
                </a:cubicBezTo>
                <a:cubicBezTo>
                  <a:pt x="2246079" y="113589"/>
                  <a:pt x="2236789" y="138812"/>
                  <a:pt x="2218210" y="159532"/>
                </a:cubicBezTo>
                <a:lnTo>
                  <a:pt x="2198701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•Government/Defense(53)">
            <a:extLst xmlns:a="http://schemas.openxmlformats.org/drawingml/2006/main">
              <a:ext uri="{FF2B5EF4-FFF2-40B4-BE49-F238E27FC236}">
                <a16:creationId xmlns:a16="http://schemas.microsoft.com/office/drawing/2014/main" id="{B8F8F5A8-14AA-446F-991D-CF7EEBC7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983" y="1187633"/>
            <a:ext cx="2231398" cy="161558"/>
          </a:xfrm>
          <a:custGeom xmlns:a="http://schemas.openxmlformats.org/drawingml/2006/main">
            <a:pathLst>
              <a:path w="2231398" h="161558">
                <a:moveTo>
                  <a:pt x="0" y="72672"/>
                </a:moveTo>
                <a:cubicBezTo>
                  <a:pt x="0" y="66748"/>
                  <a:pt x="2097" y="61699"/>
                  <a:pt x="6292" y="57526"/>
                </a:cubicBezTo>
                <a:cubicBezTo>
                  <a:pt x="10486" y="53350"/>
                  <a:pt x="15511" y="51263"/>
                  <a:pt x="21367" y="51263"/>
                </a:cubicBezTo>
                <a:cubicBezTo>
                  <a:pt x="27278" y="51263"/>
                  <a:pt x="32331" y="53350"/>
                  <a:pt x="36526" y="57526"/>
                </a:cubicBezTo>
                <a:cubicBezTo>
                  <a:pt x="40720" y="61699"/>
                  <a:pt x="42818" y="66748"/>
                  <a:pt x="42818" y="72672"/>
                </a:cubicBezTo>
                <a:cubicBezTo>
                  <a:pt x="42818" y="78596"/>
                  <a:pt x="40720" y="83659"/>
                  <a:pt x="36526" y="87863"/>
                </a:cubicBezTo>
                <a:cubicBezTo>
                  <a:pt x="32331" y="92064"/>
                  <a:pt x="27278" y="94165"/>
                  <a:pt x="21367" y="94165"/>
                </a:cubicBezTo>
                <a:cubicBezTo>
                  <a:pt x="15511" y="94165"/>
                  <a:pt x="10486" y="92064"/>
                  <a:pt x="6292" y="87863"/>
                </a:cubicBezTo>
                <a:cubicBezTo>
                  <a:pt x="2097" y="83659"/>
                  <a:pt x="0" y="78596"/>
                  <a:pt x="0" y="72672"/>
                </a:cubicBezTo>
                <a:close/>
                <a:moveTo>
                  <a:pt x="217775" y="124906"/>
                </a:moveTo>
                <a:cubicBezTo>
                  <a:pt x="205557" y="132000"/>
                  <a:pt x="190806" y="135547"/>
                  <a:pt x="173521" y="135547"/>
                </a:cubicBezTo>
                <a:cubicBezTo>
                  <a:pt x="154266" y="135547"/>
                  <a:pt x="138952" y="129959"/>
                  <a:pt x="127579" y="118783"/>
                </a:cubicBezTo>
                <a:cubicBezTo>
                  <a:pt x="116206" y="107607"/>
                  <a:pt x="110520" y="92392"/>
                  <a:pt x="110520" y="73136"/>
                </a:cubicBezTo>
                <a:cubicBezTo>
                  <a:pt x="110520" y="53768"/>
                  <a:pt x="116713" y="37905"/>
                  <a:pt x="129099" y="25547"/>
                </a:cubicBezTo>
                <a:cubicBezTo>
                  <a:pt x="141486" y="13189"/>
                  <a:pt x="157870" y="7010"/>
                  <a:pt x="178251" y="7010"/>
                </a:cubicBezTo>
                <a:cubicBezTo>
                  <a:pt x="191538" y="7010"/>
                  <a:pt x="203080" y="8924"/>
                  <a:pt x="212877" y="12752"/>
                </a:cubicBezTo>
                <a:lnTo>
                  <a:pt x="212877" y="36146"/>
                </a:lnTo>
                <a:cubicBezTo>
                  <a:pt x="203305" y="30347"/>
                  <a:pt x="191538" y="27447"/>
                  <a:pt x="177575" y="27447"/>
                </a:cubicBezTo>
                <a:cubicBezTo>
                  <a:pt x="165245" y="27447"/>
                  <a:pt x="155209" y="31515"/>
                  <a:pt x="147468" y="39651"/>
                </a:cubicBezTo>
                <a:cubicBezTo>
                  <a:pt x="139726" y="47786"/>
                  <a:pt x="135855" y="58526"/>
                  <a:pt x="135855" y="71869"/>
                </a:cubicBezTo>
                <a:cubicBezTo>
                  <a:pt x="135855" y="85495"/>
                  <a:pt x="139346" y="96093"/>
                  <a:pt x="146328" y="103666"/>
                </a:cubicBezTo>
                <a:cubicBezTo>
                  <a:pt x="153309" y="111239"/>
                  <a:pt x="162880" y="115025"/>
                  <a:pt x="175042" y="115025"/>
                </a:cubicBezTo>
                <a:cubicBezTo>
                  <a:pt x="182473" y="115025"/>
                  <a:pt x="188667" y="113814"/>
                  <a:pt x="193621" y="111393"/>
                </a:cubicBezTo>
                <a:lnTo>
                  <a:pt x="193621" y="83946"/>
                </a:lnTo>
                <a:lnTo>
                  <a:pt x="168116" y="83946"/>
                </a:lnTo>
                <a:lnTo>
                  <a:pt x="168116" y="64353"/>
                </a:lnTo>
                <a:lnTo>
                  <a:pt x="217775" y="64353"/>
                </a:lnTo>
                <a:lnTo>
                  <a:pt x="217775" y="124906"/>
                </a:lnTo>
                <a:close/>
                <a:moveTo>
                  <a:pt x="234531" y="89520"/>
                </a:moveTo>
                <a:cubicBezTo>
                  <a:pt x="234531" y="74994"/>
                  <a:pt x="238810" y="63523"/>
                  <a:pt x="247368" y="55106"/>
                </a:cubicBezTo>
                <a:cubicBezTo>
                  <a:pt x="255926" y="46688"/>
                  <a:pt x="267524" y="42480"/>
                  <a:pt x="282163" y="42480"/>
                </a:cubicBezTo>
                <a:cubicBezTo>
                  <a:pt x="296295" y="42480"/>
                  <a:pt x="307456" y="46604"/>
                  <a:pt x="315648" y="54852"/>
                </a:cubicBezTo>
                <a:cubicBezTo>
                  <a:pt x="323840" y="63100"/>
                  <a:pt x="327936" y="74150"/>
                  <a:pt x="327936" y="88000"/>
                </a:cubicBezTo>
                <a:cubicBezTo>
                  <a:pt x="327936" y="102413"/>
                  <a:pt x="323700" y="113941"/>
                  <a:pt x="315226" y="122583"/>
                </a:cubicBezTo>
                <a:cubicBezTo>
                  <a:pt x="306753" y="131226"/>
                  <a:pt x="295281" y="135547"/>
                  <a:pt x="280812" y="135547"/>
                </a:cubicBezTo>
                <a:cubicBezTo>
                  <a:pt x="266623" y="135547"/>
                  <a:pt x="255363" y="131395"/>
                  <a:pt x="247030" y="123090"/>
                </a:cubicBezTo>
                <a:cubicBezTo>
                  <a:pt x="238698" y="114786"/>
                  <a:pt x="234531" y="103596"/>
                  <a:pt x="234531" y="89520"/>
                </a:cubicBezTo>
                <a:moveTo>
                  <a:pt x="258347" y="89182"/>
                </a:moveTo>
                <a:cubicBezTo>
                  <a:pt x="258347" y="107818"/>
                  <a:pt x="266089" y="117136"/>
                  <a:pt x="281572" y="117136"/>
                </a:cubicBezTo>
                <a:cubicBezTo>
                  <a:pt x="296492" y="117136"/>
                  <a:pt x="303952" y="107593"/>
                  <a:pt x="303952" y="88507"/>
                </a:cubicBezTo>
                <a:cubicBezTo>
                  <a:pt x="303952" y="70040"/>
                  <a:pt x="296464" y="60806"/>
                  <a:pt x="281487" y="60806"/>
                </a:cubicBezTo>
                <a:cubicBezTo>
                  <a:pt x="274168" y="60806"/>
                  <a:pt x="268481" y="63326"/>
                  <a:pt x="264428" y="68365"/>
                </a:cubicBezTo>
                <a:cubicBezTo>
                  <a:pt x="260374" y="73404"/>
                  <a:pt x="258347" y="80343"/>
                  <a:pt x="258347" y="89182"/>
                </a:cubicBezTo>
                <a:close/>
                <a:moveTo>
                  <a:pt x="427401" y="44591"/>
                </a:moveTo>
                <a:lnTo>
                  <a:pt x="393620" y="133351"/>
                </a:lnTo>
                <a:lnTo>
                  <a:pt x="367524" y="133351"/>
                </a:lnTo>
                <a:lnTo>
                  <a:pt x="335432" y="44591"/>
                </a:lnTo>
                <a:lnTo>
                  <a:pt x="360768" y="44591"/>
                </a:lnTo>
                <a:lnTo>
                  <a:pt x="378250" y="102188"/>
                </a:lnTo>
                <a:cubicBezTo>
                  <a:pt x="379883" y="107649"/>
                  <a:pt x="380896" y="112548"/>
                  <a:pt x="381290" y="116883"/>
                </a:cubicBezTo>
                <a:lnTo>
                  <a:pt x="381712" y="116883"/>
                </a:lnTo>
                <a:cubicBezTo>
                  <a:pt x="382163" y="112660"/>
                  <a:pt x="383176" y="107903"/>
                  <a:pt x="384753" y="102610"/>
                </a:cubicBezTo>
                <a:lnTo>
                  <a:pt x="402741" y="44591"/>
                </a:lnTo>
                <a:lnTo>
                  <a:pt x="427401" y="44591"/>
                </a:lnTo>
                <a:close/>
                <a:moveTo>
                  <a:pt x="516460" y="95601"/>
                </a:moveTo>
                <a:lnTo>
                  <a:pt x="457174" y="95601"/>
                </a:lnTo>
                <a:cubicBezTo>
                  <a:pt x="458131" y="110690"/>
                  <a:pt x="466689" y="118234"/>
                  <a:pt x="482847" y="118234"/>
                </a:cubicBezTo>
                <a:cubicBezTo>
                  <a:pt x="492700" y="118234"/>
                  <a:pt x="501483" y="115644"/>
                  <a:pt x="509197" y="110464"/>
                </a:cubicBezTo>
                <a:lnTo>
                  <a:pt x="509197" y="128368"/>
                </a:lnTo>
                <a:cubicBezTo>
                  <a:pt x="500977" y="133154"/>
                  <a:pt x="490420" y="135547"/>
                  <a:pt x="477527" y="135547"/>
                </a:cubicBezTo>
                <a:cubicBezTo>
                  <a:pt x="463733" y="135547"/>
                  <a:pt x="452993" y="131550"/>
                  <a:pt x="445308" y="123555"/>
                </a:cubicBezTo>
                <a:cubicBezTo>
                  <a:pt x="437623" y="115560"/>
                  <a:pt x="433780" y="104384"/>
                  <a:pt x="433780" y="90027"/>
                </a:cubicBezTo>
                <a:cubicBezTo>
                  <a:pt x="433780" y="75951"/>
                  <a:pt x="437904" y="64508"/>
                  <a:pt x="446153" y="55697"/>
                </a:cubicBezTo>
                <a:cubicBezTo>
                  <a:pt x="454401" y="46885"/>
                  <a:pt x="464718" y="42480"/>
                  <a:pt x="477105" y="42480"/>
                </a:cubicBezTo>
                <a:cubicBezTo>
                  <a:pt x="489491" y="42480"/>
                  <a:pt x="499147" y="46280"/>
                  <a:pt x="506072" y="53881"/>
                </a:cubicBezTo>
                <a:cubicBezTo>
                  <a:pt x="512997" y="61482"/>
                  <a:pt x="516460" y="71926"/>
                  <a:pt x="516460" y="85213"/>
                </a:cubicBezTo>
                <a:lnTo>
                  <a:pt x="516460" y="95601"/>
                </a:lnTo>
                <a:moveTo>
                  <a:pt x="494249" y="80146"/>
                </a:moveTo>
                <a:cubicBezTo>
                  <a:pt x="494249" y="66070"/>
                  <a:pt x="488449" y="59033"/>
                  <a:pt x="476851" y="59033"/>
                </a:cubicBezTo>
                <a:cubicBezTo>
                  <a:pt x="472009" y="59033"/>
                  <a:pt x="467744" y="60947"/>
                  <a:pt x="464057" y="64775"/>
                </a:cubicBezTo>
                <a:cubicBezTo>
                  <a:pt x="460369" y="68604"/>
                  <a:pt x="458075" y="73727"/>
                  <a:pt x="457174" y="80146"/>
                </a:cubicBezTo>
                <a:lnTo>
                  <a:pt x="494249" y="80146"/>
                </a:lnTo>
                <a:close/>
                <a:moveTo>
                  <a:pt x="589304" y="66296"/>
                </a:moveTo>
                <a:cubicBezTo>
                  <a:pt x="586207" y="64438"/>
                  <a:pt x="582407" y="63509"/>
                  <a:pt x="577902" y="63509"/>
                </a:cubicBezTo>
                <a:cubicBezTo>
                  <a:pt x="571991" y="63509"/>
                  <a:pt x="567261" y="65916"/>
                  <a:pt x="563714" y="70729"/>
                </a:cubicBezTo>
                <a:cubicBezTo>
                  <a:pt x="560167" y="75543"/>
                  <a:pt x="558394" y="82004"/>
                  <a:pt x="558394" y="90111"/>
                </a:cubicBezTo>
                <a:lnTo>
                  <a:pt x="558394" y="133351"/>
                </a:lnTo>
                <a:lnTo>
                  <a:pt x="534831" y="133351"/>
                </a:lnTo>
                <a:lnTo>
                  <a:pt x="534831" y="44591"/>
                </a:lnTo>
                <a:lnTo>
                  <a:pt x="558394" y="44591"/>
                </a:lnTo>
                <a:lnTo>
                  <a:pt x="558394" y="61651"/>
                </a:lnTo>
                <a:lnTo>
                  <a:pt x="558647" y="61651"/>
                </a:lnTo>
                <a:cubicBezTo>
                  <a:pt x="562982" y="49264"/>
                  <a:pt x="570780" y="43071"/>
                  <a:pt x="582041" y="43071"/>
                </a:cubicBezTo>
                <a:cubicBezTo>
                  <a:pt x="585250" y="43071"/>
                  <a:pt x="587671" y="43465"/>
                  <a:pt x="589304" y="44253"/>
                </a:cubicBezTo>
                <a:lnTo>
                  <a:pt x="589304" y="66296"/>
                </a:lnTo>
                <a:close/>
                <a:moveTo>
                  <a:pt x="685151" y="133351"/>
                </a:moveTo>
                <a:lnTo>
                  <a:pt x="661673" y="133351"/>
                </a:lnTo>
                <a:lnTo>
                  <a:pt x="661673" y="83608"/>
                </a:lnTo>
                <a:cubicBezTo>
                  <a:pt x="661673" y="68407"/>
                  <a:pt x="656183" y="60806"/>
                  <a:pt x="645204" y="60806"/>
                </a:cubicBezTo>
                <a:cubicBezTo>
                  <a:pt x="639687" y="60806"/>
                  <a:pt x="635197" y="62875"/>
                  <a:pt x="631734" y="67013"/>
                </a:cubicBezTo>
                <a:cubicBezTo>
                  <a:pt x="628272" y="71152"/>
                  <a:pt x="626540" y="76402"/>
                  <a:pt x="626540" y="82764"/>
                </a:cubicBezTo>
                <a:lnTo>
                  <a:pt x="626540" y="133351"/>
                </a:lnTo>
                <a:lnTo>
                  <a:pt x="602978" y="133351"/>
                </a:lnTo>
                <a:lnTo>
                  <a:pt x="602978" y="44591"/>
                </a:lnTo>
                <a:lnTo>
                  <a:pt x="626540" y="44591"/>
                </a:lnTo>
                <a:lnTo>
                  <a:pt x="626540" y="58864"/>
                </a:lnTo>
                <a:lnTo>
                  <a:pt x="626794" y="58864"/>
                </a:lnTo>
                <a:cubicBezTo>
                  <a:pt x="633325" y="47941"/>
                  <a:pt x="642924" y="42480"/>
                  <a:pt x="655592" y="42480"/>
                </a:cubicBezTo>
                <a:cubicBezTo>
                  <a:pt x="675298" y="42480"/>
                  <a:pt x="685151" y="54669"/>
                  <a:pt x="685151" y="79048"/>
                </a:cubicBezTo>
                <a:lnTo>
                  <a:pt x="685151" y="133351"/>
                </a:lnTo>
                <a:close/>
                <a:moveTo>
                  <a:pt x="844698" y="133351"/>
                </a:moveTo>
                <a:lnTo>
                  <a:pt x="821220" y="133351"/>
                </a:lnTo>
                <a:lnTo>
                  <a:pt x="821220" y="82679"/>
                </a:lnTo>
                <a:cubicBezTo>
                  <a:pt x="821220" y="68097"/>
                  <a:pt x="815927" y="60806"/>
                  <a:pt x="805342" y="60806"/>
                </a:cubicBezTo>
                <a:cubicBezTo>
                  <a:pt x="800444" y="60806"/>
                  <a:pt x="796348" y="63016"/>
                  <a:pt x="793055" y="67436"/>
                </a:cubicBezTo>
                <a:cubicBezTo>
                  <a:pt x="789761" y="71855"/>
                  <a:pt x="788114" y="77162"/>
                  <a:pt x="788114" y="83355"/>
                </a:cubicBezTo>
                <a:lnTo>
                  <a:pt x="788114" y="133351"/>
                </a:lnTo>
                <a:lnTo>
                  <a:pt x="764636" y="133351"/>
                </a:lnTo>
                <a:lnTo>
                  <a:pt x="764636" y="81750"/>
                </a:lnTo>
                <a:cubicBezTo>
                  <a:pt x="764636" y="67788"/>
                  <a:pt x="759372" y="60806"/>
                  <a:pt x="748843" y="60806"/>
                </a:cubicBezTo>
                <a:cubicBezTo>
                  <a:pt x="743833" y="60806"/>
                  <a:pt x="739723" y="62875"/>
                  <a:pt x="736513" y="67013"/>
                </a:cubicBezTo>
                <a:cubicBezTo>
                  <a:pt x="733304" y="71152"/>
                  <a:pt x="731700" y="76683"/>
                  <a:pt x="731700" y="83608"/>
                </a:cubicBezTo>
                <a:lnTo>
                  <a:pt x="731700" y="133351"/>
                </a:lnTo>
                <a:lnTo>
                  <a:pt x="708137" y="133351"/>
                </a:lnTo>
                <a:lnTo>
                  <a:pt x="708137" y="44591"/>
                </a:lnTo>
                <a:lnTo>
                  <a:pt x="731700" y="44591"/>
                </a:lnTo>
                <a:lnTo>
                  <a:pt x="731700" y="58610"/>
                </a:lnTo>
                <a:lnTo>
                  <a:pt x="731953" y="58610"/>
                </a:lnTo>
                <a:cubicBezTo>
                  <a:pt x="738597" y="47857"/>
                  <a:pt x="748083" y="42480"/>
                  <a:pt x="760414" y="42480"/>
                </a:cubicBezTo>
                <a:cubicBezTo>
                  <a:pt x="772913" y="42480"/>
                  <a:pt x="781414" y="48166"/>
                  <a:pt x="785918" y="59539"/>
                </a:cubicBezTo>
                <a:cubicBezTo>
                  <a:pt x="792675" y="48166"/>
                  <a:pt x="802556" y="42480"/>
                  <a:pt x="815561" y="42480"/>
                </a:cubicBezTo>
                <a:cubicBezTo>
                  <a:pt x="834985" y="42480"/>
                  <a:pt x="844698" y="54416"/>
                  <a:pt x="844698" y="78288"/>
                </a:cubicBezTo>
                <a:lnTo>
                  <a:pt x="844698" y="133351"/>
                </a:lnTo>
                <a:close/>
                <a:moveTo>
                  <a:pt x="945053" y="95601"/>
                </a:moveTo>
                <a:lnTo>
                  <a:pt x="885767" y="95601"/>
                </a:lnTo>
                <a:cubicBezTo>
                  <a:pt x="886724" y="110690"/>
                  <a:pt x="895282" y="118234"/>
                  <a:pt x="911441" y="118234"/>
                </a:cubicBezTo>
                <a:cubicBezTo>
                  <a:pt x="921294" y="118234"/>
                  <a:pt x="930077" y="115644"/>
                  <a:pt x="937790" y="110464"/>
                </a:cubicBezTo>
                <a:lnTo>
                  <a:pt x="937790" y="128368"/>
                </a:lnTo>
                <a:cubicBezTo>
                  <a:pt x="929570" y="133154"/>
                  <a:pt x="919013" y="135547"/>
                  <a:pt x="906120" y="135547"/>
                </a:cubicBezTo>
                <a:cubicBezTo>
                  <a:pt x="892326" y="135547"/>
                  <a:pt x="881587" y="131550"/>
                  <a:pt x="873901" y="123555"/>
                </a:cubicBezTo>
                <a:cubicBezTo>
                  <a:pt x="866216" y="115560"/>
                  <a:pt x="862374" y="104384"/>
                  <a:pt x="862374" y="90027"/>
                </a:cubicBezTo>
                <a:cubicBezTo>
                  <a:pt x="862374" y="75951"/>
                  <a:pt x="866498" y="64508"/>
                  <a:pt x="874746" y="55697"/>
                </a:cubicBezTo>
                <a:cubicBezTo>
                  <a:pt x="882994" y="46885"/>
                  <a:pt x="893311" y="42480"/>
                  <a:pt x="905698" y="42480"/>
                </a:cubicBezTo>
                <a:cubicBezTo>
                  <a:pt x="918084" y="42480"/>
                  <a:pt x="927740" y="46280"/>
                  <a:pt x="934665" y="53881"/>
                </a:cubicBezTo>
                <a:cubicBezTo>
                  <a:pt x="941590" y="61482"/>
                  <a:pt x="945053" y="71926"/>
                  <a:pt x="945053" y="85213"/>
                </a:cubicBezTo>
                <a:lnTo>
                  <a:pt x="945053" y="95601"/>
                </a:lnTo>
                <a:moveTo>
                  <a:pt x="922842" y="80146"/>
                </a:moveTo>
                <a:cubicBezTo>
                  <a:pt x="922842" y="66070"/>
                  <a:pt x="917043" y="59033"/>
                  <a:pt x="905445" y="59033"/>
                </a:cubicBezTo>
                <a:cubicBezTo>
                  <a:pt x="900603" y="59033"/>
                  <a:pt x="896338" y="60947"/>
                  <a:pt x="892650" y="64775"/>
                </a:cubicBezTo>
                <a:cubicBezTo>
                  <a:pt x="888962" y="68604"/>
                  <a:pt x="886668" y="73727"/>
                  <a:pt x="885767" y="80146"/>
                </a:cubicBezTo>
                <a:lnTo>
                  <a:pt x="922842" y="80146"/>
                </a:lnTo>
                <a:close/>
                <a:moveTo>
                  <a:pt x="1045425" y="133351"/>
                </a:moveTo>
                <a:lnTo>
                  <a:pt x="1021947" y="133351"/>
                </a:lnTo>
                <a:lnTo>
                  <a:pt x="1021947" y="83608"/>
                </a:lnTo>
                <a:cubicBezTo>
                  <a:pt x="1021947" y="68407"/>
                  <a:pt x="1016458" y="60806"/>
                  <a:pt x="1005479" y="60806"/>
                </a:cubicBezTo>
                <a:cubicBezTo>
                  <a:pt x="999961" y="60806"/>
                  <a:pt x="995471" y="62875"/>
                  <a:pt x="992009" y="67013"/>
                </a:cubicBezTo>
                <a:cubicBezTo>
                  <a:pt x="988546" y="71152"/>
                  <a:pt x="986815" y="76402"/>
                  <a:pt x="986815" y="82764"/>
                </a:cubicBezTo>
                <a:lnTo>
                  <a:pt x="986815" y="133351"/>
                </a:lnTo>
                <a:lnTo>
                  <a:pt x="963252" y="133351"/>
                </a:lnTo>
                <a:lnTo>
                  <a:pt x="963252" y="44591"/>
                </a:lnTo>
                <a:lnTo>
                  <a:pt x="986815" y="44591"/>
                </a:lnTo>
                <a:lnTo>
                  <a:pt x="986815" y="58864"/>
                </a:lnTo>
                <a:lnTo>
                  <a:pt x="987068" y="58864"/>
                </a:lnTo>
                <a:cubicBezTo>
                  <a:pt x="993599" y="47941"/>
                  <a:pt x="1003199" y="42480"/>
                  <a:pt x="1015867" y="42480"/>
                </a:cubicBezTo>
                <a:cubicBezTo>
                  <a:pt x="1035572" y="42480"/>
                  <a:pt x="1045425" y="54669"/>
                  <a:pt x="1045425" y="79048"/>
                </a:cubicBezTo>
                <a:lnTo>
                  <a:pt x="1045425" y="133351"/>
                </a:lnTo>
                <a:close/>
                <a:moveTo>
                  <a:pt x="1118323" y="132422"/>
                </a:moveTo>
                <a:cubicBezTo>
                  <a:pt x="1114326" y="134449"/>
                  <a:pt x="1108752" y="135462"/>
                  <a:pt x="1101602" y="135462"/>
                </a:cubicBezTo>
                <a:cubicBezTo>
                  <a:pt x="1083416" y="135462"/>
                  <a:pt x="1074323" y="125835"/>
                  <a:pt x="1074323" y="106580"/>
                </a:cubicBezTo>
                <a:lnTo>
                  <a:pt x="1074323" y="62495"/>
                </a:lnTo>
                <a:lnTo>
                  <a:pt x="1059629" y="62495"/>
                </a:lnTo>
                <a:lnTo>
                  <a:pt x="1059629" y="44591"/>
                </a:lnTo>
                <a:lnTo>
                  <a:pt x="1074323" y="44591"/>
                </a:lnTo>
                <a:lnTo>
                  <a:pt x="1074323" y="24745"/>
                </a:lnTo>
                <a:lnTo>
                  <a:pt x="1097801" y="17904"/>
                </a:lnTo>
                <a:lnTo>
                  <a:pt x="1097801" y="44591"/>
                </a:lnTo>
                <a:lnTo>
                  <a:pt x="1118323" y="44591"/>
                </a:lnTo>
                <a:lnTo>
                  <a:pt x="1118323" y="62495"/>
                </a:lnTo>
                <a:lnTo>
                  <a:pt x="1097801" y="62495"/>
                </a:lnTo>
                <a:lnTo>
                  <a:pt x="1097801" y="102441"/>
                </a:lnTo>
                <a:cubicBezTo>
                  <a:pt x="1097801" y="112238"/>
                  <a:pt x="1101658" y="117136"/>
                  <a:pt x="1109371" y="117136"/>
                </a:cubicBezTo>
                <a:cubicBezTo>
                  <a:pt x="1112580" y="117136"/>
                  <a:pt x="1115564" y="116235"/>
                  <a:pt x="1118323" y="114434"/>
                </a:cubicBezTo>
                <a:lnTo>
                  <a:pt x="1118323" y="132422"/>
                </a:lnTo>
                <a:close/>
                <a:moveTo>
                  <a:pt x="1200646" y="9036"/>
                </a:moveTo>
                <a:lnTo>
                  <a:pt x="1140347" y="153958"/>
                </a:lnTo>
                <a:lnTo>
                  <a:pt x="1119149" y="153958"/>
                </a:lnTo>
                <a:lnTo>
                  <a:pt x="1179280" y="9036"/>
                </a:lnTo>
                <a:lnTo>
                  <a:pt x="1200646" y="9036"/>
                </a:lnTo>
                <a:close/>
                <a:moveTo>
                  <a:pt x="1212882" y="133351"/>
                </a:moveTo>
                <a:lnTo>
                  <a:pt x="1212882" y="9036"/>
                </a:lnTo>
                <a:lnTo>
                  <a:pt x="1254095" y="9036"/>
                </a:lnTo>
                <a:cubicBezTo>
                  <a:pt x="1298123" y="9036"/>
                  <a:pt x="1320137" y="29249"/>
                  <a:pt x="1320137" y="69674"/>
                </a:cubicBezTo>
                <a:cubicBezTo>
                  <a:pt x="1320137" y="88929"/>
                  <a:pt x="1313930" y="104356"/>
                  <a:pt x="1301515" y="115954"/>
                </a:cubicBezTo>
                <a:cubicBezTo>
                  <a:pt x="1289100" y="127552"/>
                  <a:pt x="1273125" y="133351"/>
                  <a:pt x="1253588" y="133351"/>
                </a:cubicBezTo>
                <a:lnTo>
                  <a:pt x="1212882" y="133351"/>
                </a:lnTo>
                <a:moveTo>
                  <a:pt x="1236951" y="29052"/>
                </a:moveTo>
                <a:lnTo>
                  <a:pt x="1236951" y="113420"/>
                </a:lnTo>
                <a:lnTo>
                  <a:pt x="1252152" y="113420"/>
                </a:lnTo>
                <a:cubicBezTo>
                  <a:pt x="1265496" y="113420"/>
                  <a:pt x="1275940" y="109550"/>
                  <a:pt x="1283484" y="101808"/>
                </a:cubicBezTo>
                <a:cubicBezTo>
                  <a:pt x="1291029" y="94066"/>
                  <a:pt x="1294801" y="83468"/>
                  <a:pt x="1294801" y="70011"/>
                </a:cubicBezTo>
                <a:cubicBezTo>
                  <a:pt x="1294801" y="56781"/>
                  <a:pt x="1291029" y="46646"/>
                  <a:pt x="1283484" y="39608"/>
                </a:cubicBezTo>
                <a:cubicBezTo>
                  <a:pt x="1275940" y="32571"/>
                  <a:pt x="1265552" y="29052"/>
                  <a:pt x="1252321" y="29052"/>
                </a:cubicBezTo>
                <a:lnTo>
                  <a:pt x="1236951" y="29052"/>
                </a:lnTo>
                <a:close/>
                <a:moveTo>
                  <a:pt x="1417254" y="95601"/>
                </a:moveTo>
                <a:lnTo>
                  <a:pt x="1357968" y="95601"/>
                </a:lnTo>
                <a:cubicBezTo>
                  <a:pt x="1358925" y="110690"/>
                  <a:pt x="1367483" y="118234"/>
                  <a:pt x="1383641" y="118234"/>
                </a:cubicBezTo>
                <a:cubicBezTo>
                  <a:pt x="1393494" y="118234"/>
                  <a:pt x="1402277" y="115644"/>
                  <a:pt x="1409991" y="110464"/>
                </a:cubicBezTo>
                <a:lnTo>
                  <a:pt x="1409991" y="128368"/>
                </a:lnTo>
                <a:cubicBezTo>
                  <a:pt x="1401771" y="133154"/>
                  <a:pt x="1391214" y="135547"/>
                  <a:pt x="1378321" y="135547"/>
                </a:cubicBezTo>
                <a:cubicBezTo>
                  <a:pt x="1364527" y="135547"/>
                  <a:pt x="1353787" y="131550"/>
                  <a:pt x="1346102" y="123555"/>
                </a:cubicBezTo>
                <a:cubicBezTo>
                  <a:pt x="1338417" y="115560"/>
                  <a:pt x="1334574" y="104384"/>
                  <a:pt x="1334574" y="90027"/>
                </a:cubicBezTo>
                <a:cubicBezTo>
                  <a:pt x="1334574" y="75951"/>
                  <a:pt x="1338698" y="64508"/>
                  <a:pt x="1346947" y="55697"/>
                </a:cubicBezTo>
                <a:cubicBezTo>
                  <a:pt x="1355195" y="46885"/>
                  <a:pt x="1365512" y="42480"/>
                  <a:pt x="1377899" y="42480"/>
                </a:cubicBezTo>
                <a:cubicBezTo>
                  <a:pt x="1390285" y="42480"/>
                  <a:pt x="1399941" y="46280"/>
                  <a:pt x="1406866" y="53881"/>
                </a:cubicBezTo>
                <a:cubicBezTo>
                  <a:pt x="1413791" y="61482"/>
                  <a:pt x="1417254" y="71926"/>
                  <a:pt x="1417254" y="85213"/>
                </a:cubicBezTo>
                <a:lnTo>
                  <a:pt x="1417254" y="95601"/>
                </a:lnTo>
                <a:moveTo>
                  <a:pt x="1395043" y="80146"/>
                </a:moveTo>
                <a:cubicBezTo>
                  <a:pt x="1395043" y="66070"/>
                  <a:pt x="1389243" y="59033"/>
                  <a:pt x="1377645" y="59033"/>
                </a:cubicBezTo>
                <a:cubicBezTo>
                  <a:pt x="1372803" y="59033"/>
                  <a:pt x="1368538" y="60947"/>
                  <a:pt x="1364851" y="64775"/>
                </a:cubicBezTo>
                <a:cubicBezTo>
                  <a:pt x="1361163" y="68604"/>
                  <a:pt x="1358869" y="73727"/>
                  <a:pt x="1357968" y="80146"/>
                </a:cubicBezTo>
                <a:lnTo>
                  <a:pt x="1395043" y="80146"/>
                </a:lnTo>
                <a:close/>
                <a:moveTo>
                  <a:pt x="1489422" y="20438"/>
                </a:moveTo>
                <a:cubicBezTo>
                  <a:pt x="1486213" y="19030"/>
                  <a:pt x="1482919" y="18326"/>
                  <a:pt x="1479541" y="18326"/>
                </a:cubicBezTo>
                <a:cubicBezTo>
                  <a:pt x="1470420" y="18326"/>
                  <a:pt x="1465860" y="23534"/>
                  <a:pt x="1465860" y="33950"/>
                </a:cubicBezTo>
                <a:lnTo>
                  <a:pt x="1465860" y="44591"/>
                </a:lnTo>
                <a:lnTo>
                  <a:pt x="1486213" y="44591"/>
                </a:lnTo>
                <a:lnTo>
                  <a:pt x="1486213" y="62495"/>
                </a:lnTo>
                <a:lnTo>
                  <a:pt x="1465860" y="62495"/>
                </a:lnTo>
                <a:lnTo>
                  <a:pt x="1465860" y="133351"/>
                </a:lnTo>
                <a:lnTo>
                  <a:pt x="1442382" y="133351"/>
                </a:lnTo>
                <a:lnTo>
                  <a:pt x="1442382" y="62495"/>
                </a:lnTo>
                <a:lnTo>
                  <a:pt x="1427349" y="62495"/>
                </a:lnTo>
                <a:lnTo>
                  <a:pt x="1427349" y="44591"/>
                </a:lnTo>
                <a:lnTo>
                  <a:pt x="1442382" y="44591"/>
                </a:lnTo>
                <a:lnTo>
                  <a:pt x="1442382" y="32683"/>
                </a:lnTo>
                <a:cubicBezTo>
                  <a:pt x="1442382" y="22718"/>
                  <a:pt x="1445507" y="14779"/>
                  <a:pt x="1451756" y="8868"/>
                </a:cubicBezTo>
                <a:cubicBezTo>
                  <a:pt x="1458006" y="2956"/>
                  <a:pt x="1466282" y="0"/>
                  <a:pt x="1476585" y="0"/>
                </a:cubicBezTo>
                <a:cubicBezTo>
                  <a:pt x="1481934" y="0"/>
                  <a:pt x="1486213" y="535"/>
                  <a:pt x="1489422" y="1605"/>
                </a:cubicBezTo>
                <a:lnTo>
                  <a:pt x="1489422" y="20438"/>
                </a:lnTo>
                <a:close/>
                <a:moveTo>
                  <a:pt x="1576895" y="95601"/>
                </a:moveTo>
                <a:lnTo>
                  <a:pt x="1517609" y="95601"/>
                </a:lnTo>
                <a:cubicBezTo>
                  <a:pt x="1518566" y="110690"/>
                  <a:pt x="1527124" y="118234"/>
                  <a:pt x="1543283" y="118234"/>
                </a:cubicBezTo>
                <a:cubicBezTo>
                  <a:pt x="1553136" y="118234"/>
                  <a:pt x="1561919" y="115644"/>
                  <a:pt x="1569632" y="110464"/>
                </a:cubicBezTo>
                <a:lnTo>
                  <a:pt x="1569632" y="128368"/>
                </a:lnTo>
                <a:cubicBezTo>
                  <a:pt x="1561412" y="133154"/>
                  <a:pt x="1550855" y="135547"/>
                  <a:pt x="1537962" y="135547"/>
                </a:cubicBezTo>
                <a:cubicBezTo>
                  <a:pt x="1524168" y="135547"/>
                  <a:pt x="1513429" y="131550"/>
                  <a:pt x="1505743" y="123555"/>
                </a:cubicBezTo>
                <a:cubicBezTo>
                  <a:pt x="1498058" y="115560"/>
                  <a:pt x="1494216" y="104384"/>
                  <a:pt x="1494216" y="90027"/>
                </a:cubicBezTo>
                <a:cubicBezTo>
                  <a:pt x="1494216" y="75951"/>
                  <a:pt x="1498340" y="64508"/>
                  <a:pt x="1506588" y="55697"/>
                </a:cubicBezTo>
                <a:cubicBezTo>
                  <a:pt x="1514836" y="46885"/>
                  <a:pt x="1525154" y="42480"/>
                  <a:pt x="1537540" y="42480"/>
                </a:cubicBezTo>
                <a:cubicBezTo>
                  <a:pt x="1549926" y="42480"/>
                  <a:pt x="1559582" y="46280"/>
                  <a:pt x="1566507" y="53881"/>
                </a:cubicBezTo>
                <a:cubicBezTo>
                  <a:pt x="1573433" y="61482"/>
                  <a:pt x="1576895" y="71926"/>
                  <a:pt x="1576895" y="85213"/>
                </a:cubicBezTo>
                <a:lnTo>
                  <a:pt x="1576895" y="95601"/>
                </a:lnTo>
                <a:moveTo>
                  <a:pt x="1554684" y="80146"/>
                </a:moveTo>
                <a:cubicBezTo>
                  <a:pt x="1554684" y="66070"/>
                  <a:pt x="1548885" y="59033"/>
                  <a:pt x="1537287" y="59033"/>
                </a:cubicBezTo>
                <a:cubicBezTo>
                  <a:pt x="1532445" y="59033"/>
                  <a:pt x="1528180" y="60947"/>
                  <a:pt x="1524492" y="64775"/>
                </a:cubicBezTo>
                <a:cubicBezTo>
                  <a:pt x="1520804" y="68604"/>
                  <a:pt x="1518510" y="73727"/>
                  <a:pt x="1517609" y="80146"/>
                </a:cubicBezTo>
                <a:lnTo>
                  <a:pt x="1554684" y="80146"/>
                </a:lnTo>
                <a:close/>
                <a:moveTo>
                  <a:pt x="1677440" y="133351"/>
                </a:moveTo>
                <a:lnTo>
                  <a:pt x="1653962" y="133351"/>
                </a:lnTo>
                <a:lnTo>
                  <a:pt x="1653962" y="83608"/>
                </a:lnTo>
                <a:cubicBezTo>
                  <a:pt x="1653962" y="68407"/>
                  <a:pt x="1648473" y="60806"/>
                  <a:pt x="1637494" y="60806"/>
                </a:cubicBezTo>
                <a:cubicBezTo>
                  <a:pt x="1631976" y="60806"/>
                  <a:pt x="1627486" y="62875"/>
                  <a:pt x="1624023" y="67013"/>
                </a:cubicBezTo>
                <a:cubicBezTo>
                  <a:pt x="1620561" y="71152"/>
                  <a:pt x="1618830" y="76402"/>
                  <a:pt x="1618830" y="82764"/>
                </a:cubicBezTo>
                <a:lnTo>
                  <a:pt x="1618830" y="133351"/>
                </a:lnTo>
                <a:lnTo>
                  <a:pt x="1595267" y="133351"/>
                </a:lnTo>
                <a:lnTo>
                  <a:pt x="1595267" y="44591"/>
                </a:lnTo>
                <a:lnTo>
                  <a:pt x="1618830" y="44591"/>
                </a:lnTo>
                <a:lnTo>
                  <a:pt x="1618830" y="58864"/>
                </a:lnTo>
                <a:lnTo>
                  <a:pt x="1619083" y="58864"/>
                </a:lnTo>
                <a:cubicBezTo>
                  <a:pt x="1625614" y="47941"/>
                  <a:pt x="1635213" y="42480"/>
                  <a:pt x="1647881" y="42480"/>
                </a:cubicBezTo>
                <a:cubicBezTo>
                  <a:pt x="1667587" y="42480"/>
                  <a:pt x="1677440" y="54669"/>
                  <a:pt x="1677440" y="79048"/>
                </a:cubicBezTo>
                <a:lnTo>
                  <a:pt x="1677440" y="133351"/>
                </a:lnTo>
                <a:close/>
                <a:moveTo>
                  <a:pt x="1697471" y="110549"/>
                </a:moveTo>
                <a:cubicBezTo>
                  <a:pt x="1706254" y="116066"/>
                  <a:pt x="1714924" y="118825"/>
                  <a:pt x="1723482" y="118825"/>
                </a:cubicBezTo>
                <a:cubicBezTo>
                  <a:pt x="1734517" y="118825"/>
                  <a:pt x="1740035" y="115701"/>
                  <a:pt x="1740035" y="109451"/>
                </a:cubicBezTo>
                <a:cubicBezTo>
                  <a:pt x="1740035" y="105116"/>
                  <a:pt x="1735672" y="101456"/>
                  <a:pt x="1726945" y="98472"/>
                </a:cubicBezTo>
                <a:cubicBezTo>
                  <a:pt x="1714221" y="94193"/>
                  <a:pt x="1706141" y="89985"/>
                  <a:pt x="1702707" y="85846"/>
                </a:cubicBezTo>
                <a:cubicBezTo>
                  <a:pt x="1699272" y="81708"/>
                  <a:pt x="1697555" y="76402"/>
                  <a:pt x="1697555" y="69927"/>
                </a:cubicBezTo>
                <a:cubicBezTo>
                  <a:pt x="1697555" y="61369"/>
                  <a:pt x="1701046" y="54655"/>
                  <a:pt x="1708027" y="49785"/>
                </a:cubicBezTo>
                <a:cubicBezTo>
                  <a:pt x="1715009" y="44915"/>
                  <a:pt x="1723989" y="42480"/>
                  <a:pt x="1734968" y="42480"/>
                </a:cubicBezTo>
                <a:cubicBezTo>
                  <a:pt x="1742625" y="42480"/>
                  <a:pt x="1750282" y="43690"/>
                  <a:pt x="1757939" y="46111"/>
                </a:cubicBezTo>
                <a:lnTo>
                  <a:pt x="1757939" y="65282"/>
                </a:lnTo>
                <a:cubicBezTo>
                  <a:pt x="1751014" y="61172"/>
                  <a:pt x="1743441" y="59117"/>
                  <a:pt x="1735221" y="59117"/>
                </a:cubicBezTo>
                <a:cubicBezTo>
                  <a:pt x="1730886" y="59117"/>
                  <a:pt x="1727395" y="59933"/>
                  <a:pt x="1724749" y="61566"/>
                </a:cubicBezTo>
                <a:cubicBezTo>
                  <a:pt x="1722103" y="63199"/>
                  <a:pt x="1720780" y="65367"/>
                  <a:pt x="1720780" y="68069"/>
                </a:cubicBezTo>
                <a:cubicBezTo>
                  <a:pt x="1720780" y="72517"/>
                  <a:pt x="1724468" y="76036"/>
                  <a:pt x="1731843" y="78626"/>
                </a:cubicBezTo>
                <a:cubicBezTo>
                  <a:pt x="1740232" y="81666"/>
                  <a:pt x="1746397" y="84214"/>
                  <a:pt x="1750338" y="86269"/>
                </a:cubicBezTo>
                <a:cubicBezTo>
                  <a:pt x="1754279" y="88324"/>
                  <a:pt x="1757348" y="91125"/>
                  <a:pt x="1759544" y="94672"/>
                </a:cubicBezTo>
                <a:cubicBezTo>
                  <a:pt x="1761739" y="98219"/>
                  <a:pt x="1762837" y="102385"/>
                  <a:pt x="1762837" y="107171"/>
                </a:cubicBezTo>
                <a:cubicBezTo>
                  <a:pt x="1762837" y="116179"/>
                  <a:pt x="1759248" y="123161"/>
                  <a:pt x="1752070" y="128115"/>
                </a:cubicBezTo>
                <a:cubicBezTo>
                  <a:pt x="1744891" y="133070"/>
                  <a:pt x="1735418" y="135547"/>
                  <a:pt x="1723651" y="135547"/>
                </a:cubicBezTo>
                <a:cubicBezTo>
                  <a:pt x="1713742" y="135547"/>
                  <a:pt x="1705015" y="133970"/>
                  <a:pt x="1697471" y="130818"/>
                </a:cubicBezTo>
                <a:lnTo>
                  <a:pt x="1697471" y="110549"/>
                </a:lnTo>
                <a:close/>
                <a:moveTo>
                  <a:pt x="1856743" y="95601"/>
                </a:moveTo>
                <a:lnTo>
                  <a:pt x="1797458" y="95601"/>
                </a:lnTo>
                <a:cubicBezTo>
                  <a:pt x="1798415" y="110690"/>
                  <a:pt x="1806973" y="118234"/>
                  <a:pt x="1823131" y="118234"/>
                </a:cubicBezTo>
                <a:cubicBezTo>
                  <a:pt x="1832984" y="118234"/>
                  <a:pt x="1841767" y="115644"/>
                  <a:pt x="1849481" y="110464"/>
                </a:cubicBezTo>
                <a:lnTo>
                  <a:pt x="1849481" y="128368"/>
                </a:lnTo>
                <a:cubicBezTo>
                  <a:pt x="1841260" y="133154"/>
                  <a:pt x="1830704" y="135547"/>
                  <a:pt x="1817811" y="135547"/>
                </a:cubicBezTo>
                <a:cubicBezTo>
                  <a:pt x="1804017" y="135547"/>
                  <a:pt x="1793277" y="131550"/>
                  <a:pt x="1785592" y="123555"/>
                </a:cubicBezTo>
                <a:cubicBezTo>
                  <a:pt x="1777907" y="115560"/>
                  <a:pt x="1774064" y="104384"/>
                  <a:pt x="1774064" y="90027"/>
                </a:cubicBezTo>
                <a:cubicBezTo>
                  <a:pt x="1774064" y="75951"/>
                  <a:pt x="1778188" y="64508"/>
                  <a:pt x="1786436" y="55697"/>
                </a:cubicBezTo>
                <a:cubicBezTo>
                  <a:pt x="1794685" y="46885"/>
                  <a:pt x="1805002" y="42480"/>
                  <a:pt x="1817388" y="42480"/>
                </a:cubicBezTo>
                <a:cubicBezTo>
                  <a:pt x="1829775" y="42480"/>
                  <a:pt x="1839431" y="46280"/>
                  <a:pt x="1846356" y="53881"/>
                </a:cubicBezTo>
                <a:cubicBezTo>
                  <a:pt x="1853281" y="61482"/>
                  <a:pt x="1856743" y="71926"/>
                  <a:pt x="1856743" y="85213"/>
                </a:cubicBezTo>
                <a:lnTo>
                  <a:pt x="1856743" y="95601"/>
                </a:lnTo>
                <a:moveTo>
                  <a:pt x="1834532" y="80146"/>
                </a:moveTo>
                <a:cubicBezTo>
                  <a:pt x="1834532" y="66070"/>
                  <a:pt x="1828733" y="59033"/>
                  <a:pt x="1817135" y="59033"/>
                </a:cubicBezTo>
                <a:cubicBezTo>
                  <a:pt x="1812293" y="59033"/>
                  <a:pt x="1808028" y="60947"/>
                  <a:pt x="1804340" y="64775"/>
                </a:cubicBezTo>
                <a:cubicBezTo>
                  <a:pt x="1800653" y="68604"/>
                  <a:pt x="1798358" y="73727"/>
                  <a:pt x="1797458" y="80146"/>
                </a:cubicBezTo>
                <a:lnTo>
                  <a:pt x="1834532" y="80146"/>
                </a:lnTo>
                <a:close/>
                <a:moveTo>
                  <a:pt x="1961948" y="161558"/>
                </a:moveTo>
                <a:cubicBezTo>
                  <a:pt x="1943481" y="141065"/>
                  <a:pt x="1934247" y="115841"/>
                  <a:pt x="1934247" y="85889"/>
                </a:cubicBezTo>
                <a:cubicBezTo>
                  <a:pt x="1934247" y="56555"/>
                  <a:pt x="1943481" y="30938"/>
                  <a:pt x="1961948" y="9036"/>
                </a:cubicBezTo>
                <a:lnTo>
                  <a:pt x="1981372" y="9036"/>
                </a:lnTo>
                <a:cubicBezTo>
                  <a:pt x="1963693" y="31839"/>
                  <a:pt x="1954854" y="57428"/>
                  <a:pt x="1954854" y="85804"/>
                </a:cubicBezTo>
                <a:cubicBezTo>
                  <a:pt x="1954854" y="113955"/>
                  <a:pt x="1963693" y="139207"/>
                  <a:pt x="1981372" y="161558"/>
                </a:cubicBezTo>
                <a:lnTo>
                  <a:pt x="1961948" y="161558"/>
                </a:lnTo>
                <a:close/>
                <a:moveTo>
                  <a:pt x="1995745" y="129635"/>
                </a:moveTo>
                <a:lnTo>
                  <a:pt x="1995745" y="108269"/>
                </a:lnTo>
                <a:cubicBezTo>
                  <a:pt x="1999517" y="111140"/>
                  <a:pt x="2003810" y="113336"/>
                  <a:pt x="2008624" y="114856"/>
                </a:cubicBezTo>
                <a:cubicBezTo>
                  <a:pt x="2013437" y="116376"/>
                  <a:pt x="2018153" y="117136"/>
                  <a:pt x="2022770" y="117136"/>
                </a:cubicBezTo>
                <a:cubicBezTo>
                  <a:pt x="2030708" y="117136"/>
                  <a:pt x="2036958" y="115222"/>
                  <a:pt x="2041518" y="111393"/>
                </a:cubicBezTo>
                <a:cubicBezTo>
                  <a:pt x="2046079" y="107565"/>
                  <a:pt x="2048359" y="102244"/>
                  <a:pt x="2048359" y="95432"/>
                </a:cubicBezTo>
                <a:cubicBezTo>
                  <a:pt x="2048359" y="88338"/>
                  <a:pt x="2045952" y="83172"/>
                  <a:pt x="2041138" y="79935"/>
                </a:cubicBezTo>
                <a:cubicBezTo>
                  <a:pt x="2036324" y="76697"/>
                  <a:pt x="2028935" y="75079"/>
                  <a:pt x="2018969" y="75079"/>
                </a:cubicBezTo>
                <a:cubicBezTo>
                  <a:pt x="2012213" y="75079"/>
                  <a:pt x="2005119" y="75670"/>
                  <a:pt x="1997687" y="76852"/>
                </a:cubicBezTo>
                <a:lnTo>
                  <a:pt x="2002332" y="9036"/>
                </a:lnTo>
                <a:lnTo>
                  <a:pt x="2066685" y="9036"/>
                </a:lnTo>
                <a:lnTo>
                  <a:pt x="2066685" y="28630"/>
                </a:lnTo>
                <a:lnTo>
                  <a:pt x="2021756" y="28630"/>
                </a:lnTo>
                <a:lnTo>
                  <a:pt x="2019645" y="57512"/>
                </a:lnTo>
                <a:cubicBezTo>
                  <a:pt x="2025951" y="56781"/>
                  <a:pt x="2030117" y="56415"/>
                  <a:pt x="2032144" y="56415"/>
                </a:cubicBezTo>
                <a:cubicBezTo>
                  <a:pt x="2044249" y="56415"/>
                  <a:pt x="2053975" y="59736"/>
                  <a:pt x="2061322" y="66380"/>
                </a:cubicBezTo>
                <a:cubicBezTo>
                  <a:pt x="2068670" y="73024"/>
                  <a:pt x="2072343" y="81863"/>
                  <a:pt x="2072343" y="92898"/>
                </a:cubicBezTo>
                <a:cubicBezTo>
                  <a:pt x="2072343" y="106242"/>
                  <a:pt x="2068121" y="116686"/>
                  <a:pt x="2059675" y="124230"/>
                </a:cubicBezTo>
                <a:cubicBezTo>
                  <a:pt x="2051230" y="131775"/>
                  <a:pt x="2039688" y="135547"/>
                  <a:pt x="2025050" y="135547"/>
                </a:cubicBezTo>
                <a:cubicBezTo>
                  <a:pt x="2012776" y="135547"/>
                  <a:pt x="2003008" y="133576"/>
                  <a:pt x="1995745" y="129635"/>
                </a:cubicBezTo>
                <a:close/>
                <a:moveTo>
                  <a:pt x="2095121" y="107762"/>
                </a:moveTo>
                <a:cubicBezTo>
                  <a:pt x="2103510" y="114011"/>
                  <a:pt x="2113193" y="117136"/>
                  <a:pt x="2124172" y="117136"/>
                </a:cubicBezTo>
                <a:cubicBezTo>
                  <a:pt x="2131379" y="117136"/>
                  <a:pt x="2137178" y="115489"/>
                  <a:pt x="2141570" y="112196"/>
                </a:cubicBezTo>
                <a:cubicBezTo>
                  <a:pt x="2145961" y="108902"/>
                  <a:pt x="2148157" y="104187"/>
                  <a:pt x="2148157" y="98050"/>
                </a:cubicBezTo>
                <a:cubicBezTo>
                  <a:pt x="2148157" y="85157"/>
                  <a:pt x="2138417" y="78710"/>
                  <a:pt x="2118936" y="78710"/>
                </a:cubicBezTo>
                <a:lnTo>
                  <a:pt x="2107957" y="78710"/>
                </a:lnTo>
                <a:lnTo>
                  <a:pt x="2107957" y="60299"/>
                </a:lnTo>
                <a:lnTo>
                  <a:pt x="2118176" y="60299"/>
                </a:lnTo>
                <a:cubicBezTo>
                  <a:pt x="2135630" y="60299"/>
                  <a:pt x="2144357" y="54275"/>
                  <a:pt x="2144357" y="42226"/>
                </a:cubicBezTo>
                <a:cubicBezTo>
                  <a:pt x="2144357" y="30966"/>
                  <a:pt x="2137657" y="25336"/>
                  <a:pt x="2124257" y="25336"/>
                </a:cubicBezTo>
                <a:cubicBezTo>
                  <a:pt x="2115868" y="25336"/>
                  <a:pt x="2107732" y="28095"/>
                  <a:pt x="2099850" y="33612"/>
                </a:cubicBezTo>
                <a:lnTo>
                  <a:pt x="2099850" y="13766"/>
                </a:lnTo>
                <a:cubicBezTo>
                  <a:pt x="2108295" y="9262"/>
                  <a:pt x="2118261" y="7010"/>
                  <a:pt x="2129746" y="7010"/>
                </a:cubicBezTo>
                <a:cubicBezTo>
                  <a:pt x="2141176" y="7010"/>
                  <a:pt x="2150465" y="9712"/>
                  <a:pt x="2157616" y="15117"/>
                </a:cubicBezTo>
                <a:cubicBezTo>
                  <a:pt x="2164766" y="20522"/>
                  <a:pt x="2168341" y="28010"/>
                  <a:pt x="2168341" y="37582"/>
                </a:cubicBezTo>
                <a:cubicBezTo>
                  <a:pt x="2168341" y="53740"/>
                  <a:pt x="2160093" y="63987"/>
                  <a:pt x="2143596" y="68322"/>
                </a:cubicBezTo>
                <a:lnTo>
                  <a:pt x="2143596" y="68660"/>
                </a:lnTo>
                <a:cubicBezTo>
                  <a:pt x="2152211" y="69561"/>
                  <a:pt x="2159136" y="72728"/>
                  <a:pt x="2164372" y="78161"/>
                </a:cubicBezTo>
                <a:cubicBezTo>
                  <a:pt x="2169608" y="83594"/>
                  <a:pt x="2172226" y="90168"/>
                  <a:pt x="2172226" y="97881"/>
                </a:cubicBezTo>
                <a:cubicBezTo>
                  <a:pt x="2172226" y="109648"/>
                  <a:pt x="2167961" y="118867"/>
                  <a:pt x="2159431" y="125539"/>
                </a:cubicBezTo>
                <a:cubicBezTo>
                  <a:pt x="2150902" y="132211"/>
                  <a:pt x="2139599" y="135547"/>
                  <a:pt x="2125524" y="135547"/>
                </a:cubicBezTo>
                <a:cubicBezTo>
                  <a:pt x="2113137" y="135547"/>
                  <a:pt x="2103003" y="133407"/>
                  <a:pt x="2095121" y="129129"/>
                </a:cubicBezTo>
                <a:lnTo>
                  <a:pt x="2095121" y="107762"/>
                </a:lnTo>
                <a:close/>
                <a:moveTo>
                  <a:pt x="2184020" y="161558"/>
                </a:moveTo>
                <a:cubicBezTo>
                  <a:pt x="2201811" y="139601"/>
                  <a:pt x="2210707" y="114349"/>
                  <a:pt x="2210707" y="85804"/>
                </a:cubicBezTo>
                <a:cubicBezTo>
                  <a:pt x="2210707" y="57541"/>
                  <a:pt x="2201811" y="31951"/>
                  <a:pt x="2184020" y="9036"/>
                </a:cubicBezTo>
                <a:lnTo>
                  <a:pt x="2203613" y="9036"/>
                </a:lnTo>
                <a:cubicBezTo>
                  <a:pt x="2222136" y="31051"/>
                  <a:pt x="2231398" y="56668"/>
                  <a:pt x="2231398" y="85889"/>
                </a:cubicBezTo>
                <a:cubicBezTo>
                  <a:pt x="2231398" y="115616"/>
                  <a:pt x="2222108" y="140839"/>
                  <a:pt x="2203528" y="161558"/>
                </a:cubicBezTo>
                <a:lnTo>
                  <a:pt x="2184020" y="161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8B1AB-383F-4295-B0F2-BCE34ACC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9" y="1408717"/>
            <a:ext cx="2432088" cy="88830"/>
          </a:xfrm>
          <a:custGeom xmlns:a="http://schemas.openxmlformats.org/drawingml/2006/main">
            <a:pathLst>
              <a:path w="2432088" h="88830">
                <a:moveTo>
                  <a:pt x="2432088" y="0"/>
                </a:moveTo>
                <a:cubicBezTo>
                  <a:pt x="2432088" y="24597"/>
                  <a:pt x="2358298" y="44493"/>
                  <a:pt x="2267275" y="44493"/>
                </a:cubicBezTo>
                <a:lnTo>
                  <a:pt x="1493186" y="44493"/>
                </a:lnTo>
                <a:cubicBezTo>
                  <a:pt x="1402163" y="44493"/>
                  <a:pt x="1328374" y="64390"/>
                  <a:pt x="1328374" y="88830"/>
                </a:cubicBezTo>
                <a:cubicBezTo>
                  <a:pt x="1328374" y="64390"/>
                  <a:pt x="1254584" y="44493"/>
                  <a:pt x="1163561" y="44493"/>
                </a:cubicBezTo>
                <a:lnTo>
                  <a:pt x="164813" y="44493"/>
                </a:lnTo>
                <a:cubicBezTo>
                  <a:pt x="73790" y="44493"/>
                  <a:pt x="0" y="24597"/>
                  <a:pt x="0" y="0"/>
                </a:cubicBezTo>
                <a:lnTo>
                  <a:pt x="2432088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8B79F-769F-43E9-B752-7AC8A4B4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9" y="71116"/>
            <a:ext cx="2432088" cy="1332275"/>
          </a:xfrm>
          <a:custGeom xmlns:a="http://schemas.openxmlformats.org/drawingml/2006/main">
            <a:pathLst>
              <a:path w="2432088" h="1332275" fill="none">
                <a:moveTo>
                  <a:pt x="0" y="1332275"/>
                </a:moveTo>
                <a:lnTo>
                  <a:pt x="2432088" y="1332275"/>
                </a:lnTo>
                <a:lnTo>
                  <a:pt x="2432088" y="0"/>
                </a:lnTo>
                <a:lnTo>
                  <a:pt x="0" y="0"/>
                </a:lnTo>
                <a:lnTo>
                  <a:pt x="0" y="133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33" cap="flat">
            <a:solidFill>
              <a:srgbClr val="262626"/>
            </a:solidFill>
            <a:custDash>
              <a:ds d="300000" sp="100000"/>
            </a:custDash>
            <a:miter/>
          </a:ln>
        </p:spPr>
      </p:sp>
      <p:sp>
        <p:nvSpPr>
          <p:cNvPr id="91" name="Text •201incidents">
            <a:extLst xmlns:a="http://schemas.openxmlformats.org/drawingml/2006/main">
              <a:ext uri="{FF2B5EF4-FFF2-40B4-BE49-F238E27FC236}">
                <a16:creationId xmlns:a16="http://schemas.microsoft.com/office/drawing/2014/main" id="{5440AADC-C9AC-42DA-A676-CF530158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770" y="155193"/>
            <a:ext cx="1199317" cy="133520"/>
          </a:xfrm>
          <a:custGeom xmlns:a="http://schemas.openxmlformats.org/drawingml/2006/main">
            <a:pathLst>
              <a:path w="1199317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39318" y="111478"/>
                </a:moveTo>
                <a:lnTo>
                  <a:pt x="192017" y="111478"/>
                </a:lnTo>
                <a:lnTo>
                  <a:pt x="192017" y="131324"/>
                </a:lnTo>
                <a:lnTo>
                  <a:pt x="114405" y="131324"/>
                </a:lnTo>
                <a:lnTo>
                  <a:pt x="114405" y="121950"/>
                </a:lnTo>
                <a:cubicBezTo>
                  <a:pt x="114405" y="115250"/>
                  <a:pt x="115545" y="109071"/>
                  <a:pt x="117825" y="103413"/>
                </a:cubicBezTo>
                <a:cubicBezTo>
                  <a:pt x="120105" y="97754"/>
                  <a:pt x="123371" y="92462"/>
                  <a:pt x="127622" y="87535"/>
                </a:cubicBezTo>
                <a:cubicBezTo>
                  <a:pt x="131872" y="82609"/>
                  <a:pt x="140810" y="75051"/>
                  <a:pt x="154435" y="64860"/>
                </a:cubicBezTo>
                <a:cubicBezTo>
                  <a:pt x="159728" y="60919"/>
                  <a:pt x="163528" y="57146"/>
                  <a:pt x="165837" y="53543"/>
                </a:cubicBezTo>
                <a:cubicBezTo>
                  <a:pt x="168145" y="49940"/>
                  <a:pt x="169299" y="45914"/>
                  <a:pt x="169299" y="41466"/>
                </a:cubicBezTo>
                <a:cubicBezTo>
                  <a:pt x="169299" y="35949"/>
                  <a:pt x="167680" y="31656"/>
                  <a:pt x="164443" y="28587"/>
                </a:cubicBezTo>
                <a:cubicBezTo>
                  <a:pt x="161206" y="25519"/>
                  <a:pt x="156181" y="23985"/>
                  <a:pt x="149368" y="23985"/>
                </a:cubicBezTo>
                <a:cubicBezTo>
                  <a:pt x="138727" y="23985"/>
                  <a:pt x="128508" y="28207"/>
                  <a:pt x="118712" y="36653"/>
                </a:cubicBezTo>
                <a:lnTo>
                  <a:pt x="118712" y="15455"/>
                </a:lnTo>
                <a:cubicBezTo>
                  <a:pt x="128734" y="8473"/>
                  <a:pt x="140078" y="4983"/>
                  <a:pt x="152746" y="4983"/>
                </a:cubicBezTo>
                <a:cubicBezTo>
                  <a:pt x="165583" y="4983"/>
                  <a:pt x="175506" y="8107"/>
                  <a:pt x="182516" y="14357"/>
                </a:cubicBezTo>
                <a:cubicBezTo>
                  <a:pt x="189526" y="20607"/>
                  <a:pt x="193030" y="29249"/>
                  <a:pt x="193030" y="40284"/>
                </a:cubicBezTo>
                <a:cubicBezTo>
                  <a:pt x="193030" y="45971"/>
                  <a:pt x="192115" y="51010"/>
                  <a:pt x="190286" y="55401"/>
                </a:cubicBezTo>
                <a:cubicBezTo>
                  <a:pt x="188456" y="59793"/>
                  <a:pt x="186035" y="63776"/>
                  <a:pt x="183023" y="67351"/>
                </a:cubicBezTo>
                <a:cubicBezTo>
                  <a:pt x="180011" y="70926"/>
                  <a:pt x="176548" y="74248"/>
                  <a:pt x="172635" y="77317"/>
                </a:cubicBezTo>
                <a:cubicBezTo>
                  <a:pt x="168722" y="80385"/>
                  <a:pt x="164710" y="83439"/>
                  <a:pt x="160600" y="86480"/>
                </a:cubicBezTo>
                <a:cubicBezTo>
                  <a:pt x="153000" y="92110"/>
                  <a:pt x="147552" y="96924"/>
                  <a:pt x="144259" y="100921"/>
                </a:cubicBezTo>
                <a:cubicBezTo>
                  <a:pt x="140965" y="104919"/>
                  <a:pt x="139318" y="108438"/>
                  <a:pt x="139318" y="111478"/>
                </a:cubicBezTo>
                <a:close/>
                <a:moveTo>
                  <a:pt x="209723" y="71278"/>
                </a:moveTo>
                <a:cubicBezTo>
                  <a:pt x="209723" y="49658"/>
                  <a:pt x="213593" y="33204"/>
                  <a:pt x="221335" y="21916"/>
                </a:cubicBezTo>
                <a:cubicBezTo>
                  <a:pt x="229076" y="10627"/>
                  <a:pt x="240323" y="4983"/>
                  <a:pt x="255074" y="4983"/>
                </a:cubicBezTo>
                <a:cubicBezTo>
                  <a:pt x="283112" y="4983"/>
                  <a:pt x="297131" y="26124"/>
                  <a:pt x="297131" y="68407"/>
                </a:cubicBezTo>
                <a:cubicBezTo>
                  <a:pt x="297131" y="89239"/>
                  <a:pt x="293317" y="105299"/>
                  <a:pt x="285688" y="116587"/>
                </a:cubicBezTo>
                <a:cubicBezTo>
                  <a:pt x="278059" y="127876"/>
                  <a:pt x="267010" y="133520"/>
                  <a:pt x="252540" y="133520"/>
                </a:cubicBezTo>
                <a:cubicBezTo>
                  <a:pt x="223995" y="133520"/>
                  <a:pt x="209723" y="112773"/>
                  <a:pt x="209723" y="71278"/>
                </a:cubicBezTo>
                <a:moveTo>
                  <a:pt x="233623" y="70687"/>
                </a:moveTo>
                <a:cubicBezTo>
                  <a:pt x="233623" y="100302"/>
                  <a:pt x="240266" y="115109"/>
                  <a:pt x="253554" y="115109"/>
                </a:cubicBezTo>
                <a:cubicBezTo>
                  <a:pt x="266559" y="115109"/>
                  <a:pt x="273062" y="99908"/>
                  <a:pt x="273062" y="69505"/>
                </a:cubicBezTo>
                <a:cubicBezTo>
                  <a:pt x="273062" y="38708"/>
                  <a:pt x="266700" y="23309"/>
                  <a:pt x="253976" y="23309"/>
                </a:cubicBezTo>
                <a:cubicBezTo>
                  <a:pt x="240407" y="23309"/>
                  <a:pt x="233623" y="39102"/>
                  <a:pt x="233623" y="70687"/>
                </a:cubicBezTo>
                <a:close/>
                <a:moveTo>
                  <a:pt x="371336" y="4983"/>
                </a:moveTo>
                <a:lnTo>
                  <a:pt x="371336" y="131324"/>
                </a:lnTo>
                <a:lnTo>
                  <a:pt x="347773" y="131324"/>
                </a:lnTo>
                <a:lnTo>
                  <a:pt x="347773" y="33612"/>
                </a:lnTo>
                <a:cubicBezTo>
                  <a:pt x="345127" y="36033"/>
                  <a:pt x="341383" y="38285"/>
                  <a:pt x="336541" y="40369"/>
                </a:cubicBezTo>
                <a:cubicBezTo>
                  <a:pt x="331699" y="42452"/>
                  <a:pt x="326660" y="43803"/>
                  <a:pt x="321424" y="44422"/>
                </a:cubicBezTo>
                <a:lnTo>
                  <a:pt x="321424" y="23562"/>
                </a:lnTo>
                <a:cubicBezTo>
                  <a:pt x="333811" y="19846"/>
                  <a:pt x="345493" y="13653"/>
                  <a:pt x="356472" y="4983"/>
                </a:cubicBezTo>
                <a:lnTo>
                  <a:pt x="371336" y="4983"/>
                </a:lnTo>
                <a:close/>
                <a:moveTo>
                  <a:pt x="474522" y="13344"/>
                </a:moveTo>
                <a:cubicBezTo>
                  <a:pt x="474522" y="9740"/>
                  <a:pt x="475803" y="6728"/>
                  <a:pt x="478365" y="4307"/>
                </a:cubicBezTo>
                <a:cubicBezTo>
                  <a:pt x="480927" y="1886"/>
                  <a:pt x="484235" y="676"/>
                  <a:pt x="488288" y="676"/>
                </a:cubicBezTo>
                <a:cubicBezTo>
                  <a:pt x="492229" y="676"/>
                  <a:pt x="495523" y="1872"/>
                  <a:pt x="498169" y="4265"/>
                </a:cubicBezTo>
                <a:cubicBezTo>
                  <a:pt x="500815" y="6658"/>
                  <a:pt x="502139" y="9684"/>
                  <a:pt x="502139" y="13344"/>
                </a:cubicBezTo>
                <a:cubicBezTo>
                  <a:pt x="502139" y="17003"/>
                  <a:pt x="500830" y="20044"/>
                  <a:pt x="498212" y="22464"/>
                </a:cubicBezTo>
                <a:cubicBezTo>
                  <a:pt x="495593" y="24885"/>
                  <a:pt x="492286" y="26096"/>
                  <a:pt x="488288" y="26096"/>
                </a:cubicBezTo>
                <a:cubicBezTo>
                  <a:pt x="484291" y="26096"/>
                  <a:pt x="480997" y="24857"/>
                  <a:pt x="478407" y="22380"/>
                </a:cubicBezTo>
                <a:cubicBezTo>
                  <a:pt x="475817" y="19903"/>
                  <a:pt x="474522" y="16891"/>
                  <a:pt x="474522" y="13344"/>
                </a:cubicBezTo>
                <a:moveTo>
                  <a:pt x="476380" y="131324"/>
                </a:moveTo>
                <a:lnTo>
                  <a:pt x="476380" y="42564"/>
                </a:lnTo>
                <a:lnTo>
                  <a:pt x="499858" y="42564"/>
                </a:lnTo>
                <a:lnTo>
                  <a:pt x="499858" y="131324"/>
                </a:lnTo>
                <a:lnTo>
                  <a:pt x="476380" y="131324"/>
                </a:lnTo>
                <a:close/>
                <a:moveTo>
                  <a:pt x="606282" y="131324"/>
                </a:moveTo>
                <a:lnTo>
                  <a:pt x="582804" y="131324"/>
                </a:lnTo>
                <a:lnTo>
                  <a:pt x="582804" y="81582"/>
                </a:lnTo>
                <a:cubicBezTo>
                  <a:pt x="582804" y="66380"/>
                  <a:pt x="577315" y="58779"/>
                  <a:pt x="566336" y="58779"/>
                </a:cubicBezTo>
                <a:cubicBezTo>
                  <a:pt x="560818" y="58779"/>
                  <a:pt x="556328" y="60848"/>
                  <a:pt x="552866" y="64987"/>
                </a:cubicBezTo>
                <a:cubicBezTo>
                  <a:pt x="549403" y="69125"/>
                  <a:pt x="547672" y="74375"/>
                  <a:pt x="547672" y="80737"/>
                </a:cubicBezTo>
                <a:lnTo>
                  <a:pt x="547672" y="131324"/>
                </a:lnTo>
                <a:lnTo>
                  <a:pt x="524109" y="131324"/>
                </a:lnTo>
                <a:lnTo>
                  <a:pt x="524109" y="42564"/>
                </a:lnTo>
                <a:lnTo>
                  <a:pt x="547672" y="42564"/>
                </a:lnTo>
                <a:lnTo>
                  <a:pt x="547672" y="56837"/>
                </a:lnTo>
                <a:lnTo>
                  <a:pt x="547925" y="56837"/>
                </a:lnTo>
                <a:cubicBezTo>
                  <a:pt x="554456" y="45914"/>
                  <a:pt x="564056" y="40453"/>
                  <a:pt x="576723" y="40453"/>
                </a:cubicBezTo>
                <a:cubicBezTo>
                  <a:pt x="596429" y="40453"/>
                  <a:pt x="606282" y="52642"/>
                  <a:pt x="606282" y="77021"/>
                </a:cubicBezTo>
                <a:lnTo>
                  <a:pt x="606282" y="131324"/>
                </a:lnTo>
                <a:close/>
                <a:moveTo>
                  <a:pt x="694635" y="127862"/>
                </a:moveTo>
                <a:cubicBezTo>
                  <a:pt x="688273" y="131634"/>
                  <a:pt x="679574" y="133520"/>
                  <a:pt x="668539" y="133520"/>
                </a:cubicBezTo>
                <a:cubicBezTo>
                  <a:pt x="655252" y="133520"/>
                  <a:pt x="644484" y="129424"/>
                  <a:pt x="636236" y="121232"/>
                </a:cubicBezTo>
                <a:cubicBezTo>
                  <a:pt x="627988" y="113040"/>
                  <a:pt x="623863" y="102329"/>
                  <a:pt x="623863" y="89098"/>
                </a:cubicBezTo>
                <a:cubicBezTo>
                  <a:pt x="623863" y="74009"/>
                  <a:pt x="628283" y="62129"/>
                  <a:pt x="637123" y="53459"/>
                </a:cubicBezTo>
                <a:cubicBezTo>
                  <a:pt x="645962" y="44788"/>
                  <a:pt x="657757" y="40453"/>
                  <a:pt x="672508" y="40453"/>
                </a:cubicBezTo>
                <a:cubicBezTo>
                  <a:pt x="682136" y="40453"/>
                  <a:pt x="689512" y="41861"/>
                  <a:pt x="694635" y="44676"/>
                </a:cubicBezTo>
                <a:lnTo>
                  <a:pt x="694635" y="65367"/>
                </a:lnTo>
                <a:cubicBezTo>
                  <a:pt x="688667" y="60975"/>
                  <a:pt x="682080" y="58779"/>
                  <a:pt x="674873" y="58779"/>
                </a:cubicBezTo>
                <a:cubicBezTo>
                  <a:pt x="666653" y="58779"/>
                  <a:pt x="660066" y="61355"/>
                  <a:pt x="655111" y="66507"/>
                </a:cubicBezTo>
                <a:cubicBezTo>
                  <a:pt x="650156" y="71658"/>
                  <a:pt x="647679" y="78626"/>
                  <a:pt x="647679" y="87409"/>
                </a:cubicBezTo>
                <a:cubicBezTo>
                  <a:pt x="647679" y="96079"/>
                  <a:pt x="650016" y="102864"/>
                  <a:pt x="654689" y="107762"/>
                </a:cubicBezTo>
                <a:cubicBezTo>
                  <a:pt x="659362" y="112660"/>
                  <a:pt x="665780" y="115109"/>
                  <a:pt x="673944" y="115109"/>
                </a:cubicBezTo>
                <a:cubicBezTo>
                  <a:pt x="681094" y="115109"/>
                  <a:pt x="687991" y="112857"/>
                  <a:pt x="694635" y="108353"/>
                </a:cubicBezTo>
                <a:lnTo>
                  <a:pt x="694635" y="127862"/>
                </a:lnTo>
                <a:close/>
                <a:moveTo>
                  <a:pt x="711304" y="13344"/>
                </a:moveTo>
                <a:cubicBezTo>
                  <a:pt x="711304" y="9740"/>
                  <a:pt x="712585" y="6728"/>
                  <a:pt x="715147" y="4307"/>
                </a:cubicBezTo>
                <a:cubicBezTo>
                  <a:pt x="717708" y="1886"/>
                  <a:pt x="721016" y="676"/>
                  <a:pt x="725070" y="676"/>
                </a:cubicBezTo>
                <a:cubicBezTo>
                  <a:pt x="729011" y="676"/>
                  <a:pt x="732305" y="1872"/>
                  <a:pt x="734951" y="4265"/>
                </a:cubicBezTo>
                <a:cubicBezTo>
                  <a:pt x="737597" y="6658"/>
                  <a:pt x="738920" y="9684"/>
                  <a:pt x="738920" y="13344"/>
                </a:cubicBezTo>
                <a:cubicBezTo>
                  <a:pt x="738920" y="17003"/>
                  <a:pt x="737611" y="20044"/>
                  <a:pt x="734993" y="22464"/>
                </a:cubicBezTo>
                <a:cubicBezTo>
                  <a:pt x="732375" y="24885"/>
                  <a:pt x="729067" y="26096"/>
                  <a:pt x="725070" y="26096"/>
                </a:cubicBezTo>
                <a:cubicBezTo>
                  <a:pt x="721072" y="26096"/>
                  <a:pt x="717779" y="24857"/>
                  <a:pt x="715189" y="22380"/>
                </a:cubicBezTo>
                <a:cubicBezTo>
                  <a:pt x="712599" y="19903"/>
                  <a:pt x="711304" y="16891"/>
                  <a:pt x="711304" y="13344"/>
                </a:cubicBezTo>
                <a:moveTo>
                  <a:pt x="713162" y="131324"/>
                </a:moveTo>
                <a:lnTo>
                  <a:pt x="713162" y="42564"/>
                </a:lnTo>
                <a:lnTo>
                  <a:pt x="736640" y="42564"/>
                </a:lnTo>
                <a:lnTo>
                  <a:pt x="736640" y="131324"/>
                </a:lnTo>
                <a:lnTo>
                  <a:pt x="713162" y="131324"/>
                </a:lnTo>
                <a:close/>
                <a:moveTo>
                  <a:pt x="844499" y="131324"/>
                </a:moveTo>
                <a:lnTo>
                  <a:pt x="821021" y="131324"/>
                </a:lnTo>
                <a:lnTo>
                  <a:pt x="821021" y="118234"/>
                </a:lnTo>
                <a:lnTo>
                  <a:pt x="820599" y="118234"/>
                </a:lnTo>
                <a:cubicBezTo>
                  <a:pt x="814293" y="128425"/>
                  <a:pt x="804862" y="133520"/>
                  <a:pt x="792307" y="133520"/>
                </a:cubicBezTo>
                <a:cubicBezTo>
                  <a:pt x="781159" y="133520"/>
                  <a:pt x="772235" y="129523"/>
                  <a:pt x="765536" y="121528"/>
                </a:cubicBezTo>
                <a:cubicBezTo>
                  <a:pt x="758836" y="113533"/>
                  <a:pt x="755486" y="102667"/>
                  <a:pt x="755486" y="88929"/>
                </a:cubicBezTo>
                <a:cubicBezTo>
                  <a:pt x="755486" y="74347"/>
                  <a:pt x="759230" y="62622"/>
                  <a:pt x="766718" y="53754"/>
                </a:cubicBezTo>
                <a:cubicBezTo>
                  <a:pt x="774206" y="44887"/>
                  <a:pt x="783946" y="40453"/>
                  <a:pt x="795939" y="40453"/>
                </a:cubicBezTo>
                <a:cubicBezTo>
                  <a:pt x="807593" y="40453"/>
                  <a:pt x="815813" y="44760"/>
                  <a:pt x="820599" y="53374"/>
                </a:cubicBezTo>
                <a:lnTo>
                  <a:pt x="821021" y="53374"/>
                </a:lnTo>
                <a:lnTo>
                  <a:pt x="821021" y="0"/>
                </a:lnTo>
                <a:lnTo>
                  <a:pt x="844499" y="0"/>
                </a:lnTo>
                <a:lnTo>
                  <a:pt x="844499" y="131324"/>
                </a:lnTo>
                <a:moveTo>
                  <a:pt x="821359" y="80568"/>
                </a:moveTo>
                <a:cubicBezTo>
                  <a:pt x="821359" y="74319"/>
                  <a:pt x="819445" y="69125"/>
                  <a:pt x="815616" y="64987"/>
                </a:cubicBezTo>
                <a:cubicBezTo>
                  <a:pt x="811788" y="60848"/>
                  <a:pt x="806974" y="58779"/>
                  <a:pt x="801175" y="58779"/>
                </a:cubicBezTo>
                <a:cubicBezTo>
                  <a:pt x="794418" y="58779"/>
                  <a:pt x="789084" y="61425"/>
                  <a:pt x="785171" y="66718"/>
                </a:cubicBezTo>
                <a:cubicBezTo>
                  <a:pt x="781258" y="72010"/>
                  <a:pt x="779301" y="79189"/>
                  <a:pt x="779301" y="88253"/>
                </a:cubicBezTo>
                <a:cubicBezTo>
                  <a:pt x="779301" y="96755"/>
                  <a:pt x="781187" y="103356"/>
                  <a:pt x="784960" y="108058"/>
                </a:cubicBezTo>
                <a:cubicBezTo>
                  <a:pt x="788732" y="112759"/>
                  <a:pt x="793827" y="115109"/>
                  <a:pt x="800246" y="115109"/>
                </a:cubicBezTo>
                <a:cubicBezTo>
                  <a:pt x="806439" y="115109"/>
                  <a:pt x="811506" y="112660"/>
                  <a:pt x="815447" y="107762"/>
                </a:cubicBezTo>
                <a:cubicBezTo>
                  <a:pt x="819388" y="102864"/>
                  <a:pt x="821359" y="96614"/>
                  <a:pt x="821359" y="89013"/>
                </a:cubicBezTo>
                <a:lnTo>
                  <a:pt x="821359" y="80568"/>
                </a:lnTo>
                <a:close/>
                <a:moveTo>
                  <a:pt x="946439" y="93574"/>
                </a:moveTo>
                <a:lnTo>
                  <a:pt x="887153" y="93574"/>
                </a:lnTo>
                <a:cubicBezTo>
                  <a:pt x="888110" y="108663"/>
                  <a:pt x="896668" y="116207"/>
                  <a:pt x="912826" y="116207"/>
                </a:cubicBezTo>
                <a:cubicBezTo>
                  <a:pt x="922679" y="116207"/>
                  <a:pt x="931462" y="113617"/>
                  <a:pt x="939176" y="108438"/>
                </a:cubicBezTo>
                <a:lnTo>
                  <a:pt x="939176" y="126342"/>
                </a:lnTo>
                <a:cubicBezTo>
                  <a:pt x="930956" y="131127"/>
                  <a:pt x="920399" y="133520"/>
                  <a:pt x="907506" y="133520"/>
                </a:cubicBezTo>
                <a:cubicBezTo>
                  <a:pt x="893712" y="133520"/>
                  <a:pt x="882972" y="129523"/>
                  <a:pt x="875287" y="121528"/>
                </a:cubicBezTo>
                <a:cubicBezTo>
                  <a:pt x="867602" y="113533"/>
                  <a:pt x="863759" y="102357"/>
                  <a:pt x="863759" y="88000"/>
                </a:cubicBezTo>
                <a:cubicBezTo>
                  <a:pt x="863759" y="73924"/>
                  <a:pt x="867883" y="62481"/>
                  <a:pt x="876132" y="53670"/>
                </a:cubicBezTo>
                <a:cubicBezTo>
                  <a:pt x="884380" y="44859"/>
                  <a:pt x="894697" y="40453"/>
                  <a:pt x="907084" y="40453"/>
                </a:cubicBezTo>
                <a:cubicBezTo>
                  <a:pt x="919470" y="40453"/>
                  <a:pt x="929126" y="44253"/>
                  <a:pt x="936051" y="51854"/>
                </a:cubicBezTo>
                <a:cubicBezTo>
                  <a:pt x="942976" y="59455"/>
                  <a:pt x="946439" y="69899"/>
                  <a:pt x="946439" y="83186"/>
                </a:cubicBezTo>
                <a:lnTo>
                  <a:pt x="946439" y="93574"/>
                </a:lnTo>
                <a:moveTo>
                  <a:pt x="924227" y="78119"/>
                </a:moveTo>
                <a:cubicBezTo>
                  <a:pt x="924227" y="64043"/>
                  <a:pt x="918428" y="57006"/>
                  <a:pt x="906830" y="57006"/>
                </a:cubicBezTo>
                <a:cubicBezTo>
                  <a:pt x="901988" y="57006"/>
                  <a:pt x="897723" y="58920"/>
                  <a:pt x="894036" y="62749"/>
                </a:cubicBezTo>
                <a:cubicBezTo>
                  <a:pt x="890348" y="66577"/>
                  <a:pt x="888053" y="71701"/>
                  <a:pt x="887153" y="78119"/>
                </a:cubicBezTo>
                <a:lnTo>
                  <a:pt x="924227" y="78119"/>
                </a:lnTo>
                <a:close/>
                <a:moveTo>
                  <a:pt x="1047502" y="131324"/>
                </a:moveTo>
                <a:lnTo>
                  <a:pt x="1024024" y="131324"/>
                </a:lnTo>
                <a:lnTo>
                  <a:pt x="1024024" y="81582"/>
                </a:lnTo>
                <a:cubicBezTo>
                  <a:pt x="1024024" y="66380"/>
                  <a:pt x="1018534" y="58779"/>
                  <a:pt x="1007555" y="58779"/>
                </a:cubicBezTo>
                <a:cubicBezTo>
                  <a:pt x="1002038" y="58779"/>
                  <a:pt x="997548" y="60848"/>
                  <a:pt x="994085" y="64987"/>
                </a:cubicBezTo>
                <a:cubicBezTo>
                  <a:pt x="990623" y="69125"/>
                  <a:pt x="988891" y="74375"/>
                  <a:pt x="988891" y="80737"/>
                </a:cubicBezTo>
                <a:lnTo>
                  <a:pt x="988891" y="131324"/>
                </a:lnTo>
                <a:lnTo>
                  <a:pt x="965329" y="131324"/>
                </a:lnTo>
                <a:lnTo>
                  <a:pt x="965329" y="42564"/>
                </a:lnTo>
                <a:lnTo>
                  <a:pt x="988891" y="42564"/>
                </a:lnTo>
                <a:lnTo>
                  <a:pt x="988891" y="56837"/>
                </a:lnTo>
                <a:lnTo>
                  <a:pt x="989145" y="56837"/>
                </a:lnTo>
                <a:cubicBezTo>
                  <a:pt x="995676" y="45914"/>
                  <a:pt x="1005275" y="40453"/>
                  <a:pt x="1017943" y="40453"/>
                </a:cubicBezTo>
                <a:cubicBezTo>
                  <a:pt x="1037649" y="40453"/>
                  <a:pt x="1047502" y="52642"/>
                  <a:pt x="1047502" y="77021"/>
                </a:cubicBezTo>
                <a:lnTo>
                  <a:pt x="1047502" y="131324"/>
                </a:lnTo>
                <a:close/>
                <a:moveTo>
                  <a:pt x="1120400" y="130395"/>
                </a:moveTo>
                <a:cubicBezTo>
                  <a:pt x="1116402" y="132422"/>
                  <a:pt x="1110829" y="133436"/>
                  <a:pt x="1103678" y="133436"/>
                </a:cubicBezTo>
                <a:cubicBezTo>
                  <a:pt x="1085493" y="133436"/>
                  <a:pt x="1076400" y="123808"/>
                  <a:pt x="1076400" y="104553"/>
                </a:cubicBezTo>
                <a:lnTo>
                  <a:pt x="1076400" y="60468"/>
                </a:lnTo>
                <a:lnTo>
                  <a:pt x="1061705" y="60468"/>
                </a:lnTo>
                <a:lnTo>
                  <a:pt x="1061705" y="42564"/>
                </a:lnTo>
                <a:lnTo>
                  <a:pt x="1076400" y="42564"/>
                </a:lnTo>
                <a:lnTo>
                  <a:pt x="1076400" y="22718"/>
                </a:lnTo>
                <a:lnTo>
                  <a:pt x="1099878" y="15877"/>
                </a:lnTo>
                <a:lnTo>
                  <a:pt x="1099878" y="42564"/>
                </a:lnTo>
                <a:lnTo>
                  <a:pt x="1120400" y="42564"/>
                </a:lnTo>
                <a:lnTo>
                  <a:pt x="1120400" y="60468"/>
                </a:lnTo>
                <a:lnTo>
                  <a:pt x="1099878" y="60468"/>
                </a:lnTo>
                <a:lnTo>
                  <a:pt x="1099878" y="100415"/>
                </a:lnTo>
                <a:cubicBezTo>
                  <a:pt x="1099878" y="110211"/>
                  <a:pt x="1103734" y="115109"/>
                  <a:pt x="1111448" y="115109"/>
                </a:cubicBezTo>
                <a:cubicBezTo>
                  <a:pt x="1114657" y="115109"/>
                  <a:pt x="1117641" y="114209"/>
                  <a:pt x="1120400" y="112407"/>
                </a:cubicBezTo>
                <a:lnTo>
                  <a:pt x="1120400" y="130395"/>
                </a:lnTo>
                <a:close/>
                <a:moveTo>
                  <a:pt x="1133950" y="108522"/>
                </a:moveTo>
                <a:cubicBezTo>
                  <a:pt x="1142733" y="114040"/>
                  <a:pt x="1151404" y="116798"/>
                  <a:pt x="1159962" y="116798"/>
                </a:cubicBezTo>
                <a:cubicBezTo>
                  <a:pt x="1170997" y="116798"/>
                  <a:pt x="1176514" y="113674"/>
                  <a:pt x="1176514" y="107424"/>
                </a:cubicBezTo>
                <a:cubicBezTo>
                  <a:pt x="1176514" y="103089"/>
                  <a:pt x="1172151" y="99429"/>
                  <a:pt x="1163424" y="96445"/>
                </a:cubicBezTo>
                <a:cubicBezTo>
                  <a:pt x="1150700" y="92166"/>
                  <a:pt x="1142621" y="87958"/>
                  <a:pt x="1139186" y="83820"/>
                </a:cubicBezTo>
                <a:cubicBezTo>
                  <a:pt x="1135752" y="79681"/>
                  <a:pt x="1134034" y="74375"/>
                  <a:pt x="1134034" y="67900"/>
                </a:cubicBezTo>
                <a:cubicBezTo>
                  <a:pt x="1134034" y="59342"/>
                  <a:pt x="1137525" y="52628"/>
                  <a:pt x="1144507" y="47758"/>
                </a:cubicBezTo>
                <a:cubicBezTo>
                  <a:pt x="1151488" y="42888"/>
                  <a:pt x="1160468" y="40453"/>
                  <a:pt x="1171447" y="40453"/>
                </a:cubicBezTo>
                <a:cubicBezTo>
                  <a:pt x="1179104" y="40453"/>
                  <a:pt x="1186761" y="41663"/>
                  <a:pt x="1194418" y="44084"/>
                </a:cubicBezTo>
                <a:lnTo>
                  <a:pt x="1194418" y="63255"/>
                </a:lnTo>
                <a:cubicBezTo>
                  <a:pt x="1187493" y="59145"/>
                  <a:pt x="1179921" y="57090"/>
                  <a:pt x="1171700" y="57090"/>
                </a:cubicBezTo>
                <a:cubicBezTo>
                  <a:pt x="1167365" y="57090"/>
                  <a:pt x="1163875" y="57907"/>
                  <a:pt x="1161228" y="59539"/>
                </a:cubicBezTo>
                <a:cubicBezTo>
                  <a:pt x="1158582" y="61172"/>
                  <a:pt x="1157259" y="63340"/>
                  <a:pt x="1157259" y="66042"/>
                </a:cubicBezTo>
                <a:cubicBezTo>
                  <a:pt x="1157259" y="70490"/>
                  <a:pt x="1160947" y="74009"/>
                  <a:pt x="1168322" y="76599"/>
                </a:cubicBezTo>
                <a:cubicBezTo>
                  <a:pt x="1176711" y="79639"/>
                  <a:pt x="1182876" y="82187"/>
                  <a:pt x="1186818" y="84242"/>
                </a:cubicBezTo>
                <a:cubicBezTo>
                  <a:pt x="1190759" y="86297"/>
                  <a:pt x="1193827" y="89098"/>
                  <a:pt x="1196023" y="92645"/>
                </a:cubicBezTo>
                <a:cubicBezTo>
                  <a:pt x="1198219" y="96192"/>
                  <a:pt x="1199317" y="100358"/>
                  <a:pt x="1199317" y="105144"/>
                </a:cubicBezTo>
                <a:cubicBezTo>
                  <a:pt x="1199317" y="114152"/>
                  <a:pt x="1195727" y="121134"/>
                  <a:pt x="1188549" y="126088"/>
                </a:cubicBezTo>
                <a:cubicBezTo>
                  <a:pt x="1181370" y="131043"/>
                  <a:pt x="1171898" y="133520"/>
                  <a:pt x="1160130" y="133520"/>
                </a:cubicBezTo>
                <a:cubicBezTo>
                  <a:pt x="1150221" y="133520"/>
                  <a:pt x="1141495" y="131944"/>
                  <a:pt x="1133950" y="128791"/>
                </a:cubicBezTo>
                <a:lnTo>
                  <a:pt x="1133950" y="108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•170malware">
            <a:extLst xmlns:a="http://schemas.openxmlformats.org/drawingml/2006/main">
              <a:ext uri="{FF2B5EF4-FFF2-40B4-BE49-F238E27FC236}">
                <a16:creationId xmlns:a16="http://schemas.microsoft.com/office/drawing/2014/main" id="{87A98513-4097-4264-A3E3-7FD41AE4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770" y="361992"/>
            <a:ext cx="1153644" cy="133520"/>
          </a:xfrm>
          <a:custGeom xmlns:a="http://schemas.openxmlformats.org/drawingml/2006/main">
            <a:pathLst>
              <a:path w="1153644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4" y="131324"/>
                </a:lnTo>
                <a:lnTo>
                  <a:pt x="148524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95865" y="20015"/>
                </a:moveTo>
                <a:cubicBezTo>
                  <a:pt x="282521" y="44845"/>
                  <a:pt x="273006" y="65184"/>
                  <a:pt x="267320" y="81033"/>
                </a:cubicBezTo>
                <a:cubicBezTo>
                  <a:pt x="261633" y="96882"/>
                  <a:pt x="257523" y="113645"/>
                  <a:pt x="254989" y="131324"/>
                </a:cubicBezTo>
                <a:lnTo>
                  <a:pt x="230667" y="131324"/>
                </a:lnTo>
                <a:cubicBezTo>
                  <a:pt x="233313" y="114715"/>
                  <a:pt x="237860" y="97951"/>
                  <a:pt x="244306" y="81033"/>
                </a:cubicBezTo>
                <a:cubicBezTo>
                  <a:pt x="250753" y="64114"/>
                  <a:pt x="259775" y="45971"/>
                  <a:pt x="271373" y="26603"/>
                </a:cubicBezTo>
                <a:lnTo>
                  <a:pt x="211327" y="26603"/>
                </a:lnTo>
                <a:lnTo>
                  <a:pt x="211327" y="7010"/>
                </a:lnTo>
                <a:lnTo>
                  <a:pt x="295865" y="7010"/>
                </a:lnTo>
                <a:lnTo>
                  <a:pt x="295865" y="20015"/>
                </a:lnTo>
                <a:close/>
                <a:moveTo>
                  <a:pt x="309347" y="71278"/>
                </a:moveTo>
                <a:cubicBezTo>
                  <a:pt x="309347" y="49658"/>
                  <a:pt x="313218" y="33204"/>
                  <a:pt x="320960" y="21916"/>
                </a:cubicBezTo>
                <a:cubicBezTo>
                  <a:pt x="328701" y="10627"/>
                  <a:pt x="339947" y="4983"/>
                  <a:pt x="354699" y="4983"/>
                </a:cubicBezTo>
                <a:cubicBezTo>
                  <a:pt x="382737" y="4983"/>
                  <a:pt x="396756" y="26124"/>
                  <a:pt x="396756" y="68407"/>
                </a:cubicBezTo>
                <a:cubicBezTo>
                  <a:pt x="396756" y="89239"/>
                  <a:pt x="392942" y="105299"/>
                  <a:pt x="385313" y="116587"/>
                </a:cubicBezTo>
                <a:cubicBezTo>
                  <a:pt x="377684" y="127876"/>
                  <a:pt x="366635" y="133520"/>
                  <a:pt x="352165" y="133520"/>
                </a:cubicBezTo>
                <a:cubicBezTo>
                  <a:pt x="323620" y="133520"/>
                  <a:pt x="309347" y="112773"/>
                  <a:pt x="309347" y="71278"/>
                </a:cubicBezTo>
                <a:moveTo>
                  <a:pt x="333248" y="70687"/>
                </a:moveTo>
                <a:cubicBezTo>
                  <a:pt x="333248" y="100302"/>
                  <a:pt x="339891" y="115109"/>
                  <a:pt x="353178" y="115109"/>
                </a:cubicBezTo>
                <a:cubicBezTo>
                  <a:pt x="366184" y="115109"/>
                  <a:pt x="372687" y="99908"/>
                  <a:pt x="372687" y="69505"/>
                </a:cubicBezTo>
                <a:cubicBezTo>
                  <a:pt x="372687" y="38708"/>
                  <a:pt x="366325" y="23309"/>
                  <a:pt x="353601" y="23309"/>
                </a:cubicBezTo>
                <a:cubicBezTo>
                  <a:pt x="340032" y="23309"/>
                  <a:pt x="333248" y="39102"/>
                  <a:pt x="333248" y="70687"/>
                </a:cubicBezTo>
                <a:close/>
                <a:moveTo>
                  <a:pt x="613279" y="131324"/>
                </a:moveTo>
                <a:lnTo>
                  <a:pt x="589801" y="131324"/>
                </a:lnTo>
                <a:lnTo>
                  <a:pt x="589801" y="80653"/>
                </a:lnTo>
                <a:cubicBezTo>
                  <a:pt x="589801" y="66070"/>
                  <a:pt x="584508" y="58779"/>
                  <a:pt x="573924" y="58779"/>
                </a:cubicBezTo>
                <a:cubicBezTo>
                  <a:pt x="569025" y="58779"/>
                  <a:pt x="564929" y="60989"/>
                  <a:pt x="561636" y="65409"/>
                </a:cubicBezTo>
                <a:cubicBezTo>
                  <a:pt x="558342" y="69828"/>
                  <a:pt x="556695" y="75135"/>
                  <a:pt x="556695" y="81328"/>
                </a:cubicBezTo>
                <a:lnTo>
                  <a:pt x="556695" y="131324"/>
                </a:lnTo>
                <a:lnTo>
                  <a:pt x="533217" y="131324"/>
                </a:lnTo>
                <a:lnTo>
                  <a:pt x="533217" y="79724"/>
                </a:lnTo>
                <a:cubicBezTo>
                  <a:pt x="533217" y="65761"/>
                  <a:pt x="527953" y="58779"/>
                  <a:pt x="517425" y="58779"/>
                </a:cubicBezTo>
                <a:cubicBezTo>
                  <a:pt x="512414" y="58779"/>
                  <a:pt x="508304" y="60848"/>
                  <a:pt x="505094" y="64987"/>
                </a:cubicBezTo>
                <a:cubicBezTo>
                  <a:pt x="501885" y="69125"/>
                  <a:pt x="500281" y="74656"/>
                  <a:pt x="500281" y="81582"/>
                </a:cubicBezTo>
                <a:lnTo>
                  <a:pt x="500281" y="131324"/>
                </a:lnTo>
                <a:lnTo>
                  <a:pt x="476718" y="131324"/>
                </a:lnTo>
                <a:lnTo>
                  <a:pt x="476718" y="42564"/>
                </a:lnTo>
                <a:lnTo>
                  <a:pt x="500281" y="42564"/>
                </a:lnTo>
                <a:lnTo>
                  <a:pt x="500281" y="56583"/>
                </a:lnTo>
                <a:lnTo>
                  <a:pt x="500534" y="56583"/>
                </a:lnTo>
                <a:cubicBezTo>
                  <a:pt x="507178" y="45830"/>
                  <a:pt x="516664" y="40453"/>
                  <a:pt x="528995" y="40453"/>
                </a:cubicBezTo>
                <a:cubicBezTo>
                  <a:pt x="541494" y="40453"/>
                  <a:pt x="549995" y="46139"/>
                  <a:pt x="554499" y="57512"/>
                </a:cubicBezTo>
                <a:cubicBezTo>
                  <a:pt x="561256" y="46139"/>
                  <a:pt x="571137" y="40453"/>
                  <a:pt x="584142" y="40453"/>
                </a:cubicBezTo>
                <a:cubicBezTo>
                  <a:pt x="603567" y="40453"/>
                  <a:pt x="613279" y="52389"/>
                  <a:pt x="613279" y="76261"/>
                </a:cubicBezTo>
                <a:lnTo>
                  <a:pt x="613279" y="131324"/>
                </a:lnTo>
                <a:close/>
                <a:moveTo>
                  <a:pt x="638471" y="48223"/>
                </a:moveTo>
                <a:cubicBezTo>
                  <a:pt x="642469" y="45914"/>
                  <a:pt x="647648" y="44042"/>
                  <a:pt x="654011" y="42607"/>
                </a:cubicBezTo>
                <a:cubicBezTo>
                  <a:pt x="660373" y="41171"/>
                  <a:pt x="666087" y="40453"/>
                  <a:pt x="671155" y="40453"/>
                </a:cubicBezTo>
                <a:cubicBezTo>
                  <a:pt x="695139" y="40453"/>
                  <a:pt x="707131" y="52614"/>
                  <a:pt x="707131" y="76937"/>
                </a:cubicBezTo>
                <a:lnTo>
                  <a:pt x="707131" y="131324"/>
                </a:lnTo>
                <a:lnTo>
                  <a:pt x="684667" y="131324"/>
                </a:lnTo>
                <a:lnTo>
                  <a:pt x="684667" y="118234"/>
                </a:lnTo>
                <a:lnTo>
                  <a:pt x="684245" y="118234"/>
                </a:lnTo>
                <a:cubicBezTo>
                  <a:pt x="678277" y="128425"/>
                  <a:pt x="669409" y="133520"/>
                  <a:pt x="657642" y="133520"/>
                </a:cubicBezTo>
                <a:cubicBezTo>
                  <a:pt x="649084" y="133520"/>
                  <a:pt x="642300" y="131113"/>
                  <a:pt x="637289" y="126299"/>
                </a:cubicBezTo>
                <a:cubicBezTo>
                  <a:pt x="632278" y="121486"/>
                  <a:pt x="629773" y="115025"/>
                  <a:pt x="629773" y="106917"/>
                </a:cubicBezTo>
                <a:cubicBezTo>
                  <a:pt x="629773" y="89971"/>
                  <a:pt x="639851" y="80146"/>
                  <a:pt x="660007" y="77443"/>
                </a:cubicBezTo>
                <a:lnTo>
                  <a:pt x="684751" y="74065"/>
                </a:lnTo>
                <a:cubicBezTo>
                  <a:pt x="684751" y="62749"/>
                  <a:pt x="679234" y="57090"/>
                  <a:pt x="668199" y="57090"/>
                </a:cubicBezTo>
                <a:cubicBezTo>
                  <a:pt x="657670" y="57090"/>
                  <a:pt x="647761" y="60384"/>
                  <a:pt x="638471" y="66971"/>
                </a:cubicBezTo>
                <a:lnTo>
                  <a:pt x="638471" y="48223"/>
                </a:lnTo>
                <a:moveTo>
                  <a:pt x="667101" y="90787"/>
                </a:moveTo>
                <a:cubicBezTo>
                  <a:pt x="656966" y="92082"/>
                  <a:pt x="651899" y="96614"/>
                  <a:pt x="651899" y="104384"/>
                </a:cubicBezTo>
                <a:cubicBezTo>
                  <a:pt x="651899" y="107875"/>
                  <a:pt x="653110" y="110718"/>
                  <a:pt x="655531" y="112914"/>
                </a:cubicBezTo>
                <a:cubicBezTo>
                  <a:pt x="657952" y="115109"/>
                  <a:pt x="661217" y="116207"/>
                  <a:pt x="665327" y="116207"/>
                </a:cubicBezTo>
                <a:cubicBezTo>
                  <a:pt x="670957" y="116207"/>
                  <a:pt x="675602" y="114223"/>
                  <a:pt x="679262" y="110253"/>
                </a:cubicBezTo>
                <a:cubicBezTo>
                  <a:pt x="682922" y="106284"/>
                  <a:pt x="684751" y="101287"/>
                  <a:pt x="684751" y="95263"/>
                </a:cubicBezTo>
                <a:lnTo>
                  <a:pt x="684751" y="88507"/>
                </a:lnTo>
                <a:lnTo>
                  <a:pt x="667101" y="90787"/>
                </a:lnTo>
                <a:close/>
                <a:moveTo>
                  <a:pt x="729939" y="131324"/>
                </a:moveTo>
                <a:lnTo>
                  <a:pt x="729939" y="0"/>
                </a:lnTo>
                <a:lnTo>
                  <a:pt x="753417" y="0"/>
                </a:lnTo>
                <a:lnTo>
                  <a:pt x="753417" y="131324"/>
                </a:lnTo>
                <a:lnTo>
                  <a:pt x="729939" y="131324"/>
                </a:lnTo>
                <a:close/>
                <a:moveTo>
                  <a:pt x="901222" y="42564"/>
                </a:moveTo>
                <a:lnTo>
                  <a:pt x="875380" y="131324"/>
                </a:lnTo>
                <a:lnTo>
                  <a:pt x="850720" y="131324"/>
                </a:lnTo>
                <a:lnTo>
                  <a:pt x="836109" y="75923"/>
                </a:lnTo>
                <a:cubicBezTo>
                  <a:pt x="835377" y="73221"/>
                  <a:pt x="834899" y="69758"/>
                  <a:pt x="834674" y="65535"/>
                </a:cubicBezTo>
                <a:lnTo>
                  <a:pt x="834167" y="65535"/>
                </a:lnTo>
                <a:cubicBezTo>
                  <a:pt x="833829" y="69758"/>
                  <a:pt x="833266" y="73164"/>
                  <a:pt x="832478" y="75754"/>
                </a:cubicBezTo>
                <a:lnTo>
                  <a:pt x="816770" y="131324"/>
                </a:lnTo>
                <a:lnTo>
                  <a:pt x="792447" y="131324"/>
                </a:lnTo>
                <a:lnTo>
                  <a:pt x="766858" y="42564"/>
                </a:lnTo>
                <a:lnTo>
                  <a:pt x="791011" y="42564"/>
                </a:lnTo>
                <a:lnTo>
                  <a:pt x="804946" y="103117"/>
                </a:lnTo>
                <a:cubicBezTo>
                  <a:pt x="805678" y="106383"/>
                  <a:pt x="806128" y="109479"/>
                  <a:pt x="806297" y="112407"/>
                </a:cubicBezTo>
                <a:lnTo>
                  <a:pt x="806804" y="112407"/>
                </a:lnTo>
                <a:cubicBezTo>
                  <a:pt x="806973" y="109535"/>
                  <a:pt x="807480" y="106326"/>
                  <a:pt x="808324" y="102779"/>
                </a:cubicBezTo>
                <a:lnTo>
                  <a:pt x="825215" y="42564"/>
                </a:lnTo>
                <a:lnTo>
                  <a:pt x="847510" y="42564"/>
                </a:lnTo>
                <a:lnTo>
                  <a:pt x="862459" y="103201"/>
                </a:lnTo>
                <a:cubicBezTo>
                  <a:pt x="862853" y="104834"/>
                  <a:pt x="863275" y="107959"/>
                  <a:pt x="863725" y="112576"/>
                </a:cubicBezTo>
                <a:lnTo>
                  <a:pt x="864317" y="112576"/>
                </a:lnTo>
                <a:cubicBezTo>
                  <a:pt x="864485" y="110155"/>
                  <a:pt x="864964" y="107030"/>
                  <a:pt x="865752" y="103201"/>
                </a:cubicBezTo>
                <a:lnTo>
                  <a:pt x="879180" y="42564"/>
                </a:lnTo>
                <a:lnTo>
                  <a:pt x="901222" y="42564"/>
                </a:lnTo>
                <a:close/>
                <a:moveTo>
                  <a:pt x="917282" y="48223"/>
                </a:moveTo>
                <a:cubicBezTo>
                  <a:pt x="921280" y="45914"/>
                  <a:pt x="926460" y="44042"/>
                  <a:pt x="932822" y="42607"/>
                </a:cubicBezTo>
                <a:cubicBezTo>
                  <a:pt x="939184" y="41171"/>
                  <a:pt x="944898" y="40453"/>
                  <a:pt x="949966" y="40453"/>
                </a:cubicBezTo>
                <a:cubicBezTo>
                  <a:pt x="973950" y="40453"/>
                  <a:pt x="985943" y="52614"/>
                  <a:pt x="985943" y="76937"/>
                </a:cubicBezTo>
                <a:lnTo>
                  <a:pt x="985943" y="131324"/>
                </a:lnTo>
                <a:lnTo>
                  <a:pt x="963478" y="131324"/>
                </a:lnTo>
                <a:lnTo>
                  <a:pt x="963478" y="118234"/>
                </a:lnTo>
                <a:lnTo>
                  <a:pt x="963056" y="118234"/>
                </a:lnTo>
                <a:cubicBezTo>
                  <a:pt x="957088" y="128425"/>
                  <a:pt x="948220" y="133520"/>
                  <a:pt x="936453" y="133520"/>
                </a:cubicBezTo>
                <a:cubicBezTo>
                  <a:pt x="927895" y="133520"/>
                  <a:pt x="921111" y="131113"/>
                  <a:pt x="916100" y="126299"/>
                </a:cubicBezTo>
                <a:cubicBezTo>
                  <a:pt x="911089" y="121486"/>
                  <a:pt x="908584" y="115025"/>
                  <a:pt x="908584" y="106917"/>
                </a:cubicBezTo>
                <a:cubicBezTo>
                  <a:pt x="908584" y="89971"/>
                  <a:pt x="918662" y="80146"/>
                  <a:pt x="938818" y="77443"/>
                </a:cubicBezTo>
                <a:lnTo>
                  <a:pt x="963563" y="74065"/>
                </a:lnTo>
                <a:cubicBezTo>
                  <a:pt x="963563" y="62749"/>
                  <a:pt x="958045" y="57090"/>
                  <a:pt x="947010" y="57090"/>
                </a:cubicBezTo>
                <a:cubicBezTo>
                  <a:pt x="936481" y="57090"/>
                  <a:pt x="926572" y="60384"/>
                  <a:pt x="917282" y="66971"/>
                </a:cubicBezTo>
                <a:lnTo>
                  <a:pt x="917282" y="48223"/>
                </a:lnTo>
                <a:moveTo>
                  <a:pt x="945912" y="90787"/>
                </a:moveTo>
                <a:cubicBezTo>
                  <a:pt x="935778" y="92082"/>
                  <a:pt x="930710" y="96614"/>
                  <a:pt x="930710" y="104384"/>
                </a:cubicBezTo>
                <a:cubicBezTo>
                  <a:pt x="930710" y="107875"/>
                  <a:pt x="931921" y="110718"/>
                  <a:pt x="934342" y="112914"/>
                </a:cubicBezTo>
                <a:cubicBezTo>
                  <a:pt x="936763" y="115109"/>
                  <a:pt x="940028" y="116207"/>
                  <a:pt x="944138" y="116207"/>
                </a:cubicBezTo>
                <a:cubicBezTo>
                  <a:pt x="949769" y="116207"/>
                  <a:pt x="954413" y="114223"/>
                  <a:pt x="958073" y="110253"/>
                </a:cubicBezTo>
                <a:cubicBezTo>
                  <a:pt x="961733" y="106284"/>
                  <a:pt x="963563" y="101287"/>
                  <a:pt x="963563" y="95263"/>
                </a:cubicBezTo>
                <a:lnTo>
                  <a:pt x="963563" y="88507"/>
                </a:lnTo>
                <a:lnTo>
                  <a:pt x="945912" y="90787"/>
                </a:lnTo>
                <a:close/>
                <a:moveTo>
                  <a:pt x="1063560" y="64269"/>
                </a:moveTo>
                <a:cubicBezTo>
                  <a:pt x="1060464" y="62411"/>
                  <a:pt x="1056663" y="61482"/>
                  <a:pt x="1052159" y="61482"/>
                </a:cubicBezTo>
                <a:cubicBezTo>
                  <a:pt x="1046247" y="61482"/>
                  <a:pt x="1041518" y="63889"/>
                  <a:pt x="1037971" y="68702"/>
                </a:cubicBezTo>
                <a:cubicBezTo>
                  <a:pt x="1034424" y="73516"/>
                  <a:pt x="1032651" y="79977"/>
                  <a:pt x="1032651" y="88084"/>
                </a:cubicBezTo>
                <a:lnTo>
                  <a:pt x="1032651" y="131324"/>
                </a:lnTo>
                <a:lnTo>
                  <a:pt x="1009088" y="131324"/>
                </a:lnTo>
                <a:lnTo>
                  <a:pt x="1009088" y="42564"/>
                </a:lnTo>
                <a:lnTo>
                  <a:pt x="1032651" y="42564"/>
                </a:lnTo>
                <a:lnTo>
                  <a:pt x="1032651" y="59624"/>
                </a:lnTo>
                <a:lnTo>
                  <a:pt x="1032904" y="59624"/>
                </a:lnTo>
                <a:cubicBezTo>
                  <a:pt x="1037239" y="47237"/>
                  <a:pt x="1045037" y="41044"/>
                  <a:pt x="1056297" y="41044"/>
                </a:cubicBezTo>
                <a:cubicBezTo>
                  <a:pt x="1059507" y="41044"/>
                  <a:pt x="1061928" y="41438"/>
                  <a:pt x="1063560" y="42226"/>
                </a:cubicBezTo>
                <a:lnTo>
                  <a:pt x="1063560" y="64269"/>
                </a:lnTo>
                <a:close/>
                <a:moveTo>
                  <a:pt x="1153644" y="93574"/>
                </a:moveTo>
                <a:lnTo>
                  <a:pt x="1094358" y="93574"/>
                </a:lnTo>
                <a:cubicBezTo>
                  <a:pt x="1095315" y="108663"/>
                  <a:pt x="1103873" y="116207"/>
                  <a:pt x="1120032" y="116207"/>
                </a:cubicBezTo>
                <a:cubicBezTo>
                  <a:pt x="1129885" y="116207"/>
                  <a:pt x="1138668" y="113617"/>
                  <a:pt x="1146381" y="108438"/>
                </a:cubicBezTo>
                <a:lnTo>
                  <a:pt x="1146381" y="126342"/>
                </a:lnTo>
                <a:cubicBezTo>
                  <a:pt x="1138161" y="131127"/>
                  <a:pt x="1127605" y="133520"/>
                  <a:pt x="1114711" y="133520"/>
                </a:cubicBezTo>
                <a:cubicBezTo>
                  <a:pt x="1100917" y="133520"/>
                  <a:pt x="1090178" y="129523"/>
                  <a:pt x="1082493" y="121528"/>
                </a:cubicBezTo>
                <a:cubicBezTo>
                  <a:pt x="1074807" y="113533"/>
                  <a:pt x="1070965" y="102357"/>
                  <a:pt x="1070965" y="88000"/>
                </a:cubicBezTo>
                <a:cubicBezTo>
                  <a:pt x="1070965" y="73924"/>
                  <a:pt x="1075089" y="62481"/>
                  <a:pt x="1083337" y="53670"/>
                </a:cubicBezTo>
                <a:cubicBezTo>
                  <a:pt x="1091585" y="44859"/>
                  <a:pt x="1101903" y="40453"/>
                  <a:pt x="1114289" y="40453"/>
                </a:cubicBezTo>
                <a:cubicBezTo>
                  <a:pt x="1126676" y="40453"/>
                  <a:pt x="1136331" y="44253"/>
                  <a:pt x="1143256" y="51854"/>
                </a:cubicBezTo>
                <a:cubicBezTo>
                  <a:pt x="1150182" y="59455"/>
                  <a:pt x="1153644" y="69899"/>
                  <a:pt x="1153644" y="83186"/>
                </a:cubicBezTo>
                <a:lnTo>
                  <a:pt x="1153644" y="93574"/>
                </a:lnTo>
                <a:moveTo>
                  <a:pt x="1131433" y="78119"/>
                </a:moveTo>
                <a:cubicBezTo>
                  <a:pt x="1131433" y="64043"/>
                  <a:pt x="1125634" y="57006"/>
                  <a:pt x="1114036" y="57006"/>
                </a:cubicBezTo>
                <a:cubicBezTo>
                  <a:pt x="1109194" y="57006"/>
                  <a:pt x="1104929" y="58920"/>
                  <a:pt x="1101241" y="62749"/>
                </a:cubicBezTo>
                <a:cubicBezTo>
                  <a:pt x="1097553" y="66577"/>
                  <a:pt x="1095259" y="71701"/>
                  <a:pt x="1094358" y="78119"/>
                </a:cubicBezTo>
                <a:lnTo>
                  <a:pt x="1131433" y="78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•UnitedStates(32)">
            <a:extLst xmlns:a="http://schemas.openxmlformats.org/drawingml/2006/main">
              <a:ext uri="{FF2B5EF4-FFF2-40B4-BE49-F238E27FC236}">
                <a16:creationId xmlns:a16="http://schemas.microsoft.com/office/drawing/2014/main" id="{EA75A0EB-1C93-44E4-87A4-021FD70B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790" y="568506"/>
            <a:ext cx="1581461" cy="159878"/>
          </a:xfrm>
          <a:custGeom xmlns:a="http://schemas.openxmlformats.org/drawingml/2006/main">
            <a:pathLst>
              <a:path w="1581461" h="159878">
                <a:moveTo>
                  <a:pt x="0" y="70798"/>
                </a:moveTo>
                <a:cubicBezTo>
                  <a:pt x="0" y="64862"/>
                  <a:pt x="2102" y="59802"/>
                  <a:pt x="6305" y="55619"/>
                </a:cubicBezTo>
                <a:cubicBezTo>
                  <a:pt x="10509" y="51435"/>
                  <a:pt x="15545" y="49343"/>
                  <a:pt x="21413" y="49343"/>
                </a:cubicBezTo>
                <a:cubicBezTo>
                  <a:pt x="27338" y="49343"/>
                  <a:pt x="32402" y="51435"/>
                  <a:pt x="36605" y="55619"/>
                </a:cubicBezTo>
                <a:cubicBezTo>
                  <a:pt x="40809" y="59802"/>
                  <a:pt x="42911" y="64862"/>
                  <a:pt x="42911" y="70798"/>
                </a:cubicBezTo>
                <a:cubicBezTo>
                  <a:pt x="42911" y="76735"/>
                  <a:pt x="40809" y="81810"/>
                  <a:pt x="36605" y="86022"/>
                </a:cubicBezTo>
                <a:cubicBezTo>
                  <a:pt x="32402" y="90233"/>
                  <a:pt x="27338" y="92338"/>
                  <a:pt x="21413" y="92338"/>
                </a:cubicBezTo>
                <a:cubicBezTo>
                  <a:pt x="15545" y="92338"/>
                  <a:pt x="10509" y="90233"/>
                  <a:pt x="6305" y="86022"/>
                </a:cubicBezTo>
                <a:cubicBezTo>
                  <a:pt x="2102" y="81810"/>
                  <a:pt x="0" y="76735"/>
                  <a:pt x="0" y="70798"/>
                </a:cubicBezTo>
                <a:close/>
                <a:moveTo>
                  <a:pt x="216988" y="78712"/>
                </a:moveTo>
                <a:cubicBezTo>
                  <a:pt x="216988" y="115444"/>
                  <a:pt x="200004" y="133810"/>
                  <a:pt x="166036" y="133810"/>
                </a:cubicBezTo>
                <a:cubicBezTo>
                  <a:pt x="133367" y="133810"/>
                  <a:pt x="117032" y="115952"/>
                  <a:pt x="117032" y="80235"/>
                </a:cubicBezTo>
                <a:lnTo>
                  <a:pt x="117032" y="7025"/>
                </a:lnTo>
                <a:lnTo>
                  <a:pt x="141238" y="7025"/>
                </a:lnTo>
                <a:lnTo>
                  <a:pt x="141238" y="80235"/>
                </a:lnTo>
                <a:cubicBezTo>
                  <a:pt x="141238" y="101959"/>
                  <a:pt x="149927" y="112820"/>
                  <a:pt x="167306" y="112820"/>
                </a:cubicBezTo>
                <a:cubicBezTo>
                  <a:pt x="184346" y="112820"/>
                  <a:pt x="192866" y="102326"/>
                  <a:pt x="192866" y="81336"/>
                </a:cubicBezTo>
                <a:lnTo>
                  <a:pt x="192866" y="7025"/>
                </a:lnTo>
                <a:lnTo>
                  <a:pt x="216988" y="7025"/>
                </a:lnTo>
                <a:lnTo>
                  <a:pt x="216988" y="78712"/>
                </a:lnTo>
                <a:close/>
                <a:moveTo>
                  <a:pt x="324298" y="131610"/>
                </a:moveTo>
                <a:lnTo>
                  <a:pt x="300769" y="131610"/>
                </a:lnTo>
                <a:lnTo>
                  <a:pt x="300769" y="81759"/>
                </a:lnTo>
                <a:cubicBezTo>
                  <a:pt x="300769" y="66524"/>
                  <a:pt x="295268" y="58907"/>
                  <a:pt x="284265" y="58907"/>
                </a:cubicBezTo>
                <a:cubicBezTo>
                  <a:pt x="278735" y="58907"/>
                  <a:pt x="274235" y="60981"/>
                  <a:pt x="270765" y="65128"/>
                </a:cubicBezTo>
                <a:cubicBezTo>
                  <a:pt x="267295" y="69275"/>
                  <a:pt x="265560" y="74537"/>
                  <a:pt x="265560" y="80913"/>
                </a:cubicBezTo>
                <a:lnTo>
                  <a:pt x="265560" y="131610"/>
                </a:lnTo>
                <a:lnTo>
                  <a:pt x="241947" y="131610"/>
                </a:lnTo>
                <a:lnTo>
                  <a:pt x="241947" y="42657"/>
                </a:lnTo>
                <a:lnTo>
                  <a:pt x="265560" y="42657"/>
                </a:lnTo>
                <a:lnTo>
                  <a:pt x="265560" y="56960"/>
                </a:lnTo>
                <a:lnTo>
                  <a:pt x="265814" y="56960"/>
                </a:lnTo>
                <a:cubicBezTo>
                  <a:pt x="272359" y="46014"/>
                  <a:pt x="281980" y="40541"/>
                  <a:pt x="294675" y="40541"/>
                </a:cubicBezTo>
                <a:cubicBezTo>
                  <a:pt x="314424" y="40541"/>
                  <a:pt x="324298" y="52757"/>
                  <a:pt x="324298" y="77189"/>
                </a:cubicBezTo>
                <a:lnTo>
                  <a:pt x="324298" y="131610"/>
                </a:lnTo>
                <a:close/>
                <a:moveTo>
                  <a:pt x="345134" y="13373"/>
                </a:moveTo>
                <a:cubicBezTo>
                  <a:pt x="345134" y="9761"/>
                  <a:pt x="346417" y="6743"/>
                  <a:pt x="348985" y="4316"/>
                </a:cubicBezTo>
                <a:cubicBezTo>
                  <a:pt x="351552" y="1890"/>
                  <a:pt x="354867" y="677"/>
                  <a:pt x="358929" y="677"/>
                </a:cubicBezTo>
                <a:cubicBezTo>
                  <a:pt x="362879" y="677"/>
                  <a:pt x="366180" y="1876"/>
                  <a:pt x="368832" y="4274"/>
                </a:cubicBezTo>
                <a:cubicBezTo>
                  <a:pt x="371484" y="6672"/>
                  <a:pt x="372810" y="9705"/>
                  <a:pt x="372810" y="13373"/>
                </a:cubicBezTo>
                <a:cubicBezTo>
                  <a:pt x="372810" y="17040"/>
                  <a:pt x="371498" y="20087"/>
                  <a:pt x="368874" y="22513"/>
                </a:cubicBezTo>
                <a:cubicBezTo>
                  <a:pt x="366251" y="24940"/>
                  <a:pt x="362936" y="26153"/>
                  <a:pt x="358929" y="26153"/>
                </a:cubicBezTo>
                <a:cubicBezTo>
                  <a:pt x="354923" y="26153"/>
                  <a:pt x="351623" y="24911"/>
                  <a:pt x="349027" y="22429"/>
                </a:cubicBezTo>
                <a:cubicBezTo>
                  <a:pt x="346431" y="19946"/>
                  <a:pt x="345134" y="16927"/>
                  <a:pt x="345134" y="13373"/>
                </a:cubicBezTo>
                <a:moveTo>
                  <a:pt x="346996" y="131610"/>
                </a:moveTo>
                <a:lnTo>
                  <a:pt x="346996" y="42657"/>
                </a:lnTo>
                <a:lnTo>
                  <a:pt x="370525" y="42657"/>
                </a:lnTo>
                <a:lnTo>
                  <a:pt x="370525" y="131610"/>
                </a:lnTo>
                <a:lnTo>
                  <a:pt x="346996" y="131610"/>
                </a:lnTo>
                <a:close/>
                <a:moveTo>
                  <a:pt x="444328" y="130679"/>
                </a:moveTo>
                <a:cubicBezTo>
                  <a:pt x="440322" y="132710"/>
                  <a:pt x="434736" y="133726"/>
                  <a:pt x="427570" y="133726"/>
                </a:cubicBezTo>
                <a:cubicBezTo>
                  <a:pt x="409345" y="133726"/>
                  <a:pt x="400232" y="124077"/>
                  <a:pt x="400232" y="104780"/>
                </a:cubicBezTo>
                <a:lnTo>
                  <a:pt x="400232" y="60600"/>
                </a:lnTo>
                <a:lnTo>
                  <a:pt x="385505" y="60600"/>
                </a:lnTo>
                <a:lnTo>
                  <a:pt x="385505" y="42657"/>
                </a:lnTo>
                <a:lnTo>
                  <a:pt x="400232" y="42657"/>
                </a:lnTo>
                <a:lnTo>
                  <a:pt x="400232" y="22767"/>
                </a:lnTo>
                <a:lnTo>
                  <a:pt x="423761" y="15912"/>
                </a:lnTo>
                <a:lnTo>
                  <a:pt x="423761" y="42657"/>
                </a:lnTo>
                <a:lnTo>
                  <a:pt x="444328" y="42657"/>
                </a:lnTo>
                <a:lnTo>
                  <a:pt x="444328" y="60600"/>
                </a:lnTo>
                <a:lnTo>
                  <a:pt x="423761" y="60600"/>
                </a:lnTo>
                <a:lnTo>
                  <a:pt x="423761" y="100633"/>
                </a:lnTo>
                <a:cubicBezTo>
                  <a:pt x="423761" y="110451"/>
                  <a:pt x="427626" y="115360"/>
                  <a:pt x="435356" y="115360"/>
                </a:cubicBezTo>
                <a:cubicBezTo>
                  <a:pt x="438572" y="115360"/>
                  <a:pt x="441563" y="114457"/>
                  <a:pt x="444328" y="112651"/>
                </a:cubicBezTo>
                <a:lnTo>
                  <a:pt x="444328" y="130679"/>
                </a:lnTo>
                <a:close/>
                <a:moveTo>
                  <a:pt x="537618" y="93777"/>
                </a:moveTo>
                <a:lnTo>
                  <a:pt x="478203" y="93777"/>
                </a:lnTo>
                <a:cubicBezTo>
                  <a:pt x="479162" y="108899"/>
                  <a:pt x="487739" y="116460"/>
                  <a:pt x="503933" y="116460"/>
                </a:cubicBezTo>
                <a:cubicBezTo>
                  <a:pt x="513807" y="116460"/>
                  <a:pt x="522609" y="113864"/>
                  <a:pt x="530339" y="108673"/>
                </a:cubicBezTo>
                <a:lnTo>
                  <a:pt x="530339" y="126616"/>
                </a:lnTo>
                <a:cubicBezTo>
                  <a:pt x="522101" y="131412"/>
                  <a:pt x="511522" y="133810"/>
                  <a:pt x="498601" y="133810"/>
                </a:cubicBezTo>
                <a:cubicBezTo>
                  <a:pt x="484777" y="133810"/>
                  <a:pt x="474014" y="129804"/>
                  <a:pt x="466312" y="121792"/>
                </a:cubicBezTo>
                <a:cubicBezTo>
                  <a:pt x="458610" y="113780"/>
                  <a:pt x="454759" y="102579"/>
                  <a:pt x="454759" y="88191"/>
                </a:cubicBezTo>
                <a:cubicBezTo>
                  <a:pt x="454759" y="74085"/>
                  <a:pt x="458892" y="62617"/>
                  <a:pt x="467158" y="53787"/>
                </a:cubicBezTo>
                <a:cubicBezTo>
                  <a:pt x="475424" y="44956"/>
                  <a:pt x="485764" y="40541"/>
                  <a:pt x="498177" y="40541"/>
                </a:cubicBezTo>
                <a:cubicBezTo>
                  <a:pt x="510591" y="40541"/>
                  <a:pt x="520267" y="44350"/>
                  <a:pt x="527208" y="51967"/>
                </a:cubicBezTo>
                <a:cubicBezTo>
                  <a:pt x="534148" y="59584"/>
                  <a:pt x="537618" y="70051"/>
                  <a:pt x="537618" y="83367"/>
                </a:cubicBezTo>
                <a:lnTo>
                  <a:pt x="537618" y="93777"/>
                </a:lnTo>
                <a:moveTo>
                  <a:pt x="515359" y="78289"/>
                </a:moveTo>
                <a:cubicBezTo>
                  <a:pt x="515359" y="64183"/>
                  <a:pt x="509547" y="57130"/>
                  <a:pt x="497923" y="57130"/>
                </a:cubicBezTo>
                <a:cubicBezTo>
                  <a:pt x="493071" y="57130"/>
                  <a:pt x="488797" y="59048"/>
                  <a:pt x="485101" y="62885"/>
                </a:cubicBezTo>
                <a:cubicBezTo>
                  <a:pt x="481405" y="66722"/>
                  <a:pt x="479106" y="71856"/>
                  <a:pt x="478203" y="78289"/>
                </a:cubicBezTo>
                <a:lnTo>
                  <a:pt x="515359" y="78289"/>
                </a:lnTo>
                <a:close/>
                <a:moveTo>
                  <a:pt x="639646" y="131610"/>
                </a:moveTo>
                <a:lnTo>
                  <a:pt x="616118" y="131610"/>
                </a:lnTo>
                <a:lnTo>
                  <a:pt x="616118" y="118491"/>
                </a:lnTo>
                <a:lnTo>
                  <a:pt x="615694" y="118491"/>
                </a:lnTo>
                <a:cubicBezTo>
                  <a:pt x="609375" y="128704"/>
                  <a:pt x="599924" y="133810"/>
                  <a:pt x="587341" y="133810"/>
                </a:cubicBezTo>
                <a:cubicBezTo>
                  <a:pt x="576169" y="133810"/>
                  <a:pt x="567226" y="129804"/>
                  <a:pt x="560511" y="121792"/>
                </a:cubicBezTo>
                <a:cubicBezTo>
                  <a:pt x="553797" y="113780"/>
                  <a:pt x="550440" y="102890"/>
                  <a:pt x="550440" y="89122"/>
                </a:cubicBezTo>
                <a:cubicBezTo>
                  <a:pt x="550440" y="74508"/>
                  <a:pt x="554192" y="62758"/>
                  <a:pt x="561696" y="53871"/>
                </a:cubicBezTo>
                <a:cubicBezTo>
                  <a:pt x="569201" y="44984"/>
                  <a:pt x="578962" y="40541"/>
                  <a:pt x="590981" y="40541"/>
                </a:cubicBezTo>
                <a:cubicBezTo>
                  <a:pt x="602660" y="40541"/>
                  <a:pt x="610898" y="44857"/>
                  <a:pt x="615694" y="53490"/>
                </a:cubicBezTo>
                <a:lnTo>
                  <a:pt x="616118" y="53490"/>
                </a:lnTo>
                <a:lnTo>
                  <a:pt x="616118" y="0"/>
                </a:lnTo>
                <a:lnTo>
                  <a:pt x="639646" y="0"/>
                </a:lnTo>
                <a:lnTo>
                  <a:pt x="639646" y="131610"/>
                </a:lnTo>
                <a:moveTo>
                  <a:pt x="616456" y="80743"/>
                </a:moveTo>
                <a:cubicBezTo>
                  <a:pt x="616456" y="74480"/>
                  <a:pt x="614538" y="69275"/>
                  <a:pt x="610701" y="65128"/>
                </a:cubicBezTo>
                <a:cubicBezTo>
                  <a:pt x="606864" y="60981"/>
                  <a:pt x="602040" y="58907"/>
                  <a:pt x="596228" y="58907"/>
                </a:cubicBezTo>
                <a:cubicBezTo>
                  <a:pt x="589457" y="58907"/>
                  <a:pt x="584111" y="61559"/>
                  <a:pt x="580189" y="66863"/>
                </a:cubicBezTo>
                <a:cubicBezTo>
                  <a:pt x="576268" y="72167"/>
                  <a:pt x="574307" y="79361"/>
                  <a:pt x="574307" y="88445"/>
                </a:cubicBezTo>
                <a:cubicBezTo>
                  <a:pt x="574307" y="96965"/>
                  <a:pt x="576197" y="103581"/>
                  <a:pt x="579978" y="108292"/>
                </a:cubicBezTo>
                <a:cubicBezTo>
                  <a:pt x="583758" y="113004"/>
                  <a:pt x="588865" y="115360"/>
                  <a:pt x="595297" y="115360"/>
                </a:cubicBezTo>
                <a:cubicBezTo>
                  <a:pt x="601504" y="115360"/>
                  <a:pt x="606582" y="112905"/>
                  <a:pt x="610532" y="107996"/>
                </a:cubicBezTo>
                <a:cubicBezTo>
                  <a:pt x="614481" y="103087"/>
                  <a:pt x="616456" y="96824"/>
                  <a:pt x="616456" y="89207"/>
                </a:cubicBezTo>
                <a:lnTo>
                  <a:pt x="616456" y="80743"/>
                </a:lnTo>
                <a:close/>
                <a:moveTo>
                  <a:pt x="719651" y="102072"/>
                </a:moveTo>
                <a:cubicBezTo>
                  <a:pt x="729525" y="110253"/>
                  <a:pt x="740838" y="114344"/>
                  <a:pt x="753590" y="114344"/>
                </a:cubicBezTo>
                <a:cubicBezTo>
                  <a:pt x="761264" y="114344"/>
                  <a:pt x="766991" y="113004"/>
                  <a:pt x="770771" y="110324"/>
                </a:cubicBezTo>
                <a:cubicBezTo>
                  <a:pt x="774552" y="107644"/>
                  <a:pt x="776442" y="104131"/>
                  <a:pt x="776442" y="99786"/>
                </a:cubicBezTo>
                <a:cubicBezTo>
                  <a:pt x="776442" y="96006"/>
                  <a:pt x="774862" y="92536"/>
                  <a:pt x="771702" y="89376"/>
                </a:cubicBezTo>
                <a:cubicBezTo>
                  <a:pt x="768542" y="86216"/>
                  <a:pt x="760897" y="82041"/>
                  <a:pt x="748766" y="76850"/>
                </a:cubicBezTo>
                <a:cubicBezTo>
                  <a:pt x="738440" y="72223"/>
                  <a:pt x="730950" y="67018"/>
                  <a:pt x="726295" y="61235"/>
                </a:cubicBezTo>
                <a:cubicBezTo>
                  <a:pt x="721640" y="55451"/>
                  <a:pt x="719312" y="48666"/>
                  <a:pt x="719312" y="40879"/>
                </a:cubicBezTo>
                <a:cubicBezTo>
                  <a:pt x="719312" y="29651"/>
                  <a:pt x="723657" y="20863"/>
                  <a:pt x="732346" y="14515"/>
                </a:cubicBezTo>
                <a:cubicBezTo>
                  <a:pt x="741036" y="8167"/>
                  <a:pt x="752433" y="4994"/>
                  <a:pt x="766539" y="4994"/>
                </a:cubicBezTo>
                <a:cubicBezTo>
                  <a:pt x="779178" y="4994"/>
                  <a:pt x="789137" y="6573"/>
                  <a:pt x="796416" y="9733"/>
                </a:cubicBezTo>
                <a:lnTo>
                  <a:pt x="796416" y="32839"/>
                </a:lnTo>
                <a:cubicBezTo>
                  <a:pt x="788347" y="27309"/>
                  <a:pt x="778614" y="24545"/>
                  <a:pt x="767216" y="24545"/>
                </a:cubicBezTo>
                <a:cubicBezTo>
                  <a:pt x="760502" y="24545"/>
                  <a:pt x="755071" y="25814"/>
                  <a:pt x="750924" y="28353"/>
                </a:cubicBezTo>
                <a:cubicBezTo>
                  <a:pt x="746777" y="30892"/>
                  <a:pt x="744703" y="34391"/>
                  <a:pt x="744703" y="38848"/>
                </a:cubicBezTo>
                <a:cubicBezTo>
                  <a:pt x="744703" y="42403"/>
                  <a:pt x="746142" y="45647"/>
                  <a:pt x="749020" y="48581"/>
                </a:cubicBezTo>
                <a:cubicBezTo>
                  <a:pt x="751897" y="51515"/>
                  <a:pt x="758640" y="55324"/>
                  <a:pt x="769248" y="60007"/>
                </a:cubicBezTo>
                <a:cubicBezTo>
                  <a:pt x="781435" y="65311"/>
                  <a:pt x="789899" y="70883"/>
                  <a:pt x="794639" y="76723"/>
                </a:cubicBezTo>
                <a:cubicBezTo>
                  <a:pt x="799378" y="82563"/>
                  <a:pt x="801748" y="89545"/>
                  <a:pt x="801748" y="97671"/>
                </a:cubicBezTo>
                <a:cubicBezTo>
                  <a:pt x="801748" y="109407"/>
                  <a:pt x="797559" y="118364"/>
                  <a:pt x="789180" y="124543"/>
                </a:cubicBezTo>
                <a:cubicBezTo>
                  <a:pt x="780801" y="130721"/>
                  <a:pt x="769050" y="133810"/>
                  <a:pt x="753928" y="133810"/>
                </a:cubicBezTo>
                <a:cubicBezTo>
                  <a:pt x="739879" y="133810"/>
                  <a:pt x="728453" y="131469"/>
                  <a:pt x="719651" y="126786"/>
                </a:cubicBezTo>
                <a:lnTo>
                  <a:pt x="719651" y="102072"/>
                </a:lnTo>
                <a:close/>
                <a:moveTo>
                  <a:pt x="871080" y="130679"/>
                </a:moveTo>
                <a:cubicBezTo>
                  <a:pt x="867074" y="132710"/>
                  <a:pt x="861488" y="133726"/>
                  <a:pt x="854322" y="133726"/>
                </a:cubicBezTo>
                <a:cubicBezTo>
                  <a:pt x="836097" y="133726"/>
                  <a:pt x="826984" y="124077"/>
                  <a:pt x="826984" y="104780"/>
                </a:cubicBezTo>
                <a:lnTo>
                  <a:pt x="826984" y="60600"/>
                </a:lnTo>
                <a:lnTo>
                  <a:pt x="812257" y="60600"/>
                </a:lnTo>
                <a:lnTo>
                  <a:pt x="812257" y="42657"/>
                </a:lnTo>
                <a:lnTo>
                  <a:pt x="826984" y="42657"/>
                </a:lnTo>
                <a:lnTo>
                  <a:pt x="826984" y="22767"/>
                </a:lnTo>
                <a:lnTo>
                  <a:pt x="850513" y="15912"/>
                </a:lnTo>
                <a:lnTo>
                  <a:pt x="850513" y="42657"/>
                </a:lnTo>
                <a:lnTo>
                  <a:pt x="871080" y="42657"/>
                </a:lnTo>
                <a:lnTo>
                  <a:pt x="871080" y="60600"/>
                </a:lnTo>
                <a:lnTo>
                  <a:pt x="850513" y="60600"/>
                </a:lnTo>
                <a:lnTo>
                  <a:pt x="850513" y="100633"/>
                </a:lnTo>
                <a:cubicBezTo>
                  <a:pt x="850513" y="110451"/>
                  <a:pt x="854378" y="115360"/>
                  <a:pt x="862108" y="115360"/>
                </a:cubicBezTo>
                <a:cubicBezTo>
                  <a:pt x="865324" y="115360"/>
                  <a:pt x="868315" y="114457"/>
                  <a:pt x="871080" y="112651"/>
                </a:cubicBezTo>
                <a:lnTo>
                  <a:pt x="871080" y="130679"/>
                </a:lnTo>
                <a:close/>
                <a:moveTo>
                  <a:pt x="888697" y="48327"/>
                </a:moveTo>
                <a:cubicBezTo>
                  <a:pt x="892703" y="46014"/>
                  <a:pt x="897894" y="44138"/>
                  <a:pt x="904270" y="42699"/>
                </a:cubicBezTo>
                <a:cubicBezTo>
                  <a:pt x="910646" y="41260"/>
                  <a:pt x="916373" y="40541"/>
                  <a:pt x="921451" y="40541"/>
                </a:cubicBezTo>
                <a:cubicBezTo>
                  <a:pt x="945488" y="40541"/>
                  <a:pt x="957507" y="52729"/>
                  <a:pt x="957507" y="77104"/>
                </a:cubicBezTo>
                <a:lnTo>
                  <a:pt x="957507" y="131610"/>
                </a:lnTo>
                <a:lnTo>
                  <a:pt x="934993" y="131610"/>
                </a:lnTo>
                <a:lnTo>
                  <a:pt x="934993" y="118491"/>
                </a:lnTo>
                <a:lnTo>
                  <a:pt x="934570" y="118491"/>
                </a:lnTo>
                <a:cubicBezTo>
                  <a:pt x="928589" y="128704"/>
                  <a:pt x="919702" y="133810"/>
                  <a:pt x="907910" y="133810"/>
                </a:cubicBezTo>
                <a:cubicBezTo>
                  <a:pt x="899333" y="133810"/>
                  <a:pt x="892534" y="131398"/>
                  <a:pt x="887512" y="126574"/>
                </a:cubicBezTo>
                <a:cubicBezTo>
                  <a:pt x="882490" y="121750"/>
                  <a:pt x="879979" y="115275"/>
                  <a:pt x="879979" y="107150"/>
                </a:cubicBezTo>
                <a:cubicBezTo>
                  <a:pt x="879979" y="90166"/>
                  <a:pt x="890079" y="80320"/>
                  <a:pt x="910279" y="77612"/>
                </a:cubicBezTo>
                <a:lnTo>
                  <a:pt x="935078" y="74226"/>
                </a:lnTo>
                <a:cubicBezTo>
                  <a:pt x="935078" y="62885"/>
                  <a:pt x="929548" y="57214"/>
                  <a:pt x="918489" y="57214"/>
                </a:cubicBezTo>
                <a:cubicBezTo>
                  <a:pt x="907938" y="57214"/>
                  <a:pt x="898007" y="60515"/>
                  <a:pt x="888697" y="67117"/>
                </a:cubicBezTo>
                <a:lnTo>
                  <a:pt x="888697" y="48327"/>
                </a:lnTo>
                <a:moveTo>
                  <a:pt x="917389" y="90984"/>
                </a:moveTo>
                <a:cubicBezTo>
                  <a:pt x="907232" y="92282"/>
                  <a:pt x="902154" y="96824"/>
                  <a:pt x="902154" y="104611"/>
                </a:cubicBezTo>
                <a:cubicBezTo>
                  <a:pt x="902154" y="108109"/>
                  <a:pt x="903367" y="110958"/>
                  <a:pt x="905794" y="113159"/>
                </a:cubicBezTo>
                <a:cubicBezTo>
                  <a:pt x="908220" y="115360"/>
                  <a:pt x="911492" y="116460"/>
                  <a:pt x="915611" y="116460"/>
                </a:cubicBezTo>
                <a:cubicBezTo>
                  <a:pt x="921254" y="116460"/>
                  <a:pt x="925909" y="114471"/>
                  <a:pt x="929576" y="110493"/>
                </a:cubicBezTo>
                <a:cubicBezTo>
                  <a:pt x="933244" y="106515"/>
                  <a:pt x="935078" y="101507"/>
                  <a:pt x="935078" y="95470"/>
                </a:cubicBezTo>
                <a:lnTo>
                  <a:pt x="935078" y="88699"/>
                </a:lnTo>
                <a:lnTo>
                  <a:pt x="917389" y="90984"/>
                </a:lnTo>
                <a:close/>
                <a:moveTo>
                  <a:pt x="1030722" y="130679"/>
                </a:moveTo>
                <a:cubicBezTo>
                  <a:pt x="1026716" y="132710"/>
                  <a:pt x="1021130" y="133726"/>
                  <a:pt x="1013964" y="133726"/>
                </a:cubicBezTo>
                <a:cubicBezTo>
                  <a:pt x="995739" y="133726"/>
                  <a:pt x="986627" y="124077"/>
                  <a:pt x="986627" y="104780"/>
                </a:cubicBezTo>
                <a:lnTo>
                  <a:pt x="986627" y="60600"/>
                </a:lnTo>
                <a:lnTo>
                  <a:pt x="971900" y="60600"/>
                </a:lnTo>
                <a:lnTo>
                  <a:pt x="971900" y="42657"/>
                </a:lnTo>
                <a:lnTo>
                  <a:pt x="986627" y="42657"/>
                </a:lnTo>
                <a:lnTo>
                  <a:pt x="986627" y="22767"/>
                </a:lnTo>
                <a:lnTo>
                  <a:pt x="1010156" y="15912"/>
                </a:lnTo>
                <a:lnTo>
                  <a:pt x="1010156" y="42657"/>
                </a:lnTo>
                <a:lnTo>
                  <a:pt x="1030722" y="42657"/>
                </a:lnTo>
                <a:lnTo>
                  <a:pt x="1030722" y="60600"/>
                </a:lnTo>
                <a:lnTo>
                  <a:pt x="1010156" y="60600"/>
                </a:lnTo>
                <a:lnTo>
                  <a:pt x="1010156" y="100633"/>
                </a:lnTo>
                <a:cubicBezTo>
                  <a:pt x="1010156" y="110451"/>
                  <a:pt x="1014021" y="115360"/>
                  <a:pt x="1021751" y="115360"/>
                </a:cubicBezTo>
                <a:cubicBezTo>
                  <a:pt x="1024967" y="115360"/>
                  <a:pt x="1027957" y="114457"/>
                  <a:pt x="1030722" y="112651"/>
                </a:cubicBezTo>
                <a:lnTo>
                  <a:pt x="1030722" y="130679"/>
                </a:lnTo>
                <a:close/>
                <a:moveTo>
                  <a:pt x="1123840" y="93777"/>
                </a:moveTo>
                <a:lnTo>
                  <a:pt x="1064425" y="93777"/>
                </a:lnTo>
                <a:cubicBezTo>
                  <a:pt x="1065384" y="108899"/>
                  <a:pt x="1073961" y="116460"/>
                  <a:pt x="1090154" y="116460"/>
                </a:cubicBezTo>
                <a:cubicBezTo>
                  <a:pt x="1100029" y="116460"/>
                  <a:pt x="1108831" y="113864"/>
                  <a:pt x="1116561" y="108673"/>
                </a:cubicBezTo>
                <a:lnTo>
                  <a:pt x="1116561" y="126616"/>
                </a:lnTo>
                <a:cubicBezTo>
                  <a:pt x="1108323" y="131412"/>
                  <a:pt x="1097744" y="133810"/>
                  <a:pt x="1084822" y="133810"/>
                </a:cubicBezTo>
                <a:cubicBezTo>
                  <a:pt x="1070998" y="133810"/>
                  <a:pt x="1060235" y="129804"/>
                  <a:pt x="1052534" y="121792"/>
                </a:cubicBezTo>
                <a:cubicBezTo>
                  <a:pt x="1044832" y="113780"/>
                  <a:pt x="1040981" y="102579"/>
                  <a:pt x="1040981" y="88191"/>
                </a:cubicBezTo>
                <a:cubicBezTo>
                  <a:pt x="1040981" y="74085"/>
                  <a:pt x="1045114" y="62617"/>
                  <a:pt x="1053380" y="53787"/>
                </a:cubicBezTo>
                <a:cubicBezTo>
                  <a:pt x="1061646" y="44956"/>
                  <a:pt x="1071986" y="40541"/>
                  <a:pt x="1084399" y="40541"/>
                </a:cubicBezTo>
                <a:cubicBezTo>
                  <a:pt x="1096813" y="40541"/>
                  <a:pt x="1106489" y="44350"/>
                  <a:pt x="1113429" y="51967"/>
                </a:cubicBezTo>
                <a:cubicBezTo>
                  <a:pt x="1120370" y="59584"/>
                  <a:pt x="1123840" y="70051"/>
                  <a:pt x="1123840" y="83367"/>
                </a:cubicBezTo>
                <a:lnTo>
                  <a:pt x="1123840" y="93777"/>
                </a:lnTo>
                <a:moveTo>
                  <a:pt x="1101580" y="78289"/>
                </a:moveTo>
                <a:cubicBezTo>
                  <a:pt x="1101580" y="64183"/>
                  <a:pt x="1095769" y="57130"/>
                  <a:pt x="1084145" y="57130"/>
                </a:cubicBezTo>
                <a:cubicBezTo>
                  <a:pt x="1079293" y="57130"/>
                  <a:pt x="1075019" y="59048"/>
                  <a:pt x="1071323" y="62885"/>
                </a:cubicBezTo>
                <a:cubicBezTo>
                  <a:pt x="1067627" y="66722"/>
                  <a:pt x="1065328" y="71856"/>
                  <a:pt x="1064425" y="78289"/>
                </a:cubicBezTo>
                <a:lnTo>
                  <a:pt x="1101580" y="78289"/>
                </a:lnTo>
                <a:close/>
                <a:moveTo>
                  <a:pt x="1139116" y="108758"/>
                </a:moveTo>
                <a:cubicBezTo>
                  <a:pt x="1147918" y="114288"/>
                  <a:pt x="1156607" y="117052"/>
                  <a:pt x="1165184" y="117052"/>
                </a:cubicBezTo>
                <a:cubicBezTo>
                  <a:pt x="1176243" y="117052"/>
                  <a:pt x="1181773" y="113921"/>
                  <a:pt x="1181773" y="107658"/>
                </a:cubicBezTo>
                <a:cubicBezTo>
                  <a:pt x="1181773" y="103313"/>
                  <a:pt x="1177400" y="99645"/>
                  <a:pt x="1168654" y="96655"/>
                </a:cubicBezTo>
                <a:cubicBezTo>
                  <a:pt x="1155902" y="92367"/>
                  <a:pt x="1147805" y="88149"/>
                  <a:pt x="1144363" y="84002"/>
                </a:cubicBezTo>
                <a:cubicBezTo>
                  <a:pt x="1140921" y="79855"/>
                  <a:pt x="1139201" y="74537"/>
                  <a:pt x="1139201" y="68048"/>
                </a:cubicBezTo>
                <a:cubicBezTo>
                  <a:pt x="1139201" y="59471"/>
                  <a:pt x="1142699" y="52743"/>
                  <a:pt x="1149695" y="47862"/>
                </a:cubicBezTo>
                <a:cubicBezTo>
                  <a:pt x="1156692" y="42981"/>
                  <a:pt x="1165692" y="40541"/>
                  <a:pt x="1176695" y="40541"/>
                </a:cubicBezTo>
                <a:cubicBezTo>
                  <a:pt x="1184368" y="40541"/>
                  <a:pt x="1192042" y="41754"/>
                  <a:pt x="1199716" y="44180"/>
                </a:cubicBezTo>
                <a:lnTo>
                  <a:pt x="1199716" y="63393"/>
                </a:lnTo>
                <a:cubicBezTo>
                  <a:pt x="1192775" y="59274"/>
                  <a:pt x="1185186" y="57214"/>
                  <a:pt x="1176948" y="57214"/>
                </a:cubicBezTo>
                <a:cubicBezTo>
                  <a:pt x="1172604" y="57214"/>
                  <a:pt x="1169105" y="58032"/>
                  <a:pt x="1166454" y="59669"/>
                </a:cubicBezTo>
                <a:cubicBezTo>
                  <a:pt x="1163802" y="61305"/>
                  <a:pt x="1162476" y="63477"/>
                  <a:pt x="1162476" y="66186"/>
                </a:cubicBezTo>
                <a:cubicBezTo>
                  <a:pt x="1162476" y="70643"/>
                  <a:pt x="1166171" y="74170"/>
                  <a:pt x="1173563" y="76765"/>
                </a:cubicBezTo>
                <a:cubicBezTo>
                  <a:pt x="1181970" y="79812"/>
                  <a:pt x="1188149" y="82365"/>
                  <a:pt x="1192098" y="84425"/>
                </a:cubicBezTo>
                <a:cubicBezTo>
                  <a:pt x="1196048" y="86484"/>
                  <a:pt x="1199123" y="89292"/>
                  <a:pt x="1201324" y="92846"/>
                </a:cubicBezTo>
                <a:cubicBezTo>
                  <a:pt x="1203524" y="96401"/>
                  <a:pt x="1204625" y="100576"/>
                  <a:pt x="1204625" y="105372"/>
                </a:cubicBezTo>
                <a:cubicBezTo>
                  <a:pt x="1204625" y="114400"/>
                  <a:pt x="1201028" y="121397"/>
                  <a:pt x="1193833" y="126362"/>
                </a:cubicBezTo>
                <a:cubicBezTo>
                  <a:pt x="1186639" y="131328"/>
                  <a:pt x="1177146" y="133810"/>
                  <a:pt x="1165353" y="133810"/>
                </a:cubicBezTo>
                <a:cubicBezTo>
                  <a:pt x="1155423" y="133810"/>
                  <a:pt x="1146677" y="132230"/>
                  <a:pt x="1139116" y="129071"/>
                </a:cubicBezTo>
                <a:lnTo>
                  <a:pt x="1139116" y="108758"/>
                </a:lnTo>
                <a:close/>
                <a:moveTo>
                  <a:pt x="1312016" y="159878"/>
                </a:moveTo>
                <a:cubicBezTo>
                  <a:pt x="1293509" y="139340"/>
                  <a:pt x="1284256" y="114062"/>
                  <a:pt x="1284256" y="84044"/>
                </a:cubicBezTo>
                <a:cubicBezTo>
                  <a:pt x="1284256" y="54647"/>
                  <a:pt x="1293509" y="28974"/>
                  <a:pt x="1312016" y="7025"/>
                </a:cubicBezTo>
                <a:lnTo>
                  <a:pt x="1331483" y="7025"/>
                </a:lnTo>
                <a:cubicBezTo>
                  <a:pt x="1313766" y="29877"/>
                  <a:pt x="1304907" y="55522"/>
                  <a:pt x="1304907" y="83959"/>
                </a:cubicBezTo>
                <a:cubicBezTo>
                  <a:pt x="1304907" y="112172"/>
                  <a:pt x="1313766" y="137478"/>
                  <a:pt x="1331483" y="159878"/>
                </a:cubicBezTo>
                <a:lnTo>
                  <a:pt x="1312016" y="159878"/>
                </a:lnTo>
                <a:close/>
                <a:moveTo>
                  <a:pt x="1345449" y="105965"/>
                </a:moveTo>
                <a:cubicBezTo>
                  <a:pt x="1353856" y="112228"/>
                  <a:pt x="1363561" y="115360"/>
                  <a:pt x="1374564" y="115360"/>
                </a:cubicBezTo>
                <a:cubicBezTo>
                  <a:pt x="1381786" y="115360"/>
                  <a:pt x="1387598" y="113709"/>
                  <a:pt x="1391999" y="110408"/>
                </a:cubicBezTo>
                <a:cubicBezTo>
                  <a:pt x="1396400" y="107108"/>
                  <a:pt x="1398600" y="102382"/>
                  <a:pt x="1398600" y="96232"/>
                </a:cubicBezTo>
                <a:cubicBezTo>
                  <a:pt x="1398600" y="83311"/>
                  <a:pt x="1388839" y="76850"/>
                  <a:pt x="1369316" y="76850"/>
                </a:cubicBezTo>
                <a:lnTo>
                  <a:pt x="1358313" y="76850"/>
                </a:lnTo>
                <a:lnTo>
                  <a:pt x="1358313" y="58399"/>
                </a:lnTo>
                <a:lnTo>
                  <a:pt x="1368555" y="58399"/>
                </a:lnTo>
                <a:cubicBezTo>
                  <a:pt x="1386046" y="58399"/>
                  <a:pt x="1394792" y="52362"/>
                  <a:pt x="1394792" y="40287"/>
                </a:cubicBezTo>
                <a:cubicBezTo>
                  <a:pt x="1394792" y="29002"/>
                  <a:pt x="1388077" y="23360"/>
                  <a:pt x="1374648" y="23360"/>
                </a:cubicBezTo>
                <a:cubicBezTo>
                  <a:pt x="1366241" y="23360"/>
                  <a:pt x="1358088" y="26124"/>
                  <a:pt x="1350188" y="31654"/>
                </a:cubicBezTo>
                <a:lnTo>
                  <a:pt x="1350188" y="11764"/>
                </a:lnTo>
                <a:cubicBezTo>
                  <a:pt x="1358652" y="7251"/>
                  <a:pt x="1368639" y="4994"/>
                  <a:pt x="1380150" y="4994"/>
                </a:cubicBezTo>
                <a:cubicBezTo>
                  <a:pt x="1391604" y="4994"/>
                  <a:pt x="1400914" y="7702"/>
                  <a:pt x="1408080" y="13119"/>
                </a:cubicBezTo>
                <a:cubicBezTo>
                  <a:pt x="1415246" y="18535"/>
                  <a:pt x="1418829" y="26040"/>
                  <a:pt x="1418829" y="35632"/>
                </a:cubicBezTo>
                <a:cubicBezTo>
                  <a:pt x="1418829" y="51826"/>
                  <a:pt x="1410562" y="62095"/>
                  <a:pt x="1394030" y="66440"/>
                </a:cubicBezTo>
                <a:lnTo>
                  <a:pt x="1394030" y="66778"/>
                </a:lnTo>
                <a:cubicBezTo>
                  <a:pt x="1402663" y="67681"/>
                  <a:pt x="1409603" y="70855"/>
                  <a:pt x="1414851" y="76300"/>
                </a:cubicBezTo>
                <a:cubicBezTo>
                  <a:pt x="1420098" y="81745"/>
                  <a:pt x="1422722" y="88332"/>
                  <a:pt x="1422722" y="96062"/>
                </a:cubicBezTo>
                <a:cubicBezTo>
                  <a:pt x="1422722" y="107855"/>
                  <a:pt x="1418448" y="117095"/>
                  <a:pt x="1409899" y="123781"/>
                </a:cubicBezTo>
                <a:cubicBezTo>
                  <a:pt x="1401351" y="130467"/>
                  <a:pt x="1390024" y="133810"/>
                  <a:pt x="1375918" y="133810"/>
                </a:cubicBezTo>
                <a:cubicBezTo>
                  <a:pt x="1363505" y="133810"/>
                  <a:pt x="1353348" y="131666"/>
                  <a:pt x="1345449" y="127378"/>
                </a:cubicBezTo>
                <a:lnTo>
                  <a:pt x="1345449" y="105965"/>
                </a:lnTo>
                <a:close/>
                <a:moveTo>
                  <a:pt x="1468533" y="111720"/>
                </a:moveTo>
                <a:lnTo>
                  <a:pt x="1521346" y="111720"/>
                </a:lnTo>
                <a:lnTo>
                  <a:pt x="1521346" y="131610"/>
                </a:lnTo>
                <a:lnTo>
                  <a:pt x="1443565" y="131610"/>
                </a:lnTo>
                <a:lnTo>
                  <a:pt x="1443565" y="122215"/>
                </a:lnTo>
                <a:cubicBezTo>
                  <a:pt x="1443565" y="115501"/>
                  <a:pt x="1444708" y="109308"/>
                  <a:pt x="1446993" y="103637"/>
                </a:cubicBezTo>
                <a:cubicBezTo>
                  <a:pt x="1449278" y="97967"/>
                  <a:pt x="1452551" y="92663"/>
                  <a:pt x="1456811" y="87726"/>
                </a:cubicBezTo>
                <a:cubicBezTo>
                  <a:pt x="1461071" y="82789"/>
                  <a:pt x="1470028" y="75214"/>
                  <a:pt x="1483683" y="65001"/>
                </a:cubicBezTo>
                <a:cubicBezTo>
                  <a:pt x="1488987" y="61051"/>
                  <a:pt x="1492796" y="57271"/>
                  <a:pt x="1495109" y="53660"/>
                </a:cubicBezTo>
                <a:cubicBezTo>
                  <a:pt x="1497422" y="50048"/>
                  <a:pt x="1498579" y="46014"/>
                  <a:pt x="1498579" y="41557"/>
                </a:cubicBezTo>
                <a:cubicBezTo>
                  <a:pt x="1498579" y="36027"/>
                  <a:pt x="1496957" y="31725"/>
                  <a:pt x="1493713" y="28649"/>
                </a:cubicBezTo>
                <a:cubicBezTo>
                  <a:pt x="1490468" y="25574"/>
                  <a:pt x="1485432" y="24037"/>
                  <a:pt x="1478605" y="24037"/>
                </a:cubicBezTo>
                <a:cubicBezTo>
                  <a:pt x="1467941" y="24037"/>
                  <a:pt x="1457700" y="28269"/>
                  <a:pt x="1447882" y="36732"/>
                </a:cubicBezTo>
                <a:lnTo>
                  <a:pt x="1447882" y="15488"/>
                </a:lnTo>
                <a:cubicBezTo>
                  <a:pt x="1457925" y="8492"/>
                  <a:pt x="1469295" y="4994"/>
                  <a:pt x="1481990" y="4994"/>
                </a:cubicBezTo>
                <a:cubicBezTo>
                  <a:pt x="1494855" y="4994"/>
                  <a:pt x="1504800" y="8125"/>
                  <a:pt x="1511825" y="14388"/>
                </a:cubicBezTo>
                <a:cubicBezTo>
                  <a:pt x="1518850" y="20651"/>
                  <a:pt x="1522362" y="29312"/>
                  <a:pt x="1522362" y="40372"/>
                </a:cubicBezTo>
                <a:cubicBezTo>
                  <a:pt x="1522362" y="46070"/>
                  <a:pt x="1521445" y="51120"/>
                  <a:pt x="1519611" y="55522"/>
                </a:cubicBezTo>
                <a:cubicBezTo>
                  <a:pt x="1517778" y="59923"/>
                  <a:pt x="1515351" y="63915"/>
                  <a:pt x="1512333" y="67498"/>
                </a:cubicBezTo>
                <a:cubicBezTo>
                  <a:pt x="1509314" y="71081"/>
                  <a:pt x="1505844" y="74410"/>
                  <a:pt x="1501922" y="77485"/>
                </a:cubicBezTo>
                <a:cubicBezTo>
                  <a:pt x="1498001" y="80560"/>
                  <a:pt x="1493981" y="83621"/>
                  <a:pt x="1489862" y="86668"/>
                </a:cubicBezTo>
                <a:cubicBezTo>
                  <a:pt x="1482244" y="92310"/>
                  <a:pt x="1476785" y="97135"/>
                  <a:pt x="1473484" y="101141"/>
                </a:cubicBezTo>
                <a:cubicBezTo>
                  <a:pt x="1470184" y="105147"/>
                  <a:pt x="1468533" y="108673"/>
                  <a:pt x="1468533" y="111720"/>
                </a:cubicBezTo>
                <a:close/>
                <a:moveTo>
                  <a:pt x="1533980" y="159878"/>
                </a:moveTo>
                <a:cubicBezTo>
                  <a:pt x="1551810" y="137873"/>
                  <a:pt x="1560725" y="112567"/>
                  <a:pt x="1560725" y="83959"/>
                </a:cubicBezTo>
                <a:cubicBezTo>
                  <a:pt x="1560725" y="55634"/>
                  <a:pt x="1551810" y="29990"/>
                  <a:pt x="1533980" y="7025"/>
                </a:cubicBezTo>
                <a:lnTo>
                  <a:pt x="1553615" y="7025"/>
                </a:lnTo>
                <a:cubicBezTo>
                  <a:pt x="1572179" y="29087"/>
                  <a:pt x="1581461" y="54760"/>
                  <a:pt x="1581461" y="84044"/>
                </a:cubicBezTo>
                <a:cubicBezTo>
                  <a:pt x="1581461" y="113836"/>
                  <a:pt x="1572151" y="139114"/>
                  <a:pt x="1553531" y="159878"/>
                </a:cubicBezTo>
                <a:lnTo>
                  <a:pt x="1533980" y="1598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•APT34(8)">
            <a:extLst xmlns:a="http://schemas.openxmlformats.org/drawingml/2006/main">
              <a:ext uri="{FF2B5EF4-FFF2-40B4-BE49-F238E27FC236}">
                <a16:creationId xmlns:a16="http://schemas.microsoft.com/office/drawing/2014/main" id="{C7F6DD4C-8B1D-492C-A7BA-0D144566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770" y="781044"/>
            <a:ext cx="900455" cy="154549"/>
          </a:xfrm>
          <a:custGeom xmlns:a="http://schemas.openxmlformats.org/drawingml/2006/main">
            <a:pathLst>
              <a:path w="900455" h="154549">
                <a:moveTo>
                  <a:pt x="0" y="65662"/>
                </a:moveTo>
                <a:cubicBezTo>
                  <a:pt x="0" y="59738"/>
                  <a:pt x="2097" y="54689"/>
                  <a:pt x="6292" y="50516"/>
                </a:cubicBezTo>
                <a:cubicBezTo>
                  <a:pt x="10486" y="46341"/>
                  <a:pt x="15511" y="44253"/>
                  <a:pt x="21367" y="44253"/>
                </a:cubicBezTo>
                <a:cubicBezTo>
                  <a:pt x="27278" y="44253"/>
                  <a:pt x="32331" y="46341"/>
                  <a:pt x="36526" y="50516"/>
                </a:cubicBezTo>
                <a:cubicBezTo>
                  <a:pt x="40720" y="54689"/>
                  <a:pt x="42818" y="59738"/>
                  <a:pt x="42818" y="65662"/>
                </a:cubicBezTo>
                <a:cubicBezTo>
                  <a:pt x="42818" y="71586"/>
                  <a:pt x="40720" y="76650"/>
                  <a:pt x="36526" y="80853"/>
                </a:cubicBezTo>
                <a:cubicBezTo>
                  <a:pt x="32331" y="85055"/>
                  <a:pt x="27278" y="87155"/>
                  <a:pt x="21367" y="87155"/>
                </a:cubicBezTo>
                <a:cubicBezTo>
                  <a:pt x="15511" y="87155"/>
                  <a:pt x="10486" y="85055"/>
                  <a:pt x="6292" y="80853"/>
                </a:cubicBezTo>
                <a:cubicBezTo>
                  <a:pt x="2097" y="76650"/>
                  <a:pt x="0" y="71586"/>
                  <a:pt x="0" y="65662"/>
                </a:cubicBezTo>
                <a:close/>
                <a:moveTo>
                  <a:pt x="223771" y="126342"/>
                </a:moveTo>
                <a:lnTo>
                  <a:pt x="197506" y="126342"/>
                </a:lnTo>
                <a:lnTo>
                  <a:pt x="187456" y="96614"/>
                </a:lnTo>
                <a:lnTo>
                  <a:pt x="140754" y="96614"/>
                </a:lnTo>
                <a:lnTo>
                  <a:pt x="130957" y="126342"/>
                </a:lnTo>
                <a:lnTo>
                  <a:pt x="104693" y="126342"/>
                </a:lnTo>
                <a:lnTo>
                  <a:pt x="150719" y="2027"/>
                </a:lnTo>
                <a:lnTo>
                  <a:pt x="178504" y="2027"/>
                </a:lnTo>
                <a:lnTo>
                  <a:pt x="223771" y="126342"/>
                </a:lnTo>
                <a:moveTo>
                  <a:pt x="181460" y="77528"/>
                </a:moveTo>
                <a:lnTo>
                  <a:pt x="166259" y="32514"/>
                </a:lnTo>
                <a:cubicBezTo>
                  <a:pt x="165639" y="30713"/>
                  <a:pt x="164992" y="27278"/>
                  <a:pt x="164316" y="22211"/>
                </a:cubicBezTo>
                <a:lnTo>
                  <a:pt x="163725" y="22211"/>
                </a:lnTo>
                <a:cubicBezTo>
                  <a:pt x="163275" y="25983"/>
                  <a:pt x="162571" y="29361"/>
                  <a:pt x="161614" y="32345"/>
                </a:cubicBezTo>
                <a:lnTo>
                  <a:pt x="146328" y="77528"/>
                </a:lnTo>
                <a:lnTo>
                  <a:pt x="181460" y="77528"/>
                </a:lnTo>
                <a:close/>
                <a:moveTo>
                  <a:pt x="264207" y="82257"/>
                </a:moveTo>
                <a:lnTo>
                  <a:pt x="264207" y="126342"/>
                </a:lnTo>
                <a:lnTo>
                  <a:pt x="240137" y="126342"/>
                </a:lnTo>
                <a:lnTo>
                  <a:pt x="240137" y="2027"/>
                </a:lnTo>
                <a:lnTo>
                  <a:pt x="281182" y="2027"/>
                </a:lnTo>
                <a:cubicBezTo>
                  <a:pt x="311472" y="2027"/>
                  <a:pt x="326617" y="15004"/>
                  <a:pt x="326617" y="40960"/>
                </a:cubicBezTo>
                <a:cubicBezTo>
                  <a:pt x="326617" y="53515"/>
                  <a:pt x="322043" y="63621"/>
                  <a:pt x="312894" y="71278"/>
                </a:cubicBezTo>
                <a:cubicBezTo>
                  <a:pt x="303745" y="78935"/>
                  <a:pt x="292245" y="82595"/>
                  <a:pt x="278395" y="82257"/>
                </a:cubicBezTo>
                <a:lnTo>
                  <a:pt x="264207" y="82257"/>
                </a:lnTo>
                <a:moveTo>
                  <a:pt x="264207" y="21198"/>
                </a:moveTo>
                <a:lnTo>
                  <a:pt x="264207" y="63424"/>
                </a:lnTo>
                <a:lnTo>
                  <a:pt x="276452" y="63424"/>
                </a:lnTo>
                <a:cubicBezTo>
                  <a:pt x="293061" y="63424"/>
                  <a:pt x="301366" y="56246"/>
                  <a:pt x="301366" y="41889"/>
                </a:cubicBezTo>
                <a:cubicBezTo>
                  <a:pt x="301366" y="28095"/>
                  <a:pt x="293230" y="21198"/>
                  <a:pt x="276959" y="21198"/>
                </a:cubicBezTo>
                <a:lnTo>
                  <a:pt x="264207" y="21198"/>
                </a:lnTo>
                <a:close/>
                <a:moveTo>
                  <a:pt x="430817" y="22042"/>
                </a:moveTo>
                <a:lnTo>
                  <a:pt x="395262" y="22042"/>
                </a:lnTo>
                <a:lnTo>
                  <a:pt x="395262" y="126342"/>
                </a:lnTo>
                <a:lnTo>
                  <a:pt x="371108" y="126342"/>
                </a:lnTo>
                <a:lnTo>
                  <a:pt x="371108" y="22042"/>
                </a:lnTo>
                <a:lnTo>
                  <a:pt x="335638" y="22042"/>
                </a:lnTo>
                <a:lnTo>
                  <a:pt x="335638" y="2027"/>
                </a:lnTo>
                <a:lnTo>
                  <a:pt x="430817" y="2027"/>
                </a:lnTo>
                <a:lnTo>
                  <a:pt x="430817" y="22042"/>
                </a:lnTo>
                <a:close/>
                <a:moveTo>
                  <a:pt x="446451" y="100752"/>
                </a:moveTo>
                <a:cubicBezTo>
                  <a:pt x="454840" y="107002"/>
                  <a:pt x="464524" y="110127"/>
                  <a:pt x="475503" y="110127"/>
                </a:cubicBezTo>
                <a:cubicBezTo>
                  <a:pt x="482709" y="110127"/>
                  <a:pt x="488508" y="108480"/>
                  <a:pt x="492900" y="105186"/>
                </a:cubicBezTo>
                <a:cubicBezTo>
                  <a:pt x="497291" y="101892"/>
                  <a:pt x="499487" y="97177"/>
                  <a:pt x="499487" y="91040"/>
                </a:cubicBezTo>
                <a:cubicBezTo>
                  <a:pt x="499487" y="78147"/>
                  <a:pt x="489747" y="71701"/>
                  <a:pt x="470266" y="71701"/>
                </a:cubicBezTo>
                <a:lnTo>
                  <a:pt x="459288" y="71701"/>
                </a:lnTo>
                <a:lnTo>
                  <a:pt x="459288" y="53290"/>
                </a:lnTo>
                <a:lnTo>
                  <a:pt x="469506" y="53290"/>
                </a:lnTo>
                <a:cubicBezTo>
                  <a:pt x="486960" y="53290"/>
                  <a:pt x="495687" y="47265"/>
                  <a:pt x="495687" y="35217"/>
                </a:cubicBezTo>
                <a:cubicBezTo>
                  <a:pt x="495687" y="23956"/>
                  <a:pt x="488987" y="18326"/>
                  <a:pt x="475587" y="18326"/>
                </a:cubicBezTo>
                <a:cubicBezTo>
                  <a:pt x="467198" y="18326"/>
                  <a:pt x="459062" y="21085"/>
                  <a:pt x="451180" y="26603"/>
                </a:cubicBezTo>
                <a:lnTo>
                  <a:pt x="451180" y="6756"/>
                </a:lnTo>
                <a:cubicBezTo>
                  <a:pt x="459625" y="2252"/>
                  <a:pt x="469591" y="0"/>
                  <a:pt x="481076" y="0"/>
                </a:cubicBezTo>
                <a:cubicBezTo>
                  <a:pt x="492506" y="0"/>
                  <a:pt x="501796" y="2702"/>
                  <a:pt x="508946" y="8107"/>
                </a:cubicBezTo>
                <a:cubicBezTo>
                  <a:pt x="516096" y="13512"/>
                  <a:pt x="519671" y="21001"/>
                  <a:pt x="519671" y="30572"/>
                </a:cubicBezTo>
                <a:cubicBezTo>
                  <a:pt x="519671" y="46731"/>
                  <a:pt x="511423" y="56978"/>
                  <a:pt x="494927" y="61313"/>
                </a:cubicBezTo>
                <a:lnTo>
                  <a:pt x="494927" y="61651"/>
                </a:lnTo>
                <a:cubicBezTo>
                  <a:pt x="503541" y="62551"/>
                  <a:pt x="510466" y="65718"/>
                  <a:pt x="515702" y="71152"/>
                </a:cubicBezTo>
                <a:cubicBezTo>
                  <a:pt x="520938" y="76585"/>
                  <a:pt x="523556" y="83158"/>
                  <a:pt x="523556" y="90871"/>
                </a:cubicBezTo>
                <a:cubicBezTo>
                  <a:pt x="523556" y="102638"/>
                  <a:pt x="519291" y="111858"/>
                  <a:pt x="510762" y="118530"/>
                </a:cubicBezTo>
                <a:cubicBezTo>
                  <a:pt x="502232" y="125201"/>
                  <a:pt x="490929" y="128537"/>
                  <a:pt x="476854" y="128537"/>
                </a:cubicBezTo>
                <a:cubicBezTo>
                  <a:pt x="464467" y="128537"/>
                  <a:pt x="454333" y="126398"/>
                  <a:pt x="446451" y="122119"/>
                </a:cubicBezTo>
                <a:lnTo>
                  <a:pt x="446451" y="100752"/>
                </a:lnTo>
                <a:close/>
                <a:moveTo>
                  <a:pt x="613975" y="2027"/>
                </a:moveTo>
                <a:lnTo>
                  <a:pt x="613975" y="81666"/>
                </a:lnTo>
                <a:lnTo>
                  <a:pt x="628839" y="81666"/>
                </a:lnTo>
                <a:lnTo>
                  <a:pt x="628839" y="98894"/>
                </a:lnTo>
                <a:lnTo>
                  <a:pt x="613975" y="98894"/>
                </a:lnTo>
                <a:lnTo>
                  <a:pt x="613975" y="126342"/>
                </a:lnTo>
                <a:lnTo>
                  <a:pt x="592186" y="126342"/>
                </a:lnTo>
                <a:lnTo>
                  <a:pt x="592186" y="98894"/>
                </a:lnTo>
                <a:lnTo>
                  <a:pt x="538052" y="98894"/>
                </a:lnTo>
                <a:lnTo>
                  <a:pt x="538052" y="80737"/>
                </a:lnTo>
                <a:cubicBezTo>
                  <a:pt x="549369" y="67788"/>
                  <a:pt x="559869" y="54261"/>
                  <a:pt x="569553" y="40157"/>
                </a:cubicBezTo>
                <a:cubicBezTo>
                  <a:pt x="579237" y="26054"/>
                  <a:pt x="586641" y="13344"/>
                  <a:pt x="591764" y="2027"/>
                </a:cubicBezTo>
                <a:lnTo>
                  <a:pt x="613975" y="2027"/>
                </a:lnTo>
                <a:moveTo>
                  <a:pt x="558068" y="81666"/>
                </a:moveTo>
                <a:lnTo>
                  <a:pt x="592186" y="81666"/>
                </a:lnTo>
                <a:lnTo>
                  <a:pt x="592186" y="33528"/>
                </a:lnTo>
                <a:cubicBezTo>
                  <a:pt x="588752" y="39665"/>
                  <a:pt x="583882" y="47251"/>
                  <a:pt x="577576" y="56288"/>
                </a:cubicBezTo>
                <a:cubicBezTo>
                  <a:pt x="571270" y="65324"/>
                  <a:pt x="564767" y="73784"/>
                  <a:pt x="558068" y="81666"/>
                </a:cubicBezTo>
                <a:close/>
                <a:moveTo>
                  <a:pt x="730630" y="154549"/>
                </a:moveTo>
                <a:cubicBezTo>
                  <a:pt x="712163" y="134055"/>
                  <a:pt x="702929" y="108832"/>
                  <a:pt x="702929" y="78879"/>
                </a:cubicBezTo>
                <a:cubicBezTo>
                  <a:pt x="702929" y="49546"/>
                  <a:pt x="712163" y="23928"/>
                  <a:pt x="730630" y="2027"/>
                </a:cubicBezTo>
                <a:lnTo>
                  <a:pt x="750054" y="2027"/>
                </a:lnTo>
                <a:cubicBezTo>
                  <a:pt x="732375" y="24829"/>
                  <a:pt x="723536" y="50418"/>
                  <a:pt x="723536" y="78795"/>
                </a:cubicBezTo>
                <a:cubicBezTo>
                  <a:pt x="723536" y="106946"/>
                  <a:pt x="732375" y="132197"/>
                  <a:pt x="750054" y="154549"/>
                </a:cubicBezTo>
                <a:lnTo>
                  <a:pt x="730630" y="154549"/>
                </a:lnTo>
                <a:close/>
                <a:moveTo>
                  <a:pt x="760120" y="92898"/>
                </a:moveTo>
                <a:cubicBezTo>
                  <a:pt x="760120" y="85748"/>
                  <a:pt x="762133" y="79372"/>
                  <a:pt x="766158" y="73770"/>
                </a:cubicBezTo>
                <a:cubicBezTo>
                  <a:pt x="770184" y="68168"/>
                  <a:pt x="775997" y="63987"/>
                  <a:pt x="783598" y="61228"/>
                </a:cubicBezTo>
                <a:cubicBezTo>
                  <a:pt x="777573" y="58132"/>
                  <a:pt x="772830" y="54148"/>
                  <a:pt x="769367" y="49278"/>
                </a:cubicBezTo>
                <a:cubicBezTo>
                  <a:pt x="765905" y="44408"/>
                  <a:pt x="764174" y="38989"/>
                  <a:pt x="764174" y="33021"/>
                </a:cubicBezTo>
                <a:cubicBezTo>
                  <a:pt x="764174" y="26884"/>
                  <a:pt x="765820" y="21296"/>
                  <a:pt x="769114" y="16257"/>
                </a:cubicBezTo>
                <a:cubicBezTo>
                  <a:pt x="772408" y="11218"/>
                  <a:pt x="777039" y="7249"/>
                  <a:pt x="783007" y="4349"/>
                </a:cubicBezTo>
                <a:cubicBezTo>
                  <a:pt x="788975" y="1450"/>
                  <a:pt x="795562" y="0"/>
                  <a:pt x="802769" y="0"/>
                </a:cubicBezTo>
                <a:cubicBezTo>
                  <a:pt x="810032" y="0"/>
                  <a:pt x="816675" y="1422"/>
                  <a:pt x="822699" y="4265"/>
                </a:cubicBezTo>
                <a:cubicBezTo>
                  <a:pt x="828724" y="7108"/>
                  <a:pt x="833383" y="11021"/>
                  <a:pt x="836676" y="16004"/>
                </a:cubicBezTo>
                <a:cubicBezTo>
                  <a:pt x="839970" y="20987"/>
                  <a:pt x="841617" y="26546"/>
                  <a:pt x="841617" y="32683"/>
                </a:cubicBezTo>
                <a:cubicBezTo>
                  <a:pt x="841617" y="44901"/>
                  <a:pt x="834804" y="54219"/>
                  <a:pt x="821179" y="60637"/>
                </a:cubicBezTo>
                <a:cubicBezTo>
                  <a:pt x="828724" y="63340"/>
                  <a:pt x="834593" y="67478"/>
                  <a:pt x="838788" y="73052"/>
                </a:cubicBezTo>
                <a:cubicBezTo>
                  <a:pt x="842982" y="78626"/>
                  <a:pt x="845080" y="85157"/>
                  <a:pt x="845080" y="92645"/>
                </a:cubicBezTo>
                <a:cubicBezTo>
                  <a:pt x="845080" y="103624"/>
                  <a:pt x="841237" y="112351"/>
                  <a:pt x="833552" y="118825"/>
                </a:cubicBezTo>
                <a:cubicBezTo>
                  <a:pt x="825866" y="125300"/>
                  <a:pt x="815521" y="128537"/>
                  <a:pt x="802515" y="128537"/>
                </a:cubicBezTo>
                <a:cubicBezTo>
                  <a:pt x="789678" y="128537"/>
                  <a:pt x="779403" y="125314"/>
                  <a:pt x="771690" y="118867"/>
                </a:cubicBezTo>
                <a:cubicBezTo>
                  <a:pt x="763977" y="112421"/>
                  <a:pt x="760120" y="103764"/>
                  <a:pt x="760120" y="92898"/>
                </a:cubicBezTo>
                <a:moveTo>
                  <a:pt x="782669" y="91378"/>
                </a:moveTo>
                <a:cubicBezTo>
                  <a:pt x="782669" y="97628"/>
                  <a:pt x="784442" y="102470"/>
                  <a:pt x="787989" y="105904"/>
                </a:cubicBezTo>
                <a:cubicBezTo>
                  <a:pt x="791536" y="109338"/>
                  <a:pt x="796406" y="111056"/>
                  <a:pt x="802600" y="111056"/>
                </a:cubicBezTo>
                <a:cubicBezTo>
                  <a:pt x="808962" y="111056"/>
                  <a:pt x="813888" y="109324"/>
                  <a:pt x="817379" y="105862"/>
                </a:cubicBezTo>
                <a:cubicBezTo>
                  <a:pt x="820870" y="102399"/>
                  <a:pt x="822615" y="97571"/>
                  <a:pt x="822615" y="91378"/>
                </a:cubicBezTo>
                <a:cubicBezTo>
                  <a:pt x="822615" y="85692"/>
                  <a:pt x="820729" y="80864"/>
                  <a:pt x="816957" y="76894"/>
                </a:cubicBezTo>
                <a:cubicBezTo>
                  <a:pt x="813184" y="72925"/>
                  <a:pt x="808399" y="70940"/>
                  <a:pt x="802600" y="70940"/>
                </a:cubicBezTo>
                <a:cubicBezTo>
                  <a:pt x="796913" y="70940"/>
                  <a:pt x="792170" y="72869"/>
                  <a:pt x="788369" y="76725"/>
                </a:cubicBezTo>
                <a:cubicBezTo>
                  <a:pt x="784569" y="80582"/>
                  <a:pt x="782669" y="85466"/>
                  <a:pt x="782669" y="91378"/>
                </a:cubicBezTo>
                <a:moveTo>
                  <a:pt x="786469" y="34710"/>
                </a:moveTo>
                <a:cubicBezTo>
                  <a:pt x="786469" y="39608"/>
                  <a:pt x="788074" y="43803"/>
                  <a:pt x="791283" y="47294"/>
                </a:cubicBezTo>
                <a:cubicBezTo>
                  <a:pt x="794492" y="50784"/>
                  <a:pt x="798377" y="52530"/>
                  <a:pt x="802938" y="52530"/>
                </a:cubicBezTo>
                <a:cubicBezTo>
                  <a:pt x="807611" y="52530"/>
                  <a:pt x="811552" y="50770"/>
                  <a:pt x="814761" y="47251"/>
                </a:cubicBezTo>
                <a:cubicBezTo>
                  <a:pt x="817970" y="43733"/>
                  <a:pt x="819575" y="39552"/>
                  <a:pt x="819575" y="34710"/>
                </a:cubicBezTo>
                <a:cubicBezTo>
                  <a:pt x="819575" y="29249"/>
                  <a:pt x="818083" y="25012"/>
                  <a:pt x="815099" y="22000"/>
                </a:cubicBezTo>
                <a:cubicBezTo>
                  <a:pt x="812115" y="18988"/>
                  <a:pt x="808061" y="17482"/>
                  <a:pt x="802938" y="17482"/>
                </a:cubicBezTo>
                <a:cubicBezTo>
                  <a:pt x="797814" y="17482"/>
                  <a:pt x="793788" y="19002"/>
                  <a:pt x="790861" y="22042"/>
                </a:cubicBezTo>
                <a:cubicBezTo>
                  <a:pt x="787933" y="25083"/>
                  <a:pt x="786469" y="29305"/>
                  <a:pt x="786469" y="34710"/>
                </a:cubicBezTo>
                <a:close/>
                <a:moveTo>
                  <a:pt x="853077" y="154549"/>
                </a:moveTo>
                <a:cubicBezTo>
                  <a:pt x="870868" y="132591"/>
                  <a:pt x="879764" y="107340"/>
                  <a:pt x="879764" y="78795"/>
                </a:cubicBezTo>
                <a:cubicBezTo>
                  <a:pt x="879764" y="50531"/>
                  <a:pt x="870868" y="24942"/>
                  <a:pt x="853077" y="2027"/>
                </a:cubicBezTo>
                <a:lnTo>
                  <a:pt x="872670" y="2027"/>
                </a:lnTo>
                <a:cubicBezTo>
                  <a:pt x="891193" y="24041"/>
                  <a:pt x="900455" y="49658"/>
                  <a:pt x="900455" y="78879"/>
                </a:cubicBezTo>
                <a:cubicBezTo>
                  <a:pt x="900455" y="108606"/>
                  <a:pt x="891165" y="133830"/>
                  <a:pt x="872585" y="154549"/>
                </a:cubicBezTo>
                <a:lnTo>
                  <a:pt x="853077" y="15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•MaliciousDocuments(66)">
            <a:extLst xmlns:a="http://schemas.openxmlformats.org/drawingml/2006/main">
              <a:ext uri="{FF2B5EF4-FFF2-40B4-BE49-F238E27FC236}">
                <a16:creationId xmlns:a16="http://schemas.microsoft.com/office/drawing/2014/main" id="{30BFDFAA-74D4-47A6-AAFF-0EF223EF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770" y="982860"/>
            <a:ext cx="2246083" cy="159532"/>
          </a:xfrm>
          <a:custGeom xmlns:a="http://schemas.openxmlformats.org/drawingml/2006/main">
            <a:pathLst>
              <a:path w="2246083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31794" y="131324"/>
                </a:moveTo>
                <a:lnTo>
                  <a:pt x="231794" y="54303"/>
                </a:lnTo>
                <a:cubicBezTo>
                  <a:pt x="231794" y="48673"/>
                  <a:pt x="232132" y="40059"/>
                  <a:pt x="232808" y="28461"/>
                </a:cubicBezTo>
                <a:lnTo>
                  <a:pt x="232301" y="28461"/>
                </a:lnTo>
                <a:cubicBezTo>
                  <a:pt x="230893" y="35555"/>
                  <a:pt x="229598" y="40622"/>
                  <a:pt x="228416" y="43662"/>
                </a:cubicBezTo>
                <a:lnTo>
                  <a:pt x="195480" y="131324"/>
                </a:lnTo>
                <a:lnTo>
                  <a:pt x="177153" y="131324"/>
                </a:lnTo>
                <a:lnTo>
                  <a:pt x="143794" y="44422"/>
                </a:lnTo>
                <a:cubicBezTo>
                  <a:pt x="142950" y="42170"/>
                  <a:pt x="141655" y="36850"/>
                  <a:pt x="139909" y="28461"/>
                </a:cubicBezTo>
                <a:lnTo>
                  <a:pt x="139318" y="28461"/>
                </a:lnTo>
                <a:cubicBezTo>
                  <a:pt x="139938" y="37638"/>
                  <a:pt x="140247" y="47603"/>
                  <a:pt x="140247" y="58357"/>
                </a:cubicBezTo>
                <a:lnTo>
                  <a:pt x="140247" y="131324"/>
                </a:lnTo>
                <a:lnTo>
                  <a:pt x="118374" y="131324"/>
                </a:lnTo>
                <a:lnTo>
                  <a:pt x="118374" y="7010"/>
                </a:lnTo>
                <a:lnTo>
                  <a:pt x="153000" y="7010"/>
                </a:lnTo>
                <a:lnTo>
                  <a:pt x="182051" y="84453"/>
                </a:lnTo>
                <a:cubicBezTo>
                  <a:pt x="184472" y="90871"/>
                  <a:pt x="186077" y="96558"/>
                  <a:pt x="186865" y="101512"/>
                </a:cubicBezTo>
                <a:lnTo>
                  <a:pt x="187456" y="101512"/>
                </a:lnTo>
                <a:cubicBezTo>
                  <a:pt x="188695" y="96614"/>
                  <a:pt x="190440" y="90871"/>
                  <a:pt x="192693" y="84284"/>
                </a:cubicBezTo>
                <a:lnTo>
                  <a:pt x="221998" y="7010"/>
                </a:lnTo>
                <a:lnTo>
                  <a:pt x="255610" y="7010"/>
                </a:lnTo>
                <a:lnTo>
                  <a:pt x="255610" y="131324"/>
                </a:lnTo>
                <a:lnTo>
                  <a:pt x="231794" y="131324"/>
                </a:lnTo>
                <a:close/>
                <a:moveTo>
                  <a:pt x="285115" y="48223"/>
                </a:moveTo>
                <a:cubicBezTo>
                  <a:pt x="289113" y="45914"/>
                  <a:pt x="294293" y="44042"/>
                  <a:pt x="300655" y="42607"/>
                </a:cubicBezTo>
                <a:cubicBezTo>
                  <a:pt x="307017" y="41171"/>
                  <a:pt x="312731" y="40453"/>
                  <a:pt x="317799" y="40453"/>
                </a:cubicBezTo>
                <a:cubicBezTo>
                  <a:pt x="341783" y="40453"/>
                  <a:pt x="353776" y="52614"/>
                  <a:pt x="353776" y="76937"/>
                </a:cubicBezTo>
                <a:lnTo>
                  <a:pt x="353776" y="131324"/>
                </a:lnTo>
                <a:lnTo>
                  <a:pt x="331311" y="131324"/>
                </a:lnTo>
                <a:lnTo>
                  <a:pt x="331311" y="118234"/>
                </a:lnTo>
                <a:lnTo>
                  <a:pt x="330889" y="118234"/>
                </a:lnTo>
                <a:cubicBezTo>
                  <a:pt x="324921" y="128425"/>
                  <a:pt x="316053" y="133520"/>
                  <a:pt x="304286" y="133520"/>
                </a:cubicBezTo>
                <a:cubicBezTo>
                  <a:pt x="295728" y="133520"/>
                  <a:pt x="288944" y="131113"/>
                  <a:pt x="283933" y="126299"/>
                </a:cubicBezTo>
                <a:cubicBezTo>
                  <a:pt x="278922" y="121486"/>
                  <a:pt x="276417" y="115025"/>
                  <a:pt x="276417" y="106917"/>
                </a:cubicBezTo>
                <a:cubicBezTo>
                  <a:pt x="276417" y="89971"/>
                  <a:pt x="286495" y="80146"/>
                  <a:pt x="306651" y="77443"/>
                </a:cubicBezTo>
                <a:lnTo>
                  <a:pt x="331396" y="74065"/>
                </a:lnTo>
                <a:cubicBezTo>
                  <a:pt x="331396" y="62749"/>
                  <a:pt x="325878" y="57090"/>
                  <a:pt x="314843" y="57090"/>
                </a:cubicBezTo>
                <a:cubicBezTo>
                  <a:pt x="304314" y="57090"/>
                  <a:pt x="294405" y="60384"/>
                  <a:pt x="285115" y="66971"/>
                </a:cubicBezTo>
                <a:lnTo>
                  <a:pt x="285115" y="48223"/>
                </a:lnTo>
                <a:moveTo>
                  <a:pt x="313745" y="90787"/>
                </a:moveTo>
                <a:cubicBezTo>
                  <a:pt x="303611" y="92082"/>
                  <a:pt x="298543" y="96614"/>
                  <a:pt x="298543" y="104384"/>
                </a:cubicBezTo>
                <a:cubicBezTo>
                  <a:pt x="298543" y="107875"/>
                  <a:pt x="299754" y="110718"/>
                  <a:pt x="302175" y="112914"/>
                </a:cubicBezTo>
                <a:cubicBezTo>
                  <a:pt x="304596" y="115109"/>
                  <a:pt x="307861" y="116207"/>
                  <a:pt x="311971" y="116207"/>
                </a:cubicBezTo>
                <a:cubicBezTo>
                  <a:pt x="317602" y="116207"/>
                  <a:pt x="322246" y="114223"/>
                  <a:pt x="325906" y="110253"/>
                </a:cubicBezTo>
                <a:cubicBezTo>
                  <a:pt x="329566" y="106284"/>
                  <a:pt x="331396" y="101287"/>
                  <a:pt x="331396" y="95263"/>
                </a:cubicBezTo>
                <a:lnTo>
                  <a:pt x="331396" y="88507"/>
                </a:lnTo>
                <a:lnTo>
                  <a:pt x="313745" y="90787"/>
                </a:lnTo>
                <a:close/>
                <a:moveTo>
                  <a:pt x="376583" y="131324"/>
                </a:moveTo>
                <a:lnTo>
                  <a:pt x="376583" y="0"/>
                </a:lnTo>
                <a:lnTo>
                  <a:pt x="400061" y="0"/>
                </a:lnTo>
                <a:lnTo>
                  <a:pt x="400061" y="131324"/>
                </a:lnTo>
                <a:lnTo>
                  <a:pt x="376583" y="131324"/>
                </a:lnTo>
                <a:close/>
                <a:moveTo>
                  <a:pt x="422116" y="13344"/>
                </a:moveTo>
                <a:cubicBezTo>
                  <a:pt x="422116" y="9740"/>
                  <a:pt x="423397" y="6728"/>
                  <a:pt x="425959" y="4307"/>
                </a:cubicBezTo>
                <a:cubicBezTo>
                  <a:pt x="428521" y="1886"/>
                  <a:pt x="431829" y="676"/>
                  <a:pt x="435882" y="676"/>
                </a:cubicBezTo>
                <a:cubicBezTo>
                  <a:pt x="439823" y="676"/>
                  <a:pt x="443117" y="1872"/>
                  <a:pt x="445763" y="4265"/>
                </a:cubicBezTo>
                <a:cubicBezTo>
                  <a:pt x="448409" y="6658"/>
                  <a:pt x="449733" y="9684"/>
                  <a:pt x="449733" y="13344"/>
                </a:cubicBezTo>
                <a:cubicBezTo>
                  <a:pt x="449733" y="17003"/>
                  <a:pt x="448424" y="20044"/>
                  <a:pt x="445806" y="22464"/>
                </a:cubicBezTo>
                <a:cubicBezTo>
                  <a:pt x="443187" y="24885"/>
                  <a:pt x="439880" y="26096"/>
                  <a:pt x="435882" y="26096"/>
                </a:cubicBezTo>
                <a:cubicBezTo>
                  <a:pt x="431885" y="26096"/>
                  <a:pt x="428591" y="24857"/>
                  <a:pt x="426001" y="22380"/>
                </a:cubicBezTo>
                <a:cubicBezTo>
                  <a:pt x="423411" y="19903"/>
                  <a:pt x="422116" y="16891"/>
                  <a:pt x="422116" y="13344"/>
                </a:cubicBezTo>
                <a:moveTo>
                  <a:pt x="423974" y="131324"/>
                </a:moveTo>
                <a:lnTo>
                  <a:pt x="423974" y="42564"/>
                </a:lnTo>
                <a:lnTo>
                  <a:pt x="447452" y="42564"/>
                </a:lnTo>
                <a:lnTo>
                  <a:pt x="447452" y="131324"/>
                </a:lnTo>
                <a:lnTo>
                  <a:pt x="423974" y="131324"/>
                </a:lnTo>
                <a:close/>
                <a:moveTo>
                  <a:pt x="536377" y="127862"/>
                </a:moveTo>
                <a:cubicBezTo>
                  <a:pt x="530015" y="131634"/>
                  <a:pt x="521316" y="133520"/>
                  <a:pt x="510281" y="133520"/>
                </a:cubicBezTo>
                <a:cubicBezTo>
                  <a:pt x="496994" y="133520"/>
                  <a:pt x="486226" y="129424"/>
                  <a:pt x="477978" y="121232"/>
                </a:cubicBezTo>
                <a:cubicBezTo>
                  <a:pt x="469730" y="113040"/>
                  <a:pt x="465606" y="102329"/>
                  <a:pt x="465606" y="89098"/>
                </a:cubicBezTo>
                <a:cubicBezTo>
                  <a:pt x="465606" y="74009"/>
                  <a:pt x="470025" y="62129"/>
                  <a:pt x="478865" y="53459"/>
                </a:cubicBezTo>
                <a:cubicBezTo>
                  <a:pt x="487704" y="44788"/>
                  <a:pt x="499499" y="40453"/>
                  <a:pt x="514251" y="40453"/>
                </a:cubicBezTo>
                <a:cubicBezTo>
                  <a:pt x="523878" y="40453"/>
                  <a:pt x="531254" y="41861"/>
                  <a:pt x="536377" y="44676"/>
                </a:cubicBezTo>
                <a:lnTo>
                  <a:pt x="536377" y="65367"/>
                </a:lnTo>
                <a:cubicBezTo>
                  <a:pt x="530409" y="60975"/>
                  <a:pt x="523822" y="58779"/>
                  <a:pt x="516615" y="58779"/>
                </a:cubicBezTo>
                <a:cubicBezTo>
                  <a:pt x="508395" y="58779"/>
                  <a:pt x="501808" y="61355"/>
                  <a:pt x="496853" y="66507"/>
                </a:cubicBezTo>
                <a:cubicBezTo>
                  <a:pt x="491899" y="71658"/>
                  <a:pt x="489421" y="78626"/>
                  <a:pt x="489421" y="87409"/>
                </a:cubicBezTo>
                <a:cubicBezTo>
                  <a:pt x="489421" y="96079"/>
                  <a:pt x="491758" y="102864"/>
                  <a:pt x="496431" y="107762"/>
                </a:cubicBezTo>
                <a:cubicBezTo>
                  <a:pt x="501104" y="112660"/>
                  <a:pt x="507522" y="115109"/>
                  <a:pt x="515686" y="115109"/>
                </a:cubicBezTo>
                <a:cubicBezTo>
                  <a:pt x="522837" y="115109"/>
                  <a:pt x="529734" y="112857"/>
                  <a:pt x="536377" y="108353"/>
                </a:cubicBezTo>
                <a:lnTo>
                  <a:pt x="536377" y="127862"/>
                </a:lnTo>
                <a:close/>
                <a:moveTo>
                  <a:pt x="553047" y="13344"/>
                </a:moveTo>
                <a:cubicBezTo>
                  <a:pt x="553047" y="9740"/>
                  <a:pt x="554328" y="6728"/>
                  <a:pt x="556890" y="4307"/>
                </a:cubicBezTo>
                <a:cubicBezTo>
                  <a:pt x="559451" y="1886"/>
                  <a:pt x="562759" y="676"/>
                  <a:pt x="566813" y="676"/>
                </a:cubicBezTo>
                <a:cubicBezTo>
                  <a:pt x="570754" y="676"/>
                  <a:pt x="574048" y="1872"/>
                  <a:pt x="576694" y="4265"/>
                </a:cubicBezTo>
                <a:cubicBezTo>
                  <a:pt x="579340" y="6658"/>
                  <a:pt x="580663" y="9684"/>
                  <a:pt x="580663" y="13344"/>
                </a:cubicBezTo>
                <a:cubicBezTo>
                  <a:pt x="580663" y="17003"/>
                  <a:pt x="579354" y="20044"/>
                  <a:pt x="576736" y="22464"/>
                </a:cubicBezTo>
                <a:cubicBezTo>
                  <a:pt x="574118" y="24885"/>
                  <a:pt x="570810" y="26096"/>
                  <a:pt x="566813" y="26096"/>
                </a:cubicBezTo>
                <a:cubicBezTo>
                  <a:pt x="562816" y="26096"/>
                  <a:pt x="559522" y="24857"/>
                  <a:pt x="556932" y="22380"/>
                </a:cubicBezTo>
                <a:cubicBezTo>
                  <a:pt x="554342" y="19903"/>
                  <a:pt x="553047" y="16891"/>
                  <a:pt x="553047" y="13344"/>
                </a:cubicBezTo>
                <a:moveTo>
                  <a:pt x="554905" y="131324"/>
                </a:moveTo>
                <a:lnTo>
                  <a:pt x="554905" y="42564"/>
                </a:lnTo>
                <a:lnTo>
                  <a:pt x="578383" y="42564"/>
                </a:lnTo>
                <a:lnTo>
                  <a:pt x="578383" y="131324"/>
                </a:lnTo>
                <a:lnTo>
                  <a:pt x="554905" y="131324"/>
                </a:lnTo>
                <a:close/>
                <a:moveTo>
                  <a:pt x="597229" y="87493"/>
                </a:moveTo>
                <a:cubicBezTo>
                  <a:pt x="597229" y="72967"/>
                  <a:pt x="601508" y="61496"/>
                  <a:pt x="610066" y="53079"/>
                </a:cubicBezTo>
                <a:cubicBezTo>
                  <a:pt x="618624" y="44662"/>
                  <a:pt x="630222" y="40453"/>
                  <a:pt x="644860" y="40453"/>
                </a:cubicBezTo>
                <a:cubicBezTo>
                  <a:pt x="658992" y="40453"/>
                  <a:pt x="670154" y="44577"/>
                  <a:pt x="678346" y="52825"/>
                </a:cubicBezTo>
                <a:cubicBezTo>
                  <a:pt x="686538" y="61074"/>
                  <a:pt x="690634" y="72123"/>
                  <a:pt x="690634" y="85973"/>
                </a:cubicBezTo>
                <a:cubicBezTo>
                  <a:pt x="690634" y="100386"/>
                  <a:pt x="686397" y="111914"/>
                  <a:pt x="677924" y="120557"/>
                </a:cubicBezTo>
                <a:cubicBezTo>
                  <a:pt x="669450" y="129199"/>
                  <a:pt x="657979" y="133520"/>
                  <a:pt x="643509" y="133520"/>
                </a:cubicBezTo>
                <a:cubicBezTo>
                  <a:pt x="629321" y="133520"/>
                  <a:pt x="618061" y="129368"/>
                  <a:pt x="609728" y="121063"/>
                </a:cubicBezTo>
                <a:cubicBezTo>
                  <a:pt x="601395" y="112759"/>
                  <a:pt x="597229" y="101569"/>
                  <a:pt x="597229" y="87493"/>
                </a:cubicBezTo>
                <a:moveTo>
                  <a:pt x="621045" y="87155"/>
                </a:moveTo>
                <a:cubicBezTo>
                  <a:pt x="621045" y="105791"/>
                  <a:pt x="628786" y="115109"/>
                  <a:pt x="644269" y="115109"/>
                </a:cubicBezTo>
                <a:cubicBezTo>
                  <a:pt x="659189" y="115109"/>
                  <a:pt x="666649" y="105566"/>
                  <a:pt x="666649" y="86480"/>
                </a:cubicBezTo>
                <a:cubicBezTo>
                  <a:pt x="666649" y="68013"/>
                  <a:pt x="659161" y="58779"/>
                  <a:pt x="644185" y="58779"/>
                </a:cubicBezTo>
                <a:cubicBezTo>
                  <a:pt x="636866" y="58779"/>
                  <a:pt x="631179" y="61299"/>
                  <a:pt x="627125" y="66338"/>
                </a:cubicBezTo>
                <a:cubicBezTo>
                  <a:pt x="623072" y="71377"/>
                  <a:pt x="621045" y="78316"/>
                  <a:pt x="621045" y="87155"/>
                </a:cubicBezTo>
                <a:close/>
                <a:moveTo>
                  <a:pt x="790606" y="131324"/>
                </a:moveTo>
                <a:lnTo>
                  <a:pt x="767128" y="131324"/>
                </a:lnTo>
                <a:lnTo>
                  <a:pt x="767128" y="117643"/>
                </a:lnTo>
                <a:lnTo>
                  <a:pt x="766705" y="117643"/>
                </a:lnTo>
                <a:cubicBezTo>
                  <a:pt x="760174" y="128228"/>
                  <a:pt x="751110" y="133520"/>
                  <a:pt x="739511" y="133520"/>
                </a:cubicBezTo>
                <a:cubicBezTo>
                  <a:pt x="718736" y="133520"/>
                  <a:pt x="708348" y="121021"/>
                  <a:pt x="708348" y="96023"/>
                </a:cubicBezTo>
                <a:lnTo>
                  <a:pt x="708348" y="42564"/>
                </a:lnTo>
                <a:lnTo>
                  <a:pt x="731911" y="42564"/>
                </a:lnTo>
                <a:lnTo>
                  <a:pt x="731911" y="93574"/>
                </a:lnTo>
                <a:cubicBezTo>
                  <a:pt x="731911" y="107931"/>
                  <a:pt x="737485" y="115109"/>
                  <a:pt x="748632" y="115109"/>
                </a:cubicBezTo>
                <a:cubicBezTo>
                  <a:pt x="754094" y="115109"/>
                  <a:pt x="758542" y="113153"/>
                  <a:pt x="761976" y="109240"/>
                </a:cubicBezTo>
                <a:cubicBezTo>
                  <a:pt x="765410" y="105327"/>
                  <a:pt x="767128" y="100077"/>
                  <a:pt x="767128" y="93489"/>
                </a:cubicBezTo>
                <a:lnTo>
                  <a:pt x="767128" y="42564"/>
                </a:lnTo>
                <a:lnTo>
                  <a:pt x="790606" y="42564"/>
                </a:lnTo>
                <a:lnTo>
                  <a:pt x="790606" y="131324"/>
                </a:lnTo>
                <a:close/>
                <a:moveTo>
                  <a:pt x="812072" y="108522"/>
                </a:moveTo>
                <a:cubicBezTo>
                  <a:pt x="820855" y="114040"/>
                  <a:pt x="829525" y="116798"/>
                  <a:pt x="838083" y="116798"/>
                </a:cubicBezTo>
                <a:cubicBezTo>
                  <a:pt x="849118" y="116798"/>
                  <a:pt x="854636" y="113674"/>
                  <a:pt x="854636" y="107424"/>
                </a:cubicBezTo>
                <a:cubicBezTo>
                  <a:pt x="854636" y="103089"/>
                  <a:pt x="850273" y="99429"/>
                  <a:pt x="841546" y="96445"/>
                </a:cubicBezTo>
                <a:cubicBezTo>
                  <a:pt x="828822" y="92166"/>
                  <a:pt x="820742" y="87958"/>
                  <a:pt x="817308" y="83820"/>
                </a:cubicBezTo>
                <a:cubicBezTo>
                  <a:pt x="813873" y="79681"/>
                  <a:pt x="812156" y="74375"/>
                  <a:pt x="812156" y="67900"/>
                </a:cubicBezTo>
                <a:cubicBezTo>
                  <a:pt x="812156" y="59342"/>
                  <a:pt x="815647" y="52628"/>
                  <a:pt x="822628" y="47758"/>
                </a:cubicBezTo>
                <a:cubicBezTo>
                  <a:pt x="829610" y="42888"/>
                  <a:pt x="838590" y="40453"/>
                  <a:pt x="849569" y="40453"/>
                </a:cubicBezTo>
                <a:cubicBezTo>
                  <a:pt x="857226" y="40453"/>
                  <a:pt x="864883" y="41663"/>
                  <a:pt x="872540" y="44084"/>
                </a:cubicBezTo>
                <a:lnTo>
                  <a:pt x="872540" y="63255"/>
                </a:lnTo>
                <a:cubicBezTo>
                  <a:pt x="865615" y="59145"/>
                  <a:pt x="858042" y="57090"/>
                  <a:pt x="849822" y="57090"/>
                </a:cubicBezTo>
                <a:cubicBezTo>
                  <a:pt x="845487" y="57090"/>
                  <a:pt x="841996" y="57907"/>
                  <a:pt x="839350" y="59539"/>
                </a:cubicBezTo>
                <a:cubicBezTo>
                  <a:pt x="836704" y="61172"/>
                  <a:pt x="835381" y="63340"/>
                  <a:pt x="835381" y="66042"/>
                </a:cubicBezTo>
                <a:cubicBezTo>
                  <a:pt x="835381" y="70490"/>
                  <a:pt x="839069" y="74009"/>
                  <a:pt x="846444" y="76599"/>
                </a:cubicBezTo>
                <a:cubicBezTo>
                  <a:pt x="854833" y="79639"/>
                  <a:pt x="860998" y="82187"/>
                  <a:pt x="864939" y="84242"/>
                </a:cubicBezTo>
                <a:cubicBezTo>
                  <a:pt x="868880" y="86297"/>
                  <a:pt x="871949" y="89098"/>
                  <a:pt x="874145" y="92645"/>
                </a:cubicBezTo>
                <a:cubicBezTo>
                  <a:pt x="876340" y="96192"/>
                  <a:pt x="877438" y="100358"/>
                  <a:pt x="877438" y="105144"/>
                </a:cubicBezTo>
                <a:cubicBezTo>
                  <a:pt x="877438" y="114152"/>
                  <a:pt x="873849" y="121134"/>
                  <a:pt x="866671" y="126088"/>
                </a:cubicBezTo>
                <a:cubicBezTo>
                  <a:pt x="859492" y="131043"/>
                  <a:pt x="850019" y="133520"/>
                  <a:pt x="838252" y="133520"/>
                </a:cubicBezTo>
                <a:cubicBezTo>
                  <a:pt x="828343" y="133520"/>
                  <a:pt x="819616" y="131944"/>
                  <a:pt x="812072" y="128791"/>
                </a:cubicBezTo>
                <a:lnTo>
                  <a:pt x="812072" y="108522"/>
                </a:lnTo>
                <a:close/>
                <a:moveTo>
                  <a:pt x="958439" y="131324"/>
                </a:moveTo>
                <a:lnTo>
                  <a:pt x="958439" y="7010"/>
                </a:lnTo>
                <a:lnTo>
                  <a:pt x="999652" y="7010"/>
                </a:lnTo>
                <a:cubicBezTo>
                  <a:pt x="1043680" y="7010"/>
                  <a:pt x="1065694" y="27222"/>
                  <a:pt x="1065694" y="67647"/>
                </a:cubicBezTo>
                <a:cubicBezTo>
                  <a:pt x="1065694" y="86902"/>
                  <a:pt x="1059487" y="102329"/>
                  <a:pt x="1047072" y="113927"/>
                </a:cubicBezTo>
                <a:cubicBezTo>
                  <a:pt x="1034657" y="125525"/>
                  <a:pt x="1018682" y="131324"/>
                  <a:pt x="999145" y="131324"/>
                </a:cubicBezTo>
                <a:lnTo>
                  <a:pt x="958439" y="131324"/>
                </a:lnTo>
                <a:moveTo>
                  <a:pt x="982508" y="27025"/>
                </a:moveTo>
                <a:lnTo>
                  <a:pt x="982508" y="111393"/>
                </a:lnTo>
                <a:lnTo>
                  <a:pt x="997709" y="111393"/>
                </a:lnTo>
                <a:cubicBezTo>
                  <a:pt x="1011053" y="111393"/>
                  <a:pt x="1021497" y="107523"/>
                  <a:pt x="1029041" y="99781"/>
                </a:cubicBezTo>
                <a:cubicBezTo>
                  <a:pt x="1036586" y="92040"/>
                  <a:pt x="1040358" y="81441"/>
                  <a:pt x="1040358" y="67985"/>
                </a:cubicBezTo>
                <a:cubicBezTo>
                  <a:pt x="1040358" y="54754"/>
                  <a:pt x="1036586" y="44619"/>
                  <a:pt x="1029041" y="37582"/>
                </a:cubicBezTo>
                <a:cubicBezTo>
                  <a:pt x="1021497" y="30544"/>
                  <a:pt x="1011109" y="27025"/>
                  <a:pt x="997878" y="27025"/>
                </a:cubicBezTo>
                <a:lnTo>
                  <a:pt x="982508" y="27025"/>
                </a:lnTo>
                <a:close/>
                <a:moveTo>
                  <a:pt x="1080132" y="87493"/>
                </a:moveTo>
                <a:cubicBezTo>
                  <a:pt x="1080132" y="72967"/>
                  <a:pt x="1084411" y="61496"/>
                  <a:pt x="1092969" y="53079"/>
                </a:cubicBezTo>
                <a:cubicBezTo>
                  <a:pt x="1101527" y="44662"/>
                  <a:pt x="1113125" y="40453"/>
                  <a:pt x="1127764" y="40453"/>
                </a:cubicBezTo>
                <a:cubicBezTo>
                  <a:pt x="1141896" y="40453"/>
                  <a:pt x="1153058" y="44577"/>
                  <a:pt x="1161250" y="52825"/>
                </a:cubicBezTo>
                <a:cubicBezTo>
                  <a:pt x="1169441" y="61074"/>
                  <a:pt x="1173537" y="72123"/>
                  <a:pt x="1173537" y="85973"/>
                </a:cubicBezTo>
                <a:cubicBezTo>
                  <a:pt x="1173537" y="100386"/>
                  <a:pt x="1169301" y="111914"/>
                  <a:pt x="1160827" y="120557"/>
                </a:cubicBezTo>
                <a:cubicBezTo>
                  <a:pt x="1152354" y="129199"/>
                  <a:pt x="1140882" y="133520"/>
                  <a:pt x="1126413" y="133520"/>
                </a:cubicBezTo>
                <a:cubicBezTo>
                  <a:pt x="1112225" y="133520"/>
                  <a:pt x="1100964" y="129368"/>
                  <a:pt x="1092632" y="121063"/>
                </a:cubicBezTo>
                <a:cubicBezTo>
                  <a:pt x="1084299" y="112759"/>
                  <a:pt x="1080132" y="101569"/>
                  <a:pt x="1080132" y="87493"/>
                </a:cubicBezTo>
                <a:moveTo>
                  <a:pt x="1103948" y="87155"/>
                </a:moveTo>
                <a:cubicBezTo>
                  <a:pt x="1103948" y="105791"/>
                  <a:pt x="1111690" y="115109"/>
                  <a:pt x="1127173" y="115109"/>
                </a:cubicBezTo>
                <a:cubicBezTo>
                  <a:pt x="1142093" y="115109"/>
                  <a:pt x="1149553" y="105566"/>
                  <a:pt x="1149553" y="86480"/>
                </a:cubicBezTo>
                <a:cubicBezTo>
                  <a:pt x="1149553" y="68013"/>
                  <a:pt x="1142065" y="58779"/>
                  <a:pt x="1127088" y="58779"/>
                </a:cubicBezTo>
                <a:cubicBezTo>
                  <a:pt x="1119769" y="58779"/>
                  <a:pt x="1114083" y="61299"/>
                  <a:pt x="1110029" y="66338"/>
                </a:cubicBezTo>
                <a:cubicBezTo>
                  <a:pt x="1105975" y="71377"/>
                  <a:pt x="1103948" y="78316"/>
                  <a:pt x="1103948" y="87155"/>
                </a:cubicBezTo>
                <a:close/>
                <a:moveTo>
                  <a:pt x="1258139" y="127862"/>
                </a:moveTo>
                <a:cubicBezTo>
                  <a:pt x="1251776" y="131634"/>
                  <a:pt x="1243078" y="133520"/>
                  <a:pt x="1232043" y="133520"/>
                </a:cubicBezTo>
                <a:cubicBezTo>
                  <a:pt x="1218755" y="133520"/>
                  <a:pt x="1207988" y="129424"/>
                  <a:pt x="1199739" y="121232"/>
                </a:cubicBezTo>
                <a:cubicBezTo>
                  <a:pt x="1191491" y="113040"/>
                  <a:pt x="1187367" y="102329"/>
                  <a:pt x="1187367" y="89098"/>
                </a:cubicBezTo>
                <a:cubicBezTo>
                  <a:pt x="1187367" y="74009"/>
                  <a:pt x="1191787" y="62129"/>
                  <a:pt x="1200626" y="53459"/>
                </a:cubicBezTo>
                <a:cubicBezTo>
                  <a:pt x="1209466" y="44788"/>
                  <a:pt x="1221261" y="40453"/>
                  <a:pt x="1236012" y="40453"/>
                </a:cubicBezTo>
                <a:cubicBezTo>
                  <a:pt x="1245640" y="40453"/>
                  <a:pt x="1253015" y="41861"/>
                  <a:pt x="1258139" y="44676"/>
                </a:cubicBezTo>
                <a:lnTo>
                  <a:pt x="1258139" y="65367"/>
                </a:lnTo>
                <a:cubicBezTo>
                  <a:pt x="1252171" y="60975"/>
                  <a:pt x="1245583" y="58779"/>
                  <a:pt x="1238377" y="58779"/>
                </a:cubicBezTo>
                <a:cubicBezTo>
                  <a:pt x="1230157" y="58779"/>
                  <a:pt x="1223569" y="61355"/>
                  <a:pt x="1218615" y="66507"/>
                </a:cubicBezTo>
                <a:cubicBezTo>
                  <a:pt x="1213660" y="71658"/>
                  <a:pt x="1211183" y="78626"/>
                  <a:pt x="1211183" y="87409"/>
                </a:cubicBezTo>
                <a:cubicBezTo>
                  <a:pt x="1211183" y="96079"/>
                  <a:pt x="1213519" y="102864"/>
                  <a:pt x="1218192" y="107762"/>
                </a:cubicBezTo>
                <a:cubicBezTo>
                  <a:pt x="1222865" y="112660"/>
                  <a:pt x="1229284" y="115109"/>
                  <a:pt x="1237448" y="115109"/>
                </a:cubicBezTo>
                <a:cubicBezTo>
                  <a:pt x="1244598" y="115109"/>
                  <a:pt x="1251495" y="112857"/>
                  <a:pt x="1258139" y="108353"/>
                </a:cubicBezTo>
                <a:lnTo>
                  <a:pt x="1258139" y="127862"/>
                </a:lnTo>
                <a:close/>
                <a:moveTo>
                  <a:pt x="1357740" y="131324"/>
                </a:moveTo>
                <a:lnTo>
                  <a:pt x="1334262" y="131324"/>
                </a:lnTo>
                <a:lnTo>
                  <a:pt x="1334262" y="117643"/>
                </a:lnTo>
                <a:lnTo>
                  <a:pt x="1333840" y="117643"/>
                </a:lnTo>
                <a:cubicBezTo>
                  <a:pt x="1327309" y="128228"/>
                  <a:pt x="1318245" y="133520"/>
                  <a:pt x="1306646" y="133520"/>
                </a:cubicBezTo>
                <a:cubicBezTo>
                  <a:pt x="1285871" y="133520"/>
                  <a:pt x="1275483" y="121021"/>
                  <a:pt x="1275483" y="96023"/>
                </a:cubicBezTo>
                <a:lnTo>
                  <a:pt x="1275483" y="42564"/>
                </a:lnTo>
                <a:lnTo>
                  <a:pt x="1299046" y="42564"/>
                </a:lnTo>
                <a:lnTo>
                  <a:pt x="1299046" y="93574"/>
                </a:lnTo>
                <a:cubicBezTo>
                  <a:pt x="1299046" y="107931"/>
                  <a:pt x="1304620" y="115109"/>
                  <a:pt x="1315767" y="115109"/>
                </a:cubicBezTo>
                <a:cubicBezTo>
                  <a:pt x="1321229" y="115109"/>
                  <a:pt x="1325676" y="113153"/>
                  <a:pt x="1329111" y="109240"/>
                </a:cubicBezTo>
                <a:cubicBezTo>
                  <a:pt x="1332545" y="105327"/>
                  <a:pt x="1334262" y="100077"/>
                  <a:pt x="1334262" y="93489"/>
                </a:cubicBezTo>
                <a:lnTo>
                  <a:pt x="1334262" y="42564"/>
                </a:lnTo>
                <a:lnTo>
                  <a:pt x="1357740" y="42564"/>
                </a:lnTo>
                <a:lnTo>
                  <a:pt x="1357740" y="131324"/>
                </a:lnTo>
                <a:close/>
                <a:moveTo>
                  <a:pt x="1518724" y="131324"/>
                </a:moveTo>
                <a:lnTo>
                  <a:pt x="1495246" y="131324"/>
                </a:lnTo>
                <a:lnTo>
                  <a:pt x="1495246" y="80653"/>
                </a:lnTo>
                <a:cubicBezTo>
                  <a:pt x="1495246" y="66070"/>
                  <a:pt x="1489953" y="58779"/>
                  <a:pt x="1479369" y="58779"/>
                </a:cubicBezTo>
                <a:cubicBezTo>
                  <a:pt x="1474470" y="58779"/>
                  <a:pt x="1470374" y="60989"/>
                  <a:pt x="1467081" y="65409"/>
                </a:cubicBezTo>
                <a:cubicBezTo>
                  <a:pt x="1463787" y="69828"/>
                  <a:pt x="1462140" y="75135"/>
                  <a:pt x="1462140" y="81328"/>
                </a:cubicBezTo>
                <a:lnTo>
                  <a:pt x="1462140" y="131324"/>
                </a:lnTo>
                <a:lnTo>
                  <a:pt x="1438662" y="131324"/>
                </a:lnTo>
                <a:lnTo>
                  <a:pt x="1438662" y="79724"/>
                </a:lnTo>
                <a:cubicBezTo>
                  <a:pt x="1438662" y="65761"/>
                  <a:pt x="1433398" y="58779"/>
                  <a:pt x="1422870" y="58779"/>
                </a:cubicBezTo>
                <a:cubicBezTo>
                  <a:pt x="1417859" y="58779"/>
                  <a:pt x="1413749" y="60848"/>
                  <a:pt x="1410540" y="64987"/>
                </a:cubicBezTo>
                <a:cubicBezTo>
                  <a:pt x="1407330" y="69125"/>
                  <a:pt x="1405726" y="74656"/>
                  <a:pt x="1405726" y="81582"/>
                </a:cubicBezTo>
                <a:lnTo>
                  <a:pt x="1405726" y="131324"/>
                </a:lnTo>
                <a:lnTo>
                  <a:pt x="1382163" y="131324"/>
                </a:lnTo>
                <a:lnTo>
                  <a:pt x="1382163" y="42564"/>
                </a:lnTo>
                <a:lnTo>
                  <a:pt x="1405726" y="42564"/>
                </a:lnTo>
                <a:lnTo>
                  <a:pt x="1405726" y="56583"/>
                </a:lnTo>
                <a:lnTo>
                  <a:pt x="1405979" y="56583"/>
                </a:lnTo>
                <a:cubicBezTo>
                  <a:pt x="1412623" y="45830"/>
                  <a:pt x="1422110" y="40453"/>
                  <a:pt x="1434440" y="40453"/>
                </a:cubicBezTo>
                <a:cubicBezTo>
                  <a:pt x="1446939" y="40453"/>
                  <a:pt x="1455440" y="46139"/>
                  <a:pt x="1459945" y="57512"/>
                </a:cubicBezTo>
                <a:cubicBezTo>
                  <a:pt x="1466701" y="46139"/>
                  <a:pt x="1476582" y="40453"/>
                  <a:pt x="1489588" y="40453"/>
                </a:cubicBezTo>
                <a:cubicBezTo>
                  <a:pt x="1509012" y="40453"/>
                  <a:pt x="1518724" y="52389"/>
                  <a:pt x="1518724" y="76261"/>
                </a:cubicBezTo>
                <a:lnTo>
                  <a:pt x="1518724" y="131324"/>
                </a:lnTo>
                <a:close/>
                <a:moveTo>
                  <a:pt x="1619426" y="93574"/>
                </a:moveTo>
                <a:lnTo>
                  <a:pt x="1560140" y="93574"/>
                </a:lnTo>
                <a:cubicBezTo>
                  <a:pt x="1561097" y="108663"/>
                  <a:pt x="1569655" y="116207"/>
                  <a:pt x="1585814" y="116207"/>
                </a:cubicBezTo>
                <a:cubicBezTo>
                  <a:pt x="1595666" y="116207"/>
                  <a:pt x="1604450" y="113617"/>
                  <a:pt x="1612163" y="108438"/>
                </a:cubicBezTo>
                <a:lnTo>
                  <a:pt x="1612163" y="126342"/>
                </a:lnTo>
                <a:cubicBezTo>
                  <a:pt x="1603943" y="131127"/>
                  <a:pt x="1593386" y="133520"/>
                  <a:pt x="1580493" y="133520"/>
                </a:cubicBezTo>
                <a:cubicBezTo>
                  <a:pt x="1566699" y="133520"/>
                  <a:pt x="1555959" y="129523"/>
                  <a:pt x="1548274" y="121528"/>
                </a:cubicBezTo>
                <a:cubicBezTo>
                  <a:pt x="1540589" y="113533"/>
                  <a:pt x="1536746" y="102357"/>
                  <a:pt x="1536746" y="88000"/>
                </a:cubicBezTo>
                <a:cubicBezTo>
                  <a:pt x="1536746" y="73924"/>
                  <a:pt x="1540871" y="62481"/>
                  <a:pt x="1549119" y="53670"/>
                </a:cubicBezTo>
                <a:cubicBezTo>
                  <a:pt x="1557367" y="44859"/>
                  <a:pt x="1567684" y="40453"/>
                  <a:pt x="1580071" y="40453"/>
                </a:cubicBezTo>
                <a:cubicBezTo>
                  <a:pt x="1592457" y="40453"/>
                  <a:pt x="1602113" y="44253"/>
                  <a:pt x="1609038" y="51854"/>
                </a:cubicBezTo>
                <a:cubicBezTo>
                  <a:pt x="1615963" y="59455"/>
                  <a:pt x="1619426" y="69899"/>
                  <a:pt x="1619426" y="83186"/>
                </a:cubicBezTo>
                <a:lnTo>
                  <a:pt x="1619426" y="93574"/>
                </a:lnTo>
                <a:moveTo>
                  <a:pt x="1597215" y="78119"/>
                </a:moveTo>
                <a:cubicBezTo>
                  <a:pt x="1597215" y="64043"/>
                  <a:pt x="1591416" y="57006"/>
                  <a:pt x="1579817" y="57006"/>
                </a:cubicBezTo>
                <a:cubicBezTo>
                  <a:pt x="1574975" y="57006"/>
                  <a:pt x="1570711" y="58920"/>
                  <a:pt x="1567023" y="62749"/>
                </a:cubicBezTo>
                <a:cubicBezTo>
                  <a:pt x="1563335" y="66577"/>
                  <a:pt x="1561041" y="71701"/>
                  <a:pt x="1560140" y="78119"/>
                </a:cubicBezTo>
                <a:lnTo>
                  <a:pt x="1597215" y="78119"/>
                </a:lnTo>
                <a:close/>
                <a:moveTo>
                  <a:pt x="1719971" y="131324"/>
                </a:moveTo>
                <a:lnTo>
                  <a:pt x="1696493" y="131324"/>
                </a:lnTo>
                <a:lnTo>
                  <a:pt x="1696493" y="81582"/>
                </a:lnTo>
                <a:cubicBezTo>
                  <a:pt x="1696493" y="66380"/>
                  <a:pt x="1691004" y="58779"/>
                  <a:pt x="1680025" y="58779"/>
                </a:cubicBezTo>
                <a:cubicBezTo>
                  <a:pt x="1674507" y="58779"/>
                  <a:pt x="1670017" y="60848"/>
                  <a:pt x="1666555" y="64987"/>
                </a:cubicBezTo>
                <a:cubicBezTo>
                  <a:pt x="1663092" y="69125"/>
                  <a:pt x="1661361" y="74375"/>
                  <a:pt x="1661361" y="80737"/>
                </a:cubicBezTo>
                <a:lnTo>
                  <a:pt x="1661361" y="131324"/>
                </a:lnTo>
                <a:lnTo>
                  <a:pt x="1637798" y="131324"/>
                </a:lnTo>
                <a:lnTo>
                  <a:pt x="1637798" y="42564"/>
                </a:lnTo>
                <a:lnTo>
                  <a:pt x="1661361" y="42564"/>
                </a:lnTo>
                <a:lnTo>
                  <a:pt x="1661361" y="56837"/>
                </a:lnTo>
                <a:lnTo>
                  <a:pt x="1661614" y="56837"/>
                </a:lnTo>
                <a:cubicBezTo>
                  <a:pt x="1668145" y="45914"/>
                  <a:pt x="1677745" y="40453"/>
                  <a:pt x="1690413" y="40453"/>
                </a:cubicBezTo>
                <a:cubicBezTo>
                  <a:pt x="1710118" y="40453"/>
                  <a:pt x="1719971" y="52642"/>
                  <a:pt x="1719971" y="77021"/>
                </a:cubicBezTo>
                <a:lnTo>
                  <a:pt x="1719971" y="131324"/>
                </a:lnTo>
                <a:close/>
                <a:moveTo>
                  <a:pt x="1792870" y="130395"/>
                </a:moveTo>
                <a:cubicBezTo>
                  <a:pt x="1788872" y="132422"/>
                  <a:pt x="1783298" y="133436"/>
                  <a:pt x="1776148" y="133436"/>
                </a:cubicBezTo>
                <a:cubicBezTo>
                  <a:pt x="1757962" y="133436"/>
                  <a:pt x="1748870" y="123808"/>
                  <a:pt x="1748870" y="104553"/>
                </a:cubicBezTo>
                <a:lnTo>
                  <a:pt x="1748870" y="60468"/>
                </a:lnTo>
                <a:lnTo>
                  <a:pt x="1734175" y="60468"/>
                </a:lnTo>
                <a:lnTo>
                  <a:pt x="1734175" y="42564"/>
                </a:lnTo>
                <a:lnTo>
                  <a:pt x="1748870" y="42564"/>
                </a:lnTo>
                <a:lnTo>
                  <a:pt x="1748870" y="22718"/>
                </a:lnTo>
                <a:lnTo>
                  <a:pt x="1772348" y="15877"/>
                </a:lnTo>
                <a:lnTo>
                  <a:pt x="1772348" y="42564"/>
                </a:lnTo>
                <a:lnTo>
                  <a:pt x="1792870" y="42564"/>
                </a:lnTo>
                <a:lnTo>
                  <a:pt x="1792870" y="60468"/>
                </a:lnTo>
                <a:lnTo>
                  <a:pt x="1772348" y="60468"/>
                </a:lnTo>
                <a:lnTo>
                  <a:pt x="1772348" y="100415"/>
                </a:lnTo>
                <a:cubicBezTo>
                  <a:pt x="1772348" y="110211"/>
                  <a:pt x="1776204" y="115109"/>
                  <a:pt x="1783918" y="115109"/>
                </a:cubicBezTo>
                <a:cubicBezTo>
                  <a:pt x="1787127" y="115109"/>
                  <a:pt x="1790111" y="114209"/>
                  <a:pt x="1792870" y="112407"/>
                </a:cubicBezTo>
                <a:lnTo>
                  <a:pt x="1792870" y="130395"/>
                </a:lnTo>
                <a:close/>
                <a:moveTo>
                  <a:pt x="1806420" y="108522"/>
                </a:moveTo>
                <a:cubicBezTo>
                  <a:pt x="1815203" y="114040"/>
                  <a:pt x="1823874" y="116798"/>
                  <a:pt x="1832432" y="116798"/>
                </a:cubicBezTo>
                <a:cubicBezTo>
                  <a:pt x="1843467" y="116798"/>
                  <a:pt x="1848984" y="113674"/>
                  <a:pt x="1848984" y="107424"/>
                </a:cubicBezTo>
                <a:cubicBezTo>
                  <a:pt x="1848984" y="103089"/>
                  <a:pt x="1844621" y="99429"/>
                  <a:pt x="1835894" y="96445"/>
                </a:cubicBezTo>
                <a:cubicBezTo>
                  <a:pt x="1823170" y="92166"/>
                  <a:pt x="1815091" y="87958"/>
                  <a:pt x="1811656" y="83820"/>
                </a:cubicBezTo>
                <a:cubicBezTo>
                  <a:pt x="1808222" y="79681"/>
                  <a:pt x="1806505" y="74375"/>
                  <a:pt x="1806505" y="67900"/>
                </a:cubicBezTo>
                <a:cubicBezTo>
                  <a:pt x="1806505" y="59342"/>
                  <a:pt x="1809995" y="52628"/>
                  <a:pt x="1816977" y="47758"/>
                </a:cubicBezTo>
                <a:cubicBezTo>
                  <a:pt x="1823958" y="42888"/>
                  <a:pt x="1832938" y="40453"/>
                  <a:pt x="1843917" y="40453"/>
                </a:cubicBezTo>
                <a:cubicBezTo>
                  <a:pt x="1851574" y="40453"/>
                  <a:pt x="1859231" y="41663"/>
                  <a:pt x="1866888" y="44084"/>
                </a:cubicBezTo>
                <a:lnTo>
                  <a:pt x="1866888" y="63255"/>
                </a:lnTo>
                <a:cubicBezTo>
                  <a:pt x="1859963" y="59145"/>
                  <a:pt x="1852391" y="57090"/>
                  <a:pt x="1844171" y="57090"/>
                </a:cubicBezTo>
                <a:cubicBezTo>
                  <a:pt x="1839835" y="57090"/>
                  <a:pt x="1836345" y="57907"/>
                  <a:pt x="1833698" y="59539"/>
                </a:cubicBezTo>
                <a:cubicBezTo>
                  <a:pt x="1831052" y="61172"/>
                  <a:pt x="1829729" y="63340"/>
                  <a:pt x="1829729" y="66042"/>
                </a:cubicBezTo>
                <a:cubicBezTo>
                  <a:pt x="1829729" y="70490"/>
                  <a:pt x="1833417" y="74009"/>
                  <a:pt x="1840792" y="76599"/>
                </a:cubicBezTo>
                <a:cubicBezTo>
                  <a:pt x="1849181" y="79639"/>
                  <a:pt x="1855346" y="82187"/>
                  <a:pt x="1859288" y="84242"/>
                </a:cubicBezTo>
                <a:cubicBezTo>
                  <a:pt x="1863229" y="86297"/>
                  <a:pt x="1866297" y="89098"/>
                  <a:pt x="1868493" y="92645"/>
                </a:cubicBezTo>
                <a:cubicBezTo>
                  <a:pt x="1870689" y="96192"/>
                  <a:pt x="1871787" y="100358"/>
                  <a:pt x="1871787" y="105144"/>
                </a:cubicBezTo>
                <a:cubicBezTo>
                  <a:pt x="1871787" y="114152"/>
                  <a:pt x="1868197" y="121134"/>
                  <a:pt x="1861019" y="126088"/>
                </a:cubicBezTo>
                <a:cubicBezTo>
                  <a:pt x="1853840" y="131043"/>
                  <a:pt x="1844368" y="133520"/>
                  <a:pt x="1832600" y="133520"/>
                </a:cubicBezTo>
                <a:cubicBezTo>
                  <a:pt x="1822691" y="133520"/>
                  <a:pt x="1813965" y="131944"/>
                  <a:pt x="1806420" y="128791"/>
                </a:cubicBezTo>
                <a:lnTo>
                  <a:pt x="1806420" y="108522"/>
                </a:lnTo>
                <a:close/>
                <a:moveTo>
                  <a:pt x="1976634" y="159532"/>
                </a:moveTo>
                <a:cubicBezTo>
                  <a:pt x="1958166" y="139038"/>
                  <a:pt x="1948933" y="113814"/>
                  <a:pt x="1948933" y="83862"/>
                </a:cubicBezTo>
                <a:cubicBezTo>
                  <a:pt x="1948933" y="54528"/>
                  <a:pt x="1958166" y="28911"/>
                  <a:pt x="1976634" y="7010"/>
                </a:cubicBezTo>
                <a:lnTo>
                  <a:pt x="1996058" y="7010"/>
                </a:lnTo>
                <a:cubicBezTo>
                  <a:pt x="1978379" y="29812"/>
                  <a:pt x="1969539" y="55401"/>
                  <a:pt x="1969539" y="83777"/>
                </a:cubicBezTo>
                <a:cubicBezTo>
                  <a:pt x="1969539" y="111928"/>
                  <a:pt x="1978379" y="137180"/>
                  <a:pt x="1996058" y="159532"/>
                </a:cubicBezTo>
                <a:lnTo>
                  <a:pt x="1976634" y="159532"/>
                </a:lnTo>
                <a:close/>
                <a:moveTo>
                  <a:pt x="2083229" y="28545"/>
                </a:moveTo>
                <a:cubicBezTo>
                  <a:pt x="2076980" y="25054"/>
                  <a:pt x="2070139" y="23309"/>
                  <a:pt x="2062707" y="23309"/>
                </a:cubicBezTo>
                <a:cubicBezTo>
                  <a:pt x="2052742" y="23309"/>
                  <a:pt x="2044817" y="27349"/>
                  <a:pt x="2038934" y="35428"/>
                </a:cubicBezTo>
                <a:cubicBezTo>
                  <a:pt x="2033050" y="43507"/>
                  <a:pt x="2030108" y="53853"/>
                  <a:pt x="2030108" y="66464"/>
                </a:cubicBezTo>
                <a:lnTo>
                  <a:pt x="2030615" y="66464"/>
                </a:lnTo>
                <a:cubicBezTo>
                  <a:pt x="2036527" y="56837"/>
                  <a:pt x="2045451" y="52023"/>
                  <a:pt x="2057387" y="52023"/>
                </a:cubicBezTo>
                <a:cubicBezTo>
                  <a:pt x="2067859" y="52023"/>
                  <a:pt x="2076191" y="55584"/>
                  <a:pt x="2082385" y="62706"/>
                </a:cubicBezTo>
                <a:cubicBezTo>
                  <a:pt x="2088578" y="69828"/>
                  <a:pt x="2091674" y="79104"/>
                  <a:pt x="2091674" y="90534"/>
                </a:cubicBezTo>
                <a:cubicBezTo>
                  <a:pt x="2091674" y="103089"/>
                  <a:pt x="2087733" y="113392"/>
                  <a:pt x="2079851" y="121443"/>
                </a:cubicBezTo>
                <a:cubicBezTo>
                  <a:pt x="2071969" y="129494"/>
                  <a:pt x="2061975" y="133520"/>
                  <a:pt x="2049870" y="133520"/>
                </a:cubicBezTo>
                <a:cubicBezTo>
                  <a:pt x="2035851" y="133520"/>
                  <a:pt x="2025140" y="128368"/>
                  <a:pt x="2017736" y="118065"/>
                </a:cubicBezTo>
                <a:cubicBezTo>
                  <a:pt x="2010332" y="107762"/>
                  <a:pt x="2006630" y="93743"/>
                  <a:pt x="2006630" y="76008"/>
                </a:cubicBezTo>
                <a:cubicBezTo>
                  <a:pt x="2006630" y="55007"/>
                  <a:pt x="2011472" y="37919"/>
                  <a:pt x="2021156" y="24745"/>
                </a:cubicBezTo>
                <a:cubicBezTo>
                  <a:pt x="2030840" y="11570"/>
                  <a:pt x="2044240" y="4983"/>
                  <a:pt x="2061356" y="4983"/>
                </a:cubicBezTo>
                <a:cubicBezTo>
                  <a:pt x="2070815" y="4983"/>
                  <a:pt x="2078106" y="6137"/>
                  <a:pt x="2083229" y="8445"/>
                </a:cubicBezTo>
                <a:lnTo>
                  <a:pt x="2083229" y="28545"/>
                </a:lnTo>
                <a:moveTo>
                  <a:pt x="2030953" y="90534"/>
                </a:moveTo>
                <a:cubicBezTo>
                  <a:pt x="2030953" y="97233"/>
                  <a:pt x="2032670" y="103004"/>
                  <a:pt x="2036104" y="107846"/>
                </a:cubicBezTo>
                <a:cubicBezTo>
                  <a:pt x="2039539" y="112688"/>
                  <a:pt x="2044156" y="115109"/>
                  <a:pt x="2049955" y="115109"/>
                </a:cubicBezTo>
                <a:cubicBezTo>
                  <a:pt x="2055641" y="115109"/>
                  <a:pt x="2060145" y="112942"/>
                  <a:pt x="2063467" y="108606"/>
                </a:cubicBezTo>
                <a:cubicBezTo>
                  <a:pt x="2066789" y="104271"/>
                  <a:pt x="2068450" y="98810"/>
                  <a:pt x="2068450" y="92223"/>
                </a:cubicBezTo>
                <a:cubicBezTo>
                  <a:pt x="2068450" y="77359"/>
                  <a:pt x="2062257" y="69927"/>
                  <a:pt x="2049870" y="69927"/>
                </a:cubicBezTo>
                <a:cubicBezTo>
                  <a:pt x="2044296" y="69927"/>
                  <a:pt x="2039750" y="71884"/>
                  <a:pt x="2036231" y="75797"/>
                </a:cubicBezTo>
                <a:cubicBezTo>
                  <a:pt x="2032712" y="79709"/>
                  <a:pt x="2030953" y="84622"/>
                  <a:pt x="2030953" y="90534"/>
                </a:cubicBezTo>
                <a:close/>
                <a:moveTo>
                  <a:pt x="2183026" y="28545"/>
                </a:moveTo>
                <a:cubicBezTo>
                  <a:pt x="2176777" y="25054"/>
                  <a:pt x="2169936" y="23309"/>
                  <a:pt x="2162504" y="23309"/>
                </a:cubicBezTo>
                <a:cubicBezTo>
                  <a:pt x="2152539" y="23309"/>
                  <a:pt x="2144614" y="27349"/>
                  <a:pt x="2138731" y="35428"/>
                </a:cubicBezTo>
                <a:cubicBezTo>
                  <a:pt x="2132847" y="43507"/>
                  <a:pt x="2129906" y="53853"/>
                  <a:pt x="2129906" y="66464"/>
                </a:cubicBezTo>
                <a:lnTo>
                  <a:pt x="2130412" y="66464"/>
                </a:lnTo>
                <a:cubicBezTo>
                  <a:pt x="2136324" y="56837"/>
                  <a:pt x="2145248" y="52023"/>
                  <a:pt x="2157184" y="52023"/>
                </a:cubicBezTo>
                <a:cubicBezTo>
                  <a:pt x="2167656" y="52023"/>
                  <a:pt x="2175989" y="55584"/>
                  <a:pt x="2182182" y="62706"/>
                </a:cubicBezTo>
                <a:cubicBezTo>
                  <a:pt x="2188375" y="69828"/>
                  <a:pt x="2191472" y="79104"/>
                  <a:pt x="2191472" y="90534"/>
                </a:cubicBezTo>
                <a:cubicBezTo>
                  <a:pt x="2191472" y="103089"/>
                  <a:pt x="2187531" y="113392"/>
                  <a:pt x="2179648" y="121443"/>
                </a:cubicBezTo>
                <a:cubicBezTo>
                  <a:pt x="2171766" y="129494"/>
                  <a:pt x="2161772" y="133520"/>
                  <a:pt x="2149668" y="133520"/>
                </a:cubicBezTo>
                <a:cubicBezTo>
                  <a:pt x="2135648" y="133520"/>
                  <a:pt x="2124937" y="128368"/>
                  <a:pt x="2117533" y="118065"/>
                </a:cubicBezTo>
                <a:cubicBezTo>
                  <a:pt x="2110130" y="107762"/>
                  <a:pt x="2106428" y="93743"/>
                  <a:pt x="2106428" y="76008"/>
                </a:cubicBezTo>
                <a:cubicBezTo>
                  <a:pt x="2106428" y="55007"/>
                  <a:pt x="2111270" y="37919"/>
                  <a:pt x="2120954" y="24745"/>
                </a:cubicBezTo>
                <a:cubicBezTo>
                  <a:pt x="2130637" y="11570"/>
                  <a:pt x="2144037" y="4983"/>
                  <a:pt x="2161153" y="4983"/>
                </a:cubicBezTo>
                <a:cubicBezTo>
                  <a:pt x="2170612" y="4983"/>
                  <a:pt x="2177903" y="6137"/>
                  <a:pt x="2183026" y="8445"/>
                </a:cubicBezTo>
                <a:lnTo>
                  <a:pt x="2183026" y="28545"/>
                </a:lnTo>
                <a:moveTo>
                  <a:pt x="2130750" y="90534"/>
                </a:moveTo>
                <a:cubicBezTo>
                  <a:pt x="2130750" y="97233"/>
                  <a:pt x="2132467" y="103004"/>
                  <a:pt x="2135902" y="107846"/>
                </a:cubicBezTo>
                <a:cubicBezTo>
                  <a:pt x="2139336" y="112688"/>
                  <a:pt x="2143953" y="115109"/>
                  <a:pt x="2149752" y="115109"/>
                </a:cubicBezTo>
                <a:cubicBezTo>
                  <a:pt x="2155439" y="115109"/>
                  <a:pt x="2159943" y="112942"/>
                  <a:pt x="2163264" y="108606"/>
                </a:cubicBezTo>
                <a:cubicBezTo>
                  <a:pt x="2166586" y="104271"/>
                  <a:pt x="2168247" y="98810"/>
                  <a:pt x="2168247" y="92223"/>
                </a:cubicBezTo>
                <a:cubicBezTo>
                  <a:pt x="2168247" y="77359"/>
                  <a:pt x="2162054" y="69927"/>
                  <a:pt x="2149668" y="69927"/>
                </a:cubicBezTo>
                <a:cubicBezTo>
                  <a:pt x="2144094" y="69927"/>
                  <a:pt x="2139547" y="71884"/>
                  <a:pt x="2136028" y="75797"/>
                </a:cubicBezTo>
                <a:cubicBezTo>
                  <a:pt x="2132510" y="79709"/>
                  <a:pt x="2130750" y="84622"/>
                  <a:pt x="2130750" y="90534"/>
                </a:cubicBezTo>
                <a:close/>
                <a:moveTo>
                  <a:pt x="2198705" y="159532"/>
                </a:moveTo>
                <a:cubicBezTo>
                  <a:pt x="2216496" y="137574"/>
                  <a:pt x="2225392" y="112322"/>
                  <a:pt x="2225392" y="83777"/>
                </a:cubicBezTo>
                <a:cubicBezTo>
                  <a:pt x="2225392" y="55514"/>
                  <a:pt x="2216496" y="29924"/>
                  <a:pt x="2198705" y="7010"/>
                </a:cubicBezTo>
                <a:lnTo>
                  <a:pt x="2218298" y="7010"/>
                </a:lnTo>
                <a:cubicBezTo>
                  <a:pt x="2236821" y="29024"/>
                  <a:pt x="2246083" y="54641"/>
                  <a:pt x="2246083" y="83862"/>
                </a:cubicBezTo>
                <a:cubicBezTo>
                  <a:pt x="2246083" y="113589"/>
                  <a:pt x="2236793" y="138812"/>
                  <a:pt x="2218213" y="159532"/>
                </a:cubicBezTo>
                <a:lnTo>
                  <a:pt x="2198705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•Corporation/Business(75)">
            <a:extLst xmlns:a="http://schemas.openxmlformats.org/drawingml/2006/main">
              <a:ext uri="{FF2B5EF4-FFF2-40B4-BE49-F238E27FC236}">
                <a16:creationId xmlns:a16="http://schemas.microsoft.com/office/drawing/2014/main" id="{A7B5CA4C-19AE-4E9E-9078-185CA06D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770" y="1190336"/>
            <a:ext cx="2244591" cy="171524"/>
          </a:xfrm>
          <a:custGeom xmlns:a="http://schemas.openxmlformats.org/drawingml/2006/main">
            <a:pathLst>
              <a:path w="2244591" h="171524">
                <a:moveTo>
                  <a:pt x="0" y="69969"/>
                </a:moveTo>
                <a:cubicBezTo>
                  <a:pt x="0" y="64045"/>
                  <a:pt x="2097" y="58997"/>
                  <a:pt x="6292" y="54823"/>
                </a:cubicBezTo>
                <a:cubicBezTo>
                  <a:pt x="10486" y="50648"/>
                  <a:pt x="15511" y="48560"/>
                  <a:pt x="21367" y="48560"/>
                </a:cubicBezTo>
                <a:cubicBezTo>
                  <a:pt x="27278" y="48560"/>
                  <a:pt x="32331" y="50648"/>
                  <a:pt x="36526" y="54823"/>
                </a:cubicBezTo>
                <a:cubicBezTo>
                  <a:pt x="40720" y="58997"/>
                  <a:pt x="42818" y="64045"/>
                  <a:pt x="42818" y="69969"/>
                </a:cubicBezTo>
                <a:cubicBezTo>
                  <a:pt x="42818" y="75893"/>
                  <a:pt x="40720" y="80957"/>
                  <a:pt x="36526" y="85160"/>
                </a:cubicBezTo>
                <a:cubicBezTo>
                  <a:pt x="32331" y="89362"/>
                  <a:pt x="27278" y="91463"/>
                  <a:pt x="21367" y="91463"/>
                </a:cubicBezTo>
                <a:cubicBezTo>
                  <a:pt x="15511" y="91463"/>
                  <a:pt x="10486" y="89362"/>
                  <a:pt x="6292" y="85160"/>
                </a:cubicBezTo>
                <a:cubicBezTo>
                  <a:pt x="2097" y="80957"/>
                  <a:pt x="0" y="75893"/>
                  <a:pt x="0" y="69969"/>
                </a:cubicBezTo>
                <a:close/>
                <a:moveTo>
                  <a:pt x="206121" y="126004"/>
                </a:moveTo>
                <a:cubicBezTo>
                  <a:pt x="197112" y="130564"/>
                  <a:pt x="185401" y="132844"/>
                  <a:pt x="170988" y="132844"/>
                </a:cubicBezTo>
                <a:cubicBezTo>
                  <a:pt x="152577" y="132844"/>
                  <a:pt x="137897" y="127228"/>
                  <a:pt x="126946" y="115996"/>
                </a:cubicBezTo>
                <a:cubicBezTo>
                  <a:pt x="115995" y="104764"/>
                  <a:pt x="110520" y="89802"/>
                  <a:pt x="110520" y="71109"/>
                </a:cubicBezTo>
                <a:cubicBezTo>
                  <a:pt x="110520" y="51516"/>
                  <a:pt x="116629" y="35484"/>
                  <a:pt x="128846" y="23013"/>
                </a:cubicBezTo>
                <a:cubicBezTo>
                  <a:pt x="141064" y="10543"/>
                  <a:pt x="156744" y="4307"/>
                  <a:pt x="175886" y="4307"/>
                </a:cubicBezTo>
                <a:cubicBezTo>
                  <a:pt x="187935" y="4307"/>
                  <a:pt x="198013" y="5912"/>
                  <a:pt x="206121" y="9121"/>
                </a:cubicBezTo>
                <a:lnTo>
                  <a:pt x="206121" y="32599"/>
                </a:lnTo>
                <a:cubicBezTo>
                  <a:pt x="197675" y="27701"/>
                  <a:pt x="188104" y="25251"/>
                  <a:pt x="177407" y="25251"/>
                </a:cubicBezTo>
                <a:cubicBezTo>
                  <a:pt x="164851" y="25251"/>
                  <a:pt x="154787" y="29333"/>
                  <a:pt x="147215" y="37497"/>
                </a:cubicBezTo>
                <a:cubicBezTo>
                  <a:pt x="139642" y="45661"/>
                  <a:pt x="135856" y="56302"/>
                  <a:pt x="135856" y="69420"/>
                </a:cubicBezTo>
                <a:cubicBezTo>
                  <a:pt x="135856" y="82313"/>
                  <a:pt x="139459" y="92617"/>
                  <a:pt x="146666" y="100330"/>
                </a:cubicBezTo>
                <a:cubicBezTo>
                  <a:pt x="153872" y="108043"/>
                  <a:pt x="163472" y="111900"/>
                  <a:pt x="175464" y="111900"/>
                </a:cubicBezTo>
                <a:cubicBezTo>
                  <a:pt x="186781" y="111900"/>
                  <a:pt x="197000" y="109198"/>
                  <a:pt x="206121" y="103793"/>
                </a:cubicBezTo>
                <a:lnTo>
                  <a:pt x="206121" y="126004"/>
                </a:lnTo>
                <a:close/>
                <a:moveTo>
                  <a:pt x="221041" y="86818"/>
                </a:moveTo>
                <a:cubicBezTo>
                  <a:pt x="221041" y="72292"/>
                  <a:pt x="225320" y="60820"/>
                  <a:pt x="233878" y="52403"/>
                </a:cubicBezTo>
                <a:cubicBezTo>
                  <a:pt x="242436" y="43986"/>
                  <a:pt x="254034" y="39777"/>
                  <a:pt x="268672" y="39777"/>
                </a:cubicBezTo>
                <a:cubicBezTo>
                  <a:pt x="282804" y="39777"/>
                  <a:pt x="293966" y="43901"/>
                  <a:pt x="302158" y="52150"/>
                </a:cubicBezTo>
                <a:cubicBezTo>
                  <a:pt x="310350" y="60398"/>
                  <a:pt x="314446" y="71447"/>
                  <a:pt x="314446" y="85297"/>
                </a:cubicBezTo>
                <a:cubicBezTo>
                  <a:pt x="314446" y="99711"/>
                  <a:pt x="310209" y="111239"/>
                  <a:pt x="301736" y="119881"/>
                </a:cubicBezTo>
                <a:cubicBezTo>
                  <a:pt x="293262" y="128523"/>
                  <a:pt x="281791" y="132844"/>
                  <a:pt x="267321" y="132844"/>
                </a:cubicBezTo>
                <a:cubicBezTo>
                  <a:pt x="253133" y="132844"/>
                  <a:pt x="241873" y="128692"/>
                  <a:pt x="233540" y="120388"/>
                </a:cubicBezTo>
                <a:cubicBezTo>
                  <a:pt x="225207" y="112083"/>
                  <a:pt x="221041" y="100893"/>
                  <a:pt x="221041" y="86818"/>
                </a:cubicBezTo>
                <a:moveTo>
                  <a:pt x="244857" y="86480"/>
                </a:moveTo>
                <a:cubicBezTo>
                  <a:pt x="244857" y="105116"/>
                  <a:pt x="252598" y="114434"/>
                  <a:pt x="268081" y="114434"/>
                </a:cubicBezTo>
                <a:cubicBezTo>
                  <a:pt x="283001" y="114434"/>
                  <a:pt x="290461" y="104891"/>
                  <a:pt x="290461" y="85804"/>
                </a:cubicBezTo>
                <a:cubicBezTo>
                  <a:pt x="290461" y="67337"/>
                  <a:pt x="282973" y="58104"/>
                  <a:pt x="267997" y="58104"/>
                </a:cubicBezTo>
                <a:cubicBezTo>
                  <a:pt x="260677" y="58104"/>
                  <a:pt x="254991" y="60623"/>
                  <a:pt x="250937" y="65662"/>
                </a:cubicBezTo>
                <a:cubicBezTo>
                  <a:pt x="246883" y="70701"/>
                  <a:pt x="244857" y="77640"/>
                  <a:pt x="244857" y="86480"/>
                </a:cubicBezTo>
                <a:close/>
                <a:moveTo>
                  <a:pt x="388153" y="63593"/>
                </a:moveTo>
                <a:cubicBezTo>
                  <a:pt x="385056" y="61735"/>
                  <a:pt x="381256" y="60806"/>
                  <a:pt x="376752" y="60806"/>
                </a:cubicBezTo>
                <a:cubicBezTo>
                  <a:pt x="370840" y="60806"/>
                  <a:pt x="366111" y="63213"/>
                  <a:pt x="362564" y="68027"/>
                </a:cubicBezTo>
                <a:cubicBezTo>
                  <a:pt x="359017" y="72841"/>
                  <a:pt x="357243" y="79301"/>
                  <a:pt x="357243" y="87409"/>
                </a:cubicBezTo>
                <a:lnTo>
                  <a:pt x="357243" y="130649"/>
                </a:lnTo>
                <a:lnTo>
                  <a:pt x="333681" y="130649"/>
                </a:lnTo>
                <a:lnTo>
                  <a:pt x="333681" y="41889"/>
                </a:lnTo>
                <a:lnTo>
                  <a:pt x="357243" y="41889"/>
                </a:lnTo>
                <a:lnTo>
                  <a:pt x="357243" y="58948"/>
                </a:lnTo>
                <a:lnTo>
                  <a:pt x="357497" y="58948"/>
                </a:lnTo>
                <a:cubicBezTo>
                  <a:pt x="361832" y="46562"/>
                  <a:pt x="369630" y="40368"/>
                  <a:pt x="380890" y="40368"/>
                </a:cubicBezTo>
                <a:cubicBezTo>
                  <a:pt x="384099" y="40368"/>
                  <a:pt x="386520" y="40763"/>
                  <a:pt x="388153" y="41551"/>
                </a:cubicBezTo>
                <a:lnTo>
                  <a:pt x="388153" y="63593"/>
                </a:lnTo>
                <a:close/>
                <a:moveTo>
                  <a:pt x="425389" y="119585"/>
                </a:moveTo>
                <a:lnTo>
                  <a:pt x="425389" y="171524"/>
                </a:lnTo>
                <a:lnTo>
                  <a:pt x="401827" y="171524"/>
                </a:lnTo>
                <a:lnTo>
                  <a:pt x="401827" y="41889"/>
                </a:lnTo>
                <a:lnTo>
                  <a:pt x="425389" y="41889"/>
                </a:lnTo>
                <a:lnTo>
                  <a:pt x="425389" y="55908"/>
                </a:lnTo>
                <a:lnTo>
                  <a:pt x="425642" y="55908"/>
                </a:lnTo>
                <a:cubicBezTo>
                  <a:pt x="432511" y="45154"/>
                  <a:pt x="442251" y="39777"/>
                  <a:pt x="454863" y="39777"/>
                </a:cubicBezTo>
                <a:cubicBezTo>
                  <a:pt x="466067" y="39777"/>
                  <a:pt x="474892" y="43690"/>
                  <a:pt x="481339" y="51516"/>
                </a:cubicBezTo>
                <a:cubicBezTo>
                  <a:pt x="487786" y="59342"/>
                  <a:pt x="491009" y="70096"/>
                  <a:pt x="491009" y="83777"/>
                </a:cubicBezTo>
                <a:cubicBezTo>
                  <a:pt x="491009" y="98528"/>
                  <a:pt x="487335" y="110394"/>
                  <a:pt x="479988" y="119374"/>
                </a:cubicBezTo>
                <a:cubicBezTo>
                  <a:pt x="472640" y="128354"/>
                  <a:pt x="462914" y="132844"/>
                  <a:pt x="450809" y="132844"/>
                </a:cubicBezTo>
                <a:cubicBezTo>
                  <a:pt x="439887" y="132844"/>
                  <a:pt x="431498" y="128425"/>
                  <a:pt x="425642" y="119585"/>
                </a:cubicBezTo>
                <a:lnTo>
                  <a:pt x="425389" y="119585"/>
                </a:lnTo>
                <a:moveTo>
                  <a:pt x="425051" y="92054"/>
                </a:moveTo>
                <a:cubicBezTo>
                  <a:pt x="425051" y="98472"/>
                  <a:pt x="426909" y="103807"/>
                  <a:pt x="430625" y="108058"/>
                </a:cubicBezTo>
                <a:cubicBezTo>
                  <a:pt x="434341" y="112308"/>
                  <a:pt x="439098" y="114434"/>
                  <a:pt x="444898" y="114434"/>
                </a:cubicBezTo>
                <a:cubicBezTo>
                  <a:pt x="451766" y="114434"/>
                  <a:pt x="457143" y="111759"/>
                  <a:pt x="461028" y="106411"/>
                </a:cubicBezTo>
                <a:cubicBezTo>
                  <a:pt x="464913" y="101062"/>
                  <a:pt x="466855" y="93546"/>
                  <a:pt x="466855" y="83862"/>
                </a:cubicBezTo>
                <a:cubicBezTo>
                  <a:pt x="466855" y="66690"/>
                  <a:pt x="460071" y="58104"/>
                  <a:pt x="446502" y="58104"/>
                </a:cubicBezTo>
                <a:cubicBezTo>
                  <a:pt x="440084" y="58104"/>
                  <a:pt x="434904" y="60496"/>
                  <a:pt x="430963" y="65282"/>
                </a:cubicBezTo>
                <a:cubicBezTo>
                  <a:pt x="427022" y="70068"/>
                  <a:pt x="425051" y="76092"/>
                  <a:pt x="425051" y="83355"/>
                </a:cubicBezTo>
                <a:lnTo>
                  <a:pt x="425051" y="92054"/>
                </a:lnTo>
                <a:close/>
                <a:moveTo>
                  <a:pt x="505214" y="86818"/>
                </a:moveTo>
                <a:cubicBezTo>
                  <a:pt x="505214" y="72292"/>
                  <a:pt x="509493" y="60820"/>
                  <a:pt x="518051" y="52403"/>
                </a:cubicBezTo>
                <a:cubicBezTo>
                  <a:pt x="526609" y="43986"/>
                  <a:pt x="538207" y="39777"/>
                  <a:pt x="552845" y="39777"/>
                </a:cubicBezTo>
                <a:cubicBezTo>
                  <a:pt x="566977" y="39777"/>
                  <a:pt x="578139" y="43901"/>
                  <a:pt x="586331" y="52150"/>
                </a:cubicBezTo>
                <a:cubicBezTo>
                  <a:pt x="594523" y="60398"/>
                  <a:pt x="598619" y="71447"/>
                  <a:pt x="598619" y="85297"/>
                </a:cubicBezTo>
                <a:cubicBezTo>
                  <a:pt x="598619" y="99711"/>
                  <a:pt x="594382" y="111239"/>
                  <a:pt x="585909" y="119881"/>
                </a:cubicBezTo>
                <a:cubicBezTo>
                  <a:pt x="577435" y="128523"/>
                  <a:pt x="565964" y="132844"/>
                  <a:pt x="551494" y="132844"/>
                </a:cubicBezTo>
                <a:cubicBezTo>
                  <a:pt x="537306" y="132844"/>
                  <a:pt x="526045" y="128692"/>
                  <a:pt x="517713" y="120388"/>
                </a:cubicBezTo>
                <a:cubicBezTo>
                  <a:pt x="509380" y="112083"/>
                  <a:pt x="505214" y="100893"/>
                  <a:pt x="505214" y="86818"/>
                </a:cubicBezTo>
                <a:moveTo>
                  <a:pt x="529029" y="86480"/>
                </a:moveTo>
                <a:cubicBezTo>
                  <a:pt x="529029" y="105116"/>
                  <a:pt x="536771" y="114434"/>
                  <a:pt x="552254" y="114434"/>
                </a:cubicBezTo>
                <a:cubicBezTo>
                  <a:pt x="567174" y="114434"/>
                  <a:pt x="574634" y="104891"/>
                  <a:pt x="574634" y="85804"/>
                </a:cubicBezTo>
                <a:cubicBezTo>
                  <a:pt x="574634" y="67337"/>
                  <a:pt x="567146" y="58104"/>
                  <a:pt x="552170" y="58104"/>
                </a:cubicBezTo>
                <a:cubicBezTo>
                  <a:pt x="544850" y="58104"/>
                  <a:pt x="539164" y="60623"/>
                  <a:pt x="535110" y="65662"/>
                </a:cubicBezTo>
                <a:cubicBezTo>
                  <a:pt x="531056" y="70701"/>
                  <a:pt x="529029" y="77640"/>
                  <a:pt x="529029" y="86480"/>
                </a:cubicBezTo>
                <a:close/>
                <a:moveTo>
                  <a:pt x="672326" y="63593"/>
                </a:moveTo>
                <a:cubicBezTo>
                  <a:pt x="669229" y="61735"/>
                  <a:pt x="665429" y="60806"/>
                  <a:pt x="660925" y="60806"/>
                </a:cubicBezTo>
                <a:cubicBezTo>
                  <a:pt x="655013" y="60806"/>
                  <a:pt x="650284" y="63213"/>
                  <a:pt x="646736" y="68027"/>
                </a:cubicBezTo>
                <a:cubicBezTo>
                  <a:pt x="643189" y="72841"/>
                  <a:pt x="641416" y="79301"/>
                  <a:pt x="641416" y="87409"/>
                </a:cubicBezTo>
                <a:lnTo>
                  <a:pt x="641416" y="130649"/>
                </a:lnTo>
                <a:lnTo>
                  <a:pt x="617854" y="130649"/>
                </a:lnTo>
                <a:lnTo>
                  <a:pt x="617854" y="41889"/>
                </a:lnTo>
                <a:lnTo>
                  <a:pt x="641416" y="41889"/>
                </a:lnTo>
                <a:lnTo>
                  <a:pt x="641416" y="58948"/>
                </a:lnTo>
                <a:lnTo>
                  <a:pt x="641669" y="58948"/>
                </a:lnTo>
                <a:cubicBezTo>
                  <a:pt x="646005" y="46562"/>
                  <a:pt x="653802" y="40368"/>
                  <a:pt x="665063" y="40368"/>
                </a:cubicBezTo>
                <a:cubicBezTo>
                  <a:pt x="668272" y="40368"/>
                  <a:pt x="670693" y="40763"/>
                  <a:pt x="672326" y="41551"/>
                </a:cubicBezTo>
                <a:lnTo>
                  <a:pt x="672326" y="63593"/>
                </a:lnTo>
                <a:close/>
                <a:moveTo>
                  <a:pt x="687591" y="47547"/>
                </a:moveTo>
                <a:cubicBezTo>
                  <a:pt x="691589" y="45239"/>
                  <a:pt x="696769" y="43367"/>
                  <a:pt x="703131" y="41931"/>
                </a:cubicBezTo>
                <a:cubicBezTo>
                  <a:pt x="709493" y="40495"/>
                  <a:pt x="715207" y="39777"/>
                  <a:pt x="720275" y="39777"/>
                </a:cubicBezTo>
                <a:cubicBezTo>
                  <a:pt x="744259" y="39777"/>
                  <a:pt x="756252" y="51939"/>
                  <a:pt x="756252" y="76261"/>
                </a:cubicBezTo>
                <a:lnTo>
                  <a:pt x="756252" y="130649"/>
                </a:lnTo>
                <a:lnTo>
                  <a:pt x="733787" y="130649"/>
                </a:lnTo>
                <a:lnTo>
                  <a:pt x="733787" y="117558"/>
                </a:lnTo>
                <a:lnTo>
                  <a:pt x="733365" y="117558"/>
                </a:lnTo>
                <a:cubicBezTo>
                  <a:pt x="727397" y="127749"/>
                  <a:pt x="718529" y="132844"/>
                  <a:pt x="706762" y="132844"/>
                </a:cubicBezTo>
                <a:cubicBezTo>
                  <a:pt x="698204" y="132844"/>
                  <a:pt x="691420" y="130438"/>
                  <a:pt x="686409" y="125624"/>
                </a:cubicBezTo>
                <a:cubicBezTo>
                  <a:pt x="681398" y="120810"/>
                  <a:pt x="678893" y="114349"/>
                  <a:pt x="678893" y="106242"/>
                </a:cubicBezTo>
                <a:cubicBezTo>
                  <a:pt x="678893" y="89295"/>
                  <a:pt x="688971" y="79470"/>
                  <a:pt x="709127" y="76768"/>
                </a:cubicBezTo>
                <a:lnTo>
                  <a:pt x="733872" y="73390"/>
                </a:lnTo>
                <a:cubicBezTo>
                  <a:pt x="733872" y="62073"/>
                  <a:pt x="728354" y="56415"/>
                  <a:pt x="717319" y="56415"/>
                </a:cubicBezTo>
                <a:cubicBezTo>
                  <a:pt x="706790" y="56415"/>
                  <a:pt x="696881" y="59708"/>
                  <a:pt x="687591" y="66296"/>
                </a:cubicBezTo>
                <a:lnTo>
                  <a:pt x="687591" y="47547"/>
                </a:lnTo>
                <a:moveTo>
                  <a:pt x="716221" y="90111"/>
                </a:moveTo>
                <a:cubicBezTo>
                  <a:pt x="706087" y="91406"/>
                  <a:pt x="701019" y="95939"/>
                  <a:pt x="701019" y="103708"/>
                </a:cubicBezTo>
                <a:cubicBezTo>
                  <a:pt x="701019" y="107199"/>
                  <a:pt x="702230" y="110042"/>
                  <a:pt x="704651" y="112238"/>
                </a:cubicBezTo>
                <a:cubicBezTo>
                  <a:pt x="707072" y="114434"/>
                  <a:pt x="710337" y="115532"/>
                  <a:pt x="714447" y="115532"/>
                </a:cubicBezTo>
                <a:cubicBezTo>
                  <a:pt x="720078" y="115532"/>
                  <a:pt x="724723" y="113547"/>
                  <a:pt x="728382" y="109578"/>
                </a:cubicBezTo>
                <a:cubicBezTo>
                  <a:pt x="732042" y="105608"/>
                  <a:pt x="733872" y="100612"/>
                  <a:pt x="733872" y="94587"/>
                </a:cubicBezTo>
                <a:lnTo>
                  <a:pt x="733872" y="87831"/>
                </a:lnTo>
                <a:lnTo>
                  <a:pt x="716221" y="90111"/>
                </a:lnTo>
                <a:close/>
                <a:moveTo>
                  <a:pt x="829309" y="129720"/>
                </a:moveTo>
                <a:cubicBezTo>
                  <a:pt x="825311" y="131747"/>
                  <a:pt x="819738" y="132760"/>
                  <a:pt x="812587" y="132760"/>
                </a:cubicBezTo>
                <a:cubicBezTo>
                  <a:pt x="794402" y="132760"/>
                  <a:pt x="785309" y="123132"/>
                  <a:pt x="785309" y="103877"/>
                </a:cubicBezTo>
                <a:lnTo>
                  <a:pt x="785309" y="59793"/>
                </a:lnTo>
                <a:lnTo>
                  <a:pt x="770614" y="59793"/>
                </a:lnTo>
                <a:lnTo>
                  <a:pt x="770614" y="41889"/>
                </a:lnTo>
                <a:lnTo>
                  <a:pt x="785309" y="41889"/>
                </a:lnTo>
                <a:lnTo>
                  <a:pt x="785309" y="22042"/>
                </a:lnTo>
                <a:lnTo>
                  <a:pt x="808787" y="15202"/>
                </a:lnTo>
                <a:lnTo>
                  <a:pt x="808787" y="41889"/>
                </a:lnTo>
                <a:lnTo>
                  <a:pt x="829309" y="41889"/>
                </a:lnTo>
                <a:lnTo>
                  <a:pt x="829309" y="59793"/>
                </a:lnTo>
                <a:lnTo>
                  <a:pt x="808787" y="59793"/>
                </a:lnTo>
                <a:lnTo>
                  <a:pt x="808787" y="99739"/>
                </a:lnTo>
                <a:cubicBezTo>
                  <a:pt x="808787" y="109535"/>
                  <a:pt x="812644" y="114434"/>
                  <a:pt x="820357" y="114434"/>
                </a:cubicBezTo>
                <a:cubicBezTo>
                  <a:pt x="823566" y="114434"/>
                  <a:pt x="826550" y="113533"/>
                  <a:pt x="829309" y="111731"/>
                </a:cubicBezTo>
                <a:lnTo>
                  <a:pt x="829309" y="129720"/>
                </a:lnTo>
                <a:close/>
                <a:moveTo>
                  <a:pt x="843100" y="12668"/>
                </a:moveTo>
                <a:cubicBezTo>
                  <a:pt x="843100" y="9065"/>
                  <a:pt x="844381" y="6052"/>
                  <a:pt x="846942" y="3631"/>
                </a:cubicBezTo>
                <a:cubicBezTo>
                  <a:pt x="849504" y="1210"/>
                  <a:pt x="852812" y="0"/>
                  <a:pt x="856865" y="0"/>
                </a:cubicBezTo>
                <a:cubicBezTo>
                  <a:pt x="860807" y="0"/>
                  <a:pt x="864100" y="1196"/>
                  <a:pt x="866746" y="3589"/>
                </a:cubicBezTo>
                <a:cubicBezTo>
                  <a:pt x="869393" y="5982"/>
                  <a:pt x="870716" y="9008"/>
                  <a:pt x="870716" y="12668"/>
                </a:cubicBezTo>
                <a:cubicBezTo>
                  <a:pt x="870716" y="16328"/>
                  <a:pt x="869407" y="19368"/>
                  <a:pt x="866789" y="21789"/>
                </a:cubicBezTo>
                <a:cubicBezTo>
                  <a:pt x="864171" y="24210"/>
                  <a:pt x="860863" y="25420"/>
                  <a:pt x="856865" y="25420"/>
                </a:cubicBezTo>
                <a:cubicBezTo>
                  <a:pt x="852868" y="25420"/>
                  <a:pt x="849574" y="24182"/>
                  <a:pt x="846985" y="21704"/>
                </a:cubicBezTo>
                <a:cubicBezTo>
                  <a:pt x="844395" y="19227"/>
                  <a:pt x="843100" y="16215"/>
                  <a:pt x="843100" y="12668"/>
                </a:cubicBezTo>
                <a:moveTo>
                  <a:pt x="844958" y="130649"/>
                </a:moveTo>
                <a:lnTo>
                  <a:pt x="844958" y="41889"/>
                </a:lnTo>
                <a:lnTo>
                  <a:pt x="868436" y="41889"/>
                </a:lnTo>
                <a:lnTo>
                  <a:pt x="868436" y="130649"/>
                </a:lnTo>
                <a:lnTo>
                  <a:pt x="844958" y="130649"/>
                </a:lnTo>
                <a:close/>
                <a:moveTo>
                  <a:pt x="887282" y="86818"/>
                </a:moveTo>
                <a:cubicBezTo>
                  <a:pt x="887282" y="72292"/>
                  <a:pt x="891560" y="60820"/>
                  <a:pt x="900118" y="52403"/>
                </a:cubicBezTo>
                <a:cubicBezTo>
                  <a:pt x="908676" y="43986"/>
                  <a:pt x="920274" y="39777"/>
                  <a:pt x="934913" y="39777"/>
                </a:cubicBezTo>
                <a:cubicBezTo>
                  <a:pt x="949045" y="39777"/>
                  <a:pt x="960207" y="43901"/>
                  <a:pt x="968399" y="52150"/>
                </a:cubicBezTo>
                <a:cubicBezTo>
                  <a:pt x="976590" y="60398"/>
                  <a:pt x="980686" y="71447"/>
                  <a:pt x="980686" y="85297"/>
                </a:cubicBezTo>
                <a:cubicBezTo>
                  <a:pt x="980686" y="99711"/>
                  <a:pt x="976450" y="111239"/>
                  <a:pt x="967976" y="119881"/>
                </a:cubicBezTo>
                <a:cubicBezTo>
                  <a:pt x="959503" y="128523"/>
                  <a:pt x="948031" y="132844"/>
                  <a:pt x="933562" y="132844"/>
                </a:cubicBezTo>
                <a:cubicBezTo>
                  <a:pt x="919374" y="132844"/>
                  <a:pt x="908113" y="128692"/>
                  <a:pt x="899781" y="120388"/>
                </a:cubicBezTo>
                <a:cubicBezTo>
                  <a:pt x="891448" y="112083"/>
                  <a:pt x="887282" y="100893"/>
                  <a:pt x="887282" y="86818"/>
                </a:cubicBezTo>
                <a:moveTo>
                  <a:pt x="911097" y="86480"/>
                </a:moveTo>
                <a:cubicBezTo>
                  <a:pt x="911097" y="105116"/>
                  <a:pt x="918839" y="114434"/>
                  <a:pt x="934322" y="114434"/>
                </a:cubicBezTo>
                <a:cubicBezTo>
                  <a:pt x="949242" y="114434"/>
                  <a:pt x="956702" y="104891"/>
                  <a:pt x="956702" y="85804"/>
                </a:cubicBezTo>
                <a:cubicBezTo>
                  <a:pt x="956702" y="67337"/>
                  <a:pt x="949214" y="58104"/>
                  <a:pt x="934237" y="58104"/>
                </a:cubicBezTo>
                <a:cubicBezTo>
                  <a:pt x="926918" y="58104"/>
                  <a:pt x="921232" y="60623"/>
                  <a:pt x="917178" y="65662"/>
                </a:cubicBezTo>
                <a:cubicBezTo>
                  <a:pt x="913124" y="70701"/>
                  <a:pt x="911097" y="77640"/>
                  <a:pt x="911097" y="86480"/>
                </a:cubicBezTo>
                <a:close/>
                <a:moveTo>
                  <a:pt x="1082094" y="130649"/>
                </a:moveTo>
                <a:lnTo>
                  <a:pt x="1058616" y="130649"/>
                </a:lnTo>
                <a:lnTo>
                  <a:pt x="1058616" y="80906"/>
                </a:lnTo>
                <a:cubicBezTo>
                  <a:pt x="1058616" y="65704"/>
                  <a:pt x="1053127" y="58104"/>
                  <a:pt x="1042148" y="58104"/>
                </a:cubicBezTo>
                <a:cubicBezTo>
                  <a:pt x="1036630" y="58104"/>
                  <a:pt x="1032140" y="60173"/>
                  <a:pt x="1028678" y="64311"/>
                </a:cubicBezTo>
                <a:cubicBezTo>
                  <a:pt x="1025215" y="68449"/>
                  <a:pt x="1023484" y="73699"/>
                  <a:pt x="1023484" y="80061"/>
                </a:cubicBezTo>
                <a:lnTo>
                  <a:pt x="1023484" y="130649"/>
                </a:lnTo>
                <a:lnTo>
                  <a:pt x="999921" y="130649"/>
                </a:lnTo>
                <a:lnTo>
                  <a:pt x="999921" y="41889"/>
                </a:lnTo>
                <a:lnTo>
                  <a:pt x="1023484" y="41889"/>
                </a:lnTo>
                <a:lnTo>
                  <a:pt x="1023484" y="56161"/>
                </a:lnTo>
                <a:lnTo>
                  <a:pt x="1023737" y="56161"/>
                </a:lnTo>
                <a:cubicBezTo>
                  <a:pt x="1030268" y="45239"/>
                  <a:pt x="1039868" y="39777"/>
                  <a:pt x="1052536" y="39777"/>
                </a:cubicBezTo>
                <a:cubicBezTo>
                  <a:pt x="1072241" y="39777"/>
                  <a:pt x="1082094" y="51967"/>
                  <a:pt x="1082094" y="76345"/>
                </a:cubicBezTo>
                <a:lnTo>
                  <a:pt x="1082094" y="130649"/>
                </a:lnTo>
                <a:close/>
                <a:moveTo>
                  <a:pt x="1170253" y="6334"/>
                </a:moveTo>
                <a:lnTo>
                  <a:pt x="1109954" y="151255"/>
                </a:lnTo>
                <a:lnTo>
                  <a:pt x="1088756" y="151255"/>
                </a:lnTo>
                <a:lnTo>
                  <a:pt x="1148887" y="6334"/>
                </a:lnTo>
                <a:lnTo>
                  <a:pt x="1170253" y="6334"/>
                </a:lnTo>
                <a:close/>
                <a:moveTo>
                  <a:pt x="1182488" y="130649"/>
                </a:moveTo>
                <a:lnTo>
                  <a:pt x="1182488" y="6334"/>
                </a:lnTo>
                <a:lnTo>
                  <a:pt x="1224799" y="6334"/>
                </a:lnTo>
                <a:cubicBezTo>
                  <a:pt x="1237580" y="6334"/>
                  <a:pt x="1247573" y="8882"/>
                  <a:pt x="1254780" y="13977"/>
                </a:cubicBezTo>
                <a:cubicBezTo>
                  <a:pt x="1261986" y="19072"/>
                  <a:pt x="1265590" y="26180"/>
                  <a:pt x="1265590" y="35301"/>
                </a:cubicBezTo>
                <a:cubicBezTo>
                  <a:pt x="1265590" y="41945"/>
                  <a:pt x="1263478" y="47814"/>
                  <a:pt x="1259256" y="52910"/>
                </a:cubicBezTo>
                <a:cubicBezTo>
                  <a:pt x="1255033" y="58005"/>
                  <a:pt x="1249347" y="61651"/>
                  <a:pt x="1242196" y="63846"/>
                </a:cubicBezTo>
                <a:lnTo>
                  <a:pt x="1242196" y="64100"/>
                </a:lnTo>
                <a:cubicBezTo>
                  <a:pt x="1250979" y="65226"/>
                  <a:pt x="1257961" y="68491"/>
                  <a:pt x="1263141" y="73896"/>
                </a:cubicBezTo>
                <a:cubicBezTo>
                  <a:pt x="1268320" y="79301"/>
                  <a:pt x="1270910" y="86001"/>
                  <a:pt x="1270910" y="93996"/>
                </a:cubicBezTo>
                <a:cubicBezTo>
                  <a:pt x="1270910" y="105144"/>
                  <a:pt x="1266913" y="114040"/>
                  <a:pt x="1258918" y="120683"/>
                </a:cubicBezTo>
                <a:cubicBezTo>
                  <a:pt x="1250923" y="127327"/>
                  <a:pt x="1240226" y="130649"/>
                  <a:pt x="1226826" y="130649"/>
                </a:cubicBezTo>
                <a:lnTo>
                  <a:pt x="1182488" y="130649"/>
                </a:lnTo>
                <a:moveTo>
                  <a:pt x="1206557" y="24829"/>
                </a:moveTo>
                <a:lnTo>
                  <a:pt x="1206557" y="57428"/>
                </a:lnTo>
                <a:lnTo>
                  <a:pt x="1219647" y="57428"/>
                </a:lnTo>
                <a:cubicBezTo>
                  <a:pt x="1226122" y="57428"/>
                  <a:pt x="1231189" y="55894"/>
                  <a:pt x="1234849" y="52825"/>
                </a:cubicBezTo>
                <a:cubicBezTo>
                  <a:pt x="1238509" y="49757"/>
                  <a:pt x="1240338" y="45436"/>
                  <a:pt x="1240338" y="39862"/>
                </a:cubicBezTo>
                <a:cubicBezTo>
                  <a:pt x="1240338" y="29840"/>
                  <a:pt x="1233188" y="24829"/>
                  <a:pt x="1218887" y="24829"/>
                </a:cubicBezTo>
                <a:lnTo>
                  <a:pt x="1206557" y="24829"/>
                </a:lnTo>
                <a:moveTo>
                  <a:pt x="1206557" y="76008"/>
                </a:moveTo>
                <a:lnTo>
                  <a:pt x="1206557" y="112153"/>
                </a:lnTo>
                <a:lnTo>
                  <a:pt x="1223110" y="112153"/>
                </a:lnTo>
                <a:cubicBezTo>
                  <a:pt x="1230204" y="112153"/>
                  <a:pt x="1235722" y="110521"/>
                  <a:pt x="1239663" y="107255"/>
                </a:cubicBezTo>
                <a:cubicBezTo>
                  <a:pt x="1243604" y="103990"/>
                  <a:pt x="1245574" y="99457"/>
                  <a:pt x="1245574" y="93658"/>
                </a:cubicBezTo>
                <a:cubicBezTo>
                  <a:pt x="1245574" y="81891"/>
                  <a:pt x="1237805" y="76008"/>
                  <a:pt x="1222265" y="76008"/>
                </a:cubicBezTo>
                <a:lnTo>
                  <a:pt x="1206557" y="76008"/>
                </a:lnTo>
                <a:close/>
                <a:moveTo>
                  <a:pt x="1371471" y="130649"/>
                </a:moveTo>
                <a:lnTo>
                  <a:pt x="1347993" y="130649"/>
                </a:lnTo>
                <a:lnTo>
                  <a:pt x="1347993" y="116967"/>
                </a:lnTo>
                <a:lnTo>
                  <a:pt x="1347571" y="116967"/>
                </a:lnTo>
                <a:cubicBezTo>
                  <a:pt x="1341039" y="127552"/>
                  <a:pt x="1331975" y="132844"/>
                  <a:pt x="1320377" y="132844"/>
                </a:cubicBezTo>
                <a:cubicBezTo>
                  <a:pt x="1299601" y="132844"/>
                  <a:pt x="1289214" y="120345"/>
                  <a:pt x="1289214" y="95347"/>
                </a:cubicBezTo>
                <a:lnTo>
                  <a:pt x="1289214" y="41889"/>
                </a:lnTo>
                <a:lnTo>
                  <a:pt x="1312776" y="41889"/>
                </a:lnTo>
                <a:lnTo>
                  <a:pt x="1312776" y="92898"/>
                </a:lnTo>
                <a:cubicBezTo>
                  <a:pt x="1312776" y="107255"/>
                  <a:pt x="1318350" y="114434"/>
                  <a:pt x="1329498" y="114434"/>
                </a:cubicBezTo>
                <a:cubicBezTo>
                  <a:pt x="1334959" y="114434"/>
                  <a:pt x="1339407" y="112477"/>
                  <a:pt x="1342841" y="108564"/>
                </a:cubicBezTo>
                <a:cubicBezTo>
                  <a:pt x="1346276" y="104651"/>
                  <a:pt x="1347993" y="99401"/>
                  <a:pt x="1347993" y="92814"/>
                </a:cubicBezTo>
                <a:lnTo>
                  <a:pt x="1347993" y="41889"/>
                </a:lnTo>
                <a:lnTo>
                  <a:pt x="1371471" y="41889"/>
                </a:lnTo>
                <a:lnTo>
                  <a:pt x="1371471" y="130649"/>
                </a:lnTo>
                <a:close/>
                <a:moveTo>
                  <a:pt x="1392938" y="107846"/>
                </a:moveTo>
                <a:cubicBezTo>
                  <a:pt x="1401721" y="113364"/>
                  <a:pt x="1410391" y="116123"/>
                  <a:pt x="1418949" y="116123"/>
                </a:cubicBezTo>
                <a:cubicBezTo>
                  <a:pt x="1429985" y="116123"/>
                  <a:pt x="1435502" y="112998"/>
                  <a:pt x="1435502" y="106748"/>
                </a:cubicBezTo>
                <a:cubicBezTo>
                  <a:pt x="1435502" y="102413"/>
                  <a:pt x="1431139" y="98754"/>
                  <a:pt x="1422412" y="95770"/>
                </a:cubicBezTo>
                <a:cubicBezTo>
                  <a:pt x="1409688" y="91491"/>
                  <a:pt x="1401608" y="87282"/>
                  <a:pt x="1398174" y="83144"/>
                </a:cubicBezTo>
                <a:cubicBezTo>
                  <a:pt x="1394739" y="79006"/>
                  <a:pt x="1393022" y="73699"/>
                  <a:pt x="1393022" y="67225"/>
                </a:cubicBezTo>
                <a:cubicBezTo>
                  <a:pt x="1393022" y="58667"/>
                  <a:pt x="1396513" y="51953"/>
                  <a:pt x="1403494" y="47083"/>
                </a:cubicBezTo>
                <a:cubicBezTo>
                  <a:pt x="1410476" y="42212"/>
                  <a:pt x="1419456" y="39777"/>
                  <a:pt x="1430435" y="39777"/>
                </a:cubicBezTo>
                <a:cubicBezTo>
                  <a:pt x="1438092" y="39777"/>
                  <a:pt x="1445749" y="40988"/>
                  <a:pt x="1453406" y="43409"/>
                </a:cubicBezTo>
                <a:lnTo>
                  <a:pt x="1453406" y="62580"/>
                </a:lnTo>
                <a:cubicBezTo>
                  <a:pt x="1446481" y="58470"/>
                  <a:pt x="1438908" y="56415"/>
                  <a:pt x="1430688" y="56415"/>
                </a:cubicBezTo>
                <a:cubicBezTo>
                  <a:pt x="1426353" y="56415"/>
                  <a:pt x="1422862" y="57231"/>
                  <a:pt x="1420216" y="58864"/>
                </a:cubicBezTo>
                <a:cubicBezTo>
                  <a:pt x="1417570" y="60496"/>
                  <a:pt x="1416247" y="62664"/>
                  <a:pt x="1416247" y="65367"/>
                </a:cubicBezTo>
                <a:cubicBezTo>
                  <a:pt x="1416247" y="69814"/>
                  <a:pt x="1419935" y="73333"/>
                  <a:pt x="1427310" y="75923"/>
                </a:cubicBezTo>
                <a:cubicBezTo>
                  <a:pt x="1435699" y="78963"/>
                  <a:pt x="1441864" y="81511"/>
                  <a:pt x="1445805" y="83566"/>
                </a:cubicBezTo>
                <a:cubicBezTo>
                  <a:pt x="1449747" y="85621"/>
                  <a:pt x="1452815" y="88422"/>
                  <a:pt x="1455011" y="91969"/>
                </a:cubicBezTo>
                <a:cubicBezTo>
                  <a:pt x="1457207" y="95516"/>
                  <a:pt x="1458304" y="99683"/>
                  <a:pt x="1458304" y="104468"/>
                </a:cubicBezTo>
                <a:cubicBezTo>
                  <a:pt x="1458304" y="113477"/>
                  <a:pt x="1454715" y="120458"/>
                  <a:pt x="1447537" y="125413"/>
                </a:cubicBezTo>
                <a:cubicBezTo>
                  <a:pt x="1440358" y="130367"/>
                  <a:pt x="1430885" y="132844"/>
                  <a:pt x="1419118" y="132844"/>
                </a:cubicBezTo>
                <a:cubicBezTo>
                  <a:pt x="1409209" y="132844"/>
                  <a:pt x="1400482" y="131268"/>
                  <a:pt x="1392938" y="128115"/>
                </a:cubicBezTo>
                <a:lnTo>
                  <a:pt x="1392938" y="107846"/>
                </a:lnTo>
                <a:close/>
                <a:moveTo>
                  <a:pt x="1472740" y="12668"/>
                </a:moveTo>
                <a:cubicBezTo>
                  <a:pt x="1472740" y="9065"/>
                  <a:pt x="1474021" y="6052"/>
                  <a:pt x="1476583" y="3631"/>
                </a:cubicBezTo>
                <a:cubicBezTo>
                  <a:pt x="1479144" y="1210"/>
                  <a:pt x="1482452" y="0"/>
                  <a:pt x="1486506" y="0"/>
                </a:cubicBezTo>
                <a:cubicBezTo>
                  <a:pt x="1490447" y="0"/>
                  <a:pt x="1493741" y="1196"/>
                  <a:pt x="1496387" y="3589"/>
                </a:cubicBezTo>
                <a:cubicBezTo>
                  <a:pt x="1499033" y="5982"/>
                  <a:pt x="1500356" y="9008"/>
                  <a:pt x="1500356" y="12668"/>
                </a:cubicBezTo>
                <a:cubicBezTo>
                  <a:pt x="1500356" y="16328"/>
                  <a:pt x="1499047" y="19368"/>
                  <a:pt x="1496429" y="21789"/>
                </a:cubicBezTo>
                <a:cubicBezTo>
                  <a:pt x="1493811" y="24210"/>
                  <a:pt x="1490503" y="25420"/>
                  <a:pt x="1486506" y="25420"/>
                </a:cubicBezTo>
                <a:cubicBezTo>
                  <a:pt x="1482508" y="25420"/>
                  <a:pt x="1479215" y="24182"/>
                  <a:pt x="1476625" y="21704"/>
                </a:cubicBezTo>
                <a:cubicBezTo>
                  <a:pt x="1474035" y="19227"/>
                  <a:pt x="1472740" y="16215"/>
                  <a:pt x="1472740" y="12668"/>
                </a:cubicBezTo>
                <a:moveTo>
                  <a:pt x="1474598" y="130649"/>
                </a:moveTo>
                <a:lnTo>
                  <a:pt x="1474598" y="41889"/>
                </a:lnTo>
                <a:lnTo>
                  <a:pt x="1498076" y="41889"/>
                </a:lnTo>
                <a:lnTo>
                  <a:pt x="1498076" y="130649"/>
                </a:lnTo>
                <a:lnTo>
                  <a:pt x="1474598" y="130649"/>
                </a:lnTo>
                <a:close/>
                <a:moveTo>
                  <a:pt x="1604500" y="130649"/>
                </a:moveTo>
                <a:lnTo>
                  <a:pt x="1581022" y="130649"/>
                </a:lnTo>
                <a:lnTo>
                  <a:pt x="1581022" y="80906"/>
                </a:lnTo>
                <a:cubicBezTo>
                  <a:pt x="1581022" y="65704"/>
                  <a:pt x="1575533" y="58104"/>
                  <a:pt x="1564554" y="58104"/>
                </a:cubicBezTo>
                <a:cubicBezTo>
                  <a:pt x="1559036" y="58104"/>
                  <a:pt x="1554546" y="60173"/>
                  <a:pt x="1551083" y="64311"/>
                </a:cubicBezTo>
                <a:cubicBezTo>
                  <a:pt x="1547621" y="68449"/>
                  <a:pt x="1545890" y="73699"/>
                  <a:pt x="1545890" y="80061"/>
                </a:cubicBezTo>
                <a:lnTo>
                  <a:pt x="1545890" y="130649"/>
                </a:lnTo>
                <a:lnTo>
                  <a:pt x="1522327" y="130649"/>
                </a:lnTo>
                <a:lnTo>
                  <a:pt x="1522327" y="41889"/>
                </a:lnTo>
                <a:lnTo>
                  <a:pt x="1545890" y="41889"/>
                </a:lnTo>
                <a:lnTo>
                  <a:pt x="1545890" y="56161"/>
                </a:lnTo>
                <a:lnTo>
                  <a:pt x="1546143" y="56161"/>
                </a:lnTo>
                <a:cubicBezTo>
                  <a:pt x="1552674" y="45239"/>
                  <a:pt x="1562273" y="39777"/>
                  <a:pt x="1574941" y="39777"/>
                </a:cubicBezTo>
                <a:cubicBezTo>
                  <a:pt x="1594647" y="39777"/>
                  <a:pt x="1604500" y="51967"/>
                  <a:pt x="1604500" y="76345"/>
                </a:cubicBezTo>
                <a:lnTo>
                  <a:pt x="1604500" y="130649"/>
                </a:lnTo>
                <a:close/>
                <a:moveTo>
                  <a:pt x="1704761" y="92898"/>
                </a:moveTo>
                <a:lnTo>
                  <a:pt x="1645475" y="92898"/>
                </a:lnTo>
                <a:cubicBezTo>
                  <a:pt x="1646432" y="107987"/>
                  <a:pt x="1654990" y="115532"/>
                  <a:pt x="1671149" y="115532"/>
                </a:cubicBezTo>
                <a:cubicBezTo>
                  <a:pt x="1681001" y="115532"/>
                  <a:pt x="1689784" y="112942"/>
                  <a:pt x="1697498" y="107762"/>
                </a:cubicBezTo>
                <a:lnTo>
                  <a:pt x="1697498" y="125666"/>
                </a:lnTo>
                <a:cubicBezTo>
                  <a:pt x="1689278" y="130452"/>
                  <a:pt x="1678721" y="132844"/>
                  <a:pt x="1665828" y="132844"/>
                </a:cubicBezTo>
                <a:cubicBezTo>
                  <a:pt x="1652034" y="132844"/>
                  <a:pt x="1641294" y="128847"/>
                  <a:pt x="1633609" y="120852"/>
                </a:cubicBezTo>
                <a:cubicBezTo>
                  <a:pt x="1625924" y="112857"/>
                  <a:pt x="1622081" y="101681"/>
                  <a:pt x="1622081" y="87324"/>
                </a:cubicBezTo>
                <a:cubicBezTo>
                  <a:pt x="1622081" y="73249"/>
                  <a:pt x="1626205" y="61805"/>
                  <a:pt x="1634454" y="52994"/>
                </a:cubicBezTo>
                <a:cubicBezTo>
                  <a:pt x="1642702" y="44183"/>
                  <a:pt x="1653019" y="39777"/>
                  <a:pt x="1665406" y="39777"/>
                </a:cubicBezTo>
                <a:cubicBezTo>
                  <a:pt x="1677792" y="39777"/>
                  <a:pt x="1687448" y="43578"/>
                  <a:pt x="1694373" y="51178"/>
                </a:cubicBezTo>
                <a:cubicBezTo>
                  <a:pt x="1701298" y="58779"/>
                  <a:pt x="1704761" y="69223"/>
                  <a:pt x="1704761" y="82511"/>
                </a:cubicBezTo>
                <a:lnTo>
                  <a:pt x="1704761" y="92898"/>
                </a:lnTo>
                <a:moveTo>
                  <a:pt x="1682550" y="77443"/>
                </a:moveTo>
                <a:cubicBezTo>
                  <a:pt x="1682550" y="63368"/>
                  <a:pt x="1676751" y="56330"/>
                  <a:pt x="1665152" y="56330"/>
                </a:cubicBezTo>
                <a:cubicBezTo>
                  <a:pt x="1660310" y="56330"/>
                  <a:pt x="1656046" y="58244"/>
                  <a:pt x="1652358" y="62073"/>
                </a:cubicBezTo>
                <a:cubicBezTo>
                  <a:pt x="1648670" y="65901"/>
                  <a:pt x="1646376" y="71025"/>
                  <a:pt x="1645475" y="77443"/>
                </a:cubicBezTo>
                <a:lnTo>
                  <a:pt x="1682550" y="77443"/>
                </a:lnTo>
                <a:close/>
                <a:moveTo>
                  <a:pt x="1719659" y="107846"/>
                </a:moveTo>
                <a:cubicBezTo>
                  <a:pt x="1728442" y="113364"/>
                  <a:pt x="1737113" y="116123"/>
                  <a:pt x="1745670" y="116123"/>
                </a:cubicBezTo>
                <a:cubicBezTo>
                  <a:pt x="1756706" y="116123"/>
                  <a:pt x="1762223" y="112998"/>
                  <a:pt x="1762223" y="106748"/>
                </a:cubicBezTo>
                <a:cubicBezTo>
                  <a:pt x="1762223" y="102413"/>
                  <a:pt x="1757860" y="98754"/>
                  <a:pt x="1749133" y="95770"/>
                </a:cubicBezTo>
                <a:cubicBezTo>
                  <a:pt x="1736409" y="91491"/>
                  <a:pt x="1728329" y="87282"/>
                  <a:pt x="1724895" y="83144"/>
                </a:cubicBezTo>
                <a:cubicBezTo>
                  <a:pt x="1721461" y="79006"/>
                  <a:pt x="1719743" y="73699"/>
                  <a:pt x="1719743" y="67225"/>
                </a:cubicBezTo>
                <a:cubicBezTo>
                  <a:pt x="1719743" y="58667"/>
                  <a:pt x="1723234" y="51953"/>
                  <a:pt x="1730216" y="47083"/>
                </a:cubicBezTo>
                <a:cubicBezTo>
                  <a:pt x="1737197" y="42212"/>
                  <a:pt x="1746177" y="39777"/>
                  <a:pt x="1757156" y="39777"/>
                </a:cubicBezTo>
                <a:cubicBezTo>
                  <a:pt x="1764813" y="39777"/>
                  <a:pt x="1772470" y="40988"/>
                  <a:pt x="1780127" y="43409"/>
                </a:cubicBezTo>
                <a:lnTo>
                  <a:pt x="1780127" y="62580"/>
                </a:lnTo>
                <a:cubicBezTo>
                  <a:pt x="1773202" y="58470"/>
                  <a:pt x="1765629" y="56415"/>
                  <a:pt x="1757409" y="56415"/>
                </a:cubicBezTo>
                <a:cubicBezTo>
                  <a:pt x="1753074" y="56415"/>
                  <a:pt x="1749583" y="57231"/>
                  <a:pt x="1746937" y="58864"/>
                </a:cubicBezTo>
                <a:cubicBezTo>
                  <a:pt x="1744291" y="60496"/>
                  <a:pt x="1742968" y="62664"/>
                  <a:pt x="1742968" y="65367"/>
                </a:cubicBezTo>
                <a:cubicBezTo>
                  <a:pt x="1742968" y="69814"/>
                  <a:pt x="1746656" y="73333"/>
                  <a:pt x="1754031" y="75923"/>
                </a:cubicBezTo>
                <a:cubicBezTo>
                  <a:pt x="1762420" y="78963"/>
                  <a:pt x="1768585" y="81511"/>
                  <a:pt x="1772526" y="83566"/>
                </a:cubicBezTo>
                <a:cubicBezTo>
                  <a:pt x="1776468" y="85621"/>
                  <a:pt x="1779536" y="88422"/>
                  <a:pt x="1781732" y="91969"/>
                </a:cubicBezTo>
                <a:cubicBezTo>
                  <a:pt x="1783928" y="95516"/>
                  <a:pt x="1785026" y="99683"/>
                  <a:pt x="1785026" y="104468"/>
                </a:cubicBezTo>
                <a:cubicBezTo>
                  <a:pt x="1785026" y="113477"/>
                  <a:pt x="1781436" y="120458"/>
                  <a:pt x="1774258" y="125413"/>
                </a:cubicBezTo>
                <a:cubicBezTo>
                  <a:pt x="1767079" y="130367"/>
                  <a:pt x="1757606" y="132844"/>
                  <a:pt x="1745839" y="132844"/>
                </a:cubicBezTo>
                <a:cubicBezTo>
                  <a:pt x="1735930" y="132844"/>
                  <a:pt x="1727203" y="131268"/>
                  <a:pt x="1719659" y="128115"/>
                </a:cubicBezTo>
                <a:lnTo>
                  <a:pt x="1719659" y="107846"/>
                </a:lnTo>
                <a:close/>
                <a:moveTo>
                  <a:pt x="1799567" y="107846"/>
                </a:moveTo>
                <a:cubicBezTo>
                  <a:pt x="1808350" y="113364"/>
                  <a:pt x="1817020" y="116123"/>
                  <a:pt x="1825578" y="116123"/>
                </a:cubicBezTo>
                <a:cubicBezTo>
                  <a:pt x="1836613" y="116123"/>
                  <a:pt x="1842131" y="112998"/>
                  <a:pt x="1842131" y="106748"/>
                </a:cubicBezTo>
                <a:cubicBezTo>
                  <a:pt x="1842131" y="102413"/>
                  <a:pt x="1837768" y="98754"/>
                  <a:pt x="1829041" y="95770"/>
                </a:cubicBezTo>
                <a:cubicBezTo>
                  <a:pt x="1816316" y="91491"/>
                  <a:pt x="1808237" y="87282"/>
                  <a:pt x="1804803" y="83144"/>
                </a:cubicBezTo>
                <a:cubicBezTo>
                  <a:pt x="1801368" y="79006"/>
                  <a:pt x="1799651" y="73699"/>
                  <a:pt x="1799651" y="67225"/>
                </a:cubicBezTo>
                <a:cubicBezTo>
                  <a:pt x="1799651" y="58667"/>
                  <a:pt x="1803142" y="51953"/>
                  <a:pt x="1810123" y="47083"/>
                </a:cubicBezTo>
                <a:cubicBezTo>
                  <a:pt x="1817105" y="42212"/>
                  <a:pt x="1826085" y="39777"/>
                  <a:pt x="1837064" y="39777"/>
                </a:cubicBezTo>
                <a:cubicBezTo>
                  <a:pt x="1844721" y="39777"/>
                  <a:pt x="1852378" y="40988"/>
                  <a:pt x="1860035" y="43409"/>
                </a:cubicBezTo>
                <a:lnTo>
                  <a:pt x="1860035" y="62580"/>
                </a:lnTo>
                <a:cubicBezTo>
                  <a:pt x="1853110" y="58470"/>
                  <a:pt x="1845537" y="56415"/>
                  <a:pt x="1837317" y="56415"/>
                </a:cubicBezTo>
                <a:cubicBezTo>
                  <a:pt x="1832982" y="56415"/>
                  <a:pt x="1829491" y="57231"/>
                  <a:pt x="1826845" y="58864"/>
                </a:cubicBezTo>
                <a:cubicBezTo>
                  <a:pt x="1824199" y="60496"/>
                  <a:pt x="1822876" y="62664"/>
                  <a:pt x="1822876" y="65367"/>
                </a:cubicBezTo>
                <a:cubicBezTo>
                  <a:pt x="1822876" y="69814"/>
                  <a:pt x="1826563" y="73333"/>
                  <a:pt x="1833939" y="75923"/>
                </a:cubicBezTo>
                <a:cubicBezTo>
                  <a:pt x="1842328" y="78963"/>
                  <a:pt x="1848493" y="81511"/>
                  <a:pt x="1852434" y="83566"/>
                </a:cubicBezTo>
                <a:cubicBezTo>
                  <a:pt x="1856375" y="85621"/>
                  <a:pt x="1859444" y="88422"/>
                  <a:pt x="1861640" y="91969"/>
                </a:cubicBezTo>
                <a:cubicBezTo>
                  <a:pt x="1863835" y="95516"/>
                  <a:pt x="1864933" y="99683"/>
                  <a:pt x="1864933" y="104468"/>
                </a:cubicBezTo>
                <a:cubicBezTo>
                  <a:pt x="1864933" y="113477"/>
                  <a:pt x="1861344" y="120458"/>
                  <a:pt x="1854165" y="125413"/>
                </a:cubicBezTo>
                <a:cubicBezTo>
                  <a:pt x="1846987" y="130367"/>
                  <a:pt x="1837514" y="132844"/>
                  <a:pt x="1825747" y="132844"/>
                </a:cubicBezTo>
                <a:cubicBezTo>
                  <a:pt x="1815838" y="132844"/>
                  <a:pt x="1807111" y="131268"/>
                  <a:pt x="1799567" y="128115"/>
                </a:cubicBezTo>
                <a:lnTo>
                  <a:pt x="1799567" y="107846"/>
                </a:lnTo>
                <a:close/>
                <a:moveTo>
                  <a:pt x="1975143" y="158856"/>
                </a:moveTo>
                <a:cubicBezTo>
                  <a:pt x="1956676" y="138362"/>
                  <a:pt x="1947442" y="113139"/>
                  <a:pt x="1947442" y="83186"/>
                </a:cubicBezTo>
                <a:cubicBezTo>
                  <a:pt x="1947442" y="53853"/>
                  <a:pt x="1956676" y="28235"/>
                  <a:pt x="1975143" y="6334"/>
                </a:cubicBezTo>
                <a:lnTo>
                  <a:pt x="1994567" y="6334"/>
                </a:lnTo>
                <a:cubicBezTo>
                  <a:pt x="1976888" y="29136"/>
                  <a:pt x="1968049" y="54725"/>
                  <a:pt x="1968049" y="83102"/>
                </a:cubicBezTo>
                <a:cubicBezTo>
                  <a:pt x="1968049" y="111253"/>
                  <a:pt x="1976888" y="136504"/>
                  <a:pt x="1994567" y="158856"/>
                </a:cubicBezTo>
                <a:lnTo>
                  <a:pt x="1975143" y="158856"/>
                </a:lnTo>
                <a:close/>
                <a:moveTo>
                  <a:pt x="2088832" y="19340"/>
                </a:moveTo>
                <a:cubicBezTo>
                  <a:pt x="2075488" y="44169"/>
                  <a:pt x="2065973" y="64508"/>
                  <a:pt x="2060286" y="80357"/>
                </a:cubicBezTo>
                <a:cubicBezTo>
                  <a:pt x="2054600" y="96206"/>
                  <a:pt x="2050490" y="112970"/>
                  <a:pt x="2047956" y="130649"/>
                </a:cubicBezTo>
                <a:lnTo>
                  <a:pt x="2023634" y="130649"/>
                </a:lnTo>
                <a:cubicBezTo>
                  <a:pt x="2026280" y="114040"/>
                  <a:pt x="2030826" y="97276"/>
                  <a:pt x="2037273" y="80357"/>
                </a:cubicBezTo>
                <a:cubicBezTo>
                  <a:pt x="2043720" y="63438"/>
                  <a:pt x="2052742" y="45295"/>
                  <a:pt x="2064340" y="25927"/>
                </a:cubicBezTo>
                <a:lnTo>
                  <a:pt x="2004294" y="25927"/>
                </a:lnTo>
                <a:lnTo>
                  <a:pt x="2004294" y="6334"/>
                </a:lnTo>
                <a:lnTo>
                  <a:pt x="2088832" y="6334"/>
                </a:lnTo>
                <a:lnTo>
                  <a:pt x="2088832" y="19340"/>
                </a:lnTo>
                <a:close/>
                <a:moveTo>
                  <a:pt x="2108737" y="126933"/>
                </a:moveTo>
                <a:lnTo>
                  <a:pt x="2108737" y="105566"/>
                </a:lnTo>
                <a:cubicBezTo>
                  <a:pt x="2112510" y="108438"/>
                  <a:pt x="2116803" y="110633"/>
                  <a:pt x="2121616" y="112153"/>
                </a:cubicBezTo>
                <a:cubicBezTo>
                  <a:pt x="2126430" y="113674"/>
                  <a:pt x="2131145" y="114434"/>
                  <a:pt x="2135762" y="114434"/>
                </a:cubicBezTo>
                <a:cubicBezTo>
                  <a:pt x="2143701" y="114434"/>
                  <a:pt x="2149950" y="112519"/>
                  <a:pt x="2154511" y="108691"/>
                </a:cubicBezTo>
                <a:cubicBezTo>
                  <a:pt x="2159071" y="104862"/>
                  <a:pt x="2161351" y="99542"/>
                  <a:pt x="2161351" y="92729"/>
                </a:cubicBezTo>
                <a:cubicBezTo>
                  <a:pt x="2161351" y="85635"/>
                  <a:pt x="2158945" y="80470"/>
                  <a:pt x="2154131" y="77232"/>
                </a:cubicBezTo>
                <a:cubicBezTo>
                  <a:pt x="2149317" y="73995"/>
                  <a:pt x="2141927" y="72376"/>
                  <a:pt x="2131962" y="72376"/>
                </a:cubicBezTo>
                <a:cubicBezTo>
                  <a:pt x="2125206" y="72376"/>
                  <a:pt x="2118112" y="72967"/>
                  <a:pt x="2110680" y="74150"/>
                </a:cubicBezTo>
                <a:lnTo>
                  <a:pt x="2115325" y="6334"/>
                </a:lnTo>
                <a:lnTo>
                  <a:pt x="2179678" y="6334"/>
                </a:lnTo>
                <a:lnTo>
                  <a:pt x="2179678" y="25927"/>
                </a:lnTo>
                <a:lnTo>
                  <a:pt x="2134749" y="25927"/>
                </a:lnTo>
                <a:lnTo>
                  <a:pt x="2132637" y="54810"/>
                </a:lnTo>
                <a:cubicBezTo>
                  <a:pt x="2138943" y="54078"/>
                  <a:pt x="2143110" y="53712"/>
                  <a:pt x="2145136" y="53712"/>
                </a:cubicBezTo>
                <a:cubicBezTo>
                  <a:pt x="2157241" y="53712"/>
                  <a:pt x="2166968" y="57034"/>
                  <a:pt x="2174315" y="63678"/>
                </a:cubicBezTo>
                <a:cubicBezTo>
                  <a:pt x="2181662" y="70321"/>
                  <a:pt x="2185336" y="79161"/>
                  <a:pt x="2185336" y="90196"/>
                </a:cubicBezTo>
                <a:cubicBezTo>
                  <a:pt x="2185336" y="103539"/>
                  <a:pt x="2181113" y="113983"/>
                  <a:pt x="2172668" y="121528"/>
                </a:cubicBezTo>
                <a:cubicBezTo>
                  <a:pt x="2164223" y="129072"/>
                  <a:pt x="2152681" y="132844"/>
                  <a:pt x="2138042" y="132844"/>
                </a:cubicBezTo>
                <a:cubicBezTo>
                  <a:pt x="2125769" y="132844"/>
                  <a:pt x="2116000" y="130874"/>
                  <a:pt x="2108737" y="126933"/>
                </a:cubicBezTo>
                <a:close/>
                <a:moveTo>
                  <a:pt x="2197213" y="158856"/>
                </a:moveTo>
                <a:cubicBezTo>
                  <a:pt x="2215005" y="136898"/>
                  <a:pt x="2223900" y="111647"/>
                  <a:pt x="2223900" y="83102"/>
                </a:cubicBezTo>
                <a:cubicBezTo>
                  <a:pt x="2223900" y="54838"/>
                  <a:pt x="2215005" y="29249"/>
                  <a:pt x="2197213" y="6334"/>
                </a:cubicBezTo>
                <a:lnTo>
                  <a:pt x="2216806" y="6334"/>
                </a:lnTo>
                <a:cubicBezTo>
                  <a:pt x="2235330" y="28348"/>
                  <a:pt x="2244591" y="53965"/>
                  <a:pt x="2244591" y="83186"/>
                </a:cubicBezTo>
                <a:cubicBezTo>
                  <a:pt x="2244591" y="112914"/>
                  <a:pt x="2235302" y="138137"/>
                  <a:pt x="2216722" y="158856"/>
                </a:cubicBezTo>
                <a:lnTo>
                  <a:pt x="2197213" y="158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134AC-2749-493A-A844-5E34E10F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710" y="1408717"/>
            <a:ext cx="2432244" cy="88830"/>
          </a:xfrm>
          <a:custGeom xmlns:a="http://schemas.openxmlformats.org/drawingml/2006/main">
            <a:pathLst>
              <a:path w="2432244" h="88830">
                <a:moveTo>
                  <a:pt x="2432244" y="0"/>
                </a:moveTo>
                <a:cubicBezTo>
                  <a:pt x="2432244" y="24597"/>
                  <a:pt x="2358454" y="44493"/>
                  <a:pt x="2267431" y="44493"/>
                </a:cubicBezTo>
                <a:lnTo>
                  <a:pt x="1493186" y="44493"/>
                </a:lnTo>
                <a:cubicBezTo>
                  <a:pt x="1402320" y="44493"/>
                  <a:pt x="1328530" y="64390"/>
                  <a:pt x="1328530" y="88830"/>
                </a:cubicBezTo>
                <a:cubicBezTo>
                  <a:pt x="1328530" y="64390"/>
                  <a:pt x="1254740" y="44493"/>
                  <a:pt x="1163717" y="44493"/>
                </a:cubicBezTo>
                <a:lnTo>
                  <a:pt x="164813" y="44493"/>
                </a:lnTo>
                <a:cubicBezTo>
                  <a:pt x="73790" y="44493"/>
                  <a:pt x="0" y="24597"/>
                  <a:pt x="0" y="0"/>
                </a:cubicBezTo>
                <a:lnTo>
                  <a:pt x="2432244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50230-CCC3-403A-8B6E-93AB84F7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710" y="71116"/>
            <a:ext cx="2432088" cy="1332275"/>
          </a:xfrm>
          <a:custGeom xmlns:a="http://schemas.openxmlformats.org/drawingml/2006/main">
            <a:pathLst>
              <a:path w="2432088" h="1332275" fill="none">
                <a:moveTo>
                  <a:pt x="0" y="1332275"/>
                </a:moveTo>
                <a:lnTo>
                  <a:pt x="2432088" y="1332275"/>
                </a:lnTo>
                <a:lnTo>
                  <a:pt x="2432088" y="0"/>
                </a:lnTo>
                <a:lnTo>
                  <a:pt x="0" y="0"/>
                </a:lnTo>
                <a:lnTo>
                  <a:pt x="0" y="133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33" cap="flat">
            <a:solidFill>
              <a:srgbClr val="262626"/>
            </a:solidFill>
            <a:custDash>
              <a:ds d="300000" sp="100000"/>
            </a:custDash>
            <a:miter/>
          </a:ln>
        </p:spPr>
      </p:sp>
      <p:sp>
        <p:nvSpPr>
          <p:cNvPr id="99" name="Text •162incidents">
            <a:extLst xmlns:a="http://schemas.openxmlformats.org/drawingml/2006/main">
              <a:ext uri="{FF2B5EF4-FFF2-40B4-BE49-F238E27FC236}">
                <a16:creationId xmlns:a16="http://schemas.microsoft.com/office/drawing/2014/main" id="{DC04ADF4-9707-401F-9CAC-F1BFB7E6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5" y="155193"/>
            <a:ext cx="1199314" cy="133520"/>
          </a:xfrm>
          <a:custGeom xmlns:a="http://schemas.openxmlformats.org/drawingml/2006/main">
            <a:pathLst>
              <a:path w="1199314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88769" y="28545"/>
                </a:moveTo>
                <a:cubicBezTo>
                  <a:pt x="282520" y="25054"/>
                  <a:pt x="275679" y="23309"/>
                  <a:pt x="268247" y="23309"/>
                </a:cubicBezTo>
                <a:cubicBezTo>
                  <a:pt x="258282" y="23309"/>
                  <a:pt x="250357" y="27349"/>
                  <a:pt x="244474" y="35428"/>
                </a:cubicBezTo>
                <a:cubicBezTo>
                  <a:pt x="238590" y="43507"/>
                  <a:pt x="235648" y="53853"/>
                  <a:pt x="235648" y="66464"/>
                </a:cubicBezTo>
                <a:lnTo>
                  <a:pt x="236155" y="66464"/>
                </a:lnTo>
                <a:cubicBezTo>
                  <a:pt x="242067" y="56837"/>
                  <a:pt x="250991" y="52023"/>
                  <a:pt x="262927" y="52023"/>
                </a:cubicBezTo>
                <a:cubicBezTo>
                  <a:pt x="273399" y="52023"/>
                  <a:pt x="281731" y="55584"/>
                  <a:pt x="287925" y="62706"/>
                </a:cubicBezTo>
                <a:cubicBezTo>
                  <a:pt x="294118" y="69828"/>
                  <a:pt x="297214" y="79104"/>
                  <a:pt x="297214" y="90534"/>
                </a:cubicBezTo>
                <a:cubicBezTo>
                  <a:pt x="297214" y="103089"/>
                  <a:pt x="293273" y="113392"/>
                  <a:pt x="285391" y="121443"/>
                </a:cubicBezTo>
                <a:cubicBezTo>
                  <a:pt x="277509" y="129494"/>
                  <a:pt x="267515" y="133520"/>
                  <a:pt x="255410" y="133520"/>
                </a:cubicBezTo>
                <a:cubicBezTo>
                  <a:pt x="241391" y="133520"/>
                  <a:pt x="230680" y="128368"/>
                  <a:pt x="223276" y="118065"/>
                </a:cubicBezTo>
                <a:cubicBezTo>
                  <a:pt x="215872" y="107762"/>
                  <a:pt x="212170" y="93743"/>
                  <a:pt x="212170" y="76008"/>
                </a:cubicBezTo>
                <a:cubicBezTo>
                  <a:pt x="212170" y="55007"/>
                  <a:pt x="217012" y="37919"/>
                  <a:pt x="226696" y="24745"/>
                </a:cubicBezTo>
                <a:cubicBezTo>
                  <a:pt x="236380" y="11570"/>
                  <a:pt x="249780" y="4983"/>
                  <a:pt x="266896" y="4983"/>
                </a:cubicBezTo>
                <a:cubicBezTo>
                  <a:pt x="276355" y="4983"/>
                  <a:pt x="283646" y="6137"/>
                  <a:pt x="288769" y="8445"/>
                </a:cubicBezTo>
                <a:lnTo>
                  <a:pt x="288769" y="28545"/>
                </a:lnTo>
                <a:moveTo>
                  <a:pt x="236493" y="90534"/>
                </a:moveTo>
                <a:cubicBezTo>
                  <a:pt x="236493" y="97233"/>
                  <a:pt x="238210" y="103004"/>
                  <a:pt x="241644" y="107846"/>
                </a:cubicBezTo>
                <a:cubicBezTo>
                  <a:pt x="245079" y="112688"/>
                  <a:pt x="249696" y="115109"/>
                  <a:pt x="255495" y="115109"/>
                </a:cubicBezTo>
                <a:cubicBezTo>
                  <a:pt x="261181" y="115109"/>
                  <a:pt x="265685" y="112942"/>
                  <a:pt x="269007" y="108606"/>
                </a:cubicBezTo>
                <a:cubicBezTo>
                  <a:pt x="272329" y="104271"/>
                  <a:pt x="273990" y="98810"/>
                  <a:pt x="273990" y="92223"/>
                </a:cubicBezTo>
                <a:cubicBezTo>
                  <a:pt x="273990" y="77359"/>
                  <a:pt x="267797" y="69927"/>
                  <a:pt x="255410" y="69927"/>
                </a:cubicBezTo>
                <a:cubicBezTo>
                  <a:pt x="249836" y="69927"/>
                  <a:pt x="245290" y="71884"/>
                  <a:pt x="241771" y="75797"/>
                </a:cubicBezTo>
                <a:cubicBezTo>
                  <a:pt x="238252" y="79709"/>
                  <a:pt x="236493" y="84622"/>
                  <a:pt x="236493" y="90534"/>
                </a:cubicBezTo>
                <a:close/>
                <a:moveTo>
                  <a:pt x="338566" y="111478"/>
                </a:moveTo>
                <a:lnTo>
                  <a:pt x="391264" y="111478"/>
                </a:lnTo>
                <a:lnTo>
                  <a:pt x="391264" y="131324"/>
                </a:lnTo>
                <a:lnTo>
                  <a:pt x="313652" y="131324"/>
                </a:lnTo>
                <a:lnTo>
                  <a:pt x="313652" y="121950"/>
                </a:lnTo>
                <a:cubicBezTo>
                  <a:pt x="313652" y="115250"/>
                  <a:pt x="314792" y="109071"/>
                  <a:pt x="317073" y="103413"/>
                </a:cubicBezTo>
                <a:cubicBezTo>
                  <a:pt x="319353" y="97754"/>
                  <a:pt x="322618" y="92462"/>
                  <a:pt x="326869" y="87535"/>
                </a:cubicBezTo>
                <a:cubicBezTo>
                  <a:pt x="331120" y="82609"/>
                  <a:pt x="340058" y="75051"/>
                  <a:pt x="353683" y="64860"/>
                </a:cubicBezTo>
                <a:cubicBezTo>
                  <a:pt x="358975" y="60919"/>
                  <a:pt x="362776" y="57146"/>
                  <a:pt x="365084" y="53543"/>
                </a:cubicBezTo>
                <a:cubicBezTo>
                  <a:pt x="367392" y="49940"/>
                  <a:pt x="368547" y="45914"/>
                  <a:pt x="368547" y="41466"/>
                </a:cubicBezTo>
                <a:cubicBezTo>
                  <a:pt x="368547" y="35949"/>
                  <a:pt x="366928" y="31656"/>
                  <a:pt x="363691" y="28587"/>
                </a:cubicBezTo>
                <a:cubicBezTo>
                  <a:pt x="360453" y="25519"/>
                  <a:pt x="355428" y="23985"/>
                  <a:pt x="348616" y="23985"/>
                </a:cubicBezTo>
                <a:cubicBezTo>
                  <a:pt x="337975" y="23985"/>
                  <a:pt x="327756" y="28207"/>
                  <a:pt x="317959" y="36653"/>
                </a:cubicBezTo>
                <a:lnTo>
                  <a:pt x="317959" y="15455"/>
                </a:lnTo>
                <a:cubicBezTo>
                  <a:pt x="327981" y="8473"/>
                  <a:pt x="339326" y="4983"/>
                  <a:pt x="351994" y="4983"/>
                </a:cubicBezTo>
                <a:cubicBezTo>
                  <a:pt x="364831" y="4983"/>
                  <a:pt x="374754" y="8107"/>
                  <a:pt x="381763" y="14357"/>
                </a:cubicBezTo>
                <a:cubicBezTo>
                  <a:pt x="388773" y="20607"/>
                  <a:pt x="392278" y="29249"/>
                  <a:pt x="392278" y="40284"/>
                </a:cubicBezTo>
                <a:cubicBezTo>
                  <a:pt x="392278" y="45971"/>
                  <a:pt x="391363" y="51010"/>
                  <a:pt x="389533" y="55401"/>
                </a:cubicBezTo>
                <a:cubicBezTo>
                  <a:pt x="387703" y="59793"/>
                  <a:pt x="385282" y="63776"/>
                  <a:pt x="382270" y="67351"/>
                </a:cubicBezTo>
                <a:cubicBezTo>
                  <a:pt x="379258" y="70926"/>
                  <a:pt x="375795" y="74248"/>
                  <a:pt x="371882" y="77317"/>
                </a:cubicBezTo>
                <a:cubicBezTo>
                  <a:pt x="367969" y="80385"/>
                  <a:pt x="363958" y="83439"/>
                  <a:pt x="359848" y="86480"/>
                </a:cubicBezTo>
                <a:cubicBezTo>
                  <a:pt x="352247" y="92110"/>
                  <a:pt x="346800" y="96924"/>
                  <a:pt x="343506" y="100921"/>
                </a:cubicBezTo>
                <a:cubicBezTo>
                  <a:pt x="340213" y="104919"/>
                  <a:pt x="338566" y="108438"/>
                  <a:pt x="338566" y="111478"/>
                </a:cubicBezTo>
                <a:close/>
                <a:moveTo>
                  <a:pt x="474521" y="13344"/>
                </a:moveTo>
                <a:cubicBezTo>
                  <a:pt x="474521" y="9740"/>
                  <a:pt x="475802" y="6728"/>
                  <a:pt x="478363" y="4307"/>
                </a:cubicBezTo>
                <a:cubicBezTo>
                  <a:pt x="480925" y="1886"/>
                  <a:pt x="484233" y="676"/>
                  <a:pt x="488287" y="676"/>
                </a:cubicBezTo>
                <a:cubicBezTo>
                  <a:pt x="492228" y="676"/>
                  <a:pt x="495521" y="1872"/>
                  <a:pt x="498168" y="4265"/>
                </a:cubicBezTo>
                <a:cubicBezTo>
                  <a:pt x="500814" y="6658"/>
                  <a:pt x="502137" y="9684"/>
                  <a:pt x="502137" y="13344"/>
                </a:cubicBezTo>
                <a:cubicBezTo>
                  <a:pt x="502137" y="17003"/>
                  <a:pt x="500828" y="20044"/>
                  <a:pt x="498210" y="22464"/>
                </a:cubicBezTo>
                <a:cubicBezTo>
                  <a:pt x="495592" y="24885"/>
                  <a:pt x="492284" y="26096"/>
                  <a:pt x="488287" y="26096"/>
                </a:cubicBezTo>
                <a:cubicBezTo>
                  <a:pt x="484289" y="26096"/>
                  <a:pt x="480995" y="24857"/>
                  <a:pt x="478406" y="22380"/>
                </a:cubicBezTo>
                <a:cubicBezTo>
                  <a:pt x="475816" y="19903"/>
                  <a:pt x="474521" y="16891"/>
                  <a:pt x="474521" y="13344"/>
                </a:cubicBezTo>
                <a:moveTo>
                  <a:pt x="476379" y="131324"/>
                </a:moveTo>
                <a:lnTo>
                  <a:pt x="476379" y="42564"/>
                </a:lnTo>
                <a:lnTo>
                  <a:pt x="499857" y="42564"/>
                </a:lnTo>
                <a:lnTo>
                  <a:pt x="499857" y="131324"/>
                </a:lnTo>
                <a:lnTo>
                  <a:pt x="476379" y="131324"/>
                </a:lnTo>
                <a:close/>
                <a:moveTo>
                  <a:pt x="606280" y="131324"/>
                </a:moveTo>
                <a:lnTo>
                  <a:pt x="582802" y="131324"/>
                </a:lnTo>
                <a:lnTo>
                  <a:pt x="582802" y="81582"/>
                </a:lnTo>
                <a:cubicBezTo>
                  <a:pt x="582802" y="66380"/>
                  <a:pt x="577312" y="58779"/>
                  <a:pt x="566333" y="58779"/>
                </a:cubicBezTo>
                <a:cubicBezTo>
                  <a:pt x="560816" y="58779"/>
                  <a:pt x="556326" y="60848"/>
                  <a:pt x="552863" y="64987"/>
                </a:cubicBezTo>
                <a:cubicBezTo>
                  <a:pt x="549401" y="69125"/>
                  <a:pt x="547669" y="74375"/>
                  <a:pt x="547669" y="80737"/>
                </a:cubicBezTo>
                <a:lnTo>
                  <a:pt x="547669" y="131324"/>
                </a:lnTo>
                <a:lnTo>
                  <a:pt x="524107" y="131324"/>
                </a:lnTo>
                <a:lnTo>
                  <a:pt x="524107" y="42564"/>
                </a:lnTo>
                <a:lnTo>
                  <a:pt x="547669" y="42564"/>
                </a:lnTo>
                <a:lnTo>
                  <a:pt x="547669" y="56837"/>
                </a:lnTo>
                <a:lnTo>
                  <a:pt x="547923" y="56837"/>
                </a:lnTo>
                <a:cubicBezTo>
                  <a:pt x="554454" y="45914"/>
                  <a:pt x="564053" y="40453"/>
                  <a:pt x="576721" y="40453"/>
                </a:cubicBezTo>
                <a:cubicBezTo>
                  <a:pt x="596427" y="40453"/>
                  <a:pt x="606280" y="52642"/>
                  <a:pt x="606280" y="77021"/>
                </a:cubicBezTo>
                <a:lnTo>
                  <a:pt x="606280" y="131324"/>
                </a:lnTo>
                <a:close/>
                <a:moveTo>
                  <a:pt x="694634" y="127862"/>
                </a:moveTo>
                <a:cubicBezTo>
                  <a:pt x="688272" y="131634"/>
                  <a:pt x="679573" y="133520"/>
                  <a:pt x="668538" y="133520"/>
                </a:cubicBezTo>
                <a:cubicBezTo>
                  <a:pt x="655251" y="133520"/>
                  <a:pt x="644483" y="129424"/>
                  <a:pt x="636235" y="121232"/>
                </a:cubicBezTo>
                <a:cubicBezTo>
                  <a:pt x="627987" y="113040"/>
                  <a:pt x="623863" y="102329"/>
                  <a:pt x="623863" y="89098"/>
                </a:cubicBezTo>
                <a:cubicBezTo>
                  <a:pt x="623863" y="74009"/>
                  <a:pt x="628282" y="62129"/>
                  <a:pt x="637122" y="53459"/>
                </a:cubicBezTo>
                <a:cubicBezTo>
                  <a:pt x="645961" y="44788"/>
                  <a:pt x="657756" y="40453"/>
                  <a:pt x="672507" y="40453"/>
                </a:cubicBezTo>
                <a:cubicBezTo>
                  <a:pt x="682135" y="40453"/>
                  <a:pt x="689511" y="41861"/>
                  <a:pt x="694634" y="44676"/>
                </a:cubicBezTo>
                <a:lnTo>
                  <a:pt x="694634" y="65367"/>
                </a:lnTo>
                <a:cubicBezTo>
                  <a:pt x="688666" y="60975"/>
                  <a:pt x="682079" y="58779"/>
                  <a:pt x="674872" y="58779"/>
                </a:cubicBezTo>
                <a:cubicBezTo>
                  <a:pt x="666652" y="58779"/>
                  <a:pt x="660065" y="61355"/>
                  <a:pt x="655110" y="66507"/>
                </a:cubicBezTo>
                <a:cubicBezTo>
                  <a:pt x="650156" y="71658"/>
                  <a:pt x="647678" y="78626"/>
                  <a:pt x="647678" y="87409"/>
                </a:cubicBezTo>
                <a:cubicBezTo>
                  <a:pt x="647678" y="96079"/>
                  <a:pt x="650015" y="102864"/>
                  <a:pt x="654688" y="107762"/>
                </a:cubicBezTo>
                <a:cubicBezTo>
                  <a:pt x="659361" y="112660"/>
                  <a:pt x="665779" y="115109"/>
                  <a:pt x="673943" y="115109"/>
                </a:cubicBezTo>
                <a:cubicBezTo>
                  <a:pt x="681094" y="115109"/>
                  <a:pt x="687991" y="112857"/>
                  <a:pt x="694634" y="108353"/>
                </a:cubicBezTo>
                <a:lnTo>
                  <a:pt x="694634" y="127862"/>
                </a:lnTo>
                <a:close/>
                <a:moveTo>
                  <a:pt x="711303" y="13344"/>
                </a:moveTo>
                <a:cubicBezTo>
                  <a:pt x="711303" y="9740"/>
                  <a:pt x="712584" y="6728"/>
                  <a:pt x="715146" y="4307"/>
                </a:cubicBezTo>
                <a:cubicBezTo>
                  <a:pt x="717708" y="1886"/>
                  <a:pt x="721015" y="676"/>
                  <a:pt x="725069" y="676"/>
                </a:cubicBezTo>
                <a:cubicBezTo>
                  <a:pt x="729010" y="676"/>
                  <a:pt x="732304" y="1872"/>
                  <a:pt x="734950" y="4265"/>
                </a:cubicBezTo>
                <a:cubicBezTo>
                  <a:pt x="737596" y="6658"/>
                  <a:pt x="738919" y="9684"/>
                  <a:pt x="738919" y="13344"/>
                </a:cubicBezTo>
                <a:cubicBezTo>
                  <a:pt x="738919" y="17003"/>
                  <a:pt x="737610" y="20044"/>
                  <a:pt x="734992" y="22464"/>
                </a:cubicBezTo>
                <a:cubicBezTo>
                  <a:pt x="732374" y="24885"/>
                  <a:pt x="729066" y="26096"/>
                  <a:pt x="725069" y="26096"/>
                </a:cubicBezTo>
                <a:cubicBezTo>
                  <a:pt x="721072" y="26096"/>
                  <a:pt x="717778" y="24857"/>
                  <a:pt x="715188" y="22380"/>
                </a:cubicBezTo>
                <a:cubicBezTo>
                  <a:pt x="712598" y="19903"/>
                  <a:pt x="711303" y="16891"/>
                  <a:pt x="711303" y="13344"/>
                </a:cubicBezTo>
                <a:moveTo>
                  <a:pt x="713161" y="131324"/>
                </a:moveTo>
                <a:lnTo>
                  <a:pt x="713161" y="42564"/>
                </a:lnTo>
                <a:lnTo>
                  <a:pt x="736639" y="42564"/>
                </a:lnTo>
                <a:lnTo>
                  <a:pt x="736639" y="131324"/>
                </a:lnTo>
                <a:lnTo>
                  <a:pt x="713161" y="131324"/>
                </a:lnTo>
                <a:close/>
                <a:moveTo>
                  <a:pt x="844498" y="131324"/>
                </a:moveTo>
                <a:lnTo>
                  <a:pt x="821020" y="131324"/>
                </a:lnTo>
                <a:lnTo>
                  <a:pt x="821020" y="118234"/>
                </a:lnTo>
                <a:lnTo>
                  <a:pt x="820598" y="118234"/>
                </a:lnTo>
                <a:cubicBezTo>
                  <a:pt x="814292" y="128425"/>
                  <a:pt x="804862" y="133520"/>
                  <a:pt x="792306" y="133520"/>
                </a:cubicBezTo>
                <a:cubicBezTo>
                  <a:pt x="781158" y="133520"/>
                  <a:pt x="772235" y="129523"/>
                  <a:pt x="765535" y="121528"/>
                </a:cubicBezTo>
                <a:cubicBezTo>
                  <a:pt x="758835" y="113533"/>
                  <a:pt x="755485" y="102667"/>
                  <a:pt x="755485" y="88929"/>
                </a:cubicBezTo>
                <a:cubicBezTo>
                  <a:pt x="755485" y="74347"/>
                  <a:pt x="759229" y="62622"/>
                  <a:pt x="766717" y="53754"/>
                </a:cubicBezTo>
                <a:cubicBezTo>
                  <a:pt x="774205" y="44887"/>
                  <a:pt x="783945" y="40453"/>
                  <a:pt x="795938" y="40453"/>
                </a:cubicBezTo>
                <a:cubicBezTo>
                  <a:pt x="807592" y="40453"/>
                  <a:pt x="815812" y="44760"/>
                  <a:pt x="820598" y="53374"/>
                </a:cubicBezTo>
                <a:lnTo>
                  <a:pt x="821020" y="53374"/>
                </a:lnTo>
                <a:lnTo>
                  <a:pt x="821020" y="0"/>
                </a:lnTo>
                <a:lnTo>
                  <a:pt x="844498" y="0"/>
                </a:lnTo>
                <a:lnTo>
                  <a:pt x="844498" y="131324"/>
                </a:lnTo>
                <a:moveTo>
                  <a:pt x="821358" y="80568"/>
                </a:moveTo>
                <a:cubicBezTo>
                  <a:pt x="821358" y="74319"/>
                  <a:pt x="819444" y="69125"/>
                  <a:pt x="815615" y="64987"/>
                </a:cubicBezTo>
                <a:cubicBezTo>
                  <a:pt x="811787" y="60848"/>
                  <a:pt x="806973" y="58779"/>
                  <a:pt x="801174" y="58779"/>
                </a:cubicBezTo>
                <a:cubicBezTo>
                  <a:pt x="794418" y="58779"/>
                  <a:pt x="789083" y="61425"/>
                  <a:pt x="785170" y="66718"/>
                </a:cubicBezTo>
                <a:cubicBezTo>
                  <a:pt x="781257" y="72010"/>
                  <a:pt x="779300" y="79189"/>
                  <a:pt x="779300" y="88253"/>
                </a:cubicBezTo>
                <a:cubicBezTo>
                  <a:pt x="779300" y="96755"/>
                  <a:pt x="781187" y="103356"/>
                  <a:pt x="784959" y="108058"/>
                </a:cubicBezTo>
                <a:cubicBezTo>
                  <a:pt x="788731" y="112759"/>
                  <a:pt x="793826" y="115109"/>
                  <a:pt x="800245" y="115109"/>
                </a:cubicBezTo>
                <a:cubicBezTo>
                  <a:pt x="806438" y="115109"/>
                  <a:pt x="811505" y="112660"/>
                  <a:pt x="815446" y="107762"/>
                </a:cubicBezTo>
                <a:cubicBezTo>
                  <a:pt x="819387" y="102864"/>
                  <a:pt x="821358" y="96614"/>
                  <a:pt x="821358" y="89013"/>
                </a:cubicBezTo>
                <a:lnTo>
                  <a:pt x="821358" y="80568"/>
                </a:lnTo>
                <a:close/>
                <a:moveTo>
                  <a:pt x="946437" y="93574"/>
                </a:moveTo>
                <a:lnTo>
                  <a:pt x="887151" y="93574"/>
                </a:lnTo>
                <a:cubicBezTo>
                  <a:pt x="888108" y="108663"/>
                  <a:pt x="896666" y="116207"/>
                  <a:pt x="912825" y="116207"/>
                </a:cubicBezTo>
                <a:cubicBezTo>
                  <a:pt x="922677" y="116207"/>
                  <a:pt x="931461" y="113617"/>
                  <a:pt x="939174" y="108438"/>
                </a:cubicBezTo>
                <a:lnTo>
                  <a:pt x="939174" y="126342"/>
                </a:lnTo>
                <a:cubicBezTo>
                  <a:pt x="930954" y="131127"/>
                  <a:pt x="920397" y="133520"/>
                  <a:pt x="907504" y="133520"/>
                </a:cubicBezTo>
                <a:cubicBezTo>
                  <a:pt x="893710" y="133520"/>
                  <a:pt x="882970" y="129523"/>
                  <a:pt x="875285" y="121528"/>
                </a:cubicBezTo>
                <a:cubicBezTo>
                  <a:pt x="867600" y="113533"/>
                  <a:pt x="863757" y="102357"/>
                  <a:pt x="863757" y="88000"/>
                </a:cubicBezTo>
                <a:cubicBezTo>
                  <a:pt x="863757" y="73924"/>
                  <a:pt x="867882" y="62481"/>
                  <a:pt x="876130" y="53670"/>
                </a:cubicBezTo>
                <a:cubicBezTo>
                  <a:pt x="884378" y="44859"/>
                  <a:pt x="894695" y="40453"/>
                  <a:pt x="907082" y="40453"/>
                </a:cubicBezTo>
                <a:cubicBezTo>
                  <a:pt x="919468" y="40453"/>
                  <a:pt x="929124" y="44253"/>
                  <a:pt x="936049" y="51854"/>
                </a:cubicBezTo>
                <a:cubicBezTo>
                  <a:pt x="942974" y="59455"/>
                  <a:pt x="946437" y="69899"/>
                  <a:pt x="946437" y="83186"/>
                </a:cubicBezTo>
                <a:lnTo>
                  <a:pt x="946437" y="93574"/>
                </a:lnTo>
                <a:moveTo>
                  <a:pt x="924226" y="78119"/>
                </a:moveTo>
                <a:cubicBezTo>
                  <a:pt x="924226" y="64043"/>
                  <a:pt x="918427" y="57006"/>
                  <a:pt x="906828" y="57006"/>
                </a:cubicBezTo>
                <a:cubicBezTo>
                  <a:pt x="901986" y="57006"/>
                  <a:pt x="897722" y="58920"/>
                  <a:pt x="894034" y="62749"/>
                </a:cubicBezTo>
                <a:cubicBezTo>
                  <a:pt x="890346" y="66577"/>
                  <a:pt x="888052" y="71701"/>
                  <a:pt x="887151" y="78119"/>
                </a:cubicBezTo>
                <a:lnTo>
                  <a:pt x="924226" y="78119"/>
                </a:lnTo>
                <a:close/>
                <a:moveTo>
                  <a:pt x="1047500" y="131324"/>
                </a:moveTo>
                <a:lnTo>
                  <a:pt x="1024022" y="131324"/>
                </a:lnTo>
                <a:lnTo>
                  <a:pt x="1024022" y="81582"/>
                </a:lnTo>
                <a:cubicBezTo>
                  <a:pt x="1024022" y="66380"/>
                  <a:pt x="1018533" y="58779"/>
                  <a:pt x="1007554" y="58779"/>
                </a:cubicBezTo>
                <a:cubicBezTo>
                  <a:pt x="1002036" y="58779"/>
                  <a:pt x="997546" y="60848"/>
                  <a:pt x="994084" y="64987"/>
                </a:cubicBezTo>
                <a:cubicBezTo>
                  <a:pt x="990621" y="69125"/>
                  <a:pt x="988890" y="74375"/>
                  <a:pt x="988890" y="80737"/>
                </a:cubicBezTo>
                <a:lnTo>
                  <a:pt x="988890" y="131324"/>
                </a:lnTo>
                <a:lnTo>
                  <a:pt x="965327" y="131324"/>
                </a:lnTo>
                <a:lnTo>
                  <a:pt x="965327" y="42564"/>
                </a:lnTo>
                <a:lnTo>
                  <a:pt x="988890" y="42564"/>
                </a:lnTo>
                <a:lnTo>
                  <a:pt x="988890" y="56837"/>
                </a:lnTo>
                <a:lnTo>
                  <a:pt x="989143" y="56837"/>
                </a:lnTo>
                <a:cubicBezTo>
                  <a:pt x="995674" y="45914"/>
                  <a:pt x="1005274" y="40453"/>
                  <a:pt x="1017941" y="40453"/>
                </a:cubicBezTo>
                <a:cubicBezTo>
                  <a:pt x="1037647" y="40453"/>
                  <a:pt x="1047500" y="52642"/>
                  <a:pt x="1047500" y="77021"/>
                </a:cubicBezTo>
                <a:lnTo>
                  <a:pt x="1047500" y="131324"/>
                </a:lnTo>
                <a:close/>
                <a:moveTo>
                  <a:pt x="1120399" y="130395"/>
                </a:moveTo>
                <a:cubicBezTo>
                  <a:pt x="1116402" y="132422"/>
                  <a:pt x="1110828" y="133436"/>
                  <a:pt x="1103678" y="133436"/>
                </a:cubicBezTo>
                <a:cubicBezTo>
                  <a:pt x="1085492" y="133436"/>
                  <a:pt x="1076399" y="123808"/>
                  <a:pt x="1076399" y="104553"/>
                </a:cubicBezTo>
                <a:lnTo>
                  <a:pt x="1076399" y="60468"/>
                </a:lnTo>
                <a:lnTo>
                  <a:pt x="1061704" y="60468"/>
                </a:lnTo>
                <a:lnTo>
                  <a:pt x="1061704" y="42564"/>
                </a:lnTo>
                <a:lnTo>
                  <a:pt x="1076399" y="42564"/>
                </a:lnTo>
                <a:lnTo>
                  <a:pt x="1076399" y="22718"/>
                </a:lnTo>
                <a:lnTo>
                  <a:pt x="1099877" y="15877"/>
                </a:lnTo>
                <a:lnTo>
                  <a:pt x="1099877" y="42564"/>
                </a:lnTo>
                <a:lnTo>
                  <a:pt x="1120399" y="42564"/>
                </a:lnTo>
                <a:lnTo>
                  <a:pt x="1120399" y="60468"/>
                </a:lnTo>
                <a:lnTo>
                  <a:pt x="1099877" y="60468"/>
                </a:lnTo>
                <a:lnTo>
                  <a:pt x="1099877" y="100415"/>
                </a:lnTo>
                <a:cubicBezTo>
                  <a:pt x="1099877" y="110211"/>
                  <a:pt x="1103734" y="115109"/>
                  <a:pt x="1111447" y="115109"/>
                </a:cubicBezTo>
                <a:cubicBezTo>
                  <a:pt x="1114656" y="115109"/>
                  <a:pt x="1117640" y="114209"/>
                  <a:pt x="1120399" y="112407"/>
                </a:cubicBezTo>
                <a:lnTo>
                  <a:pt x="1120399" y="130395"/>
                </a:lnTo>
                <a:close/>
                <a:moveTo>
                  <a:pt x="1133948" y="108522"/>
                </a:moveTo>
                <a:cubicBezTo>
                  <a:pt x="1142731" y="114040"/>
                  <a:pt x="1151401" y="116798"/>
                  <a:pt x="1159959" y="116798"/>
                </a:cubicBezTo>
                <a:cubicBezTo>
                  <a:pt x="1170994" y="116798"/>
                  <a:pt x="1176512" y="113674"/>
                  <a:pt x="1176512" y="107424"/>
                </a:cubicBezTo>
                <a:cubicBezTo>
                  <a:pt x="1176512" y="103089"/>
                  <a:pt x="1172149" y="99429"/>
                  <a:pt x="1163422" y="96445"/>
                </a:cubicBezTo>
                <a:cubicBezTo>
                  <a:pt x="1150698" y="92166"/>
                  <a:pt x="1142618" y="87958"/>
                  <a:pt x="1139184" y="83820"/>
                </a:cubicBezTo>
                <a:cubicBezTo>
                  <a:pt x="1135749" y="79681"/>
                  <a:pt x="1134032" y="74375"/>
                  <a:pt x="1134032" y="67900"/>
                </a:cubicBezTo>
                <a:cubicBezTo>
                  <a:pt x="1134032" y="59342"/>
                  <a:pt x="1137523" y="52628"/>
                  <a:pt x="1144504" y="47758"/>
                </a:cubicBezTo>
                <a:cubicBezTo>
                  <a:pt x="1151486" y="42888"/>
                  <a:pt x="1160466" y="40453"/>
                  <a:pt x="1171445" y="40453"/>
                </a:cubicBezTo>
                <a:cubicBezTo>
                  <a:pt x="1179102" y="40453"/>
                  <a:pt x="1186759" y="41663"/>
                  <a:pt x="1194416" y="44084"/>
                </a:cubicBezTo>
                <a:lnTo>
                  <a:pt x="1194416" y="63255"/>
                </a:lnTo>
                <a:cubicBezTo>
                  <a:pt x="1187491" y="59145"/>
                  <a:pt x="1179918" y="57090"/>
                  <a:pt x="1171698" y="57090"/>
                </a:cubicBezTo>
                <a:cubicBezTo>
                  <a:pt x="1167363" y="57090"/>
                  <a:pt x="1163872" y="57907"/>
                  <a:pt x="1161226" y="59539"/>
                </a:cubicBezTo>
                <a:cubicBezTo>
                  <a:pt x="1158580" y="61172"/>
                  <a:pt x="1157257" y="63340"/>
                  <a:pt x="1157257" y="66042"/>
                </a:cubicBezTo>
                <a:cubicBezTo>
                  <a:pt x="1157257" y="70490"/>
                  <a:pt x="1160945" y="74009"/>
                  <a:pt x="1168320" y="76599"/>
                </a:cubicBezTo>
                <a:cubicBezTo>
                  <a:pt x="1176709" y="79639"/>
                  <a:pt x="1182874" y="82187"/>
                  <a:pt x="1186815" y="84242"/>
                </a:cubicBezTo>
                <a:cubicBezTo>
                  <a:pt x="1190756" y="86297"/>
                  <a:pt x="1193825" y="89098"/>
                  <a:pt x="1196021" y="92645"/>
                </a:cubicBezTo>
                <a:cubicBezTo>
                  <a:pt x="1198216" y="96192"/>
                  <a:pt x="1199314" y="100358"/>
                  <a:pt x="1199314" y="105144"/>
                </a:cubicBezTo>
                <a:cubicBezTo>
                  <a:pt x="1199314" y="114152"/>
                  <a:pt x="1195725" y="121134"/>
                  <a:pt x="1188547" y="126088"/>
                </a:cubicBezTo>
                <a:cubicBezTo>
                  <a:pt x="1181368" y="131043"/>
                  <a:pt x="1171895" y="133520"/>
                  <a:pt x="1160128" y="133520"/>
                </a:cubicBezTo>
                <a:cubicBezTo>
                  <a:pt x="1150219" y="133520"/>
                  <a:pt x="1141492" y="131944"/>
                  <a:pt x="1133948" y="128791"/>
                </a:cubicBezTo>
                <a:lnTo>
                  <a:pt x="1133948" y="108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•133malware">
            <a:extLst xmlns:a="http://schemas.openxmlformats.org/drawingml/2006/main">
              <a:ext uri="{FF2B5EF4-FFF2-40B4-BE49-F238E27FC236}">
                <a16:creationId xmlns:a16="http://schemas.microsoft.com/office/drawing/2014/main" id="{94587D37-6CA1-4814-AFB5-6C1AA155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5" y="361992"/>
            <a:ext cx="1153642" cy="133520"/>
          </a:xfrm>
          <a:custGeom xmlns:a="http://schemas.openxmlformats.org/drawingml/2006/main">
            <a:pathLst>
              <a:path w="1153642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72086" y="4983"/>
                </a:moveTo>
                <a:lnTo>
                  <a:pt x="172086" y="131324"/>
                </a:lnTo>
                <a:lnTo>
                  <a:pt x="148523" y="131324"/>
                </a:lnTo>
                <a:lnTo>
                  <a:pt x="148523" y="33612"/>
                </a:lnTo>
                <a:cubicBezTo>
                  <a:pt x="145877" y="36033"/>
                  <a:pt x="142133" y="38285"/>
                  <a:pt x="137291" y="40369"/>
                </a:cubicBezTo>
                <a:cubicBezTo>
                  <a:pt x="132449" y="42452"/>
                  <a:pt x="127410" y="43803"/>
                  <a:pt x="122174" y="44422"/>
                </a:cubicBezTo>
                <a:lnTo>
                  <a:pt x="122174" y="23562"/>
                </a:lnTo>
                <a:cubicBezTo>
                  <a:pt x="134561" y="19846"/>
                  <a:pt x="146243" y="13653"/>
                  <a:pt x="157222" y="4983"/>
                </a:cubicBezTo>
                <a:lnTo>
                  <a:pt x="172086" y="4983"/>
                </a:lnTo>
                <a:close/>
                <a:moveTo>
                  <a:pt x="215548" y="105735"/>
                </a:moveTo>
                <a:cubicBezTo>
                  <a:pt x="223937" y="111985"/>
                  <a:pt x="233621" y="115109"/>
                  <a:pt x="244600" y="115109"/>
                </a:cubicBezTo>
                <a:cubicBezTo>
                  <a:pt x="251807" y="115109"/>
                  <a:pt x="257606" y="113463"/>
                  <a:pt x="261998" y="110169"/>
                </a:cubicBezTo>
                <a:cubicBezTo>
                  <a:pt x="266389" y="106875"/>
                  <a:pt x="268585" y="102160"/>
                  <a:pt x="268585" y="96023"/>
                </a:cubicBezTo>
                <a:cubicBezTo>
                  <a:pt x="268585" y="83130"/>
                  <a:pt x="258845" y="76683"/>
                  <a:pt x="239364" y="76683"/>
                </a:cubicBezTo>
                <a:lnTo>
                  <a:pt x="228385" y="76683"/>
                </a:lnTo>
                <a:lnTo>
                  <a:pt x="228385" y="58273"/>
                </a:lnTo>
                <a:lnTo>
                  <a:pt x="238604" y="58273"/>
                </a:lnTo>
                <a:cubicBezTo>
                  <a:pt x="256058" y="58273"/>
                  <a:pt x="264785" y="52248"/>
                  <a:pt x="264785" y="40200"/>
                </a:cubicBezTo>
                <a:cubicBezTo>
                  <a:pt x="264785" y="28939"/>
                  <a:pt x="258085" y="23309"/>
                  <a:pt x="244685" y="23309"/>
                </a:cubicBezTo>
                <a:cubicBezTo>
                  <a:pt x="236296" y="23309"/>
                  <a:pt x="228160" y="26068"/>
                  <a:pt x="220278" y="31585"/>
                </a:cubicBezTo>
                <a:lnTo>
                  <a:pt x="220278" y="11739"/>
                </a:lnTo>
                <a:cubicBezTo>
                  <a:pt x="228723" y="7235"/>
                  <a:pt x="238689" y="4983"/>
                  <a:pt x="250174" y="4983"/>
                </a:cubicBezTo>
                <a:cubicBezTo>
                  <a:pt x="261603" y="4983"/>
                  <a:pt x="270893" y="7685"/>
                  <a:pt x="278044" y="13090"/>
                </a:cubicBezTo>
                <a:cubicBezTo>
                  <a:pt x="285194" y="18495"/>
                  <a:pt x="288769" y="25983"/>
                  <a:pt x="288769" y="35555"/>
                </a:cubicBezTo>
                <a:cubicBezTo>
                  <a:pt x="288769" y="51713"/>
                  <a:pt x="280521" y="61960"/>
                  <a:pt x="264024" y="66296"/>
                </a:cubicBezTo>
                <a:lnTo>
                  <a:pt x="264024" y="66633"/>
                </a:lnTo>
                <a:cubicBezTo>
                  <a:pt x="272639" y="67534"/>
                  <a:pt x="279564" y="70701"/>
                  <a:pt x="284800" y="76134"/>
                </a:cubicBezTo>
                <a:cubicBezTo>
                  <a:pt x="290036" y="81567"/>
                  <a:pt x="292654" y="88141"/>
                  <a:pt x="292654" y="95854"/>
                </a:cubicBezTo>
                <a:cubicBezTo>
                  <a:pt x="292654" y="107621"/>
                  <a:pt x="288389" y="116841"/>
                  <a:pt x="279859" y="123512"/>
                </a:cubicBezTo>
                <a:cubicBezTo>
                  <a:pt x="271330" y="130184"/>
                  <a:pt x="260027" y="133520"/>
                  <a:pt x="245952" y="133520"/>
                </a:cubicBezTo>
                <a:cubicBezTo>
                  <a:pt x="233565" y="133520"/>
                  <a:pt x="223431" y="131381"/>
                  <a:pt x="215548" y="127102"/>
                </a:cubicBezTo>
                <a:lnTo>
                  <a:pt x="215548" y="105735"/>
                </a:lnTo>
                <a:close/>
                <a:moveTo>
                  <a:pt x="315172" y="105735"/>
                </a:moveTo>
                <a:cubicBezTo>
                  <a:pt x="323561" y="111985"/>
                  <a:pt x="333245" y="115109"/>
                  <a:pt x="344224" y="115109"/>
                </a:cubicBezTo>
                <a:cubicBezTo>
                  <a:pt x="351431" y="115109"/>
                  <a:pt x="357230" y="113463"/>
                  <a:pt x="361621" y="110169"/>
                </a:cubicBezTo>
                <a:cubicBezTo>
                  <a:pt x="366013" y="106875"/>
                  <a:pt x="368209" y="102160"/>
                  <a:pt x="368209" y="96023"/>
                </a:cubicBezTo>
                <a:cubicBezTo>
                  <a:pt x="368209" y="83130"/>
                  <a:pt x="358469" y="76683"/>
                  <a:pt x="338988" y="76683"/>
                </a:cubicBezTo>
                <a:lnTo>
                  <a:pt x="328009" y="76683"/>
                </a:lnTo>
                <a:lnTo>
                  <a:pt x="328009" y="58273"/>
                </a:lnTo>
                <a:lnTo>
                  <a:pt x="338228" y="58273"/>
                </a:lnTo>
                <a:cubicBezTo>
                  <a:pt x="355682" y="58273"/>
                  <a:pt x="364408" y="52248"/>
                  <a:pt x="364408" y="40200"/>
                </a:cubicBezTo>
                <a:cubicBezTo>
                  <a:pt x="364408" y="28939"/>
                  <a:pt x="357708" y="23309"/>
                  <a:pt x="344309" y="23309"/>
                </a:cubicBezTo>
                <a:cubicBezTo>
                  <a:pt x="335920" y="23309"/>
                  <a:pt x="327784" y="26068"/>
                  <a:pt x="319902" y="31585"/>
                </a:cubicBezTo>
                <a:lnTo>
                  <a:pt x="319902" y="11739"/>
                </a:lnTo>
                <a:cubicBezTo>
                  <a:pt x="328347" y="7235"/>
                  <a:pt x="338312" y="4983"/>
                  <a:pt x="349798" y="4983"/>
                </a:cubicBezTo>
                <a:cubicBezTo>
                  <a:pt x="361227" y="4983"/>
                  <a:pt x="370517" y="7685"/>
                  <a:pt x="377667" y="13090"/>
                </a:cubicBezTo>
                <a:cubicBezTo>
                  <a:pt x="384818" y="18495"/>
                  <a:pt x="388393" y="25983"/>
                  <a:pt x="388393" y="35555"/>
                </a:cubicBezTo>
                <a:cubicBezTo>
                  <a:pt x="388393" y="51713"/>
                  <a:pt x="380145" y="61960"/>
                  <a:pt x="363648" y="66296"/>
                </a:cubicBezTo>
                <a:lnTo>
                  <a:pt x="363648" y="66633"/>
                </a:lnTo>
                <a:cubicBezTo>
                  <a:pt x="372263" y="67534"/>
                  <a:pt x="379188" y="70701"/>
                  <a:pt x="384424" y="76134"/>
                </a:cubicBezTo>
                <a:cubicBezTo>
                  <a:pt x="389660" y="81567"/>
                  <a:pt x="392278" y="88141"/>
                  <a:pt x="392278" y="95854"/>
                </a:cubicBezTo>
                <a:cubicBezTo>
                  <a:pt x="392278" y="107621"/>
                  <a:pt x="388013" y="116841"/>
                  <a:pt x="379483" y="123512"/>
                </a:cubicBezTo>
                <a:cubicBezTo>
                  <a:pt x="370953" y="130184"/>
                  <a:pt x="359651" y="133520"/>
                  <a:pt x="345575" y="133520"/>
                </a:cubicBezTo>
                <a:cubicBezTo>
                  <a:pt x="333189" y="133520"/>
                  <a:pt x="323055" y="131381"/>
                  <a:pt x="315172" y="127102"/>
                </a:cubicBezTo>
                <a:lnTo>
                  <a:pt x="315172" y="105735"/>
                </a:lnTo>
                <a:close/>
                <a:moveTo>
                  <a:pt x="613277" y="131324"/>
                </a:moveTo>
                <a:lnTo>
                  <a:pt x="589799" y="131324"/>
                </a:lnTo>
                <a:lnTo>
                  <a:pt x="589799" y="80653"/>
                </a:lnTo>
                <a:cubicBezTo>
                  <a:pt x="589799" y="66070"/>
                  <a:pt x="584507" y="58779"/>
                  <a:pt x="573922" y="58779"/>
                </a:cubicBezTo>
                <a:cubicBezTo>
                  <a:pt x="569024" y="58779"/>
                  <a:pt x="564928" y="60989"/>
                  <a:pt x="561634" y="65409"/>
                </a:cubicBezTo>
                <a:cubicBezTo>
                  <a:pt x="558340" y="69828"/>
                  <a:pt x="556693" y="75135"/>
                  <a:pt x="556693" y="81328"/>
                </a:cubicBezTo>
                <a:lnTo>
                  <a:pt x="556693" y="131324"/>
                </a:lnTo>
                <a:lnTo>
                  <a:pt x="533216" y="131324"/>
                </a:lnTo>
                <a:lnTo>
                  <a:pt x="533216" y="79724"/>
                </a:lnTo>
                <a:cubicBezTo>
                  <a:pt x="533216" y="65761"/>
                  <a:pt x="527951" y="58779"/>
                  <a:pt x="517423" y="58779"/>
                </a:cubicBezTo>
                <a:cubicBezTo>
                  <a:pt x="512412" y="58779"/>
                  <a:pt x="508302" y="60848"/>
                  <a:pt x="505093" y="64987"/>
                </a:cubicBezTo>
                <a:cubicBezTo>
                  <a:pt x="501883" y="69125"/>
                  <a:pt x="500279" y="74656"/>
                  <a:pt x="500279" y="81582"/>
                </a:cubicBezTo>
                <a:lnTo>
                  <a:pt x="500279" y="131324"/>
                </a:lnTo>
                <a:lnTo>
                  <a:pt x="476717" y="131324"/>
                </a:lnTo>
                <a:lnTo>
                  <a:pt x="476717" y="42564"/>
                </a:lnTo>
                <a:lnTo>
                  <a:pt x="500279" y="42564"/>
                </a:lnTo>
                <a:lnTo>
                  <a:pt x="500279" y="56583"/>
                </a:lnTo>
                <a:lnTo>
                  <a:pt x="500532" y="56583"/>
                </a:lnTo>
                <a:cubicBezTo>
                  <a:pt x="507176" y="45830"/>
                  <a:pt x="516663" y="40453"/>
                  <a:pt x="528993" y="40453"/>
                </a:cubicBezTo>
                <a:cubicBezTo>
                  <a:pt x="541492" y="40453"/>
                  <a:pt x="549994" y="46139"/>
                  <a:pt x="554498" y="57512"/>
                </a:cubicBezTo>
                <a:cubicBezTo>
                  <a:pt x="561254" y="46139"/>
                  <a:pt x="571135" y="40453"/>
                  <a:pt x="584141" y="40453"/>
                </a:cubicBezTo>
                <a:cubicBezTo>
                  <a:pt x="603565" y="40453"/>
                  <a:pt x="613277" y="52389"/>
                  <a:pt x="613277" y="76261"/>
                </a:cubicBezTo>
                <a:lnTo>
                  <a:pt x="613277" y="131324"/>
                </a:lnTo>
                <a:close/>
                <a:moveTo>
                  <a:pt x="638470" y="48223"/>
                </a:moveTo>
                <a:cubicBezTo>
                  <a:pt x="642468" y="45914"/>
                  <a:pt x="647648" y="44042"/>
                  <a:pt x="654010" y="42607"/>
                </a:cubicBezTo>
                <a:cubicBezTo>
                  <a:pt x="660372" y="41171"/>
                  <a:pt x="666086" y="40453"/>
                  <a:pt x="671154" y="40453"/>
                </a:cubicBezTo>
                <a:cubicBezTo>
                  <a:pt x="695138" y="40453"/>
                  <a:pt x="707131" y="52614"/>
                  <a:pt x="707131" y="76937"/>
                </a:cubicBezTo>
                <a:lnTo>
                  <a:pt x="707131" y="131324"/>
                </a:lnTo>
                <a:lnTo>
                  <a:pt x="684666" y="131324"/>
                </a:lnTo>
                <a:lnTo>
                  <a:pt x="684666" y="118234"/>
                </a:lnTo>
                <a:lnTo>
                  <a:pt x="684244" y="118234"/>
                </a:lnTo>
                <a:cubicBezTo>
                  <a:pt x="678276" y="128425"/>
                  <a:pt x="669408" y="133520"/>
                  <a:pt x="657641" y="133520"/>
                </a:cubicBezTo>
                <a:cubicBezTo>
                  <a:pt x="649083" y="133520"/>
                  <a:pt x="642299" y="131113"/>
                  <a:pt x="637288" y="126299"/>
                </a:cubicBezTo>
                <a:cubicBezTo>
                  <a:pt x="632277" y="121486"/>
                  <a:pt x="629772" y="115025"/>
                  <a:pt x="629772" y="106917"/>
                </a:cubicBezTo>
                <a:cubicBezTo>
                  <a:pt x="629772" y="89971"/>
                  <a:pt x="639850" y="80146"/>
                  <a:pt x="660006" y="77443"/>
                </a:cubicBezTo>
                <a:lnTo>
                  <a:pt x="684751" y="74065"/>
                </a:lnTo>
                <a:cubicBezTo>
                  <a:pt x="684751" y="62749"/>
                  <a:pt x="679233" y="57090"/>
                  <a:pt x="668198" y="57090"/>
                </a:cubicBezTo>
                <a:cubicBezTo>
                  <a:pt x="657669" y="57090"/>
                  <a:pt x="647760" y="60384"/>
                  <a:pt x="638470" y="66971"/>
                </a:cubicBezTo>
                <a:lnTo>
                  <a:pt x="638470" y="48223"/>
                </a:lnTo>
                <a:moveTo>
                  <a:pt x="667100" y="90787"/>
                </a:moveTo>
                <a:cubicBezTo>
                  <a:pt x="656966" y="92082"/>
                  <a:pt x="651898" y="96614"/>
                  <a:pt x="651898" y="104384"/>
                </a:cubicBezTo>
                <a:cubicBezTo>
                  <a:pt x="651898" y="107875"/>
                  <a:pt x="653109" y="110718"/>
                  <a:pt x="655530" y="112914"/>
                </a:cubicBezTo>
                <a:cubicBezTo>
                  <a:pt x="657951" y="115109"/>
                  <a:pt x="661216" y="116207"/>
                  <a:pt x="665326" y="116207"/>
                </a:cubicBezTo>
                <a:cubicBezTo>
                  <a:pt x="670957" y="116207"/>
                  <a:pt x="675602" y="114223"/>
                  <a:pt x="679261" y="110253"/>
                </a:cubicBezTo>
                <a:cubicBezTo>
                  <a:pt x="682921" y="106284"/>
                  <a:pt x="684751" y="101287"/>
                  <a:pt x="684751" y="95263"/>
                </a:cubicBezTo>
                <a:lnTo>
                  <a:pt x="684751" y="88507"/>
                </a:lnTo>
                <a:lnTo>
                  <a:pt x="667100" y="90787"/>
                </a:lnTo>
                <a:close/>
                <a:moveTo>
                  <a:pt x="729937" y="131324"/>
                </a:moveTo>
                <a:lnTo>
                  <a:pt x="729937" y="0"/>
                </a:lnTo>
                <a:lnTo>
                  <a:pt x="753415" y="0"/>
                </a:lnTo>
                <a:lnTo>
                  <a:pt x="753415" y="131324"/>
                </a:lnTo>
                <a:lnTo>
                  <a:pt x="729937" y="131324"/>
                </a:lnTo>
                <a:close/>
                <a:moveTo>
                  <a:pt x="901221" y="42564"/>
                </a:moveTo>
                <a:lnTo>
                  <a:pt x="875378" y="131324"/>
                </a:lnTo>
                <a:lnTo>
                  <a:pt x="850718" y="131324"/>
                </a:lnTo>
                <a:lnTo>
                  <a:pt x="836108" y="75923"/>
                </a:lnTo>
                <a:cubicBezTo>
                  <a:pt x="835376" y="73221"/>
                  <a:pt x="834897" y="69758"/>
                  <a:pt x="834672" y="65535"/>
                </a:cubicBezTo>
                <a:lnTo>
                  <a:pt x="834165" y="65535"/>
                </a:lnTo>
                <a:cubicBezTo>
                  <a:pt x="833827" y="69758"/>
                  <a:pt x="833264" y="73164"/>
                  <a:pt x="832476" y="75754"/>
                </a:cubicBezTo>
                <a:lnTo>
                  <a:pt x="816768" y="131324"/>
                </a:lnTo>
                <a:lnTo>
                  <a:pt x="792445" y="131324"/>
                </a:lnTo>
                <a:lnTo>
                  <a:pt x="766856" y="42564"/>
                </a:lnTo>
                <a:lnTo>
                  <a:pt x="791010" y="42564"/>
                </a:lnTo>
                <a:lnTo>
                  <a:pt x="804944" y="103117"/>
                </a:lnTo>
                <a:cubicBezTo>
                  <a:pt x="805676" y="106383"/>
                  <a:pt x="806127" y="109479"/>
                  <a:pt x="806296" y="112407"/>
                </a:cubicBezTo>
                <a:lnTo>
                  <a:pt x="806802" y="112407"/>
                </a:lnTo>
                <a:cubicBezTo>
                  <a:pt x="806971" y="109535"/>
                  <a:pt x="807478" y="106326"/>
                  <a:pt x="808323" y="102779"/>
                </a:cubicBezTo>
                <a:lnTo>
                  <a:pt x="825213" y="42564"/>
                </a:lnTo>
                <a:lnTo>
                  <a:pt x="847509" y="42564"/>
                </a:lnTo>
                <a:lnTo>
                  <a:pt x="862457" y="103201"/>
                </a:lnTo>
                <a:cubicBezTo>
                  <a:pt x="862851" y="104834"/>
                  <a:pt x="863273" y="107959"/>
                  <a:pt x="863724" y="112576"/>
                </a:cubicBezTo>
                <a:lnTo>
                  <a:pt x="864315" y="112576"/>
                </a:lnTo>
                <a:cubicBezTo>
                  <a:pt x="864484" y="110155"/>
                  <a:pt x="864962" y="107030"/>
                  <a:pt x="865751" y="103201"/>
                </a:cubicBezTo>
                <a:lnTo>
                  <a:pt x="879179" y="42564"/>
                </a:lnTo>
                <a:lnTo>
                  <a:pt x="901221" y="42564"/>
                </a:lnTo>
                <a:close/>
                <a:moveTo>
                  <a:pt x="917281" y="48223"/>
                </a:moveTo>
                <a:cubicBezTo>
                  <a:pt x="921278" y="45914"/>
                  <a:pt x="926458" y="44042"/>
                  <a:pt x="932820" y="42607"/>
                </a:cubicBezTo>
                <a:cubicBezTo>
                  <a:pt x="939182" y="41171"/>
                  <a:pt x="944897" y="40453"/>
                  <a:pt x="949964" y="40453"/>
                </a:cubicBezTo>
                <a:cubicBezTo>
                  <a:pt x="973949" y="40453"/>
                  <a:pt x="985941" y="52614"/>
                  <a:pt x="985941" y="76937"/>
                </a:cubicBezTo>
                <a:lnTo>
                  <a:pt x="985941" y="131324"/>
                </a:lnTo>
                <a:lnTo>
                  <a:pt x="963476" y="131324"/>
                </a:lnTo>
                <a:lnTo>
                  <a:pt x="963476" y="118234"/>
                </a:lnTo>
                <a:lnTo>
                  <a:pt x="963054" y="118234"/>
                </a:lnTo>
                <a:cubicBezTo>
                  <a:pt x="957086" y="128425"/>
                  <a:pt x="948219" y="133520"/>
                  <a:pt x="936451" y="133520"/>
                </a:cubicBezTo>
                <a:cubicBezTo>
                  <a:pt x="927894" y="133520"/>
                  <a:pt x="921109" y="131113"/>
                  <a:pt x="916098" y="126299"/>
                </a:cubicBezTo>
                <a:cubicBezTo>
                  <a:pt x="911087" y="121486"/>
                  <a:pt x="908582" y="115025"/>
                  <a:pt x="908582" y="106917"/>
                </a:cubicBezTo>
                <a:cubicBezTo>
                  <a:pt x="908582" y="89971"/>
                  <a:pt x="918660" y="80146"/>
                  <a:pt x="938816" y="77443"/>
                </a:cubicBezTo>
                <a:lnTo>
                  <a:pt x="963561" y="74065"/>
                </a:lnTo>
                <a:cubicBezTo>
                  <a:pt x="963561" y="62749"/>
                  <a:pt x="958043" y="57090"/>
                  <a:pt x="947008" y="57090"/>
                </a:cubicBezTo>
                <a:cubicBezTo>
                  <a:pt x="936480" y="57090"/>
                  <a:pt x="926570" y="60384"/>
                  <a:pt x="917281" y="66971"/>
                </a:cubicBezTo>
                <a:lnTo>
                  <a:pt x="917281" y="48223"/>
                </a:lnTo>
                <a:moveTo>
                  <a:pt x="945910" y="90787"/>
                </a:moveTo>
                <a:cubicBezTo>
                  <a:pt x="935776" y="92082"/>
                  <a:pt x="930709" y="96614"/>
                  <a:pt x="930709" y="104384"/>
                </a:cubicBezTo>
                <a:cubicBezTo>
                  <a:pt x="930709" y="107875"/>
                  <a:pt x="931919" y="110718"/>
                  <a:pt x="934340" y="112914"/>
                </a:cubicBezTo>
                <a:cubicBezTo>
                  <a:pt x="936761" y="115109"/>
                  <a:pt x="940027" y="116207"/>
                  <a:pt x="944137" y="116207"/>
                </a:cubicBezTo>
                <a:cubicBezTo>
                  <a:pt x="949767" y="116207"/>
                  <a:pt x="954412" y="114223"/>
                  <a:pt x="958071" y="110253"/>
                </a:cubicBezTo>
                <a:cubicBezTo>
                  <a:pt x="961731" y="106284"/>
                  <a:pt x="963561" y="101287"/>
                  <a:pt x="963561" y="95263"/>
                </a:cubicBezTo>
                <a:lnTo>
                  <a:pt x="963561" y="88507"/>
                </a:lnTo>
                <a:lnTo>
                  <a:pt x="945910" y="90787"/>
                </a:lnTo>
                <a:close/>
                <a:moveTo>
                  <a:pt x="1063559" y="64269"/>
                </a:moveTo>
                <a:cubicBezTo>
                  <a:pt x="1060463" y="62411"/>
                  <a:pt x="1056662" y="61482"/>
                  <a:pt x="1052158" y="61482"/>
                </a:cubicBezTo>
                <a:cubicBezTo>
                  <a:pt x="1046247" y="61482"/>
                  <a:pt x="1041517" y="63889"/>
                  <a:pt x="1037970" y="68702"/>
                </a:cubicBezTo>
                <a:cubicBezTo>
                  <a:pt x="1034423" y="73516"/>
                  <a:pt x="1032650" y="79977"/>
                  <a:pt x="1032650" y="88084"/>
                </a:cubicBezTo>
                <a:lnTo>
                  <a:pt x="1032650" y="131324"/>
                </a:lnTo>
                <a:lnTo>
                  <a:pt x="1009087" y="131324"/>
                </a:lnTo>
                <a:lnTo>
                  <a:pt x="1009087" y="42564"/>
                </a:lnTo>
                <a:lnTo>
                  <a:pt x="1032650" y="42564"/>
                </a:lnTo>
                <a:lnTo>
                  <a:pt x="1032650" y="59624"/>
                </a:lnTo>
                <a:lnTo>
                  <a:pt x="1032903" y="59624"/>
                </a:lnTo>
                <a:cubicBezTo>
                  <a:pt x="1037238" y="47237"/>
                  <a:pt x="1045036" y="41044"/>
                  <a:pt x="1056297" y="41044"/>
                </a:cubicBezTo>
                <a:cubicBezTo>
                  <a:pt x="1059506" y="41044"/>
                  <a:pt x="1061927" y="41438"/>
                  <a:pt x="1063559" y="42226"/>
                </a:cubicBezTo>
                <a:lnTo>
                  <a:pt x="1063559" y="64269"/>
                </a:lnTo>
                <a:close/>
                <a:moveTo>
                  <a:pt x="1153642" y="93574"/>
                </a:moveTo>
                <a:lnTo>
                  <a:pt x="1094356" y="93574"/>
                </a:lnTo>
                <a:cubicBezTo>
                  <a:pt x="1095313" y="108663"/>
                  <a:pt x="1103871" y="116207"/>
                  <a:pt x="1120030" y="116207"/>
                </a:cubicBezTo>
                <a:cubicBezTo>
                  <a:pt x="1129882" y="116207"/>
                  <a:pt x="1138666" y="113617"/>
                  <a:pt x="1146379" y="108438"/>
                </a:cubicBezTo>
                <a:lnTo>
                  <a:pt x="1146379" y="126342"/>
                </a:lnTo>
                <a:cubicBezTo>
                  <a:pt x="1138159" y="131127"/>
                  <a:pt x="1127602" y="133520"/>
                  <a:pt x="1114709" y="133520"/>
                </a:cubicBezTo>
                <a:cubicBezTo>
                  <a:pt x="1100915" y="133520"/>
                  <a:pt x="1090176" y="129523"/>
                  <a:pt x="1082490" y="121528"/>
                </a:cubicBezTo>
                <a:cubicBezTo>
                  <a:pt x="1074805" y="113533"/>
                  <a:pt x="1070962" y="102357"/>
                  <a:pt x="1070962" y="88000"/>
                </a:cubicBezTo>
                <a:cubicBezTo>
                  <a:pt x="1070962" y="73924"/>
                  <a:pt x="1075087" y="62481"/>
                  <a:pt x="1083335" y="53670"/>
                </a:cubicBezTo>
                <a:cubicBezTo>
                  <a:pt x="1091583" y="44859"/>
                  <a:pt x="1101900" y="40453"/>
                  <a:pt x="1114287" y="40453"/>
                </a:cubicBezTo>
                <a:cubicBezTo>
                  <a:pt x="1126673" y="40453"/>
                  <a:pt x="1136329" y="44253"/>
                  <a:pt x="1143254" y="51854"/>
                </a:cubicBezTo>
                <a:cubicBezTo>
                  <a:pt x="1150179" y="59455"/>
                  <a:pt x="1153642" y="69899"/>
                  <a:pt x="1153642" y="83186"/>
                </a:cubicBezTo>
                <a:lnTo>
                  <a:pt x="1153642" y="93574"/>
                </a:lnTo>
                <a:moveTo>
                  <a:pt x="1131431" y="78119"/>
                </a:moveTo>
                <a:cubicBezTo>
                  <a:pt x="1131431" y="64043"/>
                  <a:pt x="1125632" y="57006"/>
                  <a:pt x="1114033" y="57006"/>
                </a:cubicBezTo>
                <a:cubicBezTo>
                  <a:pt x="1109192" y="57006"/>
                  <a:pt x="1104927" y="58920"/>
                  <a:pt x="1101239" y="62749"/>
                </a:cubicBezTo>
                <a:cubicBezTo>
                  <a:pt x="1097551" y="66577"/>
                  <a:pt x="1095257" y="71701"/>
                  <a:pt x="1094356" y="78119"/>
                </a:cubicBezTo>
                <a:lnTo>
                  <a:pt x="1131431" y="78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•UnitedStates(32)">
            <a:extLst xmlns:a="http://schemas.openxmlformats.org/drawingml/2006/main">
              <a:ext uri="{FF2B5EF4-FFF2-40B4-BE49-F238E27FC236}">
                <a16:creationId xmlns:a16="http://schemas.microsoft.com/office/drawing/2014/main" id="{39EF43EB-3347-40CA-8697-FB870BA7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65" y="568506"/>
            <a:ext cx="1581459" cy="159878"/>
          </a:xfrm>
          <a:custGeom xmlns:a="http://schemas.openxmlformats.org/drawingml/2006/main">
            <a:pathLst>
              <a:path w="1581459" h="159878">
                <a:moveTo>
                  <a:pt x="0" y="70798"/>
                </a:moveTo>
                <a:cubicBezTo>
                  <a:pt x="0" y="64862"/>
                  <a:pt x="2102" y="59802"/>
                  <a:pt x="6305" y="55619"/>
                </a:cubicBezTo>
                <a:cubicBezTo>
                  <a:pt x="10509" y="51435"/>
                  <a:pt x="15545" y="49343"/>
                  <a:pt x="21413" y="49343"/>
                </a:cubicBezTo>
                <a:cubicBezTo>
                  <a:pt x="27338" y="49343"/>
                  <a:pt x="32402" y="51435"/>
                  <a:pt x="36605" y="55619"/>
                </a:cubicBezTo>
                <a:cubicBezTo>
                  <a:pt x="40809" y="59802"/>
                  <a:pt x="42911" y="64862"/>
                  <a:pt x="42911" y="70798"/>
                </a:cubicBezTo>
                <a:cubicBezTo>
                  <a:pt x="42911" y="76735"/>
                  <a:pt x="40809" y="81810"/>
                  <a:pt x="36605" y="86022"/>
                </a:cubicBezTo>
                <a:cubicBezTo>
                  <a:pt x="32402" y="90233"/>
                  <a:pt x="27338" y="92338"/>
                  <a:pt x="21413" y="92338"/>
                </a:cubicBezTo>
                <a:cubicBezTo>
                  <a:pt x="15545" y="92338"/>
                  <a:pt x="10509" y="90233"/>
                  <a:pt x="6305" y="86022"/>
                </a:cubicBezTo>
                <a:cubicBezTo>
                  <a:pt x="2102" y="81810"/>
                  <a:pt x="0" y="76735"/>
                  <a:pt x="0" y="70798"/>
                </a:cubicBezTo>
                <a:close/>
                <a:moveTo>
                  <a:pt x="216987" y="78712"/>
                </a:moveTo>
                <a:cubicBezTo>
                  <a:pt x="216987" y="115444"/>
                  <a:pt x="200004" y="133810"/>
                  <a:pt x="166036" y="133810"/>
                </a:cubicBezTo>
                <a:cubicBezTo>
                  <a:pt x="133366" y="133810"/>
                  <a:pt x="117032" y="115952"/>
                  <a:pt x="117032" y="80235"/>
                </a:cubicBezTo>
                <a:lnTo>
                  <a:pt x="117032" y="7025"/>
                </a:lnTo>
                <a:lnTo>
                  <a:pt x="141238" y="7025"/>
                </a:lnTo>
                <a:lnTo>
                  <a:pt x="141238" y="80235"/>
                </a:lnTo>
                <a:cubicBezTo>
                  <a:pt x="141238" y="101959"/>
                  <a:pt x="149927" y="112820"/>
                  <a:pt x="167306" y="112820"/>
                </a:cubicBezTo>
                <a:cubicBezTo>
                  <a:pt x="184346" y="112820"/>
                  <a:pt x="192866" y="102326"/>
                  <a:pt x="192866" y="81336"/>
                </a:cubicBezTo>
                <a:lnTo>
                  <a:pt x="192866" y="7025"/>
                </a:lnTo>
                <a:lnTo>
                  <a:pt x="216987" y="7025"/>
                </a:lnTo>
                <a:lnTo>
                  <a:pt x="216987" y="78712"/>
                </a:lnTo>
                <a:close/>
                <a:moveTo>
                  <a:pt x="324297" y="131610"/>
                </a:moveTo>
                <a:lnTo>
                  <a:pt x="300768" y="131610"/>
                </a:lnTo>
                <a:lnTo>
                  <a:pt x="300768" y="81759"/>
                </a:lnTo>
                <a:cubicBezTo>
                  <a:pt x="300768" y="66524"/>
                  <a:pt x="295267" y="58907"/>
                  <a:pt x="284264" y="58907"/>
                </a:cubicBezTo>
                <a:cubicBezTo>
                  <a:pt x="278734" y="58907"/>
                  <a:pt x="274235" y="60981"/>
                  <a:pt x="270764" y="65128"/>
                </a:cubicBezTo>
                <a:cubicBezTo>
                  <a:pt x="267294" y="69275"/>
                  <a:pt x="265559" y="74537"/>
                  <a:pt x="265559" y="80913"/>
                </a:cubicBezTo>
                <a:lnTo>
                  <a:pt x="265559" y="131610"/>
                </a:lnTo>
                <a:lnTo>
                  <a:pt x="241946" y="131610"/>
                </a:lnTo>
                <a:lnTo>
                  <a:pt x="241946" y="42657"/>
                </a:lnTo>
                <a:lnTo>
                  <a:pt x="265559" y="42657"/>
                </a:lnTo>
                <a:lnTo>
                  <a:pt x="265559" y="56960"/>
                </a:lnTo>
                <a:lnTo>
                  <a:pt x="265813" y="56960"/>
                </a:lnTo>
                <a:cubicBezTo>
                  <a:pt x="272358" y="46014"/>
                  <a:pt x="281979" y="40541"/>
                  <a:pt x="294674" y="40541"/>
                </a:cubicBezTo>
                <a:cubicBezTo>
                  <a:pt x="314423" y="40541"/>
                  <a:pt x="324297" y="52757"/>
                  <a:pt x="324297" y="77189"/>
                </a:cubicBezTo>
                <a:lnTo>
                  <a:pt x="324297" y="131610"/>
                </a:lnTo>
                <a:close/>
                <a:moveTo>
                  <a:pt x="345134" y="13373"/>
                </a:moveTo>
                <a:cubicBezTo>
                  <a:pt x="345134" y="9761"/>
                  <a:pt x="346417" y="6743"/>
                  <a:pt x="348985" y="4316"/>
                </a:cubicBezTo>
                <a:cubicBezTo>
                  <a:pt x="351552" y="1890"/>
                  <a:pt x="354867" y="677"/>
                  <a:pt x="358929" y="677"/>
                </a:cubicBezTo>
                <a:cubicBezTo>
                  <a:pt x="362879" y="677"/>
                  <a:pt x="366180" y="1876"/>
                  <a:pt x="368832" y="4274"/>
                </a:cubicBezTo>
                <a:cubicBezTo>
                  <a:pt x="371484" y="6672"/>
                  <a:pt x="372810" y="9705"/>
                  <a:pt x="372810" y="13373"/>
                </a:cubicBezTo>
                <a:cubicBezTo>
                  <a:pt x="372810" y="17040"/>
                  <a:pt x="371498" y="20087"/>
                  <a:pt x="368874" y="22513"/>
                </a:cubicBezTo>
                <a:cubicBezTo>
                  <a:pt x="366251" y="24940"/>
                  <a:pt x="362936" y="26153"/>
                  <a:pt x="358929" y="26153"/>
                </a:cubicBezTo>
                <a:cubicBezTo>
                  <a:pt x="354923" y="26153"/>
                  <a:pt x="351623" y="24911"/>
                  <a:pt x="349027" y="22429"/>
                </a:cubicBezTo>
                <a:cubicBezTo>
                  <a:pt x="346431" y="19946"/>
                  <a:pt x="345134" y="16927"/>
                  <a:pt x="345134" y="13373"/>
                </a:cubicBezTo>
                <a:moveTo>
                  <a:pt x="346996" y="131610"/>
                </a:moveTo>
                <a:lnTo>
                  <a:pt x="346996" y="42657"/>
                </a:lnTo>
                <a:lnTo>
                  <a:pt x="370525" y="42657"/>
                </a:lnTo>
                <a:lnTo>
                  <a:pt x="370525" y="131610"/>
                </a:lnTo>
                <a:lnTo>
                  <a:pt x="346996" y="131610"/>
                </a:lnTo>
                <a:close/>
                <a:moveTo>
                  <a:pt x="444329" y="130679"/>
                </a:moveTo>
                <a:cubicBezTo>
                  <a:pt x="440322" y="132710"/>
                  <a:pt x="434736" y="133726"/>
                  <a:pt x="427571" y="133726"/>
                </a:cubicBezTo>
                <a:cubicBezTo>
                  <a:pt x="409346" y="133726"/>
                  <a:pt x="400233" y="124077"/>
                  <a:pt x="400233" y="104780"/>
                </a:cubicBezTo>
                <a:lnTo>
                  <a:pt x="400233" y="60600"/>
                </a:lnTo>
                <a:lnTo>
                  <a:pt x="385506" y="60600"/>
                </a:lnTo>
                <a:lnTo>
                  <a:pt x="385506" y="42657"/>
                </a:lnTo>
                <a:lnTo>
                  <a:pt x="400233" y="42657"/>
                </a:lnTo>
                <a:lnTo>
                  <a:pt x="400233" y="22767"/>
                </a:lnTo>
                <a:lnTo>
                  <a:pt x="423762" y="15912"/>
                </a:lnTo>
                <a:lnTo>
                  <a:pt x="423762" y="42657"/>
                </a:lnTo>
                <a:lnTo>
                  <a:pt x="444329" y="42657"/>
                </a:lnTo>
                <a:lnTo>
                  <a:pt x="444329" y="60600"/>
                </a:lnTo>
                <a:lnTo>
                  <a:pt x="423762" y="60600"/>
                </a:lnTo>
                <a:lnTo>
                  <a:pt x="423762" y="100633"/>
                </a:lnTo>
                <a:cubicBezTo>
                  <a:pt x="423762" y="110451"/>
                  <a:pt x="427627" y="115360"/>
                  <a:pt x="435357" y="115360"/>
                </a:cubicBezTo>
                <a:cubicBezTo>
                  <a:pt x="438573" y="115360"/>
                  <a:pt x="441564" y="114457"/>
                  <a:pt x="444329" y="112651"/>
                </a:cubicBezTo>
                <a:lnTo>
                  <a:pt x="444329" y="130679"/>
                </a:lnTo>
                <a:close/>
                <a:moveTo>
                  <a:pt x="537619" y="93777"/>
                </a:moveTo>
                <a:lnTo>
                  <a:pt x="478204" y="93777"/>
                </a:lnTo>
                <a:cubicBezTo>
                  <a:pt x="479163" y="108899"/>
                  <a:pt x="487740" y="116460"/>
                  <a:pt x="503933" y="116460"/>
                </a:cubicBezTo>
                <a:cubicBezTo>
                  <a:pt x="513808" y="116460"/>
                  <a:pt x="522610" y="113864"/>
                  <a:pt x="530340" y="108673"/>
                </a:cubicBezTo>
                <a:lnTo>
                  <a:pt x="530340" y="126616"/>
                </a:lnTo>
                <a:cubicBezTo>
                  <a:pt x="522102" y="131412"/>
                  <a:pt x="511523" y="133810"/>
                  <a:pt x="498601" y="133810"/>
                </a:cubicBezTo>
                <a:cubicBezTo>
                  <a:pt x="484777" y="133810"/>
                  <a:pt x="474014" y="129804"/>
                  <a:pt x="466313" y="121792"/>
                </a:cubicBezTo>
                <a:cubicBezTo>
                  <a:pt x="458611" y="113780"/>
                  <a:pt x="454760" y="102579"/>
                  <a:pt x="454760" y="88191"/>
                </a:cubicBezTo>
                <a:cubicBezTo>
                  <a:pt x="454760" y="74085"/>
                  <a:pt x="458893" y="62617"/>
                  <a:pt x="467159" y="53787"/>
                </a:cubicBezTo>
                <a:cubicBezTo>
                  <a:pt x="475425" y="44956"/>
                  <a:pt x="485765" y="40541"/>
                  <a:pt x="498178" y="40541"/>
                </a:cubicBezTo>
                <a:cubicBezTo>
                  <a:pt x="510592" y="40541"/>
                  <a:pt x="520268" y="44350"/>
                  <a:pt x="527209" y="51967"/>
                </a:cubicBezTo>
                <a:cubicBezTo>
                  <a:pt x="534149" y="59584"/>
                  <a:pt x="537619" y="70051"/>
                  <a:pt x="537619" y="83367"/>
                </a:cubicBezTo>
                <a:lnTo>
                  <a:pt x="537619" y="93777"/>
                </a:lnTo>
                <a:moveTo>
                  <a:pt x="515359" y="78289"/>
                </a:moveTo>
                <a:cubicBezTo>
                  <a:pt x="515359" y="64183"/>
                  <a:pt x="509548" y="57130"/>
                  <a:pt x="497924" y="57130"/>
                </a:cubicBezTo>
                <a:cubicBezTo>
                  <a:pt x="493072" y="57130"/>
                  <a:pt x="488798" y="59048"/>
                  <a:pt x="485102" y="62885"/>
                </a:cubicBezTo>
                <a:cubicBezTo>
                  <a:pt x="481406" y="66722"/>
                  <a:pt x="479107" y="71856"/>
                  <a:pt x="478204" y="78289"/>
                </a:cubicBezTo>
                <a:lnTo>
                  <a:pt x="515359" y="78289"/>
                </a:lnTo>
                <a:close/>
                <a:moveTo>
                  <a:pt x="639648" y="131610"/>
                </a:moveTo>
                <a:lnTo>
                  <a:pt x="616119" y="131610"/>
                </a:lnTo>
                <a:lnTo>
                  <a:pt x="616119" y="118491"/>
                </a:lnTo>
                <a:lnTo>
                  <a:pt x="615696" y="118491"/>
                </a:lnTo>
                <a:cubicBezTo>
                  <a:pt x="609376" y="128704"/>
                  <a:pt x="599925" y="133810"/>
                  <a:pt x="587343" y="133810"/>
                </a:cubicBezTo>
                <a:cubicBezTo>
                  <a:pt x="576171" y="133810"/>
                  <a:pt x="567227" y="129804"/>
                  <a:pt x="560513" y="121792"/>
                </a:cubicBezTo>
                <a:cubicBezTo>
                  <a:pt x="553798" y="113780"/>
                  <a:pt x="550441" y="102890"/>
                  <a:pt x="550441" y="89122"/>
                </a:cubicBezTo>
                <a:cubicBezTo>
                  <a:pt x="550441" y="74508"/>
                  <a:pt x="554193" y="62758"/>
                  <a:pt x="561698" y="53871"/>
                </a:cubicBezTo>
                <a:cubicBezTo>
                  <a:pt x="569202" y="44984"/>
                  <a:pt x="578964" y="40541"/>
                  <a:pt x="590982" y="40541"/>
                </a:cubicBezTo>
                <a:cubicBezTo>
                  <a:pt x="602662" y="40541"/>
                  <a:pt x="610900" y="44857"/>
                  <a:pt x="615696" y="53490"/>
                </a:cubicBezTo>
                <a:lnTo>
                  <a:pt x="616119" y="53490"/>
                </a:lnTo>
                <a:lnTo>
                  <a:pt x="616119" y="0"/>
                </a:lnTo>
                <a:lnTo>
                  <a:pt x="639648" y="0"/>
                </a:lnTo>
                <a:lnTo>
                  <a:pt x="639648" y="131610"/>
                </a:lnTo>
                <a:moveTo>
                  <a:pt x="616458" y="80743"/>
                </a:moveTo>
                <a:cubicBezTo>
                  <a:pt x="616458" y="74480"/>
                  <a:pt x="614539" y="69275"/>
                  <a:pt x="610702" y="65128"/>
                </a:cubicBezTo>
                <a:cubicBezTo>
                  <a:pt x="606865" y="60981"/>
                  <a:pt x="602041" y="58907"/>
                  <a:pt x="596229" y="58907"/>
                </a:cubicBezTo>
                <a:cubicBezTo>
                  <a:pt x="589458" y="58907"/>
                  <a:pt x="584112" y="61559"/>
                  <a:pt x="580191" y="66863"/>
                </a:cubicBezTo>
                <a:cubicBezTo>
                  <a:pt x="576269" y="72167"/>
                  <a:pt x="574309" y="79361"/>
                  <a:pt x="574309" y="88445"/>
                </a:cubicBezTo>
                <a:cubicBezTo>
                  <a:pt x="574309" y="96965"/>
                  <a:pt x="576199" y="103581"/>
                  <a:pt x="579979" y="108292"/>
                </a:cubicBezTo>
                <a:cubicBezTo>
                  <a:pt x="583760" y="113004"/>
                  <a:pt x="588866" y="115360"/>
                  <a:pt x="595298" y="115360"/>
                </a:cubicBezTo>
                <a:cubicBezTo>
                  <a:pt x="601505" y="115360"/>
                  <a:pt x="606583" y="112905"/>
                  <a:pt x="610533" y="107996"/>
                </a:cubicBezTo>
                <a:cubicBezTo>
                  <a:pt x="614483" y="103087"/>
                  <a:pt x="616458" y="96824"/>
                  <a:pt x="616458" y="89207"/>
                </a:cubicBezTo>
                <a:lnTo>
                  <a:pt x="616458" y="80743"/>
                </a:lnTo>
                <a:close/>
                <a:moveTo>
                  <a:pt x="719654" y="102072"/>
                </a:moveTo>
                <a:cubicBezTo>
                  <a:pt x="729528" y="110253"/>
                  <a:pt x="740841" y="114344"/>
                  <a:pt x="753593" y="114344"/>
                </a:cubicBezTo>
                <a:cubicBezTo>
                  <a:pt x="761267" y="114344"/>
                  <a:pt x="766994" y="113004"/>
                  <a:pt x="770775" y="110324"/>
                </a:cubicBezTo>
                <a:cubicBezTo>
                  <a:pt x="774555" y="107644"/>
                  <a:pt x="776445" y="104131"/>
                  <a:pt x="776445" y="99786"/>
                </a:cubicBezTo>
                <a:cubicBezTo>
                  <a:pt x="776445" y="96006"/>
                  <a:pt x="774865" y="92536"/>
                  <a:pt x="771706" y="89376"/>
                </a:cubicBezTo>
                <a:cubicBezTo>
                  <a:pt x="768546" y="86216"/>
                  <a:pt x="760900" y="82041"/>
                  <a:pt x="748769" y="76850"/>
                </a:cubicBezTo>
                <a:cubicBezTo>
                  <a:pt x="738443" y="72223"/>
                  <a:pt x="730953" y="67018"/>
                  <a:pt x="726298" y="61235"/>
                </a:cubicBezTo>
                <a:cubicBezTo>
                  <a:pt x="721643" y="55451"/>
                  <a:pt x="719316" y="48666"/>
                  <a:pt x="719316" y="40879"/>
                </a:cubicBezTo>
                <a:cubicBezTo>
                  <a:pt x="719316" y="29651"/>
                  <a:pt x="723660" y="20863"/>
                  <a:pt x="732350" y="14515"/>
                </a:cubicBezTo>
                <a:cubicBezTo>
                  <a:pt x="741039" y="8167"/>
                  <a:pt x="752437" y="4994"/>
                  <a:pt x="766543" y="4994"/>
                </a:cubicBezTo>
                <a:cubicBezTo>
                  <a:pt x="779182" y="4994"/>
                  <a:pt x="789141" y="6573"/>
                  <a:pt x="796419" y="9733"/>
                </a:cubicBezTo>
                <a:lnTo>
                  <a:pt x="796419" y="32839"/>
                </a:lnTo>
                <a:cubicBezTo>
                  <a:pt x="788351" y="27309"/>
                  <a:pt x="778618" y="24545"/>
                  <a:pt x="767220" y="24545"/>
                </a:cubicBezTo>
                <a:cubicBezTo>
                  <a:pt x="760505" y="24545"/>
                  <a:pt x="755075" y="25814"/>
                  <a:pt x="750927" y="28353"/>
                </a:cubicBezTo>
                <a:cubicBezTo>
                  <a:pt x="746780" y="30892"/>
                  <a:pt x="744707" y="34391"/>
                  <a:pt x="744707" y="38848"/>
                </a:cubicBezTo>
                <a:cubicBezTo>
                  <a:pt x="744707" y="42403"/>
                  <a:pt x="746145" y="45647"/>
                  <a:pt x="749023" y="48581"/>
                </a:cubicBezTo>
                <a:cubicBezTo>
                  <a:pt x="751901" y="51515"/>
                  <a:pt x="758643" y="55324"/>
                  <a:pt x="769251" y="60007"/>
                </a:cubicBezTo>
                <a:cubicBezTo>
                  <a:pt x="781439" y="65311"/>
                  <a:pt x="789902" y="70883"/>
                  <a:pt x="794642" y="76723"/>
                </a:cubicBezTo>
                <a:cubicBezTo>
                  <a:pt x="799382" y="82563"/>
                  <a:pt x="801752" y="89545"/>
                  <a:pt x="801752" y="97671"/>
                </a:cubicBezTo>
                <a:cubicBezTo>
                  <a:pt x="801752" y="109407"/>
                  <a:pt x="797562" y="118364"/>
                  <a:pt x="789183" y="124543"/>
                </a:cubicBezTo>
                <a:cubicBezTo>
                  <a:pt x="780804" y="130721"/>
                  <a:pt x="769054" y="133810"/>
                  <a:pt x="753932" y="133810"/>
                </a:cubicBezTo>
                <a:cubicBezTo>
                  <a:pt x="739882" y="133810"/>
                  <a:pt x="728456" y="131469"/>
                  <a:pt x="719654" y="126786"/>
                </a:cubicBezTo>
                <a:lnTo>
                  <a:pt x="719654" y="102072"/>
                </a:lnTo>
                <a:close/>
                <a:moveTo>
                  <a:pt x="871082" y="130679"/>
                </a:moveTo>
                <a:cubicBezTo>
                  <a:pt x="867076" y="132710"/>
                  <a:pt x="861490" y="133726"/>
                  <a:pt x="854324" y="133726"/>
                </a:cubicBezTo>
                <a:cubicBezTo>
                  <a:pt x="836099" y="133726"/>
                  <a:pt x="826987" y="124077"/>
                  <a:pt x="826987" y="104780"/>
                </a:cubicBezTo>
                <a:lnTo>
                  <a:pt x="826987" y="60600"/>
                </a:lnTo>
                <a:lnTo>
                  <a:pt x="812260" y="60600"/>
                </a:lnTo>
                <a:lnTo>
                  <a:pt x="812260" y="42657"/>
                </a:lnTo>
                <a:lnTo>
                  <a:pt x="826987" y="42657"/>
                </a:lnTo>
                <a:lnTo>
                  <a:pt x="826987" y="22767"/>
                </a:lnTo>
                <a:lnTo>
                  <a:pt x="850516" y="15912"/>
                </a:lnTo>
                <a:lnTo>
                  <a:pt x="850516" y="42657"/>
                </a:lnTo>
                <a:lnTo>
                  <a:pt x="871082" y="42657"/>
                </a:lnTo>
                <a:lnTo>
                  <a:pt x="871082" y="60600"/>
                </a:lnTo>
                <a:lnTo>
                  <a:pt x="850516" y="60600"/>
                </a:lnTo>
                <a:lnTo>
                  <a:pt x="850516" y="100633"/>
                </a:lnTo>
                <a:cubicBezTo>
                  <a:pt x="850516" y="110451"/>
                  <a:pt x="854381" y="115360"/>
                  <a:pt x="862111" y="115360"/>
                </a:cubicBezTo>
                <a:cubicBezTo>
                  <a:pt x="865327" y="115360"/>
                  <a:pt x="868317" y="114457"/>
                  <a:pt x="871082" y="112651"/>
                </a:cubicBezTo>
                <a:lnTo>
                  <a:pt x="871082" y="130679"/>
                </a:lnTo>
                <a:close/>
                <a:moveTo>
                  <a:pt x="888700" y="48327"/>
                </a:moveTo>
                <a:cubicBezTo>
                  <a:pt x="892706" y="46014"/>
                  <a:pt x="897897" y="44138"/>
                  <a:pt x="904273" y="42699"/>
                </a:cubicBezTo>
                <a:cubicBezTo>
                  <a:pt x="910649" y="41260"/>
                  <a:pt x="916376" y="40541"/>
                  <a:pt x="921454" y="40541"/>
                </a:cubicBezTo>
                <a:cubicBezTo>
                  <a:pt x="945491" y="40541"/>
                  <a:pt x="957509" y="52729"/>
                  <a:pt x="957509" y="77104"/>
                </a:cubicBezTo>
                <a:lnTo>
                  <a:pt x="957509" y="131610"/>
                </a:lnTo>
                <a:lnTo>
                  <a:pt x="934996" y="131610"/>
                </a:lnTo>
                <a:lnTo>
                  <a:pt x="934996" y="118491"/>
                </a:lnTo>
                <a:lnTo>
                  <a:pt x="934573" y="118491"/>
                </a:lnTo>
                <a:cubicBezTo>
                  <a:pt x="928592" y="128704"/>
                  <a:pt x="919705" y="133810"/>
                  <a:pt x="907912" y="133810"/>
                </a:cubicBezTo>
                <a:cubicBezTo>
                  <a:pt x="899336" y="133810"/>
                  <a:pt x="892536" y="131398"/>
                  <a:pt x="887515" y="126574"/>
                </a:cubicBezTo>
                <a:cubicBezTo>
                  <a:pt x="882493" y="121750"/>
                  <a:pt x="879982" y="115275"/>
                  <a:pt x="879982" y="107150"/>
                </a:cubicBezTo>
                <a:cubicBezTo>
                  <a:pt x="879982" y="90166"/>
                  <a:pt x="890082" y="80320"/>
                  <a:pt x="910282" y="77612"/>
                </a:cubicBezTo>
                <a:lnTo>
                  <a:pt x="935080" y="74226"/>
                </a:lnTo>
                <a:cubicBezTo>
                  <a:pt x="935080" y="62885"/>
                  <a:pt x="929551" y="57214"/>
                  <a:pt x="918492" y="57214"/>
                </a:cubicBezTo>
                <a:cubicBezTo>
                  <a:pt x="907940" y="57214"/>
                  <a:pt x="898010" y="60515"/>
                  <a:pt x="888700" y="67117"/>
                </a:cubicBezTo>
                <a:lnTo>
                  <a:pt x="888700" y="48327"/>
                </a:lnTo>
                <a:moveTo>
                  <a:pt x="917391" y="90984"/>
                </a:moveTo>
                <a:cubicBezTo>
                  <a:pt x="907235" y="92282"/>
                  <a:pt x="902157" y="96824"/>
                  <a:pt x="902157" y="104611"/>
                </a:cubicBezTo>
                <a:cubicBezTo>
                  <a:pt x="902157" y="108109"/>
                  <a:pt x="903370" y="110958"/>
                  <a:pt x="905796" y="113159"/>
                </a:cubicBezTo>
                <a:cubicBezTo>
                  <a:pt x="908222" y="115360"/>
                  <a:pt x="911495" y="116460"/>
                  <a:pt x="915614" y="116460"/>
                </a:cubicBezTo>
                <a:cubicBezTo>
                  <a:pt x="921256" y="116460"/>
                  <a:pt x="925911" y="114471"/>
                  <a:pt x="929579" y="110493"/>
                </a:cubicBezTo>
                <a:cubicBezTo>
                  <a:pt x="933247" y="106515"/>
                  <a:pt x="935080" y="101507"/>
                  <a:pt x="935080" y="95470"/>
                </a:cubicBezTo>
                <a:lnTo>
                  <a:pt x="935080" y="88699"/>
                </a:lnTo>
                <a:lnTo>
                  <a:pt x="917391" y="90984"/>
                </a:lnTo>
                <a:close/>
                <a:moveTo>
                  <a:pt x="1030725" y="130679"/>
                </a:moveTo>
                <a:cubicBezTo>
                  <a:pt x="1026719" y="132710"/>
                  <a:pt x="1021133" y="133726"/>
                  <a:pt x="1013967" y="133726"/>
                </a:cubicBezTo>
                <a:cubicBezTo>
                  <a:pt x="995742" y="133726"/>
                  <a:pt x="986629" y="124077"/>
                  <a:pt x="986629" y="104780"/>
                </a:cubicBezTo>
                <a:lnTo>
                  <a:pt x="986629" y="60600"/>
                </a:lnTo>
                <a:lnTo>
                  <a:pt x="971903" y="60600"/>
                </a:lnTo>
                <a:lnTo>
                  <a:pt x="971903" y="42657"/>
                </a:lnTo>
                <a:lnTo>
                  <a:pt x="986629" y="42657"/>
                </a:lnTo>
                <a:lnTo>
                  <a:pt x="986629" y="22767"/>
                </a:lnTo>
                <a:lnTo>
                  <a:pt x="1010158" y="15912"/>
                </a:lnTo>
                <a:lnTo>
                  <a:pt x="1010158" y="42657"/>
                </a:lnTo>
                <a:lnTo>
                  <a:pt x="1030725" y="42657"/>
                </a:lnTo>
                <a:lnTo>
                  <a:pt x="1030725" y="60600"/>
                </a:lnTo>
                <a:lnTo>
                  <a:pt x="1010158" y="60600"/>
                </a:lnTo>
                <a:lnTo>
                  <a:pt x="1010158" y="100633"/>
                </a:lnTo>
                <a:cubicBezTo>
                  <a:pt x="1010158" y="110451"/>
                  <a:pt x="1014023" y="115360"/>
                  <a:pt x="1021754" y="115360"/>
                </a:cubicBezTo>
                <a:cubicBezTo>
                  <a:pt x="1024970" y="115360"/>
                  <a:pt x="1027960" y="114457"/>
                  <a:pt x="1030725" y="112651"/>
                </a:cubicBezTo>
                <a:lnTo>
                  <a:pt x="1030725" y="130679"/>
                </a:lnTo>
                <a:close/>
                <a:moveTo>
                  <a:pt x="1123841" y="93777"/>
                </a:moveTo>
                <a:lnTo>
                  <a:pt x="1064427" y="93777"/>
                </a:lnTo>
                <a:cubicBezTo>
                  <a:pt x="1065386" y="108899"/>
                  <a:pt x="1073962" y="116460"/>
                  <a:pt x="1090156" y="116460"/>
                </a:cubicBezTo>
                <a:cubicBezTo>
                  <a:pt x="1100030" y="116460"/>
                  <a:pt x="1108833" y="113864"/>
                  <a:pt x="1116563" y="108673"/>
                </a:cubicBezTo>
                <a:lnTo>
                  <a:pt x="1116563" y="126616"/>
                </a:lnTo>
                <a:cubicBezTo>
                  <a:pt x="1108325" y="131412"/>
                  <a:pt x="1097745" y="133810"/>
                  <a:pt x="1084824" y="133810"/>
                </a:cubicBezTo>
                <a:cubicBezTo>
                  <a:pt x="1071000" y="133810"/>
                  <a:pt x="1060237" y="129804"/>
                  <a:pt x="1052535" y="121792"/>
                </a:cubicBezTo>
                <a:cubicBezTo>
                  <a:pt x="1044833" y="113780"/>
                  <a:pt x="1040982" y="102579"/>
                  <a:pt x="1040982" y="88191"/>
                </a:cubicBezTo>
                <a:cubicBezTo>
                  <a:pt x="1040982" y="74085"/>
                  <a:pt x="1045115" y="62617"/>
                  <a:pt x="1053382" y="53787"/>
                </a:cubicBezTo>
                <a:cubicBezTo>
                  <a:pt x="1061648" y="44956"/>
                  <a:pt x="1071988" y="40541"/>
                  <a:pt x="1084401" y="40541"/>
                </a:cubicBezTo>
                <a:cubicBezTo>
                  <a:pt x="1096814" y="40541"/>
                  <a:pt x="1106491" y="44350"/>
                  <a:pt x="1113431" y="51967"/>
                </a:cubicBezTo>
                <a:cubicBezTo>
                  <a:pt x="1120371" y="59584"/>
                  <a:pt x="1123841" y="70051"/>
                  <a:pt x="1123841" y="83367"/>
                </a:cubicBezTo>
                <a:lnTo>
                  <a:pt x="1123841" y="93777"/>
                </a:lnTo>
                <a:moveTo>
                  <a:pt x="1101582" y="78289"/>
                </a:moveTo>
                <a:cubicBezTo>
                  <a:pt x="1101582" y="64183"/>
                  <a:pt x="1095770" y="57130"/>
                  <a:pt x="1084147" y="57130"/>
                </a:cubicBezTo>
                <a:cubicBezTo>
                  <a:pt x="1079294" y="57130"/>
                  <a:pt x="1075020" y="59048"/>
                  <a:pt x="1071325" y="62885"/>
                </a:cubicBezTo>
                <a:cubicBezTo>
                  <a:pt x="1067629" y="66722"/>
                  <a:pt x="1065329" y="71856"/>
                  <a:pt x="1064427" y="78289"/>
                </a:cubicBezTo>
                <a:lnTo>
                  <a:pt x="1101582" y="78289"/>
                </a:lnTo>
                <a:close/>
                <a:moveTo>
                  <a:pt x="1139119" y="108758"/>
                </a:moveTo>
                <a:cubicBezTo>
                  <a:pt x="1147921" y="114288"/>
                  <a:pt x="1156610" y="117052"/>
                  <a:pt x="1165187" y="117052"/>
                </a:cubicBezTo>
                <a:cubicBezTo>
                  <a:pt x="1176246" y="117052"/>
                  <a:pt x="1181776" y="113921"/>
                  <a:pt x="1181776" y="107658"/>
                </a:cubicBezTo>
                <a:cubicBezTo>
                  <a:pt x="1181776" y="103313"/>
                  <a:pt x="1177403" y="99645"/>
                  <a:pt x="1168657" y="96655"/>
                </a:cubicBezTo>
                <a:cubicBezTo>
                  <a:pt x="1155905" y="92367"/>
                  <a:pt x="1147808" y="88149"/>
                  <a:pt x="1144366" y="84002"/>
                </a:cubicBezTo>
                <a:cubicBezTo>
                  <a:pt x="1140924" y="79855"/>
                  <a:pt x="1139203" y="74537"/>
                  <a:pt x="1139203" y="68048"/>
                </a:cubicBezTo>
                <a:cubicBezTo>
                  <a:pt x="1139203" y="59471"/>
                  <a:pt x="1142702" y="52743"/>
                  <a:pt x="1149698" y="47862"/>
                </a:cubicBezTo>
                <a:cubicBezTo>
                  <a:pt x="1156695" y="42981"/>
                  <a:pt x="1165695" y="40541"/>
                  <a:pt x="1176697" y="40541"/>
                </a:cubicBezTo>
                <a:cubicBezTo>
                  <a:pt x="1184371" y="40541"/>
                  <a:pt x="1192045" y="41754"/>
                  <a:pt x="1199719" y="44180"/>
                </a:cubicBezTo>
                <a:lnTo>
                  <a:pt x="1199719" y="63393"/>
                </a:lnTo>
                <a:cubicBezTo>
                  <a:pt x="1192778" y="59274"/>
                  <a:pt x="1185189" y="57214"/>
                  <a:pt x="1176951" y="57214"/>
                </a:cubicBezTo>
                <a:cubicBezTo>
                  <a:pt x="1172607" y="57214"/>
                  <a:pt x="1169108" y="58032"/>
                  <a:pt x="1166456" y="59669"/>
                </a:cubicBezTo>
                <a:cubicBezTo>
                  <a:pt x="1163804" y="61305"/>
                  <a:pt x="1162478" y="63477"/>
                  <a:pt x="1162478" y="66186"/>
                </a:cubicBezTo>
                <a:cubicBezTo>
                  <a:pt x="1162478" y="70643"/>
                  <a:pt x="1166174" y="74170"/>
                  <a:pt x="1173566" y="76765"/>
                </a:cubicBezTo>
                <a:cubicBezTo>
                  <a:pt x="1181973" y="79812"/>
                  <a:pt x="1188152" y="82365"/>
                  <a:pt x="1192101" y="84425"/>
                </a:cubicBezTo>
                <a:cubicBezTo>
                  <a:pt x="1196051" y="86484"/>
                  <a:pt x="1199126" y="89292"/>
                  <a:pt x="1201327" y="92846"/>
                </a:cubicBezTo>
                <a:cubicBezTo>
                  <a:pt x="1203527" y="96401"/>
                  <a:pt x="1204627" y="100576"/>
                  <a:pt x="1204627" y="105372"/>
                </a:cubicBezTo>
                <a:cubicBezTo>
                  <a:pt x="1204627" y="114400"/>
                  <a:pt x="1201030" y="121397"/>
                  <a:pt x="1193836" y="126362"/>
                </a:cubicBezTo>
                <a:cubicBezTo>
                  <a:pt x="1186642" y="131328"/>
                  <a:pt x="1177149" y="133810"/>
                  <a:pt x="1165356" y="133810"/>
                </a:cubicBezTo>
                <a:cubicBezTo>
                  <a:pt x="1155425" y="133810"/>
                  <a:pt x="1146680" y="132230"/>
                  <a:pt x="1139119" y="129071"/>
                </a:cubicBezTo>
                <a:lnTo>
                  <a:pt x="1139119" y="108758"/>
                </a:lnTo>
                <a:close/>
                <a:moveTo>
                  <a:pt x="1311610" y="159878"/>
                </a:moveTo>
                <a:cubicBezTo>
                  <a:pt x="1293103" y="139340"/>
                  <a:pt x="1283849" y="114062"/>
                  <a:pt x="1283849" y="84044"/>
                </a:cubicBezTo>
                <a:cubicBezTo>
                  <a:pt x="1283849" y="54647"/>
                  <a:pt x="1293103" y="28974"/>
                  <a:pt x="1311610" y="7025"/>
                </a:cubicBezTo>
                <a:lnTo>
                  <a:pt x="1331076" y="7025"/>
                </a:lnTo>
                <a:cubicBezTo>
                  <a:pt x="1313359" y="29877"/>
                  <a:pt x="1304500" y="55522"/>
                  <a:pt x="1304500" y="83959"/>
                </a:cubicBezTo>
                <a:cubicBezTo>
                  <a:pt x="1304500" y="112172"/>
                  <a:pt x="1313359" y="137478"/>
                  <a:pt x="1331076" y="159878"/>
                </a:cubicBezTo>
                <a:lnTo>
                  <a:pt x="1311610" y="159878"/>
                </a:lnTo>
                <a:close/>
                <a:moveTo>
                  <a:pt x="1345448" y="105965"/>
                </a:moveTo>
                <a:cubicBezTo>
                  <a:pt x="1353855" y="112228"/>
                  <a:pt x="1363560" y="115360"/>
                  <a:pt x="1374563" y="115360"/>
                </a:cubicBezTo>
                <a:cubicBezTo>
                  <a:pt x="1381785" y="115360"/>
                  <a:pt x="1387597" y="113709"/>
                  <a:pt x="1391998" y="110408"/>
                </a:cubicBezTo>
                <a:cubicBezTo>
                  <a:pt x="1396399" y="107108"/>
                  <a:pt x="1398599" y="102382"/>
                  <a:pt x="1398599" y="96232"/>
                </a:cubicBezTo>
                <a:cubicBezTo>
                  <a:pt x="1398599" y="83311"/>
                  <a:pt x="1388838" y="76850"/>
                  <a:pt x="1369315" y="76850"/>
                </a:cubicBezTo>
                <a:lnTo>
                  <a:pt x="1358312" y="76850"/>
                </a:lnTo>
                <a:lnTo>
                  <a:pt x="1358312" y="58399"/>
                </a:lnTo>
                <a:lnTo>
                  <a:pt x="1368553" y="58399"/>
                </a:lnTo>
                <a:cubicBezTo>
                  <a:pt x="1386045" y="58399"/>
                  <a:pt x="1394791" y="52362"/>
                  <a:pt x="1394791" y="40287"/>
                </a:cubicBezTo>
                <a:cubicBezTo>
                  <a:pt x="1394791" y="29002"/>
                  <a:pt x="1388076" y="23360"/>
                  <a:pt x="1374647" y="23360"/>
                </a:cubicBezTo>
                <a:cubicBezTo>
                  <a:pt x="1366240" y="23360"/>
                  <a:pt x="1358087" y="26124"/>
                  <a:pt x="1350187" y="31654"/>
                </a:cubicBezTo>
                <a:lnTo>
                  <a:pt x="1350187" y="11764"/>
                </a:lnTo>
                <a:cubicBezTo>
                  <a:pt x="1358651" y="7251"/>
                  <a:pt x="1368638" y="4994"/>
                  <a:pt x="1380149" y="4994"/>
                </a:cubicBezTo>
                <a:cubicBezTo>
                  <a:pt x="1391603" y="4994"/>
                  <a:pt x="1400913" y="7702"/>
                  <a:pt x="1408079" y="13119"/>
                </a:cubicBezTo>
                <a:cubicBezTo>
                  <a:pt x="1415245" y="18535"/>
                  <a:pt x="1418827" y="26040"/>
                  <a:pt x="1418827" y="35632"/>
                </a:cubicBezTo>
                <a:cubicBezTo>
                  <a:pt x="1418827" y="51826"/>
                  <a:pt x="1410561" y="62095"/>
                  <a:pt x="1394029" y="66440"/>
                </a:cubicBezTo>
                <a:lnTo>
                  <a:pt x="1394029" y="66778"/>
                </a:lnTo>
                <a:cubicBezTo>
                  <a:pt x="1402662" y="67681"/>
                  <a:pt x="1409602" y="70855"/>
                  <a:pt x="1414850" y="76300"/>
                </a:cubicBezTo>
                <a:cubicBezTo>
                  <a:pt x="1420097" y="81745"/>
                  <a:pt x="1422721" y="88332"/>
                  <a:pt x="1422721" y="96062"/>
                </a:cubicBezTo>
                <a:cubicBezTo>
                  <a:pt x="1422721" y="107855"/>
                  <a:pt x="1418447" y="117095"/>
                  <a:pt x="1409898" y="123781"/>
                </a:cubicBezTo>
                <a:cubicBezTo>
                  <a:pt x="1401350" y="130467"/>
                  <a:pt x="1390023" y="133810"/>
                  <a:pt x="1375917" y="133810"/>
                </a:cubicBezTo>
                <a:cubicBezTo>
                  <a:pt x="1363503" y="133810"/>
                  <a:pt x="1353347" y="131666"/>
                  <a:pt x="1345448" y="127378"/>
                </a:cubicBezTo>
                <a:lnTo>
                  <a:pt x="1345448" y="105965"/>
                </a:lnTo>
                <a:close/>
                <a:moveTo>
                  <a:pt x="1468532" y="111720"/>
                </a:moveTo>
                <a:lnTo>
                  <a:pt x="1521345" y="111720"/>
                </a:lnTo>
                <a:lnTo>
                  <a:pt x="1521345" y="131610"/>
                </a:lnTo>
                <a:lnTo>
                  <a:pt x="1443564" y="131610"/>
                </a:lnTo>
                <a:lnTo>
                  <a:pt x="1443564" y="122215"/>
                </a:lnTo>
                <a:cubicBezTo>
                  <a:pt x="1443564" y="115501"/>
                  <a:pt x="1444707" y="109308"/>
                  <a:pt x="1446992" y="103637"/>
                </a:cubicBezTo>
                <a:cubicBezTo>
                  <a:pt x="1449277" y="97967"/>
                  <a:pt x="1452550" y="92663"/>
                  <a:pt x="1456810" y="87726"/>
                </a:cubicBezTo>
                <a:cubicBezTo>
                  <a:pt x="1461070" y="82789"/>
                  <a:pt x="1470027" y="75214"/>
                  <a:pt x="1483682" y="65001"/>
                </a:cubicBezTo>
                <a:cubicBezTo>
                  <a:pt x="1488986" y="61051"/>
                  <a:pt x="1492795" y="57271"/>
                  <a:pt x="1495108" y="53660"/>
                </a:cubicBezTo>
                <a:cubicBezTo>
                  <a:pt x="1497421" y="50048"/>
                  <a:pt x="1498578" y="46014"/>
                  <a:pt x="1498578" y="41557"/>
                </a:cubicBezTo>
                <a:cubicBezTo>
                  <a:pt x="1498578" y="36027"/>
                  <a:pt x="1496956" y="31725"/>
                  <a:pt x="1493711" y="28649"/>
                </a:cubicBezTo>
                <a:cubicBezTo>
                  <a:pt x="1490467" y="25574"/>
                  <a:pt x="1485431" y="24037"/>
                  <a:pt x="1478604" y="24037"/>
                </a:cubicBezTo>
                <a:cubicBezTo>
                  <a:pt x="1467940" y="24037"/>
                  <a:pt x="1457699" y="28269"/>
                  <a:pt x="1447881" y="36732"/>
                </a:cubicBezTo>
                <a:lnTo>
                  <a:pt x="1447881" y="15488"/>
                </a:lnTo>
                <a:cubicBezTo>
                  <a:pt x="1457924" y="8492"/>
                  <a:pt x="1469294" y="4994"/>
                  <a:pt x="1481989" y="4994"/>
                </a:cubicBezTo>
                <a:cubicBezTo>
                  <a:pt x="1494854" y="4994"/>
                  <a:pt x="1504799" y="8125"/>
                  <a:pt x="1511824" y="14388"/>
                </a:cubicBezTo>
                <a:cubicBezTo>
                  <a:pt x="1518848" y="20651"/>
                  <a:pt x="1522361" y="29312"/>
                  <a:pt x="1522361" y="40372"/>
                </a:cubicBezTo>
                <a:cubicBezTo>
                  <a:pt x="1522361" y="46070"/>
                  <a:pt x="1521444" y="51120"/>
                  <a:pt x="1519610" y="55522"/>
                </a:cubicBezTo>
                <a:cubicBezTo>
                  <a:pt x="1517776" y="59923"/>
                  <a:pt x="1515350" y="63915"/>
                  <a:pt x="1512331" y="67498"/>
                </a:cubicBezTo>
                <a:cubicBezTo>
                  <a:pt x="1509313" y="71081"/>
                  <a:pt x="1505843" y="74410"/>
                  <a:pt x="1501921" y="77485"/>
                </a:cubicBezTo>
                <a:cubicBezTo>
                  <a:pt x="1498000" y="80560"/>
                  <a:pt x="1493979" y="83621"/>
                  <a:pt x="1489860" y="86668"/>
                </a:cubicBezTo>
                <a:cubicBezTo>
                  <a:pt x="1482243" y="92310"/>
                  <a:pt x="1476784" y="97135"/>
                  <a:pt x="1473483" y="101141"/>
                </a:cubicBezTo>
                <a:cubicBezTo>
                  <a:pt x="1470182" y="105147"/>
                  <a:pt x="1468532" y="108673"/>
                  <a:pt x="1468532" y="111720"/>
                </a:cubicBezTo>
                <a:close/>
                <a:moveTo>
                  <a:pt x="1533978" y="159878"/>
                </a:moveTo>
                <a:cubicBezTo>
                  <a:pt x="1551808" y="137873"/>
                  <a:pt x="1560723" y="112567"/>
                  <a:pt x="1560723" y="83959"/>
                </a:cubicBezTo>
                <a:cubicBezTo>
                  <a:pt x="1560723" y="55634"/>
                  <a:pt x="1551808" y="29990"/>
                  <a:pt x="1533978" y="7025"/>
                </a:cubicBezTo>
                <a:lnTo>
                  <a:pt x="1553614" y="7025"/>
                </a:lnTo>
                <a:cubicBezTo>
                  <a:pt x="1572178" y="29087"/>
                  <a:pt x="1581459" y="54760"/>
                  <a:pt x="1581459" y="84044"/>
                </a:cubicBezTo>
                <a:cubicBezTo>
                  <a:pt x="1581459" y="113836"/>
                  <a:pt x="1572149" y="139114"/>
                  <a:pt x="1553529" y="159878"/>
                </a:cubicBezTo>
                <a:lnTo>
                  <a:pt x="1533978" y="1598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•Lazarus(9)">
            <a:extLst xmlns:a="http://schemas.openxmlformats.org/drawingml/2006/main">
              <a:ext uri="{FF2B5EF4-FFF2-40B4-BE49-F238E27FC236}">
                <a16:creationId xmlns:a16="http://schemas.microsoft.com/office/drawing/2014/main" id="{D5FC5DA2-861A-4AAC-99C6-D450D4DD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5" y="781044"/>
            <a:ext cx="989174" cy="154549"/>
          </a:xfrm>
          <a:custGeom xmlns:a="http://schemas.openxmlformats.org/drawingml/2006/main">
            <a:pathLst>
              <a:path w="989174" h="154549">
                <a:moveTo>
                  <a:pt x="0" y="65662"/>
                </a:moveTo>
                <a:cubicBezTo>
                  <a:pt x="0" y="59738"/>
                  <a:pt x="2097" y="54689"/>
                  <a:pt x="6292" y="50516"/>
                </a:cubicBezTo>
                <a:cubicBezTo>
                  <a:pt x="10486" y="46341"/>
                  <a:pt x="15511" y="44253"/>
                  <a:pt x="21367" y="44253"/>
                </a:cubicBezTo>
                <a:cubicBezTo>
                  <a:pt x="27278" y="44253"/>
                  <a:pt x="32331" y="46341"/>
                  <a:pt x="36526" y="50516"/>
                </a:cubicBezTo>
                <a:cubicBezTo>
                  <a:pt x="40720" y="54689"/>
                  <a:pt x="42818" y="59738"/>
                  <a:pt x="42818" y="65662"/>
                </a:cubicBezTo>
                <a:cubicBezTo>
                  <a:pt x="42818" y="71586"/>
                  <a:pt x="40720" y="76650"/>
                  <a:pt x="36526" y="80853"/>
                </a:cubicBezTo>
                <a:cubicBezTo>
                  <a:pt x="32331" y="85055"/>
                  <a:pt x="27278" y="87155"/>
                  <a:pt x="21367" y="87155"/>
                </a:cubicBezTo>
                <a:cubicBezTo>
                  <a:pt x="15511" y="87155"/>
                  <a:pt x="10486" y="85055"/>
                  <a:pt x="6292" y="80853"/>
                </a:cubicBezTo>
                <a:cubicBezTo>
                  <a:pt x="2097" y="76650"/>
                  <a:pt x="0" y="71586"/>
                  <a:pt x="0" y="65662"/>
                </a:cubicBezTo>
                <a:close/>
                <a:moveTo>
                  <a:pt x="189483" y="126342"/>
                </a:moveTo>
                <a:lnTo>
                  <a:pt x="118374" y="126342"/>
                </a:lnTo>
                <a:lnTo>
                  <a:pt x="118374" y="2027"/>
                </a:lnTo>
                <a:lnTo>
                  <a:pt x="142443" y="2027"/>
                </a:lnTo>
                <a:lnTo>
                  <a:pt x="142443" y="106411"/>
                </a:lnTo>
                <a:lnTo>
                  <a:pt x="189483" y="106411"/>
                </a:lnTo>
                <a:lnTo>
                  <a:pt x="189483" y="126342"/>
                </a:lnTo>
                <a:close/>
                <a:moveTo>
                  <a:pt x="206591" y="43240"/>
                </a:moveTo>
                <a:cubicBezTo>
                  <a:pt x="210588" y="40932"/>
                  <a:pt x="215768" y="39059"/>
                  <a:pt x="222130" y="37624"/>
                </a:cubicBezTo>
                <a:cubicBezTo>
                  <a:pt x="228492" y="36188"/>
                  <a:pt x="234207" y="35470"/>
                  <a:pt x="239274" y="35470"/>
                </a:cubicBezTo>
                <a:cubicBezTo>
                  <a:pt x="263259" y="35470"/>
                  <a:pt x="275251" y="47631"/>
                  <a:pt x="275251" y="71954"/>
                </a:cubicBezTo>
                <a:lnTo>
                  <a:pt x="275251" y="126342"/>
                </a:lnTo>
                <a:lnTo>
                  <a:pt x="252787" y="126342"/>
                </a:lnTo>
                <a:lnTo>
                  <a:pt x="252787" y="113251"/>
                </a:lnTo>
                <a:lnTo>
                  <a:pt x="252364" y="113251"/>
                </a:lnTo>
                <a:cubicBezTo>
                  <a:pt x="246396" y="123442"/>
                  <a:pt x="237529" y="128537"/>
                  <a:pt x="225762" y="128537"/>
                </a:cubicBezTo>
                <a:cubicBezTo>
                  <a:pt x="217204" y="128537"/>
                  <a:pt x="210419" y="126130"/>
                  <a:pt x="205409" y="121317"/>
                </a:cubicBezTo>
                <a:cubicBezTo>
                  <a:pt x="200398" y="116503"/>
                  <a:pt x="197892" y="110042"/>
                  <a:pt x="197892" y="101935"/>
                </a:cubicBezTo>
                <a:cubicBezTo>
                  <a:pt x="197892" y="84988"/>
                  <a:pt x="207970" y="75163"/>
                  <a:pt x="228126" y="72461"/>
                </a:cubicBezTo>
                <a:lnTo>
                  <a:pt x="252871" y="69082"/>
                </a:lnTo>
                <a:cubicBezTo>
                  <a:pt x="252871" y="57766"/>
                  <a:pt x="247354" y="52107"/>
                  <a:pt x="236318" y="52107"/>
                </a:cubicBezTo>
                <a:cubicBezTo>
                  <a:pt x="225790" y="52107"/>
                  <a:pt x="215881" y="55401"/>
                  <a:pt x="206591" y="61988"/>
                </a:cubicBezTo>
                <a:lnTo>
                  <a:pt x="206591" y="43240"/>
                </a:lnTo>
                <a:moveTo>
                  <a:pt x="235221" y="85804"/>
                </a:moveTo>
                <a:cubicBezTo>
                  <a:pt x="225086" y="87099"/>
                  <a:pt x="220019" y="91631"/>
                  <a:pt x="220019" y="99401"/>
                </a:cubicBezTo>
                <a:cubicBezTo>
                  <a:pt x="220019" y="102892"/>
                  <a:pt x="221229" y="105735"/>
                  <a:pt x="223650" y="107931"/>
                </a:cubicBezTo>
                <a:cubicBezTo>
                  <a:pt x="226071" y="110127"/>
                  <a:pt x="229337" y="111225"/>
                  <a:pt x="233447" y="111225"/>
                </a:cubicBezTo>
                <a:cubicBezTo>
                  <a:pt x="239077" y="111225"/>
                  <a:pt x="243722" y="109240"/>
                  <a:pt x="247382" y="105271"/>
                </a:cubicBezTo>
                <a:cubicBezTo>
                  <a:pt x="251041" y="101301"/>
                  <a:pt x="252871" y="96304"/>
                  <a:pt x="252871" y="90280"/>
                </a:cubicBezTo>
                <a:lnTo>
                  <a:pt x="252871" y="83524"/>
                </a:lnTo>
                <a:lnTo>
                  <a:pt x="235221" y="85804"/>
                </a:lnTo>
                <a:close/>
                <a:moveTo>
                  <a:pt x="366129" y="126342"/>
                </a:moveTo>
                <a:lnTo>
                  <a:pt x="288516" y="126342"/>
                </a:lnTo>
                <a:lnTo>
                  <a:pt x="288516" y="117052"/>
                </a:lnTo>
                <a:lnTo>
                  <a:pt x="335303" y="55486"/>
                </a:lnTo>
                <a:lnTo>
                  <a:pt x="292992" y="55486"/>
                </a:lnTo>
                <a:lnTo>
                  <a:pt x="292992" y="37582"/>
                </a:lnTo>
                <a:lnTo>
                  <a:pt x="365960" y="37582"/>
                </a:lnTo>
                <a:lnTo>
                  <a:pt x="365960" y="48476"/>
                </a:lnTo>
                <a:lnTo>
                  <a:pt x="320777" y="108438"/>
                </a:lnTo>
                <a:lnTo>
                  <a:pt x="366129" y="108438"/>
                </a:lnTo>
                <a:lnTo>
                  <a:pt x="366129" y="126342"/>
                </a:lnTo>
                <a:close/>
                <a:moveTo>
                  <a:pt x="383183" y="43240"/>
                </a:moveTo>
                <a:cubicBezTo>
                  <a:pt x="387181" y="40932"/>
                  <a:pt x="392361" y="39059"/>
                  <a:pt x="398723" y="37624"/>
                </a:cubicBezTo>
                <a:cubicBezTo>
                  <a:pt x="405085" y="36188"/>
                  <a:pt x="410799" y="35470"/>
                  <a:pt x="415867" y="35470"/>
                </a:cubicBezTo>
                <a:cubicBezTo>
                  <a:pt x="439851" y="35470"/>
                  <a:pt x="451844" y="47631"/>
                  <a:pt x="451844" y="71954"/>
                </a:cubicBezTo>
                <a:lnTo>
                  <a:pt x="451844" y="126342"/>
                </a:lnTo>
                <a:lnTo>
                  <a:pt x="429379" y="126342"/>
                </a:lnTo>
                <a:lnTo>
                  <a:pt x="429379" y="113251"/>
                </a:lnTo>
                <a:lnTo>
                  <a:pt x="428957" y="113251"/>
                </a:lnTo>
                <a:cubicBezTo>
                  <a:pt x="422989" y="123442"/>
                  <a:pt x="414121" y="128537"/>
                  <a:pt x="402354" y="128537"/>
                </a:cubicBezTo>
                <a:cubicBezTo>
                  <a:pt x="393796" y="128537"/>
                  <a:pt x="387012" y="126130"/>
                  <a:pt x="382001" y="121317"/>
                </a:cubicBezTo>
                <a:cubicBezTo>
                  <a:pt x="376990" y="116503"/>
                  <a:pt x="374485" y="110042"/>
                  <a:pt x="374485" y="101935"/>
                </a:cubicBezTo>
                <a:cubicBezTo>
                  <a:pt x="374485" y="84988"/>
                  <a:pt x="384563" y="75163"/>
                  <a:pt x="404719" y="72461"/>
                </a:cubicBezTo>
                <a:lnTo>
                  <a:pt x="429464" y="69082"/>
                </a:lnTo>
                <a:cubicBezTo>
                  <a:pt x="429464" y="57766"/>
                  <a:pt x="423946" y="52107"/>
                  <a:pt x="412911" y="52107"/>
                </a:cubicBezTo>
                <a:cubicBezTo>
                  <a:pt x="402382" y="52107"/>
                  <a:pt x="392473" y="55401"/>
                  <a:pt x="383183" y="61988"/>
                </a:cubicBezTo>
                <a:lnTo>
                  <a:pt x="383183" y="43240"/>
                </a:lnTo>
                <a:moveTo>
                  <a:pt x="411813" y="85804"/>
                </a:moveTo>
                <a:cubicBezTo>
                  <a:pt x="401679" y="87099"/>
                  <a:pt x="396611" y="91631"/>
                  <a:pt x="396611" y="99401"/>
                </a:cubicBezTo>
                <a:cubicBezTo>
                  <a:pt x="396611" y="102892"/>
                  <a:pt x="397822" y="105735"/>
                  <a:pt x="400243" y="107931"/>
                </a:cubicBezTo>
                <a:cubicBezTo>
                  <a:pt x="402664" y="110127"/>
                  <a:pt x="405929" y="111225"/>
                  <a:pt x="410039" y="111225"/>
                </a:cubicBezTo>
                <a:cubicBezTo>
                  <a:pt x="415670" y="111225"/>
                  <a:pt x="420314" y="109240"/>
                  <a:pt x="423974" y="105271"/>
                </a:cubicBezTo>
                <a:cubicBezTo>
                  <a:pt x="427634" y="101301"/>
                  <a:pt x="429464" y="96304"/>
                  <a:pt x="429464" y="90280"/>
                </a:cubicBezTo>
                <a:lnTo>
                  <a:pt x="429464" y="83524"/>
                </a:lnTo>
                <a:lnTo>
                  <a:pt x="411813" y="85804"/>
                </a:lnTo>
                <a:close/>
                <a:moveTo>
                  <a:pt x="529461" y="59286"/>
                </a:moveTo>
                <a:cubicBezTo>
                  <a:pt x="526364" y="57428"/>
                  <a:pt x="522564" y="56499"/>
                  <a:pt x="518060" y="56499"/>
                </a:cubicBezTo>
                <a:cubicBezTo>
                  <a:pt x="512148" y="56499"/>
                  <a:pt x="507419" y="58906"/>
                  <a:pt x="503872" y="63720"/>
                </a:cubicBezTo>
                <a:cubicBezTo>
                  <a:pt x="500325" y="68534"/>
                  <a:pt x="498551" y="74994"/>
                  <a:pt x="498551" y="83102"/>
                </a:cubicBezTo>
                <a:lnTo>
                  <a:pt x="498551" y="126342"/>
                </a:lnTo>
                <a:lnTo>
                  <a:pt x="474989" y="126342"/>
                </a:lnTo>
                <a:lnTo>
                  <a:pt x="474989" y="37582"/>
                </a:lnTo>
                <a:lnTo>
                  <a:pt x="498551" y="37582"/>
                </a:lnTo>
                <a:lnTo>
                  <a:pt x="498551" y="54641"/>
                </a:lnTo>
                <a:lnTo>
                  <a:pt x="498805" y="54641"/>
                </a:lnTo>
                <a:cubicBezTo>
                  <a:pt x="503140" y="42255"/>
                  <a:pt x="510938" y="36061"/>
                  <a:pt x="522198" y="36061"/>
                </a:cubicBezTo>
                <a:cubicBezTo>
                  <a:pt x="525407" y="36061"/>
                  <a:pt x="527828" y="36456"/>
                  <a:pt x="529461" y="37244"/>
                </a:cubicBezTo>
                <a:lnTo>
                  <a:pt x="529461" y="59286"/>
                </a:lnTo>
                <a:close/>
                <a:moveTo>
                  <a:pt x="623872" y="126342"/>
                </a:moveTo>
                <a:lnTo>
                  <a:pt x="600394" y="126342"/>
                </a:lnTo>
                <a:lnTo>
                  <a:pt x="600394" y="112660"/>
                </a:lnTo>
                <a:lnTo>
                  <a:pt x="599971" y="112660"/>
                </a:lnTo>
                <a:cubicBezTo>
                  <a:pt x="593440" y="123245"/>
                  <a:pt x="584376" y="128537"/>
                  <a:pt x="572778" y="128537"/>
                </a:cubicBezTo>
                <a:cubicBezTo>
                  <a:pt x="552002" y="128537"/>
                  <a:pt x="541614" y="116038"/>
                  <a:pt x="541614" y="91040"/>
                </a:cubicBezTo>
                <a:lnTo>
                  <a:pt x="541614" y="37582"/>
                </a:lnTo>
                <a:lnTo>
                  <a:pt x="565177" y="37582"/>
                </a:lnTo>
                <a:lnTo>
                  <a:pt x="565177" y="88591"/>
                </a:lnTo>
                <a:cubicBezTo>
                  <a:pt x="565177" y="102948"/>
                  <a:pt x="570751" y="110127"/>
                  <a:pt x="581898" y="110127"/>
                </a:cubicBezTo>
                <a:cubicBezTo>
                  <a:pt x="587360" y="110127"/>
                  <a:pt x="591808" y="108170"/>
                  <a:pt x="595242" y="104257"/>
                </a:cubicBezTo>
                <a:cubicBezTo>
                  <a:pt x="598676" y="100344"/>
                  <a:pt x="600394" y="95094"/>
                  <a:pt x="600394" y="88507"/>
                </a:cubicBezTo>
                <a:lnTo>
                  <a:pt x="600394" y="37582"/>
                </a:lnTo>
                <a:lnTo>
                  <a:pt x="623872" y="37582"/>
                </a:lnTo>
                <a:lnTo>
                  <a:pt x="623872" y="126342"/>
                </a:lnTo>
                <a:close/>
                <a:moveTo>
                  <a:pt x="645339" y="103539"/>
                </a:moveTo>
                <a:cubicBezTo>
                  <a:pt x="654122" y="109057"/>
                  <a:pt x="662793" y="111816"/>
                  <a:pt x="671350" y="111816"/>
                </a:cubicBezTo>
                <a:cubicBezTo>
                  <a:pt x="682386" y="111816"/>
                  <a:pt x="687903" y="108691"/>
                  <a:pt x="687903" y="102441"/>
                </a:cubicBezTo>
                <a:cubicBezTo>
                  <a:pt x="687903" y="98106"/>
                  <a:pt x="683540" y="94447"/>
                  <a:pt x="674813" y="91463"/>
                </a:cubicBezTo>
                <a:cubicBezTo>
                  <a:pt x="662089" y="87184"/>
                  <a:pt x="654009" y="82975"/>
                  <a:pt x="650575" y="78837"/>
                </a:cubicBezTo>
                <a:cubicBezTo>
                  <a:pt x="647141" y="74699"/>
                  <a:pt x="645423" y="69392"/>
                  <a:pt x="645423" y="62917"/>
                </a:cubicBezTo>
                <a:cubicBezTo>
                  <a:pt x="645423" y="54360"/>
                  <a:pt x="648914" y="47646"/>
                  <a:pt x="655896" y="42775"/>
                </a:cubicBezTo>
                <a:cubicBezTo>
                  <a:pt x="662877" y="37905"/>
                  <a:pt x="671857" y="35470"/>
                  <a:pt x="682836" y="35470"/>
                </a:cubicBezTo>
                <a:cubicBezTo>
                  <a:pt x="690493" y="35470"/>
                  <a:pt x="698150" y="36681"/>
                  <a:pt x="705807" y="39102"/>
                </a:cubicBezTo>
                <a:lnTo>
                  <a:pt x="705807" y="58273"/>
                </a:lnTo>
                <a:cubicBezTo>
                  <a:pt x="698882" y="54162"/>
                  <a:pt x="691310" y="52107"/>
                  <a:pt x="683089" y="52107"/>
                </a:cubicBezTo>
                <a:cubicBezTo>
                  <a:pt x="678754" y="52107"/>
                  <a:pt x="675263" y="52924"/>
                  <a:pt x="672617" y="54557"/>
                </a:cubicBezTo>
                <a:cubicBezTo>
                  <a:pt x="669971" y="56189"/>
                  <a:pt x="668648" y="58357"/>
                  <a:pt x="668648" y="61059"/>
                </a:cubicBezTo>
                <a:cubicBezTo>
                  <a:pt x="668648" y="65507"/>
                  <a:pt x="672336" y="69026"/>
                  <a:pt x="679711" y="71616"/>
                </a:cubicBezTo>
                <a:cubicBezTo>
                  <a:pt x="688100" y="74656"/>
                  <a:pt x="694265" y="77204"/>
                  <a:pt x="698207" y="79259"/>
                </a:cubicBezTo>
                <a:cubicBezTo>
                  <a:pt x="702148" y="81314"/>
                  <a:pt x="705216" y="84115"/>
                  <a:pt x="707412" y="87662"/>
                </a:cubicBezTo>
                <a:cubicBezTo>
                  <a:pt x="709608" y="91209"/>
                  <a:pt x="710706" y="95376"/>
                  <a:pt x="710706" y="100161"/>
                </a:cubicBezTo>
                <a:cubicBezTo>
                  <a:pt x="710706" y="109169"/>
                  <a:pt x="707116" y="116151"/>
                  <a:pt x="699938" y="121105"/>
                </a:cubicBezTo>
                <a:cubicBezTo>
                  <a:pt x="692759" y="126060"/>
                  <a:pt x="683286" y="128537"/>
                  <a:pt x="671519" y="128537"/>
                </a:cubicBezTo>
                <a:cubicBezTo>
                  <a:pt x="661610" y="128537"/>
                  <a:pt x="652883" y="126961"/>
                  <a:pt x="645339" y="123808"/>
                </a:cubicBezTo>
                <a:lnTo>
                  <a:pt x="645339" y="103539"/>
                </a:lnTo>
                <a:close/>
                <a:moveTo>
                  <a:pt x="819387" y="154549"/>
                </a:moveTo>
                <a:cubicBezTo>
                  <a:pt x="800920" y="134055"/>
                  <a:pt x="791686" y="108832"/>
                  <a:pt x="791686" y="78879"/>
                </a:cubicBezTo>
                <a:cubicBezTo>
                  <a:pt x="791686" y="49546"/>
                  <a:pt x="800920" y="23928"/>
                  <a:pt x="819387" y="2027"/>
                </a:cubicBezTo>
                <a:lnTo>
                  <a:pt x="838811" y="2027"/>
                </a:lnTo>
                <a:cubicBezTo>
                  <a:pt x="821132" y="24829"/>
                  <a:pt x="812293" y="50418"/>
                  <a:pt x="812293" y="78795"/>
                </a:cubicBezTo>
                <a:cubicBezTo>
                  <a:pt x="812293" y="106946"/>
                  <a:pt x="821132" y="132197"/>
                  <a:pt x="838811" y="154549"/>
                </a:cubicBezTo>
                <a:lnTo>
                  <a:pt x="819387" y="154549"/>
                </a:lnTo>
                <a:close/>
                <a:moveTo>
                  <a:pt x="854740" y="103877"/>
                </a:moveTo>
                <a:cubicBezTo>
                  <a:pt x="861384" y="108043"/>
                  <a:pt x="869097" y="110127"/>
                  <a:pt x="877880" y="110127"/>
                </a:cubicBezTo>
                <a:cubicBezTo>
                  <a:pt x="888183" y="110127"/>
                  <a:pt x="896038" y="106425"/>
                  <a:pt x="901443" y="99021"/>
                </a:cubicBezTo>
                <a:cubicBezTo>
                  <a:pt x="906848" y="91617"/>
                  <a:pt x="909550" y="81413"/>
                  <a:pt x="909550" y="68407"/>
                </a:cubicBezTo>
                <a:lnTo>
                  <a:pt x="909128" y="68238"/>
                </a:lnTo>
                <a:cubicBezTo>
                  <a:pt x="903779" y="77134"/>
                  <a:pt x="895165" y="81582"/>
                  <a:pt x="883285" y="81582"/>
                </a:cubicBezTo>
                <a:cubicBezTo>
                  <a:pt x="872757" y="81582"/>
                  <a:pt x="864199" y="77908"/>
                  <a:pt x="857611" y="70560"/>
                </a:cubicBezTo>
                <a:cubicBezTo>
                  <a:pt x="851024" y="63213"/>
                  <a:pt x="847730" y="54106"/>
                  <a:pt x="847730" y="43240"/>
                </a:cubicBezTo>
                <a:cubicBezTo>
                  <a:pt x="847730" y="30459"/>
                  <a:pt x="851700" y="20058"/>
                  <a:pt x="859638" y="12035"/>
                </a:cubicBezTo>
                <a:cubicBezTo>
                  <a:pt x="867577" y="4012"/>
                  <a:pt x="877852" y="0"/>
                  <a:pt x="890464" y="0"/>
                </a:cubicBezTo>
                <a:cubicBezTo>
                  <a:pt x="903864" y="0"/>
                  <a:pt x="914251" y="5095"/>
                  <a:pt x="921627" y="15286"/>
                </a:cubicBezTo>
                <a:cubicBezTo>
                  <a:pt x="929002" y="25477"/>
                  <a:pt x="932690" y="39665"/>
                  <a:pt x="932690" y="57850"/>
                </a:cubicBezTo>
                <a:cubicBezTo>
                  <a:pt x="932690" y="79977"/>
                  <a:pt x="928073" y="97290"/>
                  <a:pt x="918840" y="109789"/>
                </a:cubicBezTo>
                <a:cubicBezTo>
                  <a:pt x="909606" y="122288"/>
                  <a:pt x="896544" y="128537"/>
                  <a:pt x="879654" y="128537"/>
                </a:cubicBezTo>
                <a:cubicBezTo>
                  <a:pt x="869970" y="128537"/>
                  <a:pt x="861665" y="126989"/>
                  <a:pt x="854740" y="123892"/>
                </a:cubicBezTo>
                <a:lnTo>
                  <a:pt x="854740" y="103877"/>
                </a:lnTo>
                <a:moveTo>
                  <a:pt x="870955" y="40960"/>
                </a:moveTo>
                <a:cubicBezTo>
                  <a:pt x="870955" y="47829"/>
                  <a:pt x="872658" y="53290"/>
                  <a:pt x="876064" y="57344"/>
                </a:cubicBezTo>
                <a:cubicBezTo>
                  <a:pt x="879471" y="61397"/>
                  <a:pt x="884186" y="63424"/>
                  <a:pt x="890210" y="63424"/>
                </a:cubicBezTo>
                <a:cubicBezTo>
                  <a:pt x="895615" y="63424"/>
                  <a:pt x="900035" y="61510"/>
                  <a:pt x="903469" y="57681"/>
                </a:cubicBezTo>
                <a:cubicBezTo>
                  <a:pt x="906904" y="53853"/>
                  <a:pt x="908621" y="49208"/>
                  <a:pt x="908621" y="43747"/>
                </a:cubicBezTo>
                <a:cubicBezTo>
                  <a:pt x="908621" y="36821"/>
                  <a:pt x="906876" y="30853"/>
                  <a:pt x="903385" y="25843"/>
                </a:cubicBezTo>
                <a:cubicBezTo>
                  <a:pt x="899894" y="20832"/>
                  <a:pt x="895277" y="18326"/>
                  <a:pt x="889535" y="18326"/>
                </a:cubicBezTo>
                <a:cubicBezTo>
                  <a:pt x="883848" y="18326"/>
                  <a:pt x="879330" y="20550"/>
                  <a:pt x="875980" y="24998"/>
                </a:cubicBezTo>
                <a:cubicBezTo>
                  <a:pt x="872630" y="29446"/>
                  <a:pt x="870955" y="34766"/>
                  <a:pt x="870955" y="40960"/>
                </a:cubicBezTo>
                <a:close/>
                <a:moveTo>
                  <a:pt x="941796" y="154549"/>
                </a:moveTo>
                <a:cubicBezTo>
                  <a:pt x="959587" y="132591"/>
                  <a:pt x="968483" y="107340"/>
                  <a:pt x="968483" y="78795"/>
                </a:cubicBezTo>
                <a:cubicBezTo>
                  <a:pt x="968483" y="50531"/>
                  <a:pt x="959587" y="24942"/>
                  <a:pt x="941796" y="2027"/>
                </a:cubicBezTo>
                <a:lnTo>
                  <a:pt x="961389" y="2027"/>
                </a:lnTo>
                <a:cubicBezTo>
                  <a:pt x="979912" y="24041"/>
                  <a:pt x="989174" y="49658"/>
                  <a:pt x="989174" y="78879"/>
                </a:cubicBezTo>
                <a:cubicBezTo>
                  <a:pt x="989174" y="108606"/>
                  <a:pt x="979884" y="133830"/>
                  <a:pt x="961305" y="154549"/>
                </a:cubicBezTo>
                <a:lnTo>
                  <a:pt x="941796" y="15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•VulnerabilityExploit(45)">
            <a:extLst xmlns:a="http://schemas.openxmlformats.org/drawingml/2006/main">
              <a:ext uri="{FF2B5EF4-FFF2-40B4-BE49-F238E27FC236}">
                <a16:creationId xmlns:a16="http://schemas.microsoft.com/office/drawing/2014/main" id="{DA34CAF2-F7FE-4124-9AD4-37DDCF00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5" y="982860"/>
            <a:ext cx="2134092" cy="173044"/>
          </a:xfrm>
          <a:custGeom xmlns:a="http://schemas.openxmlformats.org/drawingml/2006/main">
            <a:pathLst>
              <a:path w="2134092" h="173044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18535" y="7010"/>
                </a:moveTo>
                <a:lnTo>
                  <a:pt x="174873" y="131324"/>
                </a:lnTo>
                <a:lnTo>
                  <a:pt x="147763" y="131324"/>
                </a:lnTo>
                <a:lnTo>
                  <a:pt x="104608" y="7010"/>
                </a:lnTo>
                <a:lnTo>
                  <a:pt x="130704" y="7010"/>
                </a:lnTo>
                <a:lnTo>
                  <a:pt x="159080" y="97036"/>
                </a:lnTo>
                <a:cubicBezTo>
                  <a:pt x="160262" y="100809"/>
                  <a:pt x="161107" y="104834"/>
                  <a:pt x="161614" y="109113"/>
                </a:cubicBezTo>
                <a:lnTo>
                  <a:pt x="162120" y="109113"/>
                </a:lnTo>
                <a:cubicBezTo>
                  <a:pt x="162346" y="105960"/>
                  <a:pt x="163246" y="101850"/>
                  <a:pt x="164823" y="96783"/>
                </a:cubicBezTo>
                <a:lnTo>
                  <a:pt x="193283" y="7010"/>
                </a:lnTo>
                <a:lnTo>
                  <a:pt x="218535" y="7010"/>
                </a:lnTo>
                <a:close/>
                <a:moveTo>
                  <a:pt x="312717" y="131324"/>
                </a:moveTo>
                <a:lnTo>
                  <a:pt x="289239" y="131324"/>
                </a:lnTo>
                <a:lnTo>
                  <a:pt x="289239" y="117643"/>
                </a:lnTo>
                <a:lnTo>
                  <a:pt x="288817" y="117643"/>
                </a:lnTo>
                <a:cubicBezTo>
                  <a:pt x="282286" y="128228"/>
                  <a:pt x="273221" y="133520"/>
                  <a:pt x="261623" y="133520"/>
                </a:cubicBezTo>
                <a:cubicBezTo>
                  <a:pt x="240848" y="133520"/>
                  <a:pt x="230460" y="121021"/>
                  <a:pt x="230460" y="96023"/>
                </a:cubicBezTo>
                <a:lnTo>
                  <a:pt x="230460" y="42564"/>
                </a:lnTo>
                <a:lnTo>
                  <a:pt x="254022" y="42564"/>
                </a:lnTo>
                <a:lnTo>
                  <a:pt x="254022" y="93574"/>
                </a:lnTo>
                <a:cubicBezTo>
                  <a:pt x="254022" y="107931"/>
                  <a:pt x="259596" y="115109"/>
                  <a:pt x="270744" y="115109"/>
                </a:cubicBezTo>
                <a:cubicBezTo>
                  <a:pt x="276205" y="115109"/>
                  <a:pt x="280653" y="113153"/>
                  <a:pt x="284088" y="109240"/>
                </a:cubicBezTo>
                <a:cubicBezTo>
                  <a:pt x="287522" y="105327"/>
                  <a:pt x="289239" y="100077"/>
                  <a:pt x="289239" y="93489"/>
                </a:cubicBezTo>
                <a:lnTo>
                  <a:pt x="289239" y="42564"/>
                </a:lnTo>
                <a:lnTo>
                  <a:pt x="312717" y="42564"/>
                </a:lnTo>
                <a:lnTo>
                  <a:pt x="312717" y="131324"/>
                </a:lnTo>
                <a:close/>
                <a:moveTo>
                  <a:pt x="337322" y="131324"/>
                </a:moveTo>
                <a:lnTo>
                  <a:pt x="337322" y="0"/>
                </a:lnTo>
                <a:lnTo>
                  <a:pt x="360800" y="0"/>
                </a:lnTo>
                <a:lnTo>
                  <a:pt x="360800" y="131324"/>
                </a:lnTo>
                <a:lnTo>
                  <a:pt x="337322" y="131324"/>
                </a:lnTo>
                <a:close/>
                <a:moveTo>
                  <a:pt x="467222" y="131324"/>
                </a:moveTo>
                <a:lnTo>
                  <a:pt x="443744" y="131324"/>
                </a:lnTo>
                <a:lnTo>
                  <a:pt x="443744" y="81582"/>
                </a:lnTo>
                <a:cubicBezTo>
                  <a:pt x="443744" y="66380"/>
                  <a:pt x="438255" y="58779"/>
                  <a:pt x="427276" y="58779"/>
                </a:cubicBezTo>
                <a:cubicBezTo>
                  <a:pt x="421759" y="58779"/>
                  <a:pt x="417268" y="60848"/>
                  <a:pt x="413806" y="64987"/>
                </a:cubicBezTo>
                <a:cubicBezTo>
                  <a:pt x="410343" y="69125"/>
                  <a:pt x="408612" y="74375"/>
                  <a:pt x="408612" y="80737"/>
                </a:cubicBezTo>
                <a:lnTo>
                  <a:pt x="408612" y="131324"/>
                </a:lnTo>
                <a:lnTo>
                  <a:pt x="385050" y="131324"/>
                </a:lnTo>
                <a:lnTo>
                  <a:pt x="385050" y="42564"/>
                </a:lnTo>
                <a:lnTo>
                  <a:pt x="408612" y="42564"/>
                </a:lnTo>
                <a:lnTo>
                  <a:pt x="408612" y="56837"/>
                </a:lnTo>
                <a:lnTo>
                  <a:pt x="408865" y="56837"/>
                </a:lnTo>
                <a:cubicBezTo>
                  <a:pt x="415396" y="45914"/>
                  <a:pt x="424996" y="40453"/>
                  <a:pt x="437664" y="40453"/>
                </a:cubicBezTo>
                <a:cubicBezTo>
                  <a:pt x="457369" y="40453"/>
                  <a:pt x="467222" y="52642"/>
                  <a:pt x="467222" y="77021"/>
                </a:cubicBezTo>
                <a:lnTo>
                  <a:pt x="467222" y="131324"/>
                </a:lnTo>
                <a:close/>
                <a:moveTo>
                  <a:pt x="567485" y="93574"/>
                </a:moveTo>
                <a:lnTo>
                  <a:pt x="508199" y="93574"/>
                </a:lnTo>
                <a:cubicBezTo>
                  <a:pt x="509156" y="108663"/>
                  <a:pt x="517714" y="116207"/>
                  <a:pt x="533873" y="116207"/>
                </a:cubicBezTo>
                <a:cubicBezTo>
                  <a:pt x="543725" y="116207"/>
                  <a:pt x="552509" y="113617"/>
                  <a:pt x="560222" y="108438"/>
                </a:cubicBezTo>
                <a:lnTo>
                  <a:pt x="560222" y="126342"/>
                </a:lnTo>
                <a:cubicBezTo>
                  <a:pt x="552002" y="131127"/>
                  <a:pt x="541445" y="133520"/>
                  <a:pt x="528552" y="133520"/>
                </a:cubicBezTo>
                <a:cubicBezTo>
                  <a:pt x="514758" y="133520"/>
                  <a:pt x="504019" y="129523"/>
                  <a:pt x="496333" y="121528"/>
                </a:cubicBezTo>
                <a:cubicBezTo>
                  <a:pt x="488648" y="113533"/>
                  <a:pt x="484806" y="102357"/>
                  <a:pt x="484806" y="88000"/>
                </a:cubicBezTo>
                <a:cubicBezTo>
                  <a:pt x="484806" y="73924"/>
                  <a:pt x="488930" y="62481"/>
                  <a:pt x="497178" y="53670"/>
                </a:cubicBezTo>
                <a:cubicBezTo>
                  <a:pt x="505426" y="44859"/>
                  <a:pt x="515743" y="40453"/>
                  <a:pt x="528130" y="40453"/>
                </a:cubicBezTo>
                <a:cubicBezTo>
                  <a:pt x="540516" y="40453"/>
                  <a:pt x="550172" y="44253"/>
                  <a:pt x="557097" y="51854"/>
                </a:cubicBezTo>
                <a:cubicBezTo>
                  <a:pt x="564022" y="59455"/>
                  <a:pt x="567485" y="69899"/>
                  <a:pt x="567485" y="83186"/>
                </a:cubicBezTo>
                <a:lnTo>
                  <a:pt x="567485" y="93574"/>
                </a:lnTo>
                <a:moveTo>
                  <a:pt x="545274" y="78119"/>
                </a:moveTo>
                <a:cubicBezTo>
                  <a:pt x="545274" y="64043"/>
                  <a:pt x="539475" y="57006"/>
                  <a:pt x="527876" y="57006"/>
                </a:cubicBezTo>
                <a:cubicBezTo>
                  <a:pt x="523035" y="57006"/>
                  <a:pt x="518770" y="58920"/>
                  <a:pt x="515082" y="62749"/>
                </a:cubicBezTo>
                <a:cubicBezTo>
                  <a:pt x="511394" y="66577"/>
                  <a:pt x="509100" y="71701"/>
                  <a:pt x="508199" y="78119"/>
                </a:cubicBezTo>
                <a:lnTo>
                  <a:pt x="545274" y="78119"/>
                </a:lnTo>
                <a:close/>
                <a:moveTo>
                  <a:pt x="639810" y="64269"/>
                </a:moveTo>
                <a:cubicBezTo>
                  <a:pt x="636713" y="62411"/>
                  <a:pt x="632913" y="61482"/>
                  <a:pt x="628409" y="61482"/>
                </a:cubicBezTo>
                <a:cubicBezTo>
                  <a:pt x="622497" y="61482"/>
                  <a:pt x="617767" y="63889"/>
                  <a:pt x="614220" y="68702"/>
                </a:cubicBezTo>
                <a:cubicBezTo>
                  <a:pt x="610673" y="73516"/>
                  <a:pt x="608900" y="79977"/>
                  <a:pt x="608900" y="88084"/>
                </a:cubicBezTo>
                <a:lnTo>
                  <a:pt x="608900" y="131324"/>
                </a:lnTo>
                <a:lnTo>
                  <a:pt x="585338" y="131324"/>
                </a:lnTo>
                <a:lnTo>
                  <a:pt x="585338" y="42564"/>
                </a:lnTo>
                <a:lnTo>
                  <a:pt x="608900" y="42564"/>
                </a:lnTo>
                <a:lnTo>
                  <a:pt x="608900" y="59624"/>
                </a:lnTo>
                <a:lnTo>
                  <a:pt x="609153" y="59624"/>
                </a:lnTo>
                <a:cubicBezTo>
                  <a:pt x="613489" y="47237"/>
                  <a:pt x="621286" y="41044"/>
                  <a:pt x="632547" y="41044"/>
                </a:cubicBezTo>
                <a:cubicBezTo>
                  <a:pt x="635756" y="41044"/>
                  <a:pt x="638177" y="41438"/>
                  <a:pt x="639810" y="42226"/>
                </a:cubicBezTo>
                <a:lnTo>
                  <a:pt x="639810" y="64269"/>
                </a:lnTo>
                <a:close/>
                <a:moveTo>
                  <a:pt x="655596" y="48223"/>
                </a:moveTo>
                <a:cubicBezTo>
                  <a:pt x="659593" y="45914"/>
                  <a:pt x="664773" y="44042"/>
                  <a:pt x="671135" y="42607"/>
                </a:cubicBezTo>
                <a:cubicBezTo>
                  <a:pt x="677497" y="41171"/>
                  <a:pt x="683212" y="40453"/>
                  <a:pt x="688279" y="40453"/>
                </a:cubicBezTo>
                <a:cubicBezTo>
                  <a:pt x="712264" y="40453"/>
                  <a:pt x="724256" y="52614"/>
                  <a:pt x="724256" y="76937"/>
                </a:cubicBezTo>
                <a:lnTo>
                  <a:pt x="724256" y="131324"/>
                </a:lnTo>
                <a:lnTo>
                  <a:pt x="701791" y="131324"/>
                </a:lnTo>
                <a:lnTo>
                  <a:pt x="701791" y="118234"/>
                </a:lnTo>
                <a:lnTo>
                  <a:pt x="701369" y="118234"/>
                </a:lnTo>
                <a:cubicBezTo>
                  <a:pt x="695401" y="128425"/>
                  <a:pt x="686534" y="133520"/>
                  <a:pt x="674766" y="133520"/>
                </a:cubicBezTo>
                <a:cubicBezTo>
                  <a:pt x="666209" y="133520"/>
                  <a:pt x="659424" y="131113"/>
                  <a:pt x="654413" y="126299"/>
                </a:cubicBezTo>
                <a:cubicBezTo>
                  <a:pt x="649402" y="121486"/>
                  <a:pt x="646897" y="115025"/>
                  <a:pt x="646897" y="106917"/>
                </a:cubicBezTo>
                <a:cubicBezTo>
                  <a:pt x="646897" y="89971"/>
                  <a:pt x="656975" y="80146"/>
                  <a:pt x="677131" y="77443"/>
                </a:cubicBezTo>
                <a:lnTo>
                  <a:pt x="701876" y="74065"/>
                </a:lnTo>
                <a:cubicBezTo>
                  <a:pt x="701876" y="62749"/>
                  <a:pt x="696358" y="57090"/>
                  <a:pt x="685323" y="57090"/>
                </a:cubicBezTo>
                <a:cubicBezTo>
                  <a:pt x="674795" y="57090"/>
                  <a:pt x="664885" y="60384"/>
                  <a:pt x="655596" y="66971"/>
                </a:cubicBezTo>
                <a:lnTo>
                  <a:pt x="655596" y="48223"/>
                </a:lnTo>
                <a:moveTo>
                  <a:pt x="684225" y="90787"/>
                </a:moveTo>
                <a:cubicBezTo>
                  <a:pt x="674091" y="92082"/>
                  <a:pt x="669024" y="96614"/>
                  <a:pt x="669024" y="104384"/>
                </a:cubicBezTo>
                <a:cubicBezTo>
                  <a:pt x="669024" y="107875"/>
                  <a:pt x="670234" y="110718"/>
                  <a:pt x="672655" y="112914"/>
                </a:cubicBezTo>
                <a:cubicBezTo>
                  <a:pt x="675076" y="115109"/>
                  <a:pt x="678342" y="116207"/>
                  <a:pt x="682452" y="116207"/>
                </a:cubicBezTo>
                <a:cubicBezTo>
                  <a:pt x="688082" y="116207"/>
                  <a:pt x="692727" y="114223"/>
                  <a:pt x="696386" y="110253"/>
                </a:cubicBezTo>
                <a:cubicBezTo>
                  <a:pt x="700046" y="106284"/>
                  <a:pt x="701876" y="101287"/>
                  <a:pt x="701876" y="95263"/>
                </a:cubicBezTo>
                <a:lnTo>
                  <a:pt x="701876" y="88507"/>
                </a:lnTo>
                <a:lnTo>
                  <a:pt x="684225" y="90787"/>
                </a:lnTo>
                <a:close/>
                <a:moveTo>
                  <a:pt x="770963" y="120261"/>
                </a:moveTo>
                <a:lnTo>
                  <a:pt x="770963" y="131324"/>
                </a:lnTo>
                <a:lnTo>
                  <a:pt x="747401" y="131324"/>
                </a:lnTo>
                <a:lnTo>
                  <a:pt x="747401" y="0"/>
                </a:lnTo>
                <a:lnTo>
                  <a:pt x="770963" y="0"/>
                </a:lnTo>
                <a:lnTo>
                  <a:pt x="770963" y="56583"/>
                </a:lnTo>
                <a:lnTo>
                  <a:pt x="771216" y="56583"/>
                </a:lnTo>
                <a:cubicBezTo>
                  <a:pt x="778085" y="45830"/>
                  <a:pt x="787882" y="40453"/>
                  <a:pt x="800606" y="40453"/>
                </a:cubicBezTo>
                <a:cubicBezTo>
                  <a:pt x="811866" y="40453"/>
                  <a:pt x="820678" y="44394"/>
                  <a:pt x="827040" y="52276"/>
                </a:cubicBezTo>
                <a:cubicBezTo>
                  <a:pt x="833402" y="60159"/>
                  <a:pt x="836583" y="70884"/>
                  <a:pt x="836583" y="84453"/>
                </a:cubicBezTo>
                <a:cubicBezTo>
                  <a:pt x="836583" y="99260"/>
                  <a:pt x="832937" y="111140"/>
                  <a:pt x="825646" y="120092"/>
                </a:cubicBezTo>
                <a:cubicBezTo>
                  <a:pt x="818355" y="129044"/>
                  <a:pt x="808657" y="133520"/>
                  <a:pt x="796552" y="133520"/>
                </a:cubicBezTo>
                <a:cubicBezTo>
                  <a:pt x="785461" y="133520"/>
                  <a:pt x="777015" y="129100"/>
                  <a:pt x="771216" y="120261"/>
                </a:cubicBezTo>
                <a:lnTo>
                  <a:pt x="770963" y="120261"/>
                </a:lnTo>
                <a:moveTo>
                  <a:pt x="770625" y="93405"/>
                </a:moveTo>
                <a:cubicBezTo>
                  <a:pt x="770625" y="99542"/>
                  <a:pt x="772511" y="104693"/>
                  <a:pt x="776284" y="108860"/>
                </a:cubicBezTo>
                <a:cubicBezTo>
                  <a:pt x="780056" y="113026"/>
                  <a:pt x="784785" y="115109"/>
                  <a:pt x="790472" y="115109"/>
                </a:cubicBezTo>
                <a:cubicBezTo>
                  <a:pt x="797340" y="115109"/>
                  <a:pt x="802717" y="112435"/>
                  <a:pt x="806602" y="107086"/>
                </a:cubicBezTo>
                <a:cubicBezTo>
                  <a:pt x="810487" y="101738"/>
                  <a:pt x="812429" y="94221"/>
                  <a:pt x="812429" y="84537"/>
                </a:cubicBezTo>
                <a:cubicBezTo>
                  <a:pt x="812429" y="76486"/>
                  <a:pt x="810656" y="70180"/>
                  <a:pt x="807109" y="65620"/>
                </a:cubicBezTo>
                <a:cubicBezTo>
                  <a:pt x="803562" y="61059"/>
                  <a:pt x="798551" y="58779"/>
                  <a:pt x="792076" y="58779"/>
                </a:cubicBezTo>
                <a:cubicBezTo>
                  <a:pt x="785827" y="58779"/>
                  <a:pt x="780689" y="61088"/>
                  <a:pt x="776664" y="65704"/>
                </a:cubicBezTo>
                <a:cubicBezTo>
                  <a:pt x="772638" y="70321"/>
                  <a:pt x="770625" y="76205"/>
                  <a:pt x="770625" y="83355"/>
                </a:cubicBezTo>
                <a:lnTo>
                  <a:pt x="770625" y="93405"/>
                </a:lnTo>
                <a:close/>
                <a:moveTo>
                  <a:pt x="854170" y="13344"/>
                </a:moveTo>
                <a:cubicBezTo>
                  <a:pt x="854170" y="9740"/>
                  <a:pt x="855451" y="6728"/>
                  <a:pt x="858013" y="4307"/>
                </a:cubicBezTo>
                <a:cubicBezTo>
                  <a:pt x="860574" y="1886"/>
                  <a:pt x="863882" y="676"/>
                  <a:pt x="867936" y="676"/>
                </a:cubicBezTo>
                <a:cubicBezTo>
                  <a:pt x="871877" y="676"/>
                  <a:pt x="875171" y="1872"/>
                  <a:pt x="877817" y="4265"/>
                </a:cubicBezTo>
                <a:cubicBezTo>
                  <a:pt x="880463" y="6658"/>
                  <a:pt x="881786" y="9684"/>
                  <a:pt x="881786" y="13344"/>
                </a:cubicBezTo>
                <a:cubicBezTo>
                  <a:pt x="881786" y="17003"/>
                  <a:pt x="880477" y="20044"/>
                  <a:pt x="877859" y="22464"/>
                </a:cubicBezTo>
                <a:cubicBezTo>
                  <a:pt x="875241" y="24885"/>
                  <a:pt x="871933" y="26096"/>
                  <a:pt x="867936" y="26096"/>
                </a:cubicBezTo>
                <a:cubicBezTo>
                  <a:pt x="863938" y="26096"/>
                  <a:pt x="860645" y="24857"/>
                  <a:pt x="858055" y="22380"/>
                </a:cubicBezTo>
                <a:cubicBezTo>
                  <a:pt x="855465" y="19903"/>
                  <a:pt x="854170" y="16891"/>
                  <a:pt x="854170" y="13344"/>
                </a:cubicBezTo>
                <a:moveTo>
                  <a:pt x="856028" y="131324"/>
                </a:moveTo>
                <a:lnTo>
                  <a:pt x="856028" y="42564"/>
                </a:lnTo>
                <a:lnTo>
                  <a:pt x="879506" y="42564"/>
                </a:lnTo>
                <a:lnTo>
                  <a:pt x="879506" y="131324"/>
                </a:lnTo>
                <a:lnTo>
                  <a:pt x="856028" y="131324"/>
                </a:lnTo>
                <a:close/>
                <a:moveTo>
                  <a:pt x="903419" y="131324"/>
                </a:moveTo>
                <a:lnTo>
                  <a:pt x="903419" y="0"/>
                </a:lnTo>
                <a:lnTo>
                  <a:pt x="926897" y="0"/>
                </a:lnTo>
                <a:lnTo>
                  <a:pt x="926897" y="131324"/>
                </a:lnTo>
                <a:lnTo>
                  <a:pt x="903419" y="131324"/>
                </a:lnTo>
                <a:close/>
                <a:moveTo>
                  <a:pt x="948087" y="13344"/>
                </a:moveTo>
                <a:cubicBezTo>
                  <a:pt x="948087" y="9740"/>
                  <a:pt x="949368" y="6728"/>
                  <a:pt x="951930" y="4307"/>
                </a:cubicBezTo>
                <a:cubicBezTo>
                  <a:pt x="954492" y="1886"/>
                  <a:pt x="957799" y="676"/>
                  <a:pt x="961853" y="676"/>
                </a:cubicBezTo>
                <a:cubicBezTo>
                  <a:pt x="965794" y="676"/>
                  <a:pt x="969088" y="1872"/>
                  <a:pt x="971734" y="4265"/>
                </a:cubicBezTo>
                <a:cubicBezTo>
                  <a:pt x="974380" y="6658"/>
                  <a:pt x="975703" y="9684"/>
                  <a:pt x="975703" y="13344"/>
                </a:cubicBezTo>
                <a:cubicBezTo>
                  <a:pt x="975703" y="17003"/>
                  <a:pt x="974394" y="20044"/>
                  <a:pt x="971776" y="22464"/>
                </a:cubicBezTo>
                <a:cubicBezTo>
                  <a:pt x="969158" y="24885"/>
                  <a:pt x="965851" y="26096"/>
                  <a:pt x="961853" y="26096"/>
                </a:cubicBezTo>
                <a:cubicBezTo>
                  <a:pt x="957856" y="26096"/>
                  <a:pt x="954562" y="24857"/>
                  <a:pt x="951972" y="22380"/>
                </a:cubicBezTo>
                <a:cubicBezTo>
                  <a:pt x="949382" y="19903"/>
                  <a:pt x="948087" y="16891"/>
                  <a:pt x="948087" y="13344"/>
                </a:cubicBezTo>
                <a:moveTo>
                  <a:pt x="949945" y="131324"/>
                </a:moveTo>
                <a:lnTo>
                  <a:pt x="949945" y="42564"/>
                </a:lnTo>
                <a:lnTo>
                  <a:pt x="973423" y="42564"/>
                </a:lnTo>
                <a:lnTo>
                  <a:pt x="973423" y="131324"/>
                </a:lnTo>
                <a:lnTo>
                  <a:pt x="949945" y="131324"/>
                </a:lnTo>
                <a:close/>
                <a:moveTo>
                  <a:pt x="1047586" y="130395"/>
                </a:moveTo>
                <a:cubicBezTo>
                  <a:pt x="1043588" y="132422"/>
                  <a:pt x="1038014" y="133436"/>
                  <a:pt x="1030864" y="133436"/>
                </a:cubicBezTo>
                <a:cubicBezTo>
                  <a:pt x="1012678" y="133436"/>
                  <a:pt x="1003586" y="123808"/>
                  <a:pt x="1003586" y="104553"/>
                </a:cubicBezTo>
                <a:lnTo>
                  <a:pt x="1003586" y="60468"/>
                </a:lnTo>
                <a:lnTo>
                  <a:pt x="988891" y="60468"/>
                </a:lnTo>
                <a:lnTo>
                  <a:pt x="988891" y="42564"/>
                </a:lnTo>
                <a:lnTo>
                  <a:pt x="1003586" y="42564"/>
                </a:lnTo>
                <a:lnTo>
                  <a:pt x="1003586" y="22718"/>
                </a:lnTo>
                <a:lnTo>
                  <a:pt x="1027064" y="15877"/>
                </a:lnTo>
                <a:lnTo>
                  <a:pt x="1027064" y="42564"/>
                </a:lnTo>
                <a:lnTo>
                  <a:pt x="1047586" y="42564"/>
                </a:lnTo>
                <a:lnTo>
                  <a:pt x="1047586" y="60468"/>
                </a:lnTo>
                <a:lnTo>
                  <a:pt x="1027064" y="60468"/>
                </a:lnTo>
                <a:lnTo>
                  <a:pt x="1027064" y="100415"/>
                </a:lnTo>
                <a:cubicBezTo>
                  <a:pt x="1027064" y="110211"/>
                  <a:pt x="1030920" y="115109"/>
                  <a:pt x="1038634" y="115109"/>
                </a:cubicBezTo>
                <a:cubicBezTo>
                  <a:pt x="1041843" y="115109"/>
                  <a:pt x="1044827" y="114209"/>
                  <a:pt x="1047586" y="112407"/>
                </a:cubicBezTo>
                <a:lnTo>
                  <a:pt x="1047586" y="130395"/>
                </a:lnTo>
                <a:close/>
                <a:moveTo>
                  <a:pt x="1143537" y="42564"/>
                </a:moveTo>
                <a:lnTo>
                  <a:pt x="1106125" y="140530"/>
                </a:lnTo>
                <a:cubicBezTo>
                  <a:pt x="1097848" y="162206"/>
                  <a:pt x="1085574" y="173044"/>
                  <a:pt x="1069303" y="173044"/>
                </a:cubicBezTo>
                <a:cubicBezTo>
                  <a:pt x="1063673" y="173044"/>
                  <a:pt x="1058915" y="172397"/>
                  <a:pt x="1055030" y="171102"/>
                </a:cubicBezTo>
                <a:lnTo>
                  <a:pt x="1055030" y="151931"/>
                </a:lnTo>
                <a:cubicBezTo>
                  <a:pt x="1058409" y="153732"/>
                  <a:pt x="1062068" y="154633"/>
                  <a:pt x="1066009" y="154633"/>
                </a:cubicBezTo>
                <a:cubicBezTo>
                  <a:pt x="1073047" y="154633"/>
                  <a:pt x="1078086" y="151030"/>
                  <a:pt x="1081126" y="143823"/>
                </a:cubicBezTo>
                <a:lnTo>
                  <a:pt x="1086531" y="131155"/>
                </a:lnTo>
                <a:lnTo>
                  <a:pt x="1050892" y="42564"/>
                </a:lnTo>
                <a:lnTo>
                  <a:pt x="1076988" y="42564"/>
                </a:lnTo>
                <a:lnTo>
                  <a:pt x="1095652" y="100752"/>
                </a:lnTo>
                <a:cubicBezTo>
                  <a:pt x="1096215" y="102610"/>
                  <a:pt x="1096975" y="106073"/>
                  <a:pt x="1097933" y="111140"/>
                </a:cubicBezTo>
                <a:lnTo>
                  <a:pt x="1098270" y="111140"/>
                </a:lnTo>
                <a:cubicBezTo>
                  <a:pt x="1098721" y="108212"/>
                  <a:pt x="1099565" y="104806"/>
                  <a:pt x="1100804" y="100921"/>
                </a:cubicBezTo>
                <a:lnTo>
                  <a:pt x="1120059" y="42564"/>
                </a:lnTo>
                <a:lnTo>
                  <a:pt x="1143537" y="42564"/>
                </a:lnTo>
                <a:close/>
                <a:moveTo>
                  <a:pt x="1287931" y="131324"/>
                </a:moveTo>
                <a:lnTo>
                  <a:pt x="1215977" y="131324"/>
                </a:lnTo>
                <a:lnTo>
                  <a:pt x="1215977" y="7010"/>
                </a:lnTo>
                <a:lnTo>
                  <a:pt x="1285144" y="7010"/>
                </a:lnTo>
                <a:lnTo>
                  <a:pt x="1285144" y="27025"/>
                </a:lnTo>
                <a:lnTo>
                  <a:pt x="1240047" y="27025"/>
                </a:lnTo>
                <a:lnTo>
                  <a:pt x="1240047" y="58695"/>
                </a:lnTo>
                <a:lnTo>
                  <a:pt x="1281935" y="58695"/>
                </a:lnTo>
                <a:lnTo>
                  <a:pt x="1281935" y="78626"/>
                </a:lnTo>
                <a:lnTo>
                  <a:pt x="1240047" y="78626"/>
                </a:lnTo>
                <a:lnTo>
                  <a:pt x="1240047" y="111393"/>
                </a:lnTo>
                <a:lnTo>
                  <a:pt x="1287931" y="111393"/>
                </a:lnTo>
                <a:lnTo>
                  <a:pt x="1287931" y="131324"/>
                </a:lnTo>
                <a:close/>
                <a:moveTo>
                  <a:pt x="1386913" y="42564"/>
                </a:moveTo>
                <a:lnTo>
                  <a:pt x="1357439" y="86142"/>
                </a:lnTo>
                <a:lnTo>
                  <a:pt x="1386659" y="131324"/>
                </a:lnTo>
                <a:lnTo>
                  <a:pt x="1359381" y="131324"/>
                </a:lnTo>
                <a:lnTo>
                  <a:pt x="1345277" y="105988"/>
                </a:lnTo>
                <a:cubicBezTo>
                  <a:pt x="1343588" y="103004"/>
                  <a:pt x="1342321" y="100443"/>
                  <a:pt x="1341477" y="98303"/>
                </a:cubicBezTo>
                <a:lnTo>
                  <a:pt x="1341139" y="98303"/>
                </a:lnTo>
                <a:cubicBezTo>
                  <a:pt x="1340689" y="99598"/>
                  <a:pt x="1339478" y="102104"/>
                  <a:pt x="1337508" y="105820"/>
                </a:cubicBezTo>
                <a:lnTo>
                  <a:pt x="1323066" y="131324"/>
                </a:lnTo>
                <a:lnTo>
                  <a:pt x="1296041" y="131324"/>
                </a:lnTo>
                <a:lnTo>
                  <a:pt x="1326106" y="87324"/>
                </a:lnTo>
                <a:lnTo>
                  <a:pt x="1297646" y="42564"/>
                </a:lnTo>
                <a:lnTo>
                  <a:pt x="1325009" y="42564"/>
                </a:lnTo>
                <a:lnTo>
                  <a:pt x="1338943" y="69082"/>
                </a:lnTo>
                <a:cubicBezTo>
                  <a:pt x="1340689" y="72404"/>
                  <a:pt x="1341899" y="75051"/>
                  <a:pt x="1342575" y="77021"/>
                </a:cubicBezTo>
                <a:lnTo>
                  <a:pt x="1342913" y="77021"/>
                </a:lnTo>
                <a:cubicBezTo>
                  <a:pt x="1344095" y="74037"/>
                  <a:pt x="1345334" y="71419"/>
                  <a:pt x="1346629" y="69167"/>
                </a:cubicBezTo>
                <a:lnTo>
                  <a:pt x="1361154" y="42564"/>
                </a:lnTo>
                <a:lnTo>
                  <a:pt x="1386913" y="42564"/>
                </a:lnTo>
                <a:close/>
                <a:moveTo>
                  <a:pt x="1424580" y="120261"/>
                </a:moveTo>
                <a:lnTo>
                  <a:pt x="1424580" y="172200"/>
                </a:lnTo>
                <a:lnTo>
                  <a:pt x="1401018" y="172200"/>
                </a:lnTo>
                <a:lnTo>
                  <a:pt x="1401018" y="42564"/>
                </a:lnTo>
                <a:lnTo>
                  <a:pt x="1424580" y="42564"/>
                </a:lnTo>
                <a:lnTo>
                  <a:pt x="1424580" y="56583"/>
                </a:lnTo>
                <a:lnTo>
                  <a:pt x="1424833" y="56583"/>
                </a:lnTo>
                <a:cubicBezTo>
                  <a:pt x="1431702" y="45830"/>
                  <a:pt x="1441443" y="40453"/>
                  <a:pt x="1454054" y="40453"/>
                </a:cubicBezTo>
                <a:cubicBezTo>
                  <a:pt x="1465258" y="40453"/>
                  <a:pt x="1474084" y="44366"/>
                  <a:pt x="1480530" y="52192"/>
                </a:cubicBezTo>
                <a:cubicBezTo>
                  <a:pt x="1486977" y="60018"/>
                  <a:pt x="1490200" y="70772"/>
                  <a:pt x="1490200" y="84453"/>
                </a:cubicBezTo>
                <a:cubicBezTo>
                  <a:pt x="1490200" y="99204"/>
                  <a:pt x="1486526" y="111070"/>
                  <a:pt x="1479179" y="120050"/>
                </a:cubicBezTo>
                <a:cubicBezTo>
                  <a:pt x="1471832" y="129030"/>
                  <a:pt x="1462105" y="133520"/>
                  <a:pt x="1450000" y="133520"/>
                </a:cubicBezTo>
                <a:cubicBezTo>
                  <a:pt x="1439078" y="133520"/>
                  <a:pt x="1430689" y="129100"/>
                  <a:pt x="1424833" y="120261"/>
                </a:cubicBezTo>
                <a:lnTo>
                  <a:pt x="1424580" y="120261"/>
                </a:lnTo>
                <a:moveTo>
                  <a:pt x="1424242" y="92729"/>
                </a:moveTo>
                <a:cubicBezTo>
                  <a:pt x="1424242" y="99148"/>
                  <a:pt x="1426100" y="104482"/>
                  <a:pt x="1429816" y="108733"/>
                </a:cubicBezTo>
                <a:cubicBezTo>
                  <a:pt x="1433532" y="112984"/>
                  <a:pt x="1438290" y="115109"/>
                  <a:pt x="1444089" y="115109"/>
                </a:cubicBezTo>
                <a:cubicBezTo>
                  <a:pt x="1450958" y="115109"/>
                  <a:pt x="1456334" y="112435"/>
                  <a:pt x="1460219" y="107086"/>
                </a:cubicBezTo>
                <a:cubicBezTo>
                  <a:pt x="1464104" y="101738"/>
                  <a:pt x="1466047" y="94221"/>
                  <a:pt x="1466047" y="84537"/>
                </a:cubicBezTo>
                <a:cubicBezTo>
                  <a:pt x="1466047" y="67365"/>
                  <a:pt x="1459262" y="58779"/>
                  <a:pt x="1445693" y="58779"/>
                </a:cubicBezTo>
                <a:cubicBezTo>
                  <a:pt x="1439275" y="58779"/>
                  <a:pt x="1434095" y="61172"/>
                  <a:pt x="1430154" y="65958"/>
                </a:cubicBezTo>
                <a:cubicBezTo>
                  <a:pt x="1426213" y="70743"/>
                  <a:pt x="1424242" y="76768"/>
                  <a:pt x="1424242" y="84031"/>
                </a:cubicBezTo>
                <a:lnTo>
                  <a:pt x="1424242" y="92729"/>
                </a:lnTo>
                <a:close/>
                <a:moveTo>
                  <a:pt x="1509471" y="131324"/>
                </a:moveTo>
                <a:lnTo>
                  <a:pt x="1509471" y="0"/>
                </a:lnTo>
                <a:lnTo>
                  <a:pt x="1532949" y="0"/>
                </a:lnTo>
                <a:lnTo>
                  <a:pt x="1532949" y="131324"/>
                </a:lnTo>
                <a:lnTo>
                  <a:pt x="1509471" y="131324"/>
                </a:lnTo>
                <a:close/>
                <a:moveTo>
                  <a:pt x="1551795" y="87493"/>
                </a:moveTo>
                <a:cubicBezTo>
                  <a:pt x="1551795" y="72967"/>
                  <a:pt x="1556074" y="61496"/>
                  <a:pt x="1564632" y="53079"/>
                </a:cubicBezTo>
                <a:cubicBezTo>
                  <a:pt x="1573190" y="44662"/>
                  <a:pt x="1584788" y="40453"/>
                  <a:pt x="1599426" y="40453"/>
                </a:cubicBezTo>
                <a:cubicBezTo>
                  <a:pt x="1613558" y="40453"/>
                  <a:pt x="1624720" y="44577"/>
                  <a:pt x="1632912" y="52825"/>
                </a:cubicBezTo>
                <a:cubicBezTo>
                  <a:pt x="1641104" y="61074"/>
                  <a:pt x="1645200" y="72123"/>
                  <a:pt x="1645200" y="85973"/>
                </a:cubicBezTo>
                <a:cubicBezTo>
                  <a:pt x="1645200" y="100386"/>
                  <a:pt x="1640963" y="111914"/>
                  <a:pt x="1632490" y="120557"/>
                </a:cubicBezTo>
                <a:cubicBezTo>
                  <a:pt x="1624016" y="129199"/>
                  <a:pt x="1612545" y="133520"/>
                  <a:pt x="1598075" y="133520"/>
                </a:cubicBezTo>
                <a:cubicBezTo>
                  <a:pt x="1583887" y="133520"/>
                  <a:pt x="1572627" y="129368"/>
                  <a:pt x="1564294" y="121063"/>
                </a:cubicBezTo>
                <a:cubicBezTo>
                  <a:pt x="1555961" y="112759"/>
                  <a:pt x="1551795" y="101569"/>
                  <a:pt x="1551795" y="87493"/>
                </a:cubicBezTo>
                <a:moveTo>
                  <a:pt x="1575611" y="87155"/>
                </a:moveTo>
                <a:cubicBezTo>
                  <a:pt x="1575611" y="105791"/>
                  <a:pt x="1583352" y="115109"/>
                  <a:pt x="1598835" y="115109"/>
                </a:cubicBezTo>
                <a:cubicBezTo>
                  <a:pt x="1613755" y="115109"/>
                  <a:pt x="1621215" y="105566"/>
                  <a:pt x="1621215" y="86480"/>
                </a:cubicBezTo>
                <a:cubicBezTo>
                  <a:pt x="1621215" y="68013"/>
                  <a:pt x="1613727" y="58779"/>
                  <a:pt x="1598751" y="58779"/>
                </a:cubicBezTo>
                <a:cubicBezTo>
                  <a:pt x="1591431" y="58779"/>
                  <a:pt x="1585745" y="61299"/>
                  <a:pt x="1581691" y="66338"/>
                </a:cubicBezTo>
                <a:cubicBezTo>
                  <a:pt x="1577637" y="71377"/>
                  <a:pt x="1575611" y="78316"/>
                  <a:pt x="1575611" y="87155"/>
                </a:cubicBezTo>
                <a:close/>
                <a:moveTo>
                  <a:pt x="1662239" y="13344"/>
                </a:moveTo>
                <a:cubicBezTo>
                  <a:pt x="1662239" y="9740"/>
                  <a:pt x="1663520" y="6728"/>
                  <a:pt x="1666082" y="4307"/>
                </a:cubicBezTo>
                <a:cubicBezTo>
                  <a:pt x="1668643" y="1886"/>
                  <a:pt x="1671951" y="676"/>
                  <a:pt x="1676005" y="676"/>
                </a:cubicBezTo>
                <a:cubicBezTo>
                  <a:pt x="1679946" y="676"/>
                  <a:pt x="1683240" y="1872"/>
                  <a:pt x="1685886" y="4265"/>
                </a:cubicBezTo>
                <a:cubicBezTo>
                  <a:pt x="1688532" y="6658"/>
                  <a:pt x="1689855" y="9684"/>
                  <a:pt x="1689855" y="13344"/>
                </a:cubicBezTo>
                <a:cubicBezTo>
                  <a:pt x="1689855" y="17003"/>
                  <a:pt x="1688546" y="20044"/>
                  <a:pt x="1685928" y="22464"/>
                </a:cubicBezTo>
                <a:cubicBezTo>
                  <a:pt x="1683310" y="24885"/>
                  <a:pt x="1680002" y="26096"/>
                  <a:pt x="1676005" y="26096"/>
                </a:cubicBezTo>
                <a:cubicBezTo>
                  <a:pt x="1672007" y="26096"/>
                  <a:pt x="1668714" y="24857"/>
                  <a:pt x="1666124" y="22380"/>
                </a:cubicBezTo>
                <a:cubicBezTo>
                  <a:pt x="1663534" y="19903"/>
                  <a:pt x="1662239" y="16891"/>
                  <a:pt x="1662239" y="13344"/>
                </a:cubicBezTo>
                <a:moveTo>
                  <a:pt x="1664097" y="131324"/>
                </a:moveTo>
                <a:lnTo>
                  <a:pt x="1664097" y="42564"/>
                </a:lnTo>
                <a:lnTo>
                  <a:pt x="1687575" y="42564"/>
                </a:lnTo>
                <a:lnTo>
                  <a:pt x="1687575" y="131324"/>
                </a:lnTo>
                <a:lnTo>
                  <a:pt x="1664097" y="131324"/>
                </a:lnTo>
                <a:close/>
                <a:moveTo>
                  <a:pt x="1760873" y="130395"/>
                </a:moveTo>
                <a:cubicBezTo>
                  <a:pt x="1756875" y="132422"/>
                  <a:pt x="1751301" y="133436"/>
                  <a:pt x="1744151" y="133436"/>
                </a:cubicBezTo>
                <a:cubicBezTo>
                  <a:pt x="1725966" y="133436"/>
                  <a:pt x="1716873" y="123808"/>
                  <a:pt x="1716873" y="104553"/>
                </a:cubicBezTo>
                <a:lnTo>
                  <a:pt x="1716873" y="60468"/>
                </a:lnTo>
                <a:lnTo>
                  <a:pt x="1702178" y="60468"/>
                </a:lnTo>
                <a:lnTo>
                  <a:pt x="1702178" y="42564"/>
                </a:lnTo>
                <a:lnTo>
                  <a:pt x="1716873" y="42564"/>
                </a:lnTo>
                <a:lnTo>
                  <a:pt x="1716873" y="22718"/>
                </a:lnTo>
                <a:lnTo>
                  <a:pt x="1740351" y="15877"/>
                </a:lnTo>
                <a:lnTo>
                  <a:pt x="1740351" y="42564"/>
                </a:lnTo>
                <a:lnTo>
                  <a:pt x="1760873" y="42564"/>
                </a:lnTo>
                <a:lnTo>
                  <a:pt x="1760873" y="60468"/>
                </a:lnTo>
                <a:lnTo>
                  <a:pt x="1740351" y="60468"/>
                </a:lnTo>
                <a:lnTo>
                  <a:pt x="1740351" y="100415"/>
                </a:lnTo>
                <a:cubicBezTo>
                  <a:pt x="1740351" y="110211"/>
                  <a:pt x="1744207" y="115109"/>
                  <a:pt x="1751921" y="115109"/>
                </a:cubicBezTo>
                <a:cubicBezTo>
                  <a:pt x="1755130" y="115109"/>
                  <a:pt x="1758114" y="114209"/>
                  <a:pt x="1760873" y="112407"/>
                </a:cubicBezTo>
                <a:lnTo>
                  <a:pt x="1760873" y="130395"/>
                </a:lnTo>
                <a:close/>
                <a:moveTo>
                  <a:pt x="1864665" y="159532"/>
                </a:moveTo>
                <a:cubicBezTo>
                  <a:pt x="1846198" y="139038"/>
                  <a:pt x="1836964" y="113814"/>
                  <a:pt x="1836964" y="83862"/>
                </a:cubicBezTo>
                <a:cubicBezTo>
                  <a:pt x="1836964" y="54528"/>
                  <a:pt x="1846198" y="28911"/>
                  <a:pt x="1864665" y="7010"/>
                </a:cubicBezTo>
                <a:lnTo>
                  <a:pt x="1884089" y="7010"/>
                </a:lnTo>
                <a:cubicBezTo>
                  <a:pt x="1866410" y="29812"/>
                  <a:pt x="1857571" y="55401"/>
                  <a:pt x="1857571" y="83777"/>
                </a:cubicBezTo>
                <a:cubicBezTo>
                  <a:pt x="1857571" y="111928"/>
                  <a:pt x="1866410" y="137180"/>
                  <a:pt x="1884089" y="159532"/>
                </a:cubicBezTo>
                <a:lnTo>
                  <a:pt x="1864665" y="159532"/>
                </a:lnTo>
                <a:close/>
                <a:moveTo>
                  <a:pt x="1966060" y="7010"/>
                </a:moveTo>
                <a:lnTo>
                  <a:pt x="1966060" y="86649"/>
                </a:lnTo>
                <a:lnTo>
                  <a:pt x="1980923" y="86649"/>
                </a:lnTo>
                <a:lnTo>
                  <a:pt x="1980923" y="103877"/>
                </a:lnTo>
                <a:lnTo>
                  <a:pt x="1966060" y="103877"/>
                </a:lnTo>
                <a:lnTo>
                  <a:pt x="1966060" y="131324"/>
                </a:lnTo>
                <a:lnTo>
                  <a:pt x="1944271" y="131324"/>
                </a:lnTo>
                <a:lnTo>
                  <a:pt x="1944271" y="103877"/>
                </a:lnTo>
                <a:lnTo>
                  <a:pt x="1890137" y="103877"/>
                </a:lnTo>
                <a:lnTo>
                  <a:pt x="1890137" y="85720"/>
                </a:lnTo>
                <a:cubicBezTo>
                  <a:pt x="1901453" y="72770"/>
                  <a:pt x="1911954" y="59244"/>
                  <a:pt x="1921638" y="45140"/>
                </a:cubicBezTo>
                <a:cubicBezTo>
                  <a:pt x="1931321" y="31036"/>
                  <a:pt x="1938725" y="18326"/>
                  <a:pt x="1943849" y="7010"/>
                </a:cubicBezTo>
                <a:lnTo>
                  <a:pt x="1966060" y="7010"/>
                </a:lnTo>
                <a:moveTo>
                  <a:pt x="1910152" y="86649"/>
                </a:moveTo>
                <a:lnTo>
                  <a:pt x="1944271" y="86649"/>
                </a:lnTo>
                <a:lnTo>
                  <a:pt x="1944271" y="38511"/>
                </a:lnTo>
                <a:cubicBezTo>
                  <a:pt x="1940836" y="44647"/>
                  <a:pt x="1935966" y="52234"/>
                  <a:pt x="1929661" y="61271"/>
                </a:cubicBezTo>
                <a:cubicBezTo>
                  <a:pt x="1923355" y="70307"/>
                  <a:pt x="1916852" y="78766"/>
                  <a:pt x="1910152" y="86649"/>
                </a:cubicBezTo>
                <a:close/>
                <a:moveTo>
                  <a:pt x="1998221" y="127608"/>
                </a:moveTo>
                <a:lnTo>
                  <a:pt x="1998221" y="106242"/>
                </a:lnTo>
                <a:cubicBezTo>
                  <a:pt x="2001993" y="109113"/>
                  <a:pt x="2006286" y="111309"/>
                  <a:pt x="2011100" y="112829"/>
                </a:cubicBezTo>
                <a:cubicBezTo>
                  <a:pt x="2015914" y="114349"/>
                  <a:pt x="2020629" y="115109"/>
                  <a:pt x="2025246" y="115109"/>
                </a:cubicBezTo>
                <a:cubicBezTo>
                  <a:pt x="2033185" y="115109"/>
                  <a:pt x="2039434" y="113195"/>
                  <a:pt x="2043995" y="109367"/>
                </a:cubicBezTo>
                <a:cubicBezTo>
                  <a:pt x="2048555" y="105538"/>
                  <a:pt x="2050835" y="100217"/>
                  <a:pt x="2050835" y="93405"/>
                </a:cubicBezTo>
                <a:cubicBezTo>
                  <a:pt x="2050835" y="86311"/>
                  <a:pt x="2048428" y="81145"/>
                  <a:pt x="2043615" y="77908"/>
                </a:cubicBezTo>
                <a:cubicBezTo>
                  <a:pt x="2038801" y="74670"/>
                  <a:pt x="2031411" y="73052"/>
                  <a:pt x="2021446" y="73052"/>
                </a:cubicBezTo>
                <a:cubicBezTo>
                  <a:pt x="2014690" y="73052"/>
                  <a:pt x="2007595" y="73643"/>
                  <a:pt x="2000164" y="74825"/>
                </a:cubicBezTo>
                <a:lnTo>
                  <a:pt x="2004809" y="7010"/>
                </a:lnTo>
                <a:lnTo>
                  <a:pt x="2069162" y="7010"/>
                </a:lnTo>
                <a:lnTo>
                  <a:pt x="2069162" y="26603"/>
                </a:lnTo>
                <a:lnTo>
                  <a:pt x="2024233" y="26603"/>
                </a:lnTo>
                <a:lnTo>
                  <a:pt x="2022121" y="55486"/>
                </a:lnTo>
                <a:cubicBezTo>
                  <a:pt x="2028427" y="54754"/>
                  <a:pt x="2032594" y="54388"/>
                  <a:pt x="2034620" y="54388"/>
                </a:cubicBezTo>
                <a:cubicBezTo>
                  <a:pt x="2046725" y="54388"/>
                  <a:pt x="2056451" y="57710"/>
                  <a:pt x="2063799" y="64353"/>
                </a:cubicBezTo>
                <a:cubicBezTo>
                  <a:pt x="2071146" y="70997"/>
                  <a:pt x="2074820" y="79836"/>
                  <a:pt x="2074820" y="90871"/>
                </a:cubicBezTo>
                <a:cubicBezTo>
                  <a:pt x="2074820" y="104215"/>
                  <a:pt x="2070597" y="114659"/>
                  <a:pt x="2062152" y="122203"/>
                </a:cubicBezTo>
                <a:cubicBezTo>
                  <a:pt x="2053707" y="129748"/>
                  <a:pt x="2042165" y="133520"/>
                  <a:pt x="2027526" y="133520"/>
                </a:cubicBezTo>
                <a:cubicBezTo>
                  <a:pt x="2015253" y="133520"/>
                  <a:pt x="2005484" y="131550"/>
                  <a:pt x="1998221" y="127608"/>
                </a:cubicBezTo>
                <a:close/>
                <a:moveTo>
                  <a:pt x="2086714" y="159532"/>
                </a:moveTo>
                <a:cubicBezTo>
                  <a:pt x="2104505" y="137574"/>
                  <a:pt x="2113401" y="112322"/>
                  <a:pt x="2113401" y="83777"/>
                </a:cubicBezTo>
                <a:cubicBezTo>
                  <a:pt x="2113401" y="55514"/>
                  <a:pt x="2104505" y="29924"/>
                  <a:pt x="2086714" y="7010"/>
                </a:cubicBezTo>
                <a:lnTo>
                  <a:pt x="2106307" y="7010"/>
                </a:lnTo>
                <a:cubicBezTo>
                  <a:pt x="2124830" y="29024"/>
                  <a:pt x="2134092" y="54641"/>
                  <a:pt x="2134092" y="83862"/>
                </a:cubicBezTo>
                <a:cubicBezTo>
                  <a:pt x="2134092" y="113589"/>
                  <a:pt x="2124802" y="138812"/>
                  <a:pt x="2106222" y="159532"/>
                </a:cubicBezTo>
                <a:lnTo>
                  <a:pt x="2086714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•Government/Defense(69)">
            <a:extLst xmlns:a="http://schemas.openxmlformats.org/drawingml/2006/main">
              <a:ext uri="{FF2B5EF4-FFF2-40B4-BE49-F238E27FC236}">
                <a16:creationId xmlns:a16="http://schemas.microsoft.com/office/drawing/2014/main" id="{440827A7-4DA9-456E-9EB6-9D1EAD5D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245" y="1187633"/>
            <a:ext cx="2230518" cy="161558"/>
          </a:xfrm>
          <a:custGeom xmlns:a="http://schemas.openxmlformats.org/drawingml/2006/main">
            <a:pathLst>
              <a:path w="2230518" h="161558">
                <a:moveTo>
                  <a:pt x="0" y="72672"/>
                </a:moveTo>
                <a:cubicBezTo>
                  <a:pt x="0" y="66748"/>
                  <a:pt x="2097" y="61699"/>
                  <a:pt x="6292" y="57526"/>
                </a:cubicBezTo>
                <a:cubicBezTo>
                  <a:pt x="10486" y="53350"/>
                  <a:pt x="15511" y="51263"/>
                  <a:pt x="21367" y="51263"/>
                </a:cubicBezTo>
                <a:cubicBezTo>
                  <a:pt x="27278" y="51263"/>
                  <a:pt x="32331" y="53350"/>
                  <a:pt x="36526" y="57526"/>
                </a:cubicBezTo>
                <a:cubicBezTo>
                  <a:pt x="40720" y="61699"/>
                  <a:pt x="42818" y="66748"/>
                  <a:pt x="42818" y="72672"/>
                </a:cubicBezTo>
                <a:cubicBezTo>
                  <a:pt x="42818" y="78596"/>
                  <a:pt x="40720" y="83659"/>
                  <a:pt x="36526" y="87863"/>
                </a:cubicBezTo>
                <a:cubicBezTo>
                  <a:pt x="32331" y="92064"/>
                  <a:pt x="27278" y="94165"/>
                  <a:pt x="21367" y="94165"/>
                </a:cubicBezTo>
                <a:cubicBezTo>
                  <a:pt x="15511" y="94165"/>
                  <a:pt x="10486" y="92064"/>
                  <a:pt x="6292" y="87863"/>
                </a:cubicBezTo>
                <a:cubicBezTo>
                  <a:pt x="2097" y="83659"/>
                  <a:pt x="0" y="78596"/>
                  <a:pt x="0" y="72672"/>
                </a:cubicBezTo>
                <a:close/>
                <a:moveTo>
                  <a:pt x="217775" y="124906"/>
                </a:moveTo>
                <a:cubicBezTo>
                  <a:pt x="205557" y="132000"/>
                  <a:pt x="190806" y="135547"/>
                  <a:pt x="173521" y="135547"/>
                </a:cubicBezTo>
                <a:cubicBezTo>
                  <a:pt x="154266" y="135547"/>
                  <a:pt x="138952" y="129959"/>
                  <a:pt x="127579" y="118783"/>
                </a:cubicBezTo>
                <a:cubicBezTo>
                  <a:pt x="116206" y="107607"/>
                  <a:pt x="110520" y="92392"/>
                  <a:pt x="110520" y="73136"/>
                </a:cubicBezTo>
                <a:cubicBezTo>
                  <a:pt x="110520" y="53768"/>
                  <a:pt x="116713" y="37905"/>
                  <a:pt x="129099" y="25547"/>
                </a:cubicBezTo>
                <a:cubicBezTo>
                  <a:pt x="141486" y="13189"/>
                  <a:pt x="157870" y="7010"/>
                  <a:pt x="178251" y="7010"/>
                </a:cubicBezTo>
                <a:cubicBezTo>
                  <a:pt x="191538" y="7010"/>
                  <a:pt x="203080" y="8924"/>
                  <a:pt x="212877" y="12752"/>
                </a:cubicBezTo>
                <a:lnTo>
                  <a:pt x="212877" y="36146"/>
                </a:lnTo>
                <a:cubicBezTo>
                  <a:pt x="203305" y="30347"/>
                  <a:pt x="191538" y="27447"/>
                  <a:pt x="177575" y="27447"/>
                </a:cubicBezTo>
                <a:cubicBezTo>
                  <a:pt x="165245" y="27447"/>
                  <a:pt x="155209" y="31515"/>
                  <a:pt x="147468" y="39651"/>
                </a:cubicBezTo>
                <a:cubicBezTo>
                  <a:pt x="139726" y="47786"/>
                  <a:pt x="135855" y="58526"/>
                  <a:pt x="135855" y="71869"/>
                </a:cubicBezTo>
                <a:cubicBezTo>
                  <a:pt x="135855" y="85495"/>
                  <a:pt x="139346" y="96093"/>
                  <a:pt x="146328" y="103666"/>
                </a:cubicBezTo>
                <a:cubicBezTo>
                  <a:pt x="153309" y="111239"/>
                  <a:pt x="162880" y="115025"/>
                  <a:pt x="175042" y="115025"/>
                </a:cubicBezTo>
                <a:cubicBezTo>
                  <a:pt x="182473" y="115025"/>
                  <a:pt x="188667" y="113814"/>
                  <a:pt x="193621" y="111393"/>
                </a:cubicBezTo>
                <a:lnTo>
                  <a:pt x="193621" y="83946"/>
                </a:lnTo>
                <a:lnTo>
                  <a:pt x="168116" y="83946"/>
                </a:lnTo>
                <a:lnTo>
                  <a:pt x="168116" y="64353"/>
                </a:lnTo>
                <a:lnTo>
                  <a:pt x="217775" y="64353"/>
                </a:lnTo>
                <a:lnTo>
                  <a:pt x="217775" y="124906"/>
                </a:lnTo>
                <a:close/>
                <a:moveTo>
                  <a:pt x="234532" y="89520"/>
                </a:moveTo>
                <a:cubicBezTo>
                  <a:pt x="234532" y="74994"/>
                  <a:pt x="238811" y="63523"/>
                  <a:pt x="247368" y="55106"/>
                </a:cubicBezTo>
                <a:cubicBezTo>
                  <a:pt x="255926" y="46688"/>
                  <a:pt x="267525" y="42480"/>
                  <a:pt x="282163" y="42480"/>
                </a:cubicBezTo>
                <a:cubicBezTo>
                  <a:pt x="296295" y="42480"/>
                  <a:pt x="307457" y="46604"/>
                  <a:pt x="315649" y="54852"/>
                </a:cubicBezTo>
                <a:cubicBezTo>
                  <a:pt x="323841" y="63100"/>
                  <a:pt x="327937" y="74150"/>
                  <a:pt x="327937" y="88000"/>
                </a:cubicBezTo>
                <a:cubicBezTo>
                  <a:pt x="327937" y="102413"/>
                  <a:pt x="323700" y="113941"/>
                  <a:pt x="315226" y="122583"/>
                </a:cubicBezTo>
                <a:cubicBezTo>
                  <a:pt x="306753" y="131226"/>
                  <a:pt x="295281" y="135547"/>
                  <a:pt x="280812" y="135547"/>
                </a:cubicBezTo>
                <a:cubicBezTo>
                  <a:pt x="266624" y="135547"/>
                  <a:pt x="255363" y="131395"/>
                  <a:pt x="247031" y="123090"/>
                </a:cubicBezTo>
                <a:cubicBezTo>
                  <a:pt x="238698" y="114786"/>
                  <a:pt x="234532" y="103596"/>
                  <a:pt x="234532" y="89520"/>
                </a:cubicBezTo>
                <a:moveTo>
                  <a:pt x="258347" y="89182"/>
                </a:moveTo>
                <a:cubicBezTo>
                  <a:pt x="258347" y="107818"/>
                  <a:pt x="266089" y="117136"/>
                  <a:pt x="281572" y="117136"/>
                </a:cubicBezTo>
                <a:cubicBezTo>
                  <a:pt x="296492" y="117136"/>
                  <a:pt x="303952" y="107593"/>
                  <a:pt x="303952" y="88507"/>
                </a:cubicBezTo>
                <a:cubicBezTo>
                  <a:pt x="303952" y="70040"/>
                  <a:pt x="296464" y="60806"/>
                  <a:pt x="281487" y="60806"/>
                </a:cubicBezTo>
                <a:cubicBezTo>
                  <a:pt x="274168" y="60806"/>
                  <a:pt x="268482" y="63326"/>
                  <a:pt x="264428" y="68365"/>
                </a:cubicBezTo>
                <a:cubicBezTo>
                  <a:pt x="260374" y="73404"/>
                  <a:pt x="258347" y="80343"/>
                  <a:pt x="258347" y="89182"/>
                </a:cubicBezTo>
                <a:close/>
                <a:moveTo>
                  <a:pt x="427402" y="44591"/>
                </a:moveTo>
                <a:lnTo>
                  <a:pt x="393621" y="133351"/>
                </a:lnTo>
                <a:lnTo>
                  <a:pt x="367525" y="133351"/>
                </a:lnTo>
                <a:lnTo>
                  <a:pt x="335433" y="44591"/>
                </a:lnTo>
                <a:lnTo>
                  <a:pt x="360768" y="44591"/>
                </a:lnTo>
                <a:lnTo>
                  <a:pt x="378250" y="102188"/>
                </a:lnTo>
                <a:cubicBezTo>
                  <a:pt x="379883" y="107649"/>
                  <a:pt x="380896" y="112548"/>
                  <a:pt x="381290" y="116883"/>
                </a:cubicBezTo>
                <a:lnTo>
                  <a:pt x="381713" y="116883"/>
                </a:lnTo>
                <a:cubicBezTo>
                  <a:pt x="382163" y="112660"/>
                  <a:pt x="383177" y="107903"/>
                  <a:pt x="384753" y="102610"/>
                </a:cubicBezTo>
                <a:lnTo>
                  <a:pt x="402741" y="44591"/>
                </a:lnTo>
                <a:lnTo>
                  <a:pt x="427402" y="44591"/>
                </a:lnTo>
                <a:close/>
                <a:moveTo>
                  <a:pt x="516461" y="95601"/>
                </a:moveTo>
                <a:lnTo>
                  <a:pt x="457175" y="95601"/>
                </a:lnTo>
                <a:cubicBezTo>
                  <a:pt x="458132" y="110690"/>
                  <a:pt x="466690" y="118234"/>
                  <a:pt x="482849" y="118234"/>
                </a:cubicBezTo>
                <a:cubicBezTo>
                  <a:pt x="492701" y="118234"/>
                  <a:pt x="501485" y="115644"/>
                  <a:pt x="509198" y="110464"/>
                </a:cubicBezTo>
                <a:lnTo>
                  <a:pt x="509198" y="128368"/>
                </a:lnTo>
                <a:cubicBezTo>
                  <a:pt x="500978" y="133154"/>
                  <a:pt x="490421" y="135547"/>
                  <a:pt x="477528" y="135547"/>
                </a:cubicBezTo>
                <a:cubicBezTo>
                  <a:pt x="463734" y="135547"/>
                  <a:pt x="452994" y="131550"/>
                  <a:pt x="445309" y="123555"/>
                </a:cubicBezTo>
                <a:cubicBezTo>
                  <a:pt x="437624" y="115560"/>
                  <a:pt x="433781" y="104384"/>
                  <a:pt x="433781" y="90027"/>
                </a:cubicBezTo>
                <a:cubicBezTo>
                  <a:pt x="433781" y="75951"/>
                  <a:pt x="437906" y="64508"/>
                  <a:pt x="446154" y="55697"/>
                </a:cubicBezTo>
                <a:cubicBezTo>
                  <a:pt x="454402" y="46885"/>
                  <a:pt x="464719" y="42480"/>
                  <a:pt x="477106" y="42480"/>
                </a:cubicBezTo>
                <a:cubicBezTo>
                  <a:pt x="489492" y="42480"/>
                  <a:pt x="499148" y="46280"/>
                  <a:pt x="506073" y="53881"/>
                </a:cubicBezTo>
                <a:cubicBezTo>
                  <a:pt x="512998" y="61482"/>
                  <a:pt x="516461" y="71926"/>
                  <a:pt x="516461" y="85213"/>
                </a:cubicBezTo>
                <a:lnTo>
                  <a:pt x="516461" y="95601"/>
                </a:lnTo>
                <a:moveTo>
                  <a:pt x="494250" y="80146"/>
                </a:moveTo>
                <a:cubicBezTo>
                  <a:pt x="494250" y="66070"/>
                  <a:pt x="488451" y="59033"/>
                  <a:pt x="476852" y="59033"/>
                </a:cubicBezTo>
                <a:cubicBezTo>
                  <a:pt x="472010" y="59033"/>
                  <a:pt x="467746" y="60947"/>
                  <a:pt x="464058" y="64775"/>
                </a:cubicBezTo>
                <a:cubicBezTo>
                  <a:pt x="460370" y="68604"/>
                  <a:pt x="458076" y="73727"/>
                  <a:pt x="457175" y="80146"/>
                </a:cubicBezTo>
                <a:lnTo>
                  <a:pt x="494250" y="80146"/>
                </a:lnTo>
                <a:close/>
                <a:moveTo>
                  <a:pt x="589306" y="66296"/>
                </a:moveTo>
                <a:cubicBezTo>
                  <a:pt x="586209" y="64438"/>
                  <a:pt x="582409" y="63509"/>
                  <a:pt x="577904" y="63509"/>
                </a:cubicBezTo>
                <a:cubicBezTo>
                  <a:pt x="571993" y="63509"/>
                  <a:pt x="567263" y="65916"/>
                  <a:pt x="563716" y="70729"/>
                </a:cubicBezTo>
                <a:cubicBezTo>
                  <a:pt x="560169" y="75543"/>
                  <a:pt x="558396" y="82004"/>
                  <a:pt x="558396" y="90111"/>
                </a:cubicBezTo>
                <a:lnTo>
                  <a:pt x="558396" y="133351"/>
                </a:lnTo>
                <a:lnTo>
                  <a:pt x="534833" y="133351"/>
                </a:lnTo>
                <a:lnTo>
                  <a:pt x="534833" y="44591"/>
                </a:lnTo>
                <a:lnTo>
                  <a:pt x="558396" y="44591"/>
                </a:lnTo>
                <a:lnTo>
                  <a:pt x="558396" y="61651"/>
                </a:lnTo>
                <a:lnTo>
                  <a:pt x="558649" y="61651"/>
                </a:lnTo>
                <a:cubicBezTo>
                  <a:pt x="562984" y="49264"/>
                  <a:pt x="570782" y="43071"/>
                  <a:pt x="582043" y="43071"/>
                </a:cubicBezTo>
                <a:cubicBezTo>
                  <a:pt x="585252" y="43071"/>
                  <a:pt x="587673" y="43465"/>
                  <a:pt x="589306" y="44253"/>
                </a:cubicBezTo>
                <a:lnTo>
                  <a:pt x="589306" y="66296"/>
                </a:lnTo>
                <a:close/>
                <a:moveTo>
                  <a:pt x="685152" y="133351"/>
                </a:moveTo>
                <a:lnTo>
                  <a:pt x="661674" y="133351"/>
                </a:lnTo>
                <a:lnTo>
                  <a:pt x="661674" y="83608"/>
                </a:lnTo>
                <a:cubicBezTo>
                  <a:pt x="661674" y="68407"/>
                  <a:pt x="656185" y="60806"/>
                  <a:pt x="645206" y="60806"/>
                </a:cubicBezTo>
                <a:cubicBezTo>
                  <a:pt x="639688" y="60806"/>
                  <a:pt x="635198" y="62875"/>
                  <a:pt x="631735" y="67013"/>
                </a:cubicBezTo>
                <a:cubicBezTo>
                  <a:pt x="628273" y="71152"/>
                  <a:pt x="626542" y="76402"/>
                  <a:pt x="626542" y="82764"/>
                </a:cubicBezTo>
                <a:lnTo>
                  <a:pt x="626542" y="133351"/>
                </a:lnTo>
                <a:lnTo>
                  <a:pt x="602979" y="133351"/>
                </a:lnTo>
                <a:lnTo>
                  <a:pt x="602979" y="44591"/>
                </a:lnTo>
                <a:lnTo>
                  <a:pt x="626542" y="44591"/>
                </a:lnTo>
                <a:lnTo>
                  <a:pt x="626542" y="58864"/>
                </a:lnTo>
                <a:lnTo>
                  <a:pt x="626795" y="58864"/>
                </a:lnTo>
                <a:cubicBezTo>
                  <a:pt x="633326" y="47941"/>
                  <a:pt x="642925" y="42480"/>
                  <a:pt x="655593" y="42480"/>
                </a:cubicBezTo>
                <a:cubicBezTo>
                  <a:pt x="675299" y="42480"/>
                  <a:pt x="685152" y="54669"/>
                  <a:pt x="685152" y="79048"/>
                </a:cubicBezTo>
                <a:lnTo>
                  <a:pt x="685152" y="133351"/>
                </a:lnTo>
                <a:close/>
                <a:moveTo>
                  <a:pt x="844699" y="133351"/>
                </a:moveTo>
                <a:lnTo>
                  <a:pt x="821221" y="133351"/>
                </a:lnTo>
                <a:lnTo>
                  <a:pt x="821221" y="82679"/>
                </a:lnTo>
                <a:cubicBezTo>
                  <a:pt x="821221" y="68097"/>
                  <a:pt x="815929" y="60806"/>
                  <a:pt x="805344" y="60806"/>
                </a:cubicBezTo>
                <a:cubicBezTo>
                  <a:pt x="800446" y="60806"/>
                  <a:pt x="796350" y="63016"/>
                  <a:pt x="793056" y="67436"/>
                </a:cubicBezTo>
                <a:cubicBezTo>
                  <a:pt x="789762" y="71855"/>
                  <a:pt x="788116" y="77162"/>
                  <a:pt x="788116" y="83355"/>
                </a:cubicBezTo>
                <a:lnTo>
                  <a:pt x="788116" y="133351"/>
                </a:lnTo>
                <a:lnTo>
                  <a:pt x="764638" y="133351"/>
                </a:lnTo>
                <a:lnTo>
                  <a:pt x="764638" y="81750"/>
                </a:lnTo>
                <a:cubicBezTo>
                  <a:pt x="764638" y="67788"/>
                  <a:pt x="759373" y="60806"/>
                  <a:pt x="748845" y="60806"/>
                </a:cubicBezTo>
                <a:cubicBezTo>
                  <a:pt x="743834" y="60806"/>
                  <a:pt x="739724" y="62875"/>
                  <a:pt x="736515" y="67013"/>
                </a:cubicBezTo>
                <a:cubicBezTo>
                  <a:pt x="733306" y="71152"/>
                  <a:pt x="731701" y="76683"/>
                  <a:pt x="731701" y="83608"/>
                </a:cubicBezTo>
                <a:lnTo>
                  <a:pt x="731701" y="133351"/>
                </a:lnTo>
                <a:lnTo>
                  <a:pt x="708139" y="133351"/>
                </a:lnTo>
                <a:lnTo>
                  <a:pt x="708139" y="44591"/>
                </a:lnTo>
                <a:lnTo>
                  <a:pt x="731701" y="44591"/>
                </a:lnTo>
                <a:lnTo>
                  <a:pt x="731701" y="58610"/>
                </a:lnTo>
                <a:lnTo>
                  <a:pt x="731954" y="58610"/>
                </a:lnTo>
                <a:cubicBezTo>
                  <a:pt x="738598" y="47857"/>
                  <a:pt x="748085" y="42480"/>
                  <a:pt x="760415" y="42480"/>
                </a:cubicBezTo>
                <a:cubicBezTo>
                  <a:pt x="772914" y="42480"/>
                  <a:pt x="781416" y="48166"/>
                  <a:pt x="785920" y="59539"/>
                </a:cubicBezTo>
                <a:cubicBezTo>
                  <a:pt x="792676" y="48166"/>
                  <a:pt x="802557" y="42480"/>
                  <a:pt x="815563" y="42480"/>
                </a:cubicBezTo>
                <a:cubicBezTo>
                  <a:pt x="834987" y="42480"/>
                  <a:pt x="844699" y="54416"/>
                  <a:pt x="844699" y="78288"/>
                </a:cubicBezTo>
                <a:lnTo>
                  <a:pt x="844699" y="133351"/>
                </a:lnTo>
                <a:close/>
                <a:moveTo>
                  <a:pt x="945056" y="95601"/>
                </a:moveTo>
                <a:lnTo>
                  <a:pt x="885770" y="95601"/>
                </a:lnTo>
                <a:cubicBezTo>
                  <a:pt x="886727" y="110690"/>
                  <a:pt x="895285" y="118234"/>
                  <a:pt x="911443" y="118234"/>
                </a:cubicBezTo>
                <a:cubicBezTo>
                  <a:pt x="921296" y="118234"/>
                  <a:pt x="930079" y="115644"/>
                  <a:pt x="937793" y="110464"/>
                </a:cubicBezTo>
                <a:lnTo>
                  <a:pt x="937793" y="128368"/>
                </a:lnTo>
                <a:cubicBezTo>
                  <a:pt x="929573" y="133154"/>
                  <a:pt x="919016" y="135547"/>
                  <a:pt x="906123" y="135547"/>
                </a:cubicBezTo>
                <a:cubicBezTo>
                  <a:pt x="892329" y="135547"/>
                  <a:pt x="881589" y="131550"/>
                  <a:pt x="873904" y="123555"/>
                </a:cubicBezTo>
                <a:cubicBezTo>
                  <a:pt x="866219" y="115560"/>
                  <a:pt x="862376" y="104384"/>
                  <a:pt x="862376" y="90027"/>
                </a:cubicBezTo>
                <a:cubicBezTo>
                  <a:pt x="862376" y="75951"/>
                  <a:pt x="866500" y="64508"/>
                  <a:pt x="874748" y="55697"/>
                </a:cubicBezTo>
                <a:cubicBezTo>
                  <a:pt x="882997" y="46885"/>
                  <a:pt x="893314" y="42480"/>
                  <a:pt x="905700" y="42480"/>
                </a:cubicBezTo>
                <a:cubicBezTo>
                  <a:pt x="918087" y="42480"/>
                  <a:pt x="927743" y="46280"/>
                  <a:pt x="934668" y="53881"/>
                </a:cubicBezTo>
                <a:cubicBezTo>
                  <a:pt x="941593" y="61482"/>
                  <a:pt x="945056" y="71926"/>
                  <a:pt x="945056" y="85213"/>
                </a:cubicBezTo>
                <a:lnTo>
                  <a:pt x="945056" y="95601"/>
                </a:lnTo>
                <a:moveTo>
                  <a:pt x="922844" y="80146"/>
                </a:moveTo>
                <a:cubicBezTo>
                  <a:pt x="922844" y="66070"/>
                  <a:pt x="917045" y="59033"/>
                  <a:pt x="905447" y="59033"/>
                </a:cubicBezTo>
                <a:cubicBezTo>
                  <a:pt x="900605" y="59033"/>
                  <a:pt x="896340" y="60947"/>
                  <a:pt x="892652" y="64775"/>
                </a:cubicBezTo>
                <a:cubicBezTo>
                  <a:pt x="888965" y="68604"/>
                  <a:pt x="886670" y="73727"/>
                  <a:pt x="885770" y="80146"/>
                </a:cubicBezTo>
                <a:lnTo>
                  <a:pt x="922844" y="80146"/>
                </a:lnTo>
                <a:close/>
                <a:moveTo>
                  <a:pt x="1045428" y="133351"/>
                </a:moveTo>
                <a:lnTo>
                  <a:pt x="1021950" y="133351"/>
                </a:lnTo>
                <a:lnTo>
                  <a:pt x="1021950" y="83608"/>
                </a:lnTo>
                <a:cubicBezTo>
                  <a:pt x="1021950" y="68407"/>
                  <a:pt x="1016461" y="60806"/>
                  <a:pt x="1005482" y="60806"/>
                </a:cubicBezTo>
                <a:cubicBezTo>
                  <a:pt x="999964" y="60806"/>
                  <a:pt x="995474" y="62875"/>
                  <a:pt x="992012" y="67013"/>
                </a:cubicBezTo>
                <a:cubicBezTo>
                  <a:pt x="988549" y="71152"/>
                  <a:pt x="986818" y="76402"/>
                  <a:pt x="986818" y="82764"/>
                </a:cubicBezTo>
                <a:lnTo>
                  <a:pt x="986818" y="133351"/>
                </a:lnTo>
                <a:lnTo>
                  <a:pt x="963255" y="133351"/>
                </a:lnTo>
                <a:lnTo>
                  <a:pt x="963255" y="44591"/>
                </a:lnTo>
                <a:lnTo>
                  <a:pt x="986818" y="44591"/>
                </a:lnTo>
                <a:lnTo>
                  <a:pt x="986818" y="58864"/>
                </a:lnTo>
                <a:lnTo>
                  <a:pt x="987071" y="58864"/>
                </a:lnTo>
                <a:cubicBezTo>
                  <a:pt x="993602" y="47941"/>
                  <a:pt x="1003202" y="42480"/>
                  <a:pt x="1015870" y="42480"/>
                </a:cubicBezTo>
                <a:cubicBezTo>
                  <a:pt x="1035575" y="42480"/>
                  <a:pt x="1045428" y="54669"/>
                  <a:pt x="1045428" y="79048"/>
                </a:cubicBezTo>
                <a:lnTo>
                  <a:pt x="1045428" y="133351"/>
                </a:lnTo>
                <a:close/>
                <a:moveTo>
                  <a:pt x="1118327" y="132422"/>
                </a:moveTo>
                <a:cubicBezTo>
                  <a:pt x="1114329" y="134449"/>
                  <a:pt x="1108755" y="135462"/>
                  <a:pt x="1101605" y="135462"/>
                </a:cubicBezTo>
                <a:cubicBezTo>
                  <a:pt x="1083420" y="135462"/>
                  <a:pt x="1074327" y="125835"/>
                  <a:pt x="1074327" y="106580"/>
                </a:cubicBezTo>
                <a:lnTo>
                  <a:pt x="1074327" y="62495"/>
                </a:lnTo>
                <a:lnTo>
                  <a:pt x="1059632" y="62495"/>
                </a:lnTo>
                <a:lnTo>
                  <a:pt x="1059632" y="44591"/>
                </a:lnTo>
                <a:lnTo>
                  <a:pt x="1074327" y="44591"/>
                </a:lnTo>
                <a:lnTo>
                  <a:pt x="1074327" y="24745"/>
                </a:lnTo>
                <a:lnTo>
                  <a:pt x="1097805" y="17904"/>
                </a:lnTo>
                <a:lnTo>
                  <a:pt x="1097805" y="44591"/>
                </a:lnTo>
                <a:lnTo>
                  <a:pt x="1118327" y="44591"/>
                </a:lnTo>
                <a:lnTo>
                  <a:pt x="1118327" y="62495"/>
                </a:lnTo>
                <a:lnTo>
                  <a:pt x="1097805" y="62495"/>
                </a:lnTo>
                <a:lnTo>
                  <a:pt x="1097805" y="102441"/>
                </a:lnTo>
                <a:cubicBezTo>
                  <a:pt x="1097805" y="112238"/>
                  <a:pt x="1101661" y="117136"/>
                  <a:pt x="1109375" y="117136"/>
                </a:cubicBezTo>
                <a:cubicBezTo>
                  <a:pt x="1112584" y="117136"/>
                  <a:pt x="1115568" y="116235"/>
                  <a:pt x="1118327" y="114434"/>
                </a:cubicBezTo>
                <a:lnTo>
                  <a:pt x="1118327" y="132422"/>
                </a:lnTo>
                <a:close/>
                <a:moveTo>
                  <a:pt x="1200283" y="9036"/>
                </a:moveTo>
                <a:lnTo>
                  <a:pt x="1139984" y="153958"/>
                </a:lnTo>
                <a:lnTo>
                  <a:pt x="1118786" y="153958"/>
                </a:lnTo>
                <a:lnTo>
                  <a:pt x="1178916" y="9036"/>
                </a:lnTo>
                <a:lnTo>
                  <a:pt x="1200283" y="9036"/>
                </a:lnTo>
                <a:close/>
                <a:moveTo>
                  <a:pt x="1212000" y="133351"/>
                </a:moveTo>
                <a:lnTo>
                  <a:pt x="1212000" y="9036"/>
                </a:lnTo>
                <a:lnTo>
                  <a:pt x="1253213" y="9036"/>
                </a:lnTo>
                <a:cubicBezTo>
                  <a:pt x="1297241" y="9036"/>
                  <a:pt x="1319255" y="29249"/>
                  <a:pt x="1319255" y="69674"/>
                </a:cubicBezTo>
                <a:cubicBezTo>
                  <a:pt x="1319255" y="88929"/>
                  <a:pt x="1313048" y="104356"/>
                  <a:pt x="1300633" y="115954"/>
                </a:cubicBezTo>
                <a:cubicBezTo>
                  <a:pt x="1288219" y="127552"/>
                  <a:pt x="1272243" y="133351"/>
                  <a:pt x="1252706" y="133351"/>
                </a:cubicBezTo>
                <a:lnTo>
                  <a:pt x="1212000" y="133351"/>
                </a:lnTo>
                <a:moveTo>
                  <a:pt x="1236069" y="29052"/>
                </a:moveTo>
                <a:lnTo>
                  <a:pt x="1236069" y="113420"/>
                </a:lnTo>
                <a:lnTo>
                  <a:pt x="1251271" y="113420"/>
                </a:lnTo>
                <a:cubicBezTo>
                  <a:pt x="1264614" y="113420"/>
                  <a:pt x="1275058" y="109550"/>
                  <a:pt x="1282603" y="101808"/>
                </a:cubicBezTo>
                <a:cubicBezTo>
                  <a:pt x="1290147" y="94066"/>
                  <a:pt x="1293919" y="83468"/>
                  <a:pt x="1293919" y="70011"/>
                </a:cubicBezTo>
                <a:cubicBezTo>
                  <a:pt x="1293919" y="56781"/>
                  <a:pt x="1290147" y="46646"/>
                  <a:pt x="1282603" y="39608"/>
                </a:cubicBezTo>
                <a:cubicBezTo>
                  <a:pt x="1275058" y="32571"/>
                  <a:pt x="1264671" y="29052"/>
                  <a:pt x="1251440" y="29052"/>
                </a:cubicBezTo>
                <a:lnTo>
                  <a:pt x="1236069" y="29052"/>
                </a:lnTo>
                <a:close/>
                <a:moveTo>
                  <a:pt x="1416372" y="95601"/>
                </a:moveTo>
                <a:lnTo>
                  <a:pt x="1357086" y="95601"/>
                </a:lnTo>
                <a:cubicBezTo>
                  <a:pt x="1358043" y="110690"/>
                  <a:pt x="1366601" y="118234"/>
                  <a:pt x="1382760" y="118234"/>
                </a:cubicBezTo>
                <a:cubicBezTo>
                  <a:pt x="1392612" y="118234"/>
                  <a:pt x="1401396" y="115644"/>
                  <a:pt x="1409109" y="110464"/>
                </a:cubicBezTo>
                <a:lnTo>
                  <a:pt x="1409109" y="128368"/>
                </a:lnTo>
                <a:cubicBezTo>
                  <a:pt x="1400889" y="133154"/>
                  <a:pt x="1390332" y="135547"/>
                  <a:pt x="1377439" y="135547"/>
                </a:cubicBezTo>
                <a:cubicBezTo>
                  <a:pt x="1363645" y="135547"/>
                  <a:pt x="1352906" y="131550"/>
                  <a:pt x="1345220" y="123555"/>
                </a:cubicBezTo>
                <a:cubicBezTo>
                  <a:pt x="1337535" y="115560"/>
                  <a:pt x="1333692" y="104384"/>
                  <a:pt x="1333692" y="90027"/>
                </a:cubicBezTo>
                <a:cubicBezTo>
                  <a:pt x="1333692" y="75951"/>
                  <a:pt x="1337817" y="64508"/>
                  <a:pt x="1346065" y="55697"/>
                </a:cubicBezTo>
                <a:cubicBezTo>
                  <a:pt x="1354313" y="46885"/>
                  <a:pt x="1364630" y="42480"/>
                  <a:pt x="1377017" y="42480"/>
                </a:cubicBezTo>
                <a:cubicBezTo>
                  <a:pt x="1389403" y="42480"/>
                  <a:pt x="1399059" y="46280"/>
                  <a:pt x="1405984" y="53881"/>
                </a:cubicBezTo>
                <a:cubicBezTo>
                  <a:pt x="1412909" y="61482"/>
                  <a:pt x="1416372" y="71926"/>
                  <a:pt x="1416372" y="85213"/>
                </a:cubicBezTo>
                <a:lnTo>
                  <a:pt x="1416372" y="95601"/>
                </a:lnTo>
                <a:moveTo>
                  <a:pt x="1394161" y="80146"/>
                </a:moveTo>
                <a:cubicBezTo>
                  <a:pt x="1394161" y="66070"/>
                  <a:pt x="1388362" y="59033"/>
                  <a:pt x="1376763" y="59033"/>
                </a:cubicBezTo>
                <a:cubicBezTo>
                  <a:pt x="1371921" y="59033"/>
                  <a:pt x="1367657" y="60947"/>
                  <a:pt x="1363969" y="64775"/>
                </a:cubicBezTo>
                <a:cubicBezTo>
                  <a:pt x="1360281" y="68604"/>
                  <a:pt x="1357987" y="73727"/>
                  <a:pt x="1357086" y="80146"/>
                </a:cubicBezTo>
                <a:lnTo>
                  <a:pt x="1394161" y="80146"/>
                </a:lnTo>
                <a:close/>
                <a:moveTo>
                  <a:pt x="1488541" y="20438"/>
                </a:moveTo>
                <a:cubicBezTo>
                  <a:pt x="1485332" y="19030"/>
                  <a:pt x="1482038" y="18326"/>
                  <a:pt x="1478660" y="18326"/>
                </a:cubicBezTo>
                <a:cubicBezTo>
                  <a:pt x="1469539" y="18326"/>
                  <a:pt x="1464979" y="23534"/>
                  <a:pt x="1464979" y="33950"/>
                </a:cubicBezTo>
                <a:lnTo>
                  <a:pt x="1464979" y="44591"/>
                </a:lnTo>
                <a:lnTo>
                  <a:pt x="1485332" y="44591"/>
                </a:lnTo>
                <a:lnTo>
                  <a:pt x="1485332" y="62495"/>
                </a:lnTo>
                <a:lnTo>
                  <a:pt x="1464979" y="62495"/>
                </a:lnTo>
                <a:lnTo>
                  <a:pt x="1464979" y="133351"/>
                </a:lnTo>
                <a:lnTo>
                  <a:pt x="1441501" y="133351"/>
                </a:lnTo>
                <a:lnTo>
                  <a:pt x="1441501" y="62495"/>
                </a:lnTo>
                <a:lnTo>
                  <a:pt x="1426468" y="62495"/>
                </a:lnTo>
                <a:lnTo>
                  <a:pt x="1426468" y="44591"/>
                </a:lnTo>
                <a:lnTo>
                  <a:pt x="1441501" y="44591"/>
                </a:lnTo>
                <a:lnTo>
                  <a:pt x="1441501" y="32683"/>
                </a:lnTo>
                <a:cubicBezTo>
                  <a:pt x="1441501" y="22718"/>
                  <a:pt x="1444626" y="14779"/>
                  <a:pt x="1450875" y="8868"/>
                </a:cubicBezTo>
                <a:cubicBezTo>
                  <a:pt x="1457125" y="2956"/>
                  <a:pt x="1465401" y="0"/>
                  <a:pt x="1475704" y="0"/>
                </a:cubicBezTo>
                <a:cubicBezTo>
                  <a:pt x="1481053" y="0"/>
                  <a:pt x="1485332" y="535"/>
                  <a:pt x="1488541" y="1605"/>
                </a:cubicBezTo>
                <a:lnTo>
                  <a:pt x="1488541" y="20438"/>
                </a:lnTo>
                <a:close/>
                <a:moveTo>
                  <a:pt x="1576015" y="95601"/>
                </a:moveTo>
                <a:lnTo>
                  <a:pt x="1516729" y="95601"/>
                </a:lnTo>
                <a:cubicBezTo>
                  <a:pt x="1517686" y="110690"/>
                  <a:pt x="1526244" y="118234"/>
                  <a:pt x="1542402" y="118234"/>
                </a:cubicBezTo>
                <a:cubicBezTo>
                  <a:pt x="1552255" y="118234"/>
                  <a:pt x="1561038" y="115644"/>
                  <a:pt x="1568752" y="110464"/>
                </a:cubicBezTo>
                <a:lnTo>
                  <a:pt x="1568752" y="128368"/>
                </a:lnTo>
                <a:cubicBezTo>
                  <a:pt x="1560532" y="133154"/>
                  <a:pt x="1549975" y="135547"/>
                  <a:pt x="1537082" y="135547"/>
                </a:cubicBezTo>
                <a:cubicBezTo>
                  <a:pt x="1523288" y="135547"/>
                  <a:pt x="1512548" y="131550"/>
                  <a:pt x="1504863" y="123555"/>
                </a:cubicBezTo>
                <a:cubicBezTo>
                  <a:pt x="1497178" y="115560"/>
                  <a:pt x="1493335" y="104384"/>
                  <a:pt x="1493335" y="90027"/>
                </a:cubicBezTo>
                <a:cubicBezTo>
                  <a:pt x="1493335" y="75951"/>
                  <a:pt x="1497459" y="64508"/>
                  <a:pt x="1505708" y="55697"/>
                </a:cubicBezTo>
                <a:cubicBezTo>
                  <a:pt x="1513956" y="46885"/>
                  <a:pt x="1524273" y="42480"/>
                  <a:pt x="1536660" y="42480"/>
                </a:cubicBezTo>
                <a:cubicBezTo>
                  <a:pt x="1549046" y="42480"/>
                  <a:pt x="1558702" y="46280"/>
                  <a:pt x="1565627" y="53881"/>
                </a:cubicBezTo>
                <a:cubicBezTo>
                  <a:pt x="1572552" y="61482"/>
                  <a:pt x="1576015" y="71926"/>
                  <a:pt x="1576015" y="85213"/>
                </a:cubicBezTo>
                <a:lnTo>
                  <a:pt x="1576015" y="95601"/>
                </a:lnTo>
                <a:moveTo>
                  <a:pt x="1553804" y="80146"/>
                </a:moveTo>
                <a:cubicBezTo>
                  <a:pt x="1553804" y="66070"/>
                  <a:pt x="1548004" y="59033"/>
                  <a:pt x="1536406" y="59033"/>
                </a:cubicBezTo>
                <a:cubicBezTo>
                  <a:pt x="1531564" y="59033"/>
                  <a:pt x="1527299" y="60947"/>
                  <a:pt x="1523612" y="64775"/>
                </a:cubicBezTo>
                <a:cubicBezTo>
                  <a:pt x="1519924" y="68604"/>
                  <a:pt x="1517630" y="73727"/>
                  <a:pt x="1516729" y="80146"/>
                </a:cubicBezTo>
                <a:lnTo>
                  <a:pt x="1553804" y="80146"/>
                </a:lnTo>
                <a:close/>
                <a:moveTo>
                  <a:pt x="1676560" y="133351"/>
                </a:moveTo>
                <a:lnTo>
                  <a:pt x="1653082" y="133351"/>
                </a:lnTo>
                <a:lnTo>
                  <a:pt x="1653082" y="83608"/>
                </a:lnTo>
                <a:cubicBezTo>
                  <a:pt x="1653082" y="68407"/>
                  <a:pt x="1647593" y="60806"/>
                  <a:pt x="1636614" y="60806"/>
                </a:cubicBezTo>
                <a:cubicBezTo>
                  <a:pt x="1631096" y="60806"/>
                  <a:pt x="1626606" y="62875"/>
                  <a:pt x="1623144" y="67013"/>
                </a:cubicBezTo>
                <a:cubicBezTo>
                  <a:pt x="1619681" y="71152"/>
                  <a:pt x="1617950" y="76402"/>
                  <a:pt x="1617950" y="82764"/>
                </a:cubicBezTo>
                <a:lnTo>
                  <a:pt x="1617950" y="133351"/>
                </a:lnTo>
                <a:lnTo>
                  <a:pt x="1594387" y="133351"/>
                </a:lnTo>
                <a:lnTo>
                  <a:pt x="1594387" y="44591"/>
                </a:lnTo>
                <a:lnTo>
                  <a:pt x="1617950" y="44591"/>
                </a:lnTo>
                <a:lnTo>
                  <a:pt x="1617950" y="58864"/>
                </a:lnTo>
                <a:lnTo>
                  <a:pt x="1618203" y="58864"/>
                </a:lnTo>
                <a:cubicBezTo>
                  <a:pt x="1624734" y="47941"/>
                  <a:pt x="1634334" y="42480"/>
                  <a:pt x="1647002" y="42480"/>
                </a:cubicBezTo>
                <a:cubicBezTo>
                  <a:pt x="1666707" y="42480"/>
                  <a:pt x="1676560" y="54669"/>
                  <a:pt x="1676560" y="79048"/>
                </a:cubicBezTo>
                <a:lnTo>
                  <a:pt x="1676560" y="133351"/>
                </a:lnTo>
                <a:close/>
                <a:moveTo>
                  <a:pt x="1696591" y="110549"/>
                </a:moveTo>
                <a:cubicBezTo>
                  <a:pt x="1705374" y="116066"/>
                  <a:pt x="1714044" y="118825"/>
                  <a:pt x="1722602" y="118825"/>
                </a:cubicBezTo>
                <a:cubicBezTo>
                  <a:pt x="1733637" y="118825"/>
                  <a:pt x="1739155" y="115701"/>
                  <a:pt x="1739155" y="109451"/>
                </a:cubicBezTo>
                <a:cubicBezTo>
                  <a:pt x="1739155" y="105116"/>
                  <a:pt x="1734792" y="101456"/>
                  <a:pt x="1726065" y="98472"/>
                </a:cubicBezTo>
                <a:cubicBezTo>
                  <a:pt x="1713340" y="94193"/>
                  <a:pt x="1705261" y="89985"/>
                  <a:pt x="1701827" y="85846"/>
                </a:cubicBezTo>
                <a:cubicBezTo>
                  <a:pt x="1698392" y="81708"/>
                  <a:pt x="1696675" y="76402"/>
                  <a:pt x="1696675" y="69927"/>
                </a:cubicBezTo>
                <a:cubicBezTo>
                  <a:pt x="1696675" y="61369"/>
                  <a:pt x="1700166" y="54655"/>
                  <a:pt x="1707147" y="49785"/>
                </a:cubicBezTo>
                <a:cubicBezTo>
                  <a:pt x="1714129" y="44915"/>
                  <a:pt x="1723109" y="42480"/>
                  <a:pt x="1734088" y="42480"/>
                </a:cubicBezTo>
                <a:cubicBezTo>
                  <a:pt x="1741745" y="42480"/>
                  <a:pt x="1749402" y="43690"/>
                  <a:pt x="1757059" y="46111"/>
                </a:cubicBezTo>
                <a:lnTo>
                  <a:pt x="1757059" y="65282"/>
                </a:lnTo>
                <a:cubicBezTo>
                  <a:pt x="1750134" y="61172"/>
                  <a:pt x="1742561" y="59117"/>
                  <a:pt x="1734341" y="59117"/>
                </a:cubicBezTo>
                <a:cubicBezTo>
                  <a:pt x="1730006" y="59117"/>
                  <a:pt x="1726515" y="59933"/>
                  <a:pt x="1723869" y="61566"/>
                </a:cubicBezTo>
                <a:cubicBezTo>
                  <a:pt x="1721223" y="63199"/>
                  <a:pt x="1719900" y="65367"/>
                  <a:pt x="1719900" y="68069"/>
                </a:cubicBezTo>
                <a:cubicBezTo>
                  <a:pt x="1719900" y="72517"/>
                  <a:pt x="1723587" y="76036"/>
                  <a:pt x="1730963" y="78626"/>
                </a:cubicBezTo>
                <a:cubicBezTo>
                  <a:pt x="1739352" y="81666"/>
                  <a:pt x="1745517" y="84214"/>
                  <a:pt x="1749458" y="86269"/>
                </a:cubicBezTo>
                <a:cubicBezTo>
                  <a:pt x="1753399" y="88324"/>
                  <a:pt x="1756468" y="91125"/>
                  <a:pt x="1758664" y="94672"/>
                </a:cubicBezTo>
                <a:cubicBezTo>
                  <a:pt x="1760859" y="98219"/>
                  <a:pt x="1761957" y="102385"/>
                  <a:pt x="1761957" y="107171"/>
                </a:cubicBezTo>
                <a:cubicBezTo>
                  <a:pt x="1761957" y="116179"/>
                  <a:pt x="1758368" y="123161"/>
                  <a:pt x="1751189" y="128115"/>
                </a:cubicBezTo>
                <a:cubicBezTo>
                  <a:pt x="1744011" y="133070"/>
                  <a:pt x="1734538" y="135547"/>
                  <a:pt x="1722771" y="135547"/>
                </a:cubicBezTo>
                <a:cubicBezTo>
                  <a:pt x="1712862" y="135547"/>
                  <a:pt x="1704135" y="133970"/>
                  <a:pt x="1696591" y="130818"/>
                </a:cubicBezTo>
                <a:lnTo>
                  <a:pt x="1696591" y="110549"/>
                </a:lnTo>
                <a:close/>
                <a:moveTo>
                  <a:pt x="1855863" y="95601"/>
                </a:moveTo>
                <a:lnTo>
                  <a:pt x="1796577" y="95601"/>
                </a:lnTo>
                <a:cubicBezTo>
                  <a:pt x="1797535" y="110690"/>
                  <a:pt x="1806092" y="118234"/>
                  <a:pt x="1822251" y="118234"/>
                </a:cubicBezTo>
                <a:cubicBezTo>
                  <a:pt x="1832104" y="118234"/>
                  <a:pt x="1840887" y="115644"/>
                  <a:pt x="1848600" y="110464"/>
                </a:cubicBezTo>
                <a:lnTo>
                  <a:pt x="1848600" y="128368"/>
                </a:lnTo>
                <a:cubicBezTo>
                  <a:pt x="1840380" y="133154"/>
                  <a:pt x="1829824" y="135547"/>
                  <a:pt x="1816931" y="135547"/>
                </a:cubicBezTo>
                <a:cubicBezTo>
                  <a:pt x="1803137" y="135547"/>
                  <a:pt x="1792397" y="131550"/>
                  <a:pt x="1784712" y="123555"/>
                </a:cubicBezTo>
                <a:cubicBezTo>
                  <a:pt x="1777027" y="115560"/>
                  <a:pt x="1773184" y="104384"/>
                  <a:pt x="1773184" y="90027"/>
                </a:cubicBezTo>
                <a:cubicBezTo>
                  <a:pt x="1773184" y="75951"/>
                  <a:pt x="1777308" y="64508"/>
                  <a:pt x="1785556" y="55697"/>
                </a:cubicBezTo>
                <a:cubicBezTo>
                  <a:pt x="1793805" y="46885"/>
                  <a:pt x="1804122" y="42480"/>
                  <a:pt x="1816508" y="42480"/>
                </a:cubicBezTo>
                <a:cubicBezTo>
                  <a:pt x="1828895" y="42480"/>
                  <a:pt x="1838551" y="46280"/>
                  <a:pt x="1845476" y="53881"/>
                </a:cubicBezTo>
                <a:cubicBezTo>
                  <a:pt x="1852401" y="61482"/>
                  <a:pt x="1855863" y="71926"/>
                  <a:pt x="1855863" y="85213"/>
                </a:cubicBezTo>
                <a:lnTo>
                  <a:pt x="1855863" y="95601"/>
                </a:lnTo>
                <a:moveTo>
                  <a:pt x="1833652" y="80146"/>
                </a:moveTo>
                <a:cubicBezTo>
                  <a:pt x="1833652" y="66070"/>
                  <a:pt x="1827853" y="59033"/>
                  <a:pt x="1816255" y="59033"/>
                </a:cubicBezTo>
                <a:cubicBezTo>
                  <a:pt x="1811413" y="59033"/>
                  <a:pt x="1807148" y="60947"/>
                  <a:pt x="1803460" y="64775"/>
                </a:cubicBezTo>
                <a:cubicBezTo>
                  <a:pt x="1799773" y="68604"/>
                  <a:pt x="1797478" y="73727"/>
                  <a:pt x="1796577" y="80146"/>
                </a:cubicBezTo>
                <a:lnTo>
                  <a:pt x="1833652" y="80146"/>
                </a:lnTo>
                <a:close/>
                <a:moveTo>
                  <a:pt x="1961070" y="161558"/>
                </a:moveTo>
                <a:cubicBezTo>
                  <a:pt x="1942603" y="141065"/>
                  <a:pt x="1933370" y="115841"/>
                  <a:pt x="1933370" y="85889"/>
                </a:cubicBezTo>
                <a:cubicBezTo>
                  <a:pt x="1933370" y="56555"/>
                  <a:pt x="1942603" y="30938"/>
                  <a:pt x="1961070" y="9036"/>
                </a:cubicBezTo>
                <a:lnTo>
                  <a:pt x="1980494" y="9036"/>
                </a:lnTo>
                <a:cubicBezTo>
                  <a:pt x="1962815" y="31839"/>
                  <a:pt x="1953976" y="57428"/>
                  <a:pt x="1953976" y="85804"/>
                </a:cubicBezTo>
                <a:cubicBezTo>
                  <a:pt x="1953976" y="113955"/>
                  <a:pt x="1962815" y="139207"/>
                  <a:pt x="1980494" y="161558"/>
                </a:cubicBezTo>
                <a:lnTo>
                  <a:pt x="1961070" y="161558"/>
                </a:lnTo>
                <a:close/>
                <a:moveTo>
                  <a:pt x="2067665" y="30572"/>
                </a:moveTo>
                <a:cubicBezTo>
                  <a:pt x="2061415" y="27081"/>
                  <a:pt x="2054575" y="25336"/>
                  <a:pt x="2047143" y="25336"/>
                </a:cubicBezTo>
                <a:cubicBezTo>
                  <a:pt x="2037177" y="25336"/>
                  <a:pt x="2029253" y="29376"/>
                  <a:pt x="2023369" y="37455"/>
                </a:cubicBezTo>
                <a:cubicBezTo>
                  <a:pt x="2017486" y="45534"/>
                  <a:pt x="2014544" y="55880"/>
                  <a:pt x="2014544" y="68491"/>
                </a:cubicBezTo>
                <a:lnTo>
                  <a:pt x="2015051" y="68491"/>
                </a:lnTo>
                <a:cubicBezTo>
                  <a:pt x="2020962" y="58864"/>
                  <a:pt x="2029886" y="54050"/>
                  <a:pt x="2041822" y="54050"/>
                </a:cubicBezTo>
                <a:cubicBezTo>
                  <a:pt x="2052294" y="54050"/>
                  <a:pt x="2060627" y="57611"/>
                  <a:pt x="2066820" y="64733"/>
                </a:cubicBezTo>
                <a:cubicBezTo>
                  <a:pt x="2073014" y="71855"/>
                  <a:pt x="2076110" y="81131"/>
                  <a:pt x="2076110" y="92560"/>
                </a:cubicBezTo>
                <a:cubicBezTo>
                  <a:pt x="2076110" y="105116"/>
                  <a:pt x="2072169" y="115419"/>
                  <a:pt x="2064287" y="123470"/>
                </a:cubicBezTo>
                <a:cubicBezTo>
                  <a:pt x="2056405" y="131521"/>
                  <a:pt x="2046411" y="135547"/>
                  <a:pt x="2034306" y="135547"/>
                </a:cubicBezTo>
                <a:cubicBezTo>
                  <a:pt x="2020287" y="135547"/>
                  <a:pt x="2009575" y="130395"/>
                  <a:pt x="2002172" y="120092"/>
                </a:cubicBezTo>
                <a:cubicBezTo>
                  <a:pt x="1994768" y="109789"/>
                  <a:pt x="1991066" y="95770"/>
                  <a:pt x="1991066" y="78035"/>
                </a:cubicBezTo>
                <a:cubicBezTo>
                  <a:pt x="1991066" y="57034"/>
                  <a:pt x="1995908" y="39946"/>
                  <a:pt x="2005592" y="26772"/>
                </a:cubicBezTo>
                <a:cubicBezTo>
                  <a:pt x="2015276" y="13597"/>
                  <a:pt x="2028676" y="7010"/>
                  <a:pt x="2045792" y="7010"/>
                </a:cubicBezTo>
                <a:cubicBezTo>
                  <a:pt x="2055250" y="7010"/>
                  <a:pt x="2062541" y="8164"/>
                  <a:pt x="2067665" y="10472"/>
                </a:cubicBezTo>
                <a:lnTo>
                  <a:pt x="2067665" y="30572"/>
                </a:lnTo>
                <a:moveTo>
                  <a:pt x="2015389" y="92560"/>
                </a:moveTo>
                <a:cubicBezTo>
                  <a:pt x="2015389" y="99260"/>
                  <a:pt x="2017106" y="105031"/>
                  <a:pt x="2020540" y="109873"/>
                </a:cubicBezTo>
                <a:cubicBezTo>
                  <a:pt x="2023975" y="114715"/>
                  <a:pt x="2028591" y="117136"/>
                  <a:pt x="2034390" y="117136"/>
                </a:cubicBezTo>
                <a:cubicBezTo>
                  <a:pt x="2040077" y="117136"/>
                  <a:pt x="2044581" y="114969"/>
                  <a:pt x="2047903" y="110633"/>
                </a:cubicBezTo>
                <a:cubicBezTo>
                  <a:pt x="2051225" y="106298"/>
                  <a:pt x="2052886" y="100837"/>
                  <a:pt x="2052886" y="94249"/>
                </a:cubicBezTo>
                <a:cubicBezTo>
                  <a:pt x="2052886" y="79386"/>
                  <a:pt x="2046692" y="71954"/>
                  <a:pt x="2034306" y="71954"/>
                </a:cubicBezTo>
                <a:cubicBezTo>
                  <a:pt x="2028732" y="71954"/>
                  <a:pt x="2024186" y="73910"/>
                  <a:pt x="2020667" y="77823"/>
                </a:cubicBezTo>
                <a:cubicBezTo>
                  <a:pt x="2017148" y="81736"/>
                  <a:pt x="2015389" y="86649"/>
                  <a:pt x="2015389" y="92560"/>
                </a:cubicBezTo>
                <a:close/>
                <a:moveTo>
                  <a:pt x="2096100" y="110887"/>
                </a:moveTo>
                <a:cubicBezTo>
                  <a:pt x="2102744" y="115053"/>
                  <a:pt x="2110457" y="117136"/>
                  <a:pt x="2119240" y="117136"/>
                </a:cubicBezTo>
                <a:cubicBezTo>
                  <a:pt x="2129543" y="117136"/>
                  <a:pt x="2137398" y="113434"/>
                  <a:pt x="2142803" y="106031"/>
                </a:cubicBezTo>
                <a:cubicBezTo>
                  <a:pt x="2148208" y="98627"/>
                  <a:pt x="2150910" y="88422"/>
                  <a:pt x="2150910" y="75416"/>
                </a:cubicBezTo>
                <a:lnTo>
                  <a:pt x="2150488" y="75248"/>
                </a:lnTo>
                <a:cubicBezTo>
                  <a:pt x="2145139" y="84143"/>
                  <a:pt x="2136525" y="88591"/>
                  <a:pt x="2124645" y="88591"/>
                </a:cubicBezTo>
                <a:cubicBezTo>
                  <a:pt x="2114117" y="88591"/>
                  <a:pt x="2105559" y="84917"/>
                  <a:pt x="2098971" y="77570"/>
                </a:cubicBezTo>
                <a:cubicBezTo>
                  <a:pt x="2092384" y="70223"/>
                  <a:pt x="2089090" y="61116"/>
                  <a:pt x="2089090" y="50249"/>
                </a:cubicBezTo>
                <a:cubicBezTo>
                  <a:pt x="2089090" y="37469"/>
                  <a:pt x="2093060" y="27067"/>
                  <a:pt x="2100998" y="19044"/>
                </a:cubicBezTo>
                <a:cubicBezTo>
                  <a:pt x="2108937" y="11021"/>
                  <a:pt x="2119212" y="7010"/>
                  <a:pt x="2131824" y="7010"/>
                </a:cubicBezTo>
                <a:cubicBezTo>
                  <a:pt x="2145224" y="7010"/>
                  <a:pt x="2155611" y="12105"/>
                  <a:pt x="2162987" y="22296"/>
                </a:cubicBezTo>
                <a:cubicBezTo>
                  <a:pt x="2170362" y="32486"/>
                  <a:pt x="2174050" y="46674"/>
                  <a:pt x="2174050" y="64860"/>
                </a:cubicBezTo>
                <a:cubicBezTo>
                  <a:pt x="2174050" y="86987"/>
                  <a:pt x="2169433" y="104299"/>
                  <a:pt x="2160200" y="116798"/>
                </a:cubicBezTo>
                <a:cubicBezTo>
                  <a:pt x="2150966" y="129297"/>
                  <a:pt x="2137904" y="135547"/>
                  <a:pt x="2121014" y="135547"/>
                </a:cubicBezTo>
                <a:cubicBezTo>
                  <a:pt x="2111330" y="135547"/>
                  <a:pt x="2103025" y="133999"/>
                  <a:pt x="2096100" y="130902"/>
                </a:cubicBezTo>
                <a:lnTo>
                  <a:pt x="2096100" y="110887"/>
                </a:lnTo>
                <a:moveTo>
                  <a:pt x="2112315" y="47969"/>
                </a:moveTo>
                <a:cubicBezTo>
                  <a:pt x="2112315" y="54838"/>
                  <a:pt x="2114018" y="60299"/>
                  <a:pt x="2117424" y="64353"/>
                </a:cubicBezTo>
                <a:cubicBezTo>
                  <a:pt x="2120831" y="68407"/>
                  <a:pt x="2125546" y="70434"/>
                  <a:pt x="2131570" y="70434"/>
                </a:cubicBezTo>
                <a:cubicBezTo>
                  <a:pt x="2136975" y="70434"/>
                  <a:pt x="2141395" y="68519"/>
                  <a:pt x="2144829" y="64691"/>
                </a:cubicBezTo>
                <a:cubicBezTo>
                  <a:pt x="2148264" y="60862"/>
                  <a:pt x="2149981" y="56217"/>
                  <a:pt x="2149981" y="50756"/>
                </a:cubicBezTo>
                <a:cubicBezTo>
                  <a:pt x="2149981" y="43831"/>
                  <a:pt x="2148236" y="37863"/>
                  <a:pt x="2144745" y="32852"/>
                </a:cubicBezTo>
                <a:cubicBezTo>
                  <a:pt x="2141254" y="27841"/>
                  <a:pt x="2136637" y="25336"/>
                  <a:pt x="2130895" y="25336"/>
                </a:cubicBezTo>
                <a:cubicBezTo>
                  <a:pt x="2125208" y="25336"/>
                  <a:pt x="2120690" y="27560"/>
                  <a:pt x="2117340" y="32008"/>
                </a:cubicBezTo>
                <a:cubicBezTo>
                  <a:pt x="2113990" y="36456"/>
                  <a:pt x="2112315" y="41776"/>
                  <a:pt x="2112315" y="47969"/>
                </a:cubicBezTo>
                <a:close/>
                <a:moveTo>
                  <a:pt x="2183140" y="161558"/>
                </a:moveTo>
                <a:cubicBezTo>
                  <a:pt x="2200932" y="139601"/>
                  <a:pt x="2209827" y="114349"/>
                  <a:pt x="2209827" y="85804"/>
                </a:cubicBezTo>
                <a:cubicBezTo>
                  <a:pt x="2209827" y="57541"/>
                  <a:pt x="2200932" y="31951"/>
                  <a:pt x="2183140" y="9036"/>
                </a:cubicBezTo>
                <a:lnTo>
                  <a:pt x="2202733" y="9036"/>
                </a:lnTo>
                <a:cubicBezTo>
                  <a:pt x="2221257" y="31051"/>
                  <a:pt x="2230518" y="56668"/>
                  <a:pt x="2230518" y="85889"/>
                </a:cubicBezTo>
                <a:cubicBezTo>
                  <a:pt x="2230518" y="115616"/>
                  <a:pt x="2221228" y="140839"/>
                  <a:pt x="2202649" y="161558"/>
                </a:cubicBezTo>
                <a:lnTo>
                  <a:pt x="2183140" y="161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E39EA-D92D-442A-9671-91A3593C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6027" y="1408717"/>
            <a:ext cx="2432088" cy="88830"/>
          </a:xfrm>
          <a:custGeom xmlns:a="http://schemas.openxmlformats.org/drawingml/2006/main">
            <a:pathLst>
              <a:path w="2432088" h="88830">
                <a:moveTo>
                  <a:pt x="2432088" y="0"/>
                </a:moveTo>
                <a:cubicBezTo>
                  <a:pt x="2432088" y="24597"/>
                  <a:pt x="2358298" y="44493"/>
                  <a:pt x="2267431" y="44493"/>
                </a:cubicBezTo>
                <a:lnTo>
                  <a:pt x="1493186" y="44493"/>
                </a:lnTo>
                <a:cubicBezTo>
                  <a:pt x="1402163" y="44493"/>
                  <a:pt x="1328374" y="64390"/>
                  <a:pt x="1328374" y="88830"/>
                </a:cubicBezTo>
                <a:cubicBezTo>
                  <a:pt x="1328374" y="64390"/>
                  <a:pt x="1254584" y="44493"/>
                  <a:pt x="1163561" y="44493"/>
                </a:cubicBezTo>
                <a:lnTo>
                  <a:pt x="164813" y="44493"/>
                </a:lnTo>
                <a:cubicBezTo>
                  <a:pt x="73790" y="44493"/>
                  <a:pt x="0" y="24597"/>
                  <a:pt x="0" y="0"/>
                </a:cubicBezTo>
                <a:lnTo>
                  <a:pt x="2432088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FCAEC-BB49-47AC-85A2-6C8595DA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6027" y="71116"/>
            <a:ext cx="2432087" cy="1332275"/>
          </a:xfrm>
          <a:custGeom xmlns:a="http://schemas.openxmlformats.org/drawingml/2006/main">
            <a:pathLst>
              <a:path w="2432087" h="1332275" fill="none">
                <a:moveTo>
                  <a:pt x="0" y="1332275"/>
                </a:moveTo>
                <a:lnTo>
                  <a:pt x="2432087" y="1332275"/>
                </a:lnTo>
                <a:lnTo>
                  <a:pt x="2432087" y="0"/>
                </a:lnTo>
                <a:lnTo>
                  <a:pt x="0" y="0"/>
                </a:lnTo>
                <a:lnTo>
                  <a:pt x="0" y="133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33" cap="flat">
            <a:solidFill>
              <a:srgbClr val="262626"/>
            </a:solidFill>
            <a:custDash>
              <a:ds d="300000" sp="100000"/>
            </a:custDash>
            <a:miter/>
          </a:ln>
        </p:spPr>
      </p:sp>
      <p:sp>
        <p:nvSpPr>
          <p:cNvPr id="107" name="Text •74incidents">
            <a:extLst xmlns:a="http://schemas.openxmlformats.org/drawingml/2006/main">
              <a:ext uri="{FF2B5EF4-FFF2-40B4-BE49-F238E27FC236}">
                <a16:creationId xmlns:a16="http://schemas.microsoft.com/office/drawing/2014/main" id="{FCE0855F-5D20-434C-8A85-83A2A361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718" y="155193"/>
            <a:ext cx="1099691" cy="133520"/>
          </a:xfrm>
          <a:custGeom xmlns:a="http://schemas.openxmlformats.org/drawingml/2006/main">
            <a:pathLst>
              <a:path w="1099691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96240" y="20015"/>
                </a:moveTo>
                <a:cubicBezTo>
                  <a:pt x="182896" y="44845"/>
                  <a:pt x="173381" y="65184"/>
                  <a:pt x="167695" y="81033"/>
                </a:cubicBezTo>
                <a:cubicBezTo>
                  <a:pt x="162008" y="96882"/>
                  <a:pt x="157898" y="113645"/>
                  <a:pt x="155364" y="131324"/>
                </a:cubicBezTo>
                <a:lnTo>
                  <a:pt x="131042" y="131324"/>
                </a:lnTo>
                <a:cubicBezTo>
                  <a:pt x="133688" y="114715"/>
                  <a:pt x="138235" y="97951"/>
                  <a:pt x="144681" y="81033"/>
                </a:cubicBezTo>
                <a:cubicBezTo>
                  <a:pt x="151128" y="64114"/>
                  <a:pt x="160150" y="45971"/>
                  <a:pt x="171748" y="26603"/>
                </a:cubicBezTo>
                <a:lnTo>
                  <a:pt x="111702" y="26603"/>
                </a:lnTo>
                <a:lnTo>
                  <a:pt x="111702" y="7010"/>
                </a:lnTo>
                <a:lnTo>
                  <a:pt x="196240" y="7010"/>
                </a:lnTo>
                <a:lnTo>
                  <a:pt x="196240" y="20015"/>
                </a:lnTo>
                <a:close/>
                <a:moveTo>
                  <a:pt x="283449" y="7010"/>
                </a:moveTo>
                <a:lnTo>
                  <a:pt x="283449" y="86649"/>
                </a:lnTo>
                <a:lnTo>
                  <a:pt x="298313" y="86649"/>
                </a:lnTo>
                <a:lnTo>
                  <a:pt x="298313" y="103877"/>
                </a:lnTo>
                <a:lnTo>
                  <a:pt x="283449" y="103877"/>
                </a:lnTo>
                <a:lnTo>
                  <a:pt x="283449" y="131324"/>
                </a:lnTo>
                <a:lnTo>
                  <a:pt x="261660" y="131324"/>
                </a:lnTo>
                <a:lnTo>
                  <a:pt x="261660" y="103877"/>
                </a:lnTo>
                <a:lnTo>
                  <a:pt x="207526" y="103877"/>
                </a:lnTo>
                <a:lnTo>
                  <a:pt x="207526" y="85720"/>
                </a:lnTo>
                <a:cubicBezTo>
                  <a:pt x="218843" y="72770"/>
                  <a:pt x="229343" y="59244"/>
                  <a:pt x="239027" y="45140"/>
                </a:cubicBezTo>
                <a:cubicBezTo>
                  <a:pt x="248711" y="31036"/>
                  <a:pt x="256115" y="18326"/>
                  <a:pt x="261238" y="7010"/>
                </a:cubicBezTo>
                <a:lnTo>
                  <a:pt x="283449" y="7010"/>
                </a:lnTo>
                <a:moveTo>
                  <a:pt x="227541" y="86649"/>
                </a:moveTo>
                <a:lnTo>
                  <a:pt x="261660" y="86649"/>
                </a:lnTo>
                <a:lnTo>
                  <a:pt x="261660" y="38511"/>
                </a:lnTo>
                <a:cubicBezTo>
                  <a:pt x="258226" y="44647"/>
                  <a:pt x="253356" y="52234"/>
                  <a:pt x="247050" y="61271"/>
                </a:cubicBezTo>
                <a:cubicBezTo>
                  <a:pt x="240744" y="70307"/>
                  <a:pt x="234241" y="78766"/>
                  <a:pt x="227541" y="86649"/>
                </a:cubicBezTo>
                <a:close/>
                <a:moveTo>
                  <a:pt x="374897" y="13344"/>
                </a:moveTo>
                <a:cubicBezTo>
                  <a:pt x="374897" y="9740"/>
                  <a:pt x="376178" y="6728"/>
                  <a:pt x="378740" y="4307"/>
                </a:cubicBezTo>
                <a:cubicBezTo>
                  <a:pt x="381301" y="1886"/>
                  <a:pt x="384609" y="676"/>
                  <a:pt x="388663" y="676"/>
                </a:cubicBezTo>
                <a:cubicBezTo>
                  <a:pt x="392604" y="676"/>
                  <a:pt x="395898" y="1872"/>
                  <a:pt x="398544" y="4265"/>
                </a:cubicBezTo>
                <a:cubicBezTo>
                  <a:pt x="401190" y="6658"/>
                  <a:pt x="402513" y="9684"/>
                  <a:pt x="402513" y="13344"/>
                </a:cubicBezTo>
                <a:cubicBezTo>
                  <a:pt x="402513" y="17003"/>
                  <a:pt x="401204" y="20044"/>
                  <a:pt x="398586" y="22464"/>
                </a:cubicBezTo>
                <a:cubicBezTo>
                  <a:pt x="395968" y="24885"/>
                  <a:pt x="392660" y="26096"/>
                  <a:pt x="388663" y="26096"/>
                </a:cubicBezTo>
                <a:cubicBezTo>
                  <a:pt x="384666" y="26096"/>
                  <a:pt x="381372" y="24857"/>
                  <a:pt x="378782" y="22380"/>
                </a:cubicBezTo>
                <a:cubicBezTo>
                  <a:pt x="376192" y="19903"/>
                  <a:pt x="374897" y="16891"/>
                  <a:pt x="374897" y="13344"/>
                </a:cubicBezTo>
                <a:moveTo>
                  <a:pt x="376755" y="131324"/>
                </a:moveTo>
                <a:lnTo>
                  <a:pt x="376755" y="42564"/>
                </a:lnTo>
                <a:lnTo>
                  <a:pt x="400233" y="42564"/>
                </a:lnTo>
                <a:lnTo>
                  <a:pt x="400233" y="131324"/>
                </a:lnTo>
                <a:lnTo>
                  <a:pt x="376755" y="131324"/>
                </a:lnTo>
                <a:close/>
                <a:moveTo>
                  <a:pt x="506656" y="131324"/>
                </a:moveTo>
                <a:lnTo>
                  <a:pt x="483178" y="131324"/>
                </a:lnTo>
                <a:lnTo>
                  <a:pt x="483178" y="81582"/>
                </a:lnTo>
                <a:cubicBezTo>
                  <a:pt x="483178" y="66380"/>
                  <a:pt x="477689" y="58779"/>
                  <a:pt x="466710" y="58779"/>
                </a:cubicBezTo>
                <a:cubicBezTo>
                  <a:pt x="461193" y="58779"/>
                  <a:pt x="456702" y="60848"/>
                  <a:pt x="453240" y="64987"/>
                </a:cubicBezTo>
                <a:cubicBezTo>
                  <a:pt x="449777" y="69125"/>
                  <a:pt x="448046" y="74375"/>
                  <a:pt x="448046" y="80737"/>
                </a:cubicBezTo>
                <a:lnTo>
                  <a:pt x="448046" y="131324"/>
                </a:lnTo>
                <a:lnTo>
                  <a:pt x="424484" y="131324"/>
                </a:lnTo>
                <a:lnTo>
                  <a:pt x="424484" y="42564"/>
                </a:lnTo>
                <a:lnTo>
                  <a:pt x="448046" y="42564"/>
                </a:lnTo>
                <a:lnTo>
                  <a:pt x="448046" y="56837"/>
                </a:lnTo>
                <a:lnTo>
                  <a:pt x="448299" y="56837"/>
                </a:lnTo>
                <a:cubicBezTo>
                  <a:pt x="454830" y="45914"/>
                  <a:pt x="464430" y="40453"/>
                  <a:pt x="477098" y="40453"/>
                </a:cubicBezTo>
                <a:cubicBezTo>
                  <a:pt x="496804" y="40453"/>
                  <a:pt x="506656" y="52642"/>
                  <a:pt x="506656" y="77021"/>
                </a:cubicBezTo>
                <a:lnTo>
                  <a:pt x="506656" y="131324"/>
                </a:lnTo>
                <a:close/>
                <a:moveTo>
                  <a:pt x="595011" y="127862"/>
                </a:moveTo>
                <a:cubicBezTo>
                  <a:pt x="588648" y="131634"/>
                  <a:pt x="579950" y="133520"/>
                  <a:pt x="568915" y="133520"/>
                </a:cubicBezTo>
                <a:cubicBezTo>
                  <a:pt x="555627" y="133520"/>
                  <a:pt x="544860" y="129424"/>
                  <a:pt x="536611" y="121232"/>
                </a:cubicBezTo>
                <a:cubicBezTo>
                  <a:pt x="528363" y="113040"/>
                  <a:pt x="524239" y="102329"/>
                  <a:pt x="524239" y="89098"/>
                </a:cubicBezTo>
                <a:cubicBezTo>
                  <a:pt x="524239" y="74009"/>
                  <a:pt x="528659" y="62129"/>
                  <a:pt x="537498" y="53459"/>
                </a:cubicBezTo>
                <a:cubicBezTo>
                  <a:pt x="546338" y="44788"/>
                  <a:pt x="558133" y="40453"/>
                  <a:pt x="572884" y="40453"/>
                </a:cubicBezTo>
                <a:cubicBezTo>
                  <a:pt x="582512" y="40453"/>
                  <a:pt x="589887" y="41861"/>
                  <a:pt x="595011" y="44676"/>
                </a:cubicBezTo>
                <a:lnTo>
                  <a:pt x="595011" y="65367"/>
                </a:lnTo>
                <a:cubicBezTo>
                  <a:pt x="589043" y="60975"/>
                  <a:pt x="582455" y="58779"/>
                  <a:pt x="575249" y="58779"/>
                </a:cubicBezTo>
                <a:cubicBezTo>
                  <a:pt x="567028" y="58779"/>
                  <a:pt x="560441" y="61355"/>
                  <a:pt x="555487" y="66507"/>
                </a:cubicBezTo>
                <a:cubicBezTo>
                  <a:pt x="550532" y="71658"/>
                  <a:pt x="548055" y="78626"/>
                  <a:pt x="548055" y="87409"/>
                </a:cubicBezTo>
                <a:cubicBezTo>
                  <a:pt x="548055" y="96079"/>
                  <a:pt x="550391" y="102864"/>
                  <a:pt x="555064" y="107762"/>
                </a:cubicBezTo>
                <a:cubicBezTo>
                  <a:pt x="559737" y="112660"/>
                  <a:pt x="566156" y="115109"/>
                  <a:pt x="574320" y="115109"/>
                </a:cubicBezTo>
                <a:cubicBezTo>
                  <a:pt x="581470" y="115109"/>
                  <a:pt x="588367" y="112857"/>
                  <a:pt x="595011" y="108353"/>
                </a:cubicBezTo>
                <a:lnTo>
                  <a:pt x="595011" y="127862"/>
                </a:lnTo>
                <a:close/>
                <a:moveTo>
                  <a:pt x="611680" y="13344"/>
                </a:moveTo>
                <a:cubicBezTo>
                  <a:pt x="611680" y="9740"/>
                  <a:pt x="612960" y="6728"/>
                  <a:pt x="615522" y="4307"/>
                </a:cubicBezTo>
                <a:cubicBezTo>
                  <a:pt x="618084" y="1886"/>
                  <a:pt x="621392" y="676"/>
                  <a:pt x="625445" y="676"/>
                </a:cubicBezTo>
                <a:cubicBezTo>
                  <a:pt x="629387" y="676"/>
                  <a:pt x="632680" y="1872"/>
                  <a:pt x="635326" y="4265"/>
                </a:cubicBezTo>
                <a:cubicBezTo>
                  <a:pt x="637973" y="6658"/>
                  <a:pt x="639296" y="9684"/>
                  <a:pt x="639296" y="13344"/>
                </a:cubicBezTo>
                <a:cubicBezTo>
                  <a:pt x="639296" y="17003"/>
                  <a:pt x="637987" y="20044"/>
                  <a:pt x="635369" y="22464"/>
                </a:cubicBezTo>
                <a:cubicBezTo>
                  <a:pt x="632751" y="24885"/>
                  <a:pt x="629443" y="26096"/>
                  <a:pt x="625445" y="26096"/>
                </a:cubicBezTo>
                <a:cubicBezTo>
                  <a:pt x="621448" y="26096"/>
                  <a:pt x="618154" y="24857"/>
                  <a:pt x="615564" y="22380"/>
                </a:cubicBezTo>
                <a:cubicBezTo>
                  <a:pt x="612975" y="19903"/>
                  <a:pt x="611680" y="16891"/>
                  <a:pt x="611680" y="13344"/>
                </a:cubicBezTo>
                <a:moveTo>
                  <a:pt x="613538" y="131324"/>
                </a:moveTo>
                <a:lnTo>
                  <a:pt x="613538" y="42564"/>
                </a:lnTo>
                <a:lnTo>
                  <a:pt x="637015" y="42564"/>
                </a:lnTo>
                <a:lnTo>
                  <a:pt x="637015" y="131324"/>
                </a:lnTo>
                <a:lnTo>
                  <a:pt x="613538" y="131324"/>
                </a:lnTo>
                <a:close/>
                <a:moveTo>
                  <a:pt x="744875" y="131324"/>
                </a:moveTo>
                <a:lnTo>
                  <a:pt x="721397" y="131324"/>
                </a:lnTo>
                <a:lnTo>
                  <a:pt x="721397" y="118234"/>
                </a:lnTo>
                <a:lnTo>
                  <a:pt x="720975" y="118234"/>
                </a:lnTo>
                <a:cubicBezTo>
                  <a:pt x="714669" y="128425"/>
                  <a:pt x="705238" y="133520"/>
                  <a:pt x="692683" y="133520"/>
                </a:cubicBezTo>
                <a:cubicBezTo>
                  <a:pt x="681535" y="133520"/>
                  <a:pt x="672611" y="129523"/>
                  <a:pt x="665911" y="121528"/>
                </a:cubicBezTo>
                <a:cubicBezTo>
                  <a:pt x="659211" y="113533"/>
                  <a:pt x="655861" y="102667"/>
                  <a:pt x="655861" y="88929"/>
                </a:cubicBezTo>
                <a:cubicBezTo>
                  <a:pt x="655861" y="74347"/>
                  <a:pt x="659606" y="62622"/>
                  <a:pt x="667094" y="53754"/>
                </a:cubicBezTo>
                <a:cubicBezTo>
                  <a:pt x="674582" y="44887"/>
                  <a:pt x="684322" y="40453"/>
                  <a:pt x="696314" y="40453"/>
                </a:cubicBezTo>
                <a:cubicBezTo>
                  <a:pt x="707969" y="40453"/>
                  <a:pt x="716189" y="44760"/>
                  <a:pt x="720975" y="53374"/>
                </a:cubicBezTo>
                <a:lnTo>
                  <a:pt x="721397" y="53374"/>
                </a:lnTo>
                <a:lnTo>
                  <a:pt x="721397" y="0"/>
                </a:lnTo>
                <a:lnTo>
                  <a:pt x="744875" y="0"/>
                </a:lnTo>
                <a:lnTo>
                  <a:pt x="744875" y="131324"/>
                </a:lnTo>
                <a:moveTo>
                  <a:pt x="721735" y="80568"/>
                </a:moveTo>
                <a:cubicBezTo>
                  <a:pt x="721735" y="74319"/>
                  <a:pt x="719820" y="69125"/>
                  <a:pt x="715992" y="64987"/>
                </a:cubicBezTo>
                <a:cubicBezTo>
                  <a:pt x="712163" y="60848"/>
                  <a:pt x="707350" y="58779"/>
                  <a:pt x="701550" y="58779"/>
                </a:cubicBezTo>
                <a:cubicBezTo>
                  <a:pt x="694794" y="58779"/>
                  <a:pt x="689460" y="61425"/>
                  <a:pt x="685547" y="66718"/>
                </a:cubicBezTo>
                <a:cubicBezTo>
                  <a:pt x="681634" y="72010"/>
                  <a:pt x="679677" y="79189"/>
                  <a:pt x="679677" y="88253"/>
                </a:cubicBezTo>
                <a:cubicBezTo>
                  <a:pt x="679677" y="96755"/>
                  <a:pt x="681563" y="103356"/>
                  <a:pt x="685336" y="108058"/>
                </a:cubicBezTo>
                <a:cubicBezTo>
                  <a:pt x="689108" y="112759"/>
                  <a:pt x="694203" y="115109"/>
                  <a:pt x="700622" y="115109"/>
                </a:cubicBezTo>
                <a:cubicBezTo>
                  <a:pt x="706815" y="115109"/>
                  <a:pt x="711882" y="112660"/>
                  <a:pt x="715823" y="107762"/>
                </a:cubicBezTo>
                <a:cubicBezTo>
                  <a:pt x="719764" y="102864"/>
                  <a:pt x="721735" y="96614"/>
                  <a:pt x="721735" y="89013"/>
                </a:cubicBezTo>
                <a:lnTo>
                  <a:pt x="721735" y="80568"/>
                </a:lnTo>
                <a:close/>
                <a:moveTo>
                  <a:pt x="846812" y="93574"/>
                </a:moveTo>
                <a:lnTo>
                  <a:pt x="787526" y="93574"/>
                </a:lnTo>
                <a:cubicBezTo>
                  <a:pt x="788484" y="108663"/>
                  <a:pt x="797041" y="116207"/>
                  <a:pt x="813200" y="116207"/>
                </a:cubicBezTo>
                <a:cubicBezTo>
                  <a:pt x="823053" y="116207"/>
                  <a:pt x="831836" y="113617"/>
                  <a:pt x="839549" y="108438"/>
                </a:cubicBezTo>
                <a:lnTo>
                  <a:pt x="839549" y="126342"/>
                </a:lnTo>
                <a:cubicBezTo>
                  <a:pt x="831329" y="131127"/>
                  <a:pt x="820773" y="133520"/>
                  <a:pt x="807880" y="133520"/>
                </a:cubicBezTo>
                <a:cubicBezTo>
                  <a:pt x="794086" y="133520"/>
                  <a:pt x="783346" y="129523"/>
                  <a:pt x="775661" y="121528"/>
                </a:cubicBezTo>
                <a:cubicBezTo>
                  <a:pt x="767976" y="113533"/>
                  <a:pt x="764133" y="102357"/>
                  <a:pt x="764133" y="88000"/>
                </a:cubicBezTo>
                <a:cubicBezTo>
                  <a:pt x="764133" y="73924"/>
                  <a:pt x="768257" y="62481"/>
                  <a:pt x="776505" y="53670"/>
                </a:cubicBezTo>
                <a:cubicBezTo>
                  <a:pt x="784754" y="44859"/>
                  <a:pt x="795071" y="40453"/>
                  <a:pt x="807457" y="40453"/>
                </a:cubicBezTo>
                <a:cubicBezTo>
                  <a:pt x="819844" y="40453"/>
                  <a:pt x="829500" y="44253"/>
                  <a:pt x="836425" y="51854"/>
                </a:cubicBezTo>
                <a:cubicBezTo>
                  <a:pt x="843350" y="59455"/>
                  <a:pt x="846812" y="69899"/>
                  <a:pt x="846812" y="83186"/>
                </a:cubicBezTo>
                <a:lnTo>
                  <a:pt x="846812" y="93574"/>
                </a:lnTo>
                <a:moveTo>
                  <a:pt x="824601" y="78119"/>
                </a:moveTo>
                <a:cubicBezTo>
                  <a:pt x="824601" y="64043"/>
                  <a:pt x="818802" y="57006"/>
                  <a:pt x="807204" y="57006"/>
                </a:cubicBezTo>
                <a:cubicBezTo>
                  <a:pt x="802362" y="57006"/>
                  <a:pt x="798097" y="58920"/>
                  <a:pt x="794409" y="62749"/>
                </a:cubicBezTo>
                <a:cubicBezTo>
                  <a:pt x="790722" y="66577"/>
                  <a:pt x="788427" y="71701"/>
                  <a:pt x="787526" y="78119"/>
                </a:cubicBezTo>
                <a:lnTo>
                  <a:pt x="824601" y="78119"/>
                </a:lnTo>
                <a:close/>
                <a:moveTo>
                  <a:pt x="947876" y="131324"/>
                </a:moveTo>
                <a:lnTo>
                  <a:pt x="924398" y="131324"/>
                </a:lnTo>
                <a:lnTo>
                  <a:pt x="924398" y="81582"/>
                </a:lnTo>
                <a:cubicBezTo>
                  <a:pt x="924398" y="66380"/>
                  <a:pt x="918909" y="58779"/>
                  <a:pt x="907930" y="58779"/>
                </a:cubicBezTo>
                <a:cubicBezTo>
                  <a:pt x="902413" y="58779"/>
                  <a:pt x="897923" y="60848"/>
                  <a:pt x="894460" y="64987"/>
                </a:cubicBezTo>
                <a:cubicBezTo>
                  <a:pt x="890997" y="69125"/>
                  <a:pt x="889266" y="74375"/>
                  <a:pt x="889266" y="80737"/>
                </a:cubicBezTo>
                <a:lnTo>
                  <a:pt x="889266" y="131324"/>
                </a:lnTo>
                <a:lnTo>
                  <a:pt x="865704" y="131324"/>
                </a:lnTo>
                <a:lnTo>
                  <a:pt x="865704" y="42564"/>
                </a:lnTo>
                <a:lnTo>
                  <a:pt x="889266" y="42564"/>
                </a:lnTo>
                <a:lnTo>
                  <a:pt x="889266" y="56837"/>
                </a:lnTo>
                <a:lnTo>
                  <a:pt x="889519" y="56837"/>
                </a:lnTo>
                <a:cubicBezTo>
                  <a:pt x="896050" y="45914"/>
                  <a:pt x="905650" y="40453"/>
                  <a:pt x="918318" y="40453"/>
                </a:cubicBezTo>
                <a:cubicBezTo>
                  <a:pt x="938024" y="40453"/>
                  <a:pt x="947876" y="52642"/>
                  <a:pt x="947876" y="77021"/>
                </a:cubicBezTo>
                <a:lnTo>
                  <a:pt x="947876" y="131324"/>
                </a:lnTo>
                <a:close/>
                <a:moveTo>
                  <a:pt x="1020775" y="130395"/>
                </a:moveTo>
                <a:cubicBezTo>
                  <a:pt x="1016777" y="132422"/>
                  <a:pt x="1011203" y="133436"/>
                  <a:pt x="1004053" y="133436"/>
                </a:cubicBezTo>
                <a:cubicBezTo>
                  <a:pt x="985868" y="133436"/>
                  <a:pt x="976775" y="123808"/>
                  <a:pt x="976775" y="104553"/>
                </a:cubicBezTo>
                <a:lnTo>
                  <a:pt x="976775" y="60468"/>
                </a:lnTo>
                <a:lnTo>
                  <a:pt x="962080" y="60468"/>
                </a:lnTo>
                <a:lnTo>
                  <a:pt x="962080" y="42564"/>
                </a:lnTo>
                <a:lnTo>
                  <a:pt x="976775" y="42564"/>
                </a:lnTo>
                <a:lnTo>
                  <a:pt x="976775" y="22718"/>
                </a:lnTo>
                <a:lnTo>
                  <a:pt x="1000253" y="15877"/>
                </a:lnTo>
                <a:lnTo>
                  <a:pt x="1000253" y="42564"/>
                </a:lnTo>
                <a:lnTo>
                  <a:pt x="1020775" y="42564"/>
                </a:lnTo>
                <a:lnTo>
                  <a:pt x="1020775" y="60468"/>
                </a:lnTo>
                <a:lnTo>
                  <a:pt x="1000253" y="60468"/>
                </a:lnTo>
                <a:lnTo>
                  <a:pt x="1000253" y="100415"/>
                </a:lnTo>
                <a:cubicBezTo>
                  <a:pt x="1000253" y="110211"/>
                  <a:pt x="1004109" y="115109"/>
                  <a:pt x="1011823" y="115109"/>
                </a:cubicBezTo>
                <a:cubicBezTo>
                  <a:pt x="1015032" y="115109"/>
                  <a:pt x="1018016" y="114209"/>
                  <a:pt x="1020775" y="112407"/>
                </a:cubicBezTo>
                <a:lnTo>
                  <a:pt x="1020775" y="130395"/>
                </a:lnTo>
                <a:close/>
                <a:moveTo>
                  <a:pt x="1034324" y="108522"/>
                </a:moveTo>
                <a:cubicBezTo>
                  <a:pt x="1043108" y="114040"/>
                  <a:pt x="1051778" y="116798"/>
                  <a:pt x="1060336" y="116798"/>
                </a:cubicBezTo>
                <a:cubicBezTo>
                  <a:pt x="1071371" y="116798"/>
                  <a:pt x="1076889" y="113674"/>
                  <a:pt x="1076889" y="107424"/>
                </a:cubicBezTo>
                <a:cubicBezTo>
                  <a:pt x="1076889" y="103089"/>
                  <a:pt x="1072525" y="99429"/>
                  <a:pt x="1063799" y="96445"/>
                </a:cubicBezTo>
                <a:cubicBezTo>
                  <a:pt x="1051074" y="92166"/>
                  <a:pt x="1042995" y="87958"/>
                  <a:pt x="1039561" y="83820"/>
                </a:cubicBezTo>
                <a:cubicBezTo>
                  <a:pt x="1036126" y="79681"/>
                  <a:pt x="1034409" y="74375"/>
                  <a:pt x="1034409" y="67900"/>
                </a:cubicBezTo>
                <a:cubicBezTo>
                  <a:pt x="1034409" y="59342"/>
                  <a:pt x="1037900" y="52628"/>
                  <a:pt x="1044881" y="47758"/>
                </a:cubicBezTo>
                <a:cubicBezTo>
                  <a:pt x="1051863" y="42888"/>
                  <a:pt x="1060843" y="40453"/>
                  <a:pt x="1071822" y="40453"/>
                </a:cubicBezTo>
                <a:cubicBezTo>
                  <a:pt x="1079479" y="40453"/>
                  <a:pt x="1087136" y="41663"/>
                  <a:pt x="1094793" y="44084"/>
                </a:cubicBezTo>
                <a:lnTo>
                  <a:pt x="1094793" y="63255"/>
                </a:lnTo>
                <a:cubicBezTo>
                  <a:pt x="1087868" y="59145"/>
                  <a:pt x="1080295" y="57090"/>
                  <a:pt x="1072075" y="57090"/>
                </a:cubicBezTo>
                <a:cubicBezTo>
                  <a:pt x="1067740" y="57090"/>
                  <a:pt x="1064249" y="57907"/>
                  <a:pt x="1061603" y="59539"/>
                </a:cubicBezTo>
                <a:cubicBezTo>
                  <a:pt x="1058957" y="61172"/>
                  <a:pt x="1057633" y="63340"/>
                  <a:pt x="1057633" y="66042"/>
                </a:cubicBezTo>
                <a:cubicBezTo>
                  <a:pt x="1057633" y="70490"/>
                  <a:pt x="1061321" y="74009"/>
                  <a:pt x="1068697" y="76599"/>
                </a:cubicBezTo>
                <a:cubicBezTo>
                  <a:pt x="1077086" y="79639"/>
                  <a:pt x="1083251" y="82187"/>
                  <a:pt x="1087192" y="84242"/>
                </a:cubicBezTo>
                <a:cubicBezTo>
                  <a:pt x="1091133" y="86297"/>
                  <a:pt x="1094202" y="89098"/>
                  <a:pt x="1096397" y="92645"/>
                </a:cubicBezTo>
                <a:cubicBezTo>
                  <a:pt x="1098593" y="96192"/>
                  <a:pt x="1099691" y="100358"/>
                  <a:pt x="1099691" y="105144"/>
                </a:cubicBezTo>
                <a:cubicBezTo>
                  <a:pt x="1099691" y="114152"/>
                  <a:pt x="1096102" y="121134"/>
                  <a:pt x="1088923" y="126088"/>
                </a:cubicBezTo>
                <a:cubicBezTo>
                  <a:pt x="1081745" y="131043"/>
                  <a:pt x="1072272" y="133520"/>
                  <a:pt x="1060505" y="133520"/>
                </a:cubicBezTo>
                <a:cubicBezTo>
                  <a:pt x="1050596" y="133520"/>
                  <a:pt x="1041869" y="131944"/>
                  <a:pt x="1034324" y="128791"/>
                </a:cubicBezTo>
                <a:lnTo>
                  <a:pt x="1034324" y="108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•66malware">
            <a:extLst xmlns:a="http://schemas.openxmlformats.org/drawingml/2006/main">
              <a:ext uri="{FF2B5EF4-FFF2-40B4-BE49-F238E27FC236}">
                <a16:creationId xmlns:a16="http://schemas.microsoft.com/office/drawing/2014/main" id="{28398D0D-D0F9-45F9-876F-5198C3F7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718" y="361992"/>
            <a:ext cx="1054019" cy="133520"/>
          </a:xfrm>
          <a:custGeom xmlns:a="http://schemas.openxmlformats.org/drawingml/2006/main">
            <a:pathLst>
              <a:path w="1054019" h="133520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189146" y="28545"/>
                </a:moveTo>
                <a:cubicBezTo>
                  <a:pt x="182896" y="25054"/>
                  <a:pt x="176055" y="23309"/>
                  <a:pt x="168623" y="23309"/>
                </a:cubicBezTo>
                <a:cubicBezTo>
                  <a:pt x="158658" y="23309"/>
                  <a:pt x="150734" y="27349"/>
                  <a:pt x="144850" y="35428"/>
                </a:cubicBezTo>
                <a:cubicBezTo>
                  <a:pt x="138966" y="43507"/>
                  <a:pt x="136025" y="53853"/>
                  <a:pt x="136025" y="66464"/>
                </a:cubicBezTo>
                <a:lnTo>
                  <a:pt x="136531" y="66464"/>
                </a:lnTo>
                <a:cubicBezTo>
                  <a:pt x="142443" y="56837"/>
                  <a:pt x="151367" y="52023"/>
                  <a:pt x="163303" y="52023"/>
                </a:cubicBezTo>
                <a:cubicBezTo>
                  <a:pt x="173775" y="52023"/>
                  <a:pt x="182108" y="55584"/>
                  <a:pt x="188301" y="62706"/>
                </a:cubicBezTo>
                <a:cubicBezTo>
                  <a:pt x="194494" y="69828"/>
                  <a:pt x="197591" y="79104"/>
                  <a:pt x="197591" y="90534"/>
                </a:cubicBezTo>
                <a:cubicBezTo>
                  <a:pt x="197591" y="103089"/>
                  <a:pt x="193650" y="113392"/>
                  <a:pt x="185767" y="121443"/>
                </a:cubicBezTo>
                <a:cubicBezTo>
                  <a:pt x="177885" y="129494"/>
                  <a:pt x="167892" y="133520"/>
                  <a:pt x="155787" y="133520"/>
                </a:cubicBezTo>
                <a:cubicBezTo>
                  <a:pt x="141767" y="133520"/>
                  <a:pt x="131056" y="128368"/>
                  <a:pt x="123652" y="118065"/>
                </a:cubicBezTo>
                <a:cubicBezTo>
                  <a:pt x="116249" y="107762"/>
                  <a:pt x="112547" y="93743"/>
                  <a:pt x="112547" y="76008"/>
                </a:cubicBezTo>
                <a:cubicBezTo>
                  <a:pt x="112547" y="55007"/>
                  <a:pt x="117389" y="37919"/>
                  <a:pt x="127073" y="24745"/>
                </a:cubicBezTo>
                <a:cubicBezTo>
                  <a:pt x="136757" y="11570"/>
                  <a:pt x="150156" y="4983"/>
                  <a:pt x="167272" y="4983"/>
                </a:cubicBezTo>
                <a:cubicBezTo>
                  <a:pt x="176731" y="4983"/>
                  <a:pt x="184022" y="6137"/>
                  <a:pt x="189146" y="8445"/>
                </a:cubicBezTo>
                <a:lnTo>
                  <a:pt x="189146" y="28545"/>
                </a:lnTo>
                <a:moveTo>
                  <a:pt x="136869" y="90534"/>
                </a:moveTo>
                <a:cubicBezTo>
                  <a:pt x="136869" y="97233"/>
                  <a:pt x="138586" y="103004"/>
                  <a:pt x="142021" y="107846"/>
                </a:cubicBezTo>
                <a:cubicBezTo>
                  <a:pt x="145455" y="112688"/>
                  <a:pt x="150072" y="115109"/>
                  <a:pt x="155871" y="115109"/>
                </a:cubicBezTo>
                <a:cubicBezTo>
                  <a:pt x="161558" y="115109"/>
                  <a:pt x="166062" y="112942"/>
                  <a:pt x="169384" y="108606"/>
                </a:cubicBezTo>
                <a:cubicBezTo>
                  <a:pt x="172705" y="104271"/>
                  <a:pt x="174366" y="98810"/>
                  <a:pt x="174366" y="92223"/>
                </a:cubicBezTo>
                <a:cubicBezTo>
                  <a:pt x="174366" y="77359"/>
                  <a:pt x="168173" y="69927"/>
                  <a:pt x="155787" y="69927"/>
                </a:cubicBezTo>
                <a:cubicBezTo>
                  <a:pt x="150213" y="69927"/>
                  <a:pt x="145666" y="71884"/>
                  <a:pt x="142147" y="75797"/>
                </a:cubicBezTo>
                <a:cubicBezTo>
                  <a:pt x="138629" y="79709"/>
                  <a:pt x="136869" y="84622"/>
                  <a:pt x="136869" y="90534"/>
                </a:cubicBezTo>
                <a:close/>
                <a:moveTo>
                  <a:pt x="288770" y="28545"/>
                </a:moveTo>
                <a:cubicBezTo>
                  <a:pt x="282520" y="25054"/>
                  <a:pt x="275680" y="23309"/>
                  <a:pt x="268248" y="23309"/>
                </a:cubicBezTo>
                <a:cubicBezTo>
                  <a:pt x="258282" y="23309"/>
                  <a:pt x="250358" y="27349"/>
                  <a:pt x="244474" y="35428"/>
                </a:cubicBezTo>
                <a:cubicBezTo>
                  <a:pt x="238591" y="43507"/>
                  <a:pt x="235649" y="53853"/>
                  <a:pt x="235649" y="66464"/>
                </a:cubicBezTo>
                <a:lnTo>
                  <a:pt x="236156" y="66464"/>
                </a:lnTo>
                <a:cubicBezTo>
                  <a:pt x="242067" y="56837"/>
                  <a:pt x="250991" y="52023"/>
                  <a:pt x="262927" y="52023"/>
                </a:cubicBezTo>
                <a:cubicBezTo>
                  <a:pt x="273399" y="52023"/>
                  <a:pt x="281732" y="55584"/>
                  <a:pt x="287925" y="62706"/>
                </a:cubicBezTo>
                <a:cubicBezTo>
                  <a:pt x="294118" y="69828"/>
                  <a:pt x="297215" y="79104"/>
                  <a:pt x="297215" y="90534"/>
                </a:cubicBezTo>
                <a:cubicBezTo>
                  <a:pt x="297215" y="103089"/>
                  <a:pt x="293274" y="113392"/>
                  <a:pt x="285392" y="121443"/>
                </a:cubicBezTo>
                <a:cubicBezTo>
                  <a:pt x="277509" y="129494"/>
                  <a:pt x="267516" y="133520"/>
                  <a:pt x="255411" y="133520"/>
                </a:cubicBezTo>
                <a:cubicBezTo>
                  <a:pt x="241392" y="133520"/>
                  <a:pt x="230680" y="128368"/>
                  <a:pt x="223276" y="118065"/>
                </a:cubicBezTo>
                <a:cubicBezTo>
                  <a:pt x="215873" y="107762"/>
                  <a:pt x="212171" y="93743"/>
                  <a:pt x="212171" y="76008"/>
                </a:cubicBezTo>
                <a:cubicBezTo>
                  <a:pt x="212171" y="55007"/>
                  <a:pt x="217013" y="37919"/>
                  <a:pt x="226697" y="24745"/>
                </a:cubicBezTo>
                <a:cubicBezTo>
                  <a:pt x="236381" y="11570"/>
                  <a:pt x="249781" y="4983"/>
                  <a:pt x="266896" y="4983"/>
                </a:cubicBezTo>
                <a:cubicBezTo>
                  <a:pt x="276355" y="4983"/>
                  <a:pt x="283646" y="6137"/>
                  <a:pt x="288770" y="8445"/>
                </a:cubicBezTo>
                <a:lnTo>
                  <a:pt x="288770" y="28545"/>
                </a:lnTo>
                <a:moveTo>
                  <a:pt x="236493" y="90534"/>
                </a:moveTo>
                <a:cubicBezTo>
                  <a:pt x="236493" y="97233"/>
                  <a:pt x="238211" y="103004"/>
                  <a:pt x="241645" y="107846"/>
                </a:cubicBezTo>
                <a:cubicBezTo>
                  <a:pt x="245079" y="112688"/>
                  <a:pt x="249696" y="115109"/>
                  <a:pt x="255495" y="115109"/>
                </a:cubicBezTo>
                <a:cubicBezTo>
                  <a:pt x="261182" y="115109"/>
                  <a:pt x="265686" y="112942"/>
                  <a:pt x="269008" y="108606"/>
                </a:cubicBezTo>
                <a:cubicBezTo>
                  <a:pt x="272330" y="104271"/>
                  <a:pt x="273990" y="98810"/>
                  <a:pt x="273990" y="92223"/>
                </a:cubicBezTo>
                <a:cubicBezTo>
                  <a:pt x="273990" y="77359"/>
                  <a:pt x="267797" y="69927"/>
                  <a:pt x="255411" y="69927"/>
                </a:cubicBezTo>
                <a:cubicBezTo>
                  <a:pt x="249837" y="69927"/>
                  <a:pt x="245291" y="71884"/>
                  <a:pt x="241772" y="75797"/>
                </a:cubicBezTo>
                <a:cubicBezTo>
                  <a:pt x="238253" y="79709"/>
                  <a:pt x="236493" y="84622"/>
                  <a:pt x="236493" y="90534"/>
                </a:cubicBezTo>
                <a:close/>
                <a:moveTo>
                  <a:pt x="513653" y="131324"/>
                </a:moveTo>
                <a:lnTo>
                  <a:pt x="490175" y="131324"/>
                </a:lnTo>
                <a:lnTo>
                  <a:pt x="490175" y="80653"/>
                </a:lnTo>
                <a:cubicBezTo>
                  <a:pt x="490175" y="66070"/>
                  <a:pt x="484883" y="58779"/>
                  <a:pt x="474298" y="58779"/>
                </a:cubicBezTo>
                <a:cubicBezTo>
                  <a:pt x="469400" y="58779"/>
                  <a:pt x="465304" y="60989"/>
                  <a:pt x="462010" y="65409"/>
                </a:cubicBezTo>
                <a:cubicBezTo>
                  <a:pt x="458717" y="69828"/>
                  <a:pt x="457070" y="75135"/>
                  <a:pt x="457070" y="81328"/>
                </a:cubicBezTo>
                <a:lnTo>
                  <a:pt x="457070" y="131324"/>
                </a:lnTo>
                <a:lnTo>
                  <a:pt x="433592" y="131324"/>
                </a:lnTo>
                <a:lnTo>
                  <a:pt x="433592" y="79724"/>
                </a:lnTo>
                <a:cubicBezTo>
                  <a:pt x="433592" y="65761"/>
                  <a:pt x="428328" y="58779"/>
                  <a:pt x="417799" y="58779"/>
                </a:cubicBezTo>
                <a:cubicBezTo>
                  <a:pt x="412788" y="58779"/>
                  <a:pt x="408678" y="60848"/>
                  <a:pt x="405469" y="64987"/>
                </a:cubicBezTo>
                <a:cubicBezTo>
                  <a:pt x="402260" y="69125"/>
                  <a:pt x="400655" y="74656"/>
                  <a:pt x="400655" y="81582"/>
                </a:cubicBezTo>
                <a:lnTo>
                  <a:pt x="400655" y="131324"/>
                </a:lnTo>
                <a:lnTo>
                  <a:pt x="377093" y="131324"/>
                </a:lnTo>
                <a:lnTo>
                  <a:pt x="377093" y="42564"/>
                </a:lnTo>
                <a:lnTo>
                  <a:pt x="400655" y="42564"/>
                </a:lnTo>
                <a:lnTo>
                  <a:pt x="400655" y="56583"/>
                </a:lnTo>
                <a:lnTo>
                  <a:pt x="400909" y="56583"/>
                </a:lnTo>
                <a:cubicBezTo>
                  <a:pt x="407552" y="45830"/>
                  <a:pt x="417039" y="40453"/>
                  <a:pt x="429369" y="40453"/>
                </a:cubicBezTo>
                <a:cubicBezTo>
                  <a:pt x="441868" y="40453"/>
                  <a:pt x="450370" y="46139"/>
                  <a:pt x="454874" y="57512"/>
                </a:cubicBezTo>
                <a:cubicBezTo>
                  <a:pt x="461630" y="46139"/>
                  <a:pt x="471511" y="40453"/>
                  <a:pt x="484517" y="40453"/>
                </a:cubicBezTo>
                <a:cubicBezTo>
                  <a:pt x="503941" y="40453"/>
                  <a:pt x="513653" y="52389"/>
                  <a:pt x="513653" y="76261"/>
                </a:cubicBezTo>
                <a:lnTo>
                  <a:pt x="513653" y="131324"/>
                </a:lnTo>
                <a:close/>
                <a:moveTo>
                  <a:pt x="538846" y="48223"/>
                </a:moveTo>
                <a:cubicBezTo>
                  <a:pt x="542844" y="45914"/>
                  <a:pt x="548023" y="44042"/>
                  <a:pt x="554386" y="42607"/>
                </a:cubicBezTo>
                <a:cubicBezTo>
                  <a:pt x="560748" y="41171"/>
                  <a:pt x="566462" y="40453"/>
                  <a:pt x="571529" y="40453"/>
                </a:cubicBezTo>
                <a:cubicBezTo>
                  <a:pt x="595514" y="40453"/>
                  <a:pt x="607506" y="52614"/>
                  <a:pt x="607506" y="76937"/>
                </a:cubicBezTo>
                <a:lnTo>
                  <a:pt x="607506" y="131324"/>
                </a:lnTo>
                <a:lnTo>
                  <a:pt x="585042" y="131324"/>
                </a:lnTo>
                <a:lnTo>
                  <a:pt x="585042" y="118234"/>
                </a:lnTo>
                <a:lnTo>
                  <a:pt x="584620" y="118234"/>
                </a:lnTo>
                <a:cubicBezTo>
                  <a:pt x="578652" y="128425"/>
                  <a:pt x="569784" y="133520"/>
                  <a:pt x="558017" y="133520"/>
                </a:cubicBezTo>
                <a:cubicBezTo>
                  <a:pt x="549459" y="133520"/>
                  <a:pt x="542675" y="131113"/>
                  <a:pt x="537664" y="126299"/>
                </a:cubicBezTo>
                <a:cubicBezTo>
                  <a:pt x="532653" y="121486"/>
                  <a:pt x="530148" y="115025"/>
                  <a:pt x="530148" y="106917"/>
                </a:cubicBezTo>
                <a:cubicBezTo>
                  <a:pt x="530148" y="89971"/>
                  <a:pt x="540226" y="80146"/>
                  <a:pt x="560382" y="77443"/>
                </a:cubicBezTo>
                <a:lnTo>
                  <a:pt x="585126" y="74065"/>
                </a:lnTo>
                <a:cubicBezTo>
                  <a:pt x="585126" y="62749"/>
                  <a:pt x="579609" y="57090"/>
                  <a:pt x="568574" y="57090"/>
                </a:cubicBezTo>
                <a:cubicBezTo>
                  <a:pt x="558045" y="57090"/>
                  <a:pt x="548136" y="60384"/>
                  <a:pt x="538846" y="66971"/>
                </a:cubicBezTo>
                <a:lnTo>
                  <a:pt x="538846" y="48223"/>
                </a:lnTo>
                <a:moveTo>
                  <a:pt x="567476" y="90787"/>
                </a:moveTo>
                <a:cubicBezTo>
                  <a:pt x="557341" y="92082"/>
                  <a:pt x="552274" y="96614"/>
                  <a:pt x="552274" y="104384"/>
                </a:cubicBezTo>
                <a:cubicBezTo>
                  <a:pt x="552274" y="107875"/>
                  <a:pt x="553485" y="110718"/>
                  <a:pt x="555906" y="112914"/>
                </a:cubicBezTo>
                <a:cubicBezTo>
                  <a:pt x="558327" y="115109"/>
                  <a:pt x="561592" y="116207"/>
                  <a:pt x="565702" y="116207"/>
                </a:cubicBezTo>
                <a:cubicBezTo>
                  <a:pt x="571332" y="116207"/>
                  <a:pt x="575977" y="114223"/>
                  <a:pt x="579637" y="110253"/>
                </a:cubicBezTo>
                <a:cubicBezTo>
                  <a:pt x="583297" y="106284"/>
                  <a:pt x="585126" y="101287"/>
                  <a:pt x="585126" y="95263"/>
                </a:cubicBezTo>
                <a:lnTo>
                  <a:pt x="585126" y="88507"/>
                </a:lnTo>
                <a:lnTo>
                  <a:pt x="567476" y="90787"/>
                </a:lnTo>
                <a:close/>
                <a:moveTo>
                  <a:pt x="630315" y="131324"/>
                </a:moveTo>
                <a:lnTo>
                  <a:pt x="630315" y="0"/>
                </a:lnTo>
                <a:lnTo>
                  <a:pt x="653792" y="0"/>
                </a:lnTo>
                <a:lnTo>
                  <a:pt x="653792" y="131324"/>
                </a:lnTo>
                <a:lnTo>
                  <a:pt x="630315" y="131324"/>
                </a:lnTo>
                <a:close/>
                <a:moveTo>
                  <a:pt x="801598" y="42564"/>
                </a:moveTo>
                <a:lnTo>
                  <a:pt x="775755" y="131324"/>
                </a:lnTo>
                <a:lnTo>
                  <a:pt x="751095" y="131324"/>
                </a:lnTo>
                <a:lnTo>
                  <a:pt x="736485" y="75923"/>
                </a:lnTo>
                <a:cubicBezTo>
                  <a:pt x="735753" y="73221"/>
                  <a:pt x="735274" y="69758"/>
                  <a:pt x="735049" y="65535"/>
                </a:cubicBezTo>
                <a:lnTo>
                  <a:pt x="734542" y="65535"/>
                </a:lnTo>
                <a:cubicBezTo>
                  <a:pt x="734205" y="69758"/>
                  <a:pt x="733642" y="73164"/>
                  <a:pt x="732853" y="75754"/>
                </a:cubicBezTo>
                <a:lnTo>
                  <a:pt x="717145" y="131324"/>
                </a:lnTo>
                <a:lnTo>
                  <a:pt x="692823" y="131324"/>
                </a:lnTo>
                <a:lnTo>
                  <a:pt x="667233" y="42564"/>
                </a:lnTo>
                <a:lnTo>
                  <a:pt x="691387" y="42564"/>
                </a:lnTo>
                <a:lnTo>
                  <a:pt x="705322" y="103117"/>
                </a:lnTo>
                <a:cubicBezTo>
                  <a:pt x="706054" y="106383"/>
                  <a:pt x="706504" y="109479"/>
                  <a:pt x="706673" y="112407"/>
                </a:cubicBezTo>
                <a:lnTo>
                  <a:pt x="707180" y="112407"/>
                </a:lnTo>
                <a:cubicBezTo>
                  <a:pt x="707349" y="109535"/>
                  <a:pt x="707855" y="106326"/>
                  <a:pt x="708700" y="102779"/>
                </a:cubicBezTo>
                <a:lnTo>
                  <a:pt x="725590" y="42564"/>
                </a:lnTo>
                <a:lnTo>
                  <a:pt x="747886" y="42564"/>
                </a:lnTo>
                <a:lnTo>
                  <a:pt x="762834" y="103201"/>
                </a:lnTo>
                <a:cubicBezTo>
                  <a:pt x="763228" y="104834"/>
                  <a:pt x="763651" y="107959"/>
                  <a:pt x="764101" y="112576"/>
                </a:cubicBezTo>
                <a:lnTo>
                  <a:pt x="764692" y="112576"/>
                </a:lnTo>
                <a:cubicBezTo>
                  <a:pt x="764861" y="110155"/>
                  <a:pt x="765340" y="107030"/>
                  <a:pt x="766128" y="103201"/>
                </a:cubicBezTo>
                <a:lnTo>
                  <a:pt x="779556" y="42564"/>
                </a:lnTo>
                <a:lnTo>
                  <a:pt x="801598" y="42564"/>
                </a:lnTo>
                <a:close/>
                <a:moveTo>
                  <a:pt x="817658" y="48223"/>
                </a:moveTo>
                <a:cubicBezTo>
                  <a:pt x="821655" y="45914"/>
                  <a:pt x="826835" y="44042"/>
                  <a:pt x="833197" y="42607"/>
                </a:cubicBezTo>
                <a:cubicBezTo>
                  <a:pt x="839559" y="41171"/>
                  <a:pt x="845274" y="40453"/>
                  <a:pt x="850341" y="40453"/>
                </a:cubicBezTo>
                <a:cubicBezTo>
                  <a:pt x="874326" y="40453"/>
                  <a:pt x="886318" y="52614"/>
                  <a:pt x="886318" y="76937"/>
                </a:cubicBezTo>
                <a:lnTo>
                  <a:pt x="886318" y="131324"/>
                </a:lnTo>
                <a:lnTo>
                  <a:pt x="863854" y="131324"/>
                </a:lnTo>
                <a:lnTo>
                  <a:pt x="863854" y="118234"/>
                </a:lnTo>
                <a:lnTo>
                  <a:pt x="863431" y="118234"/>
                </a:lnTo>
                <a:cubicBezTo>
                  <a:pt x="857463" y="128425"/>
                  <a:pt x="848596" y="133520"/>
                  <a:pt x="836829" y="133520"/>
                </a:cubicBezTo>
                <a:cubicBezTo>
                  <a:pt x="828271" y="133520"/>
                  <a:pt x="821486" y="131113"/>
                  <a:pt x="816476" y="126299"/>
                </a:cubicBezTo>
                <a:cubicBezTo>
                  <a:pt x="811465" y="121486"/>
                  <a:pt x="808959" y="115025"/>
                  <a:pt x="808959" y="106917"/>
                </a:cubicBezTo>
                <a:cubicBezTo>
                  <a:pt x="808959" y="89971"/>
                  <a:pt x="819037" y="80146"/>
                  <a:pt x="839193" y="77443"/>
                </a:cubicBezTo>
                <a:lnTo>
                  <a:pt x="863938" y="74065"/>
                </a:lnTo>
                <a:cubicBezTo>
                  <a:pt x="863938" y="62749"/>
                  <a:pt x="858421" y="57090"/>
                  <a:pt x="847385" y="57090"/>
                </a:cubicBezTo>
                <a:cubicBezTo>
                  <a:pt x="836857" y="57090"/>
                  <a:pt x="826948" y="60384"/>
                  <a:pt x="817658" y="66971"/>
                </a:cubicBezTo>
                <a:lnTo>
                  <a:pt x="817658" y="48223"/>
                </a:lnTo>
                <a:moveTo>
                  <a:pt x="846287" y="90787"/>
                </a:moveTo>
                <a:cubicBezTo>
                  <a:pt x="836153" y="92082"/>
                  <a:pt x="831086" y="96614"/>
                  <a:pt x="831086" y="104384"/>
                </a:cubicBezTo>
                <a:cubicBezTo>
                  <a:pt x="831086" y="107875"/>
                  <a:pt x="832296" y="110718"/>
                  <a:pt x="834717" y="112914"/>
                </a:cubicBezTo>
                <a:cubicBezTo>
                  <a:pt x="837138" y="115109"/>
                  <a:pt x="840404" y="116207"/>
                  <a:pt x="844514" y="116207"/>
                </a:cubicBezTo>
                <a:cubicBezTo>
                  <a:pt x="850144" y="116207"/>
                  <a:pt x="854789" y="114223"/>
                  <a:pt x="858449" y="110253"/>
                </a:cubicBezTo>
                <a:cubicBezTo>
                  <a:pt x="862108" y="106284"/>
                  <a:pt x="863938" y="101287"/>
                  <a:pt x="863938" y="95263"/>
                </a:cubicBezTo>
                <a:lnTo>
                  <a:pt x="863938" y="88507"/>
                </a:lnTo>
                <a:lnTo>
                  <a:pt x="846287" y="90787"/>
                </a:lnTo>
                <a:close/>
                <a:moveTo>
                  <a:pt x="963936" y="64269"/>
                </a:moveTo>
                <a:cubicBezTo>
                  <a:pt x="960839" y="62411"/>
                  <a:pt x="957039" y="61482"/>
                  <a:pt x="952535" y="61482"/>
                </a:cubicBezTo>
                <a:cubicBezTo>
                  <a:pt x="946623" y="61482"/>
                  <a:pt x="941894" y="63889"/>
                  <a:pt x="938347" y="68702"/>
                </a:cubicBezTo>
                <a:cubicBezTo>
                  <a:pt x="934800" y="73516"/>
                  <a:pt x="933026" y="79977"/>
                  <a:pt x="933026" y="88084"/>
                </a:cubicBezTo>
                <a:lnTo>
                  <a:pt x="933026" y="131324"/>
                </a:lnTo>
                <a:lnTo>
                  <a:pt x="909464" y="131324"/>
                </a:lnTo>
                <a:lnTo>
                  <a:pt x="909464" y="42564"/>
                </a:lnTo>
                <a:lnTo>
                  <a:pt x="933026" y="42564"/>
                </a:lnTo>
                <a:lnTo>
                  <a:pt x="933026" y="59624"/>
                </a:lnTo>
                <a:lnTo>
                  <a:pt x="933279" y="59624"/>
                </a:lnTo>
                <a:cubicBezTo>
                  <a:pt x="937615" y="47237"/>
                  <a:pt x="945413" y="41044"/>
                  <a:pt x="956673" y="41044"/>
                </a:cubicBezTo>
                <a:cubicBezTo>
                  <a:pt x="959882" y="41044"/>
                  <a:pt x="962303" y="41438"/>
                  <a:pt x="963936" y="42226"/>
                </a:cubicBezTo>
                <a:lnTo>
                  <a:pt x="963936" y="64269"/>
                </a:lnTo>
                <a:close/>
                <a:moveTo>
                  <a:pt x="1054019" y="93574"/>
                </a:moveTo>
                <a:lnTo>
                  <a:pt x="994733" y="93574"/>
                </a:lnTo>
                <a:cubicBezTo>
                  <a:pt x="995691" y="108663"/>
                  <a:pt x="1004249" y="116207"/>
                  <a:pt x="1020407" y="116207"/>
                </a:cubicBezTo>
                <a:cubicBezTo>
                  <a:pt x="1030260" y="116207"/>
                  <a:pt x="1039043" y="113617"/>
                  <a:pt x="1046756" y="108438"/>
                </a:cubicBezTo>
                <a:lnTo>
                  <a:pt x="1046756" y="126342"/>
                </a:lnTo>
                <a:cubicBezTo>
                  <a:pt x="1038536" y="131127"/>
                  <a:pt x="1027980" y="133520"/>
                  <a:pt x="1015087" y="133520"/>
                </a:cubicBezTo>
                <a:cubicBezTo>
                  <a:pt x="1001293" y="133520"/>
                  <a:pt x="990553" y="129523"/>
                  <a:pt x="982868" y="121528"/>
                </a:cubicBezTo>
                <a:cubicBezTo>
                  <a:pt x="975183" y="113533"/>
                  <a:pt x="971340" y="102357"/>
                  <a:pt x="971340" y="88000"/>
                </a:cubicBezTo>
                <a:cubicBezTo>
                  <a:pt x="971340" y="73924"/>
                  <a:pt x="975464" y="62481"/>
                  <a:pt x="983712" y="53670"/>
                </a:cubicBezTo>
                <a:cubicBezTo>
                  <a:pt x="991961" y="44859"/>
                  <a:pt x="1002278" y="40453"/>
                  <a:pt x="1014664" y="40453"/>
                </a:cubicBezTo>
                <a:cubicBezTo>
                  <a:pt x="1027051" y="40453"/>
                  <a:pt x="1036707" y="44253"/>
                  <a:pt x="1043632" y="51854"/>
                </a:cubicBezTo>
                <a:cubicBezTo>
                  <a:pt x="1050557" y="59455"/>
                  <a:pt x="1054019" y="69899"/>
                  <a:pt x="1054019" y="83186"/>
                </a:cubicBezTo>
                <a:lnTo>
                  <a:pt x="1054019" y="93574"/>
                </a:lnTo>
                <a:moveTo>
                  <a:pt x="1031808" y="78119"/>
                </a:moveTo>
                <a:cubicBezTo>
                  <a:pt x="1031808" y="64043"/>
                  <a:pt x="1026009" y="57006"/>
                  <a:pt x="1014411" y="57006"/>
                </a:cubicBezTo>
                <a:cubicBezTo>
                  <a:pt x="1009569" y="57006"/>
                  <a:pt x="1005304" y="58920"/>
                  <a:pt x="1001616" y="62749"/>
                </a:cubicBezTo>
                <a:cubicBezTo>
                  <a:pt x="997929" y="66577"/>
                  <a:pt x="995634" y="71701"/>
                  <a:pt x="994733" y="78119"/>
                </a:cubicBezTo>
                <a:lnTo>
                  <a:pt x="1031808" y="78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•SouthKorea(13)">
            <a:extLst xmlns:a="http://schemas.openxmlformats.org/drawingml/2006/main">
              <a:ext uri="{FF2B5EF4-FFF2-40B4-BE49-F238E27FC236}">
                <a16:creationId xmlns:a16="http://schemas.microsoft.com/office/drawing/2014/main" id="{E012F2A2-D96C-4B95-8F2F-24E0B847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738" y="568506"/>
            <a:ext cx="1492723" cy="159878"/>
          </a:xfrm>
          <a:custGeom xmlns:a="http://schemas.openxmlformats.org/drawingml/2006/main">
            <a:pathLst>
              <a:path w="1492723" h="159878">
                <a:moveTo>
                  <a:pt x="0" y="70798"/>
                </a:moveTo>
                <a:cubicBezTo>
                  <a:pt x="0" y="64862"/>
                  <a:pt x="2102" y="59802"/>
                  <a:pt x="6305" y="55619"/>
                </a:cubicBezTo>
                <a:cubicBezTo>
                  <a:pt x="10509" y="51435"/>
                  <a:pt x="15545" y="49343"/>
                  <a:pt x="21413" y="49343"/>
                </a:cubicBezTo>
                <a:cubicBezTo>
                  <a:pt x="27338" y="49343"/>
                  <a:pt x="32402" y="51435"/>
                  <a:pt x="36605" y="55619"/>
                </a:cubicBezTo>
                <a:cubicBezTo>
                  <a:pt x="40809" y="59802"/>
                  <a:pt x="42911" y="64862"/>
                  <a:pt x="42911" y="70798"/>
                </a:cubicBezTo>
                <a:cubicBezTo>
                  <a:pt x="42911" y="76735"/>
                  <a:pt x="40809" y="81810"/>
                  <a:pt x="36605" y="86022"/>
                </a:cubicBezTo>
                <a:cubicBezTo>
                  <a:pt x="32402" y="90233"/>
                  <a:pt x="27338" y="92338"/>
                  <a:pt x="21413" y="92338"/>
                </a:cubicBezTo>
                <a:cubicBezTo>
                  <a:pt x="15545" y="92338"/>
                  <a:pt x="10509" y="90233"/>
                  <a:pt x="6305" y="86022"/>
                </a:cubicBezTo>
                <a:cubicBezTo>
                  <a:pt x="2102" y="81810"/>
                  <a:pt x="0" y="76735"/>
                  <a:pt x="0" y="70798"/>
                </a:cubicBezTo>
                <a:close/>
                <a:moveTo>
                  <a:pt x="112631" y="102072"/>
                </a:moveTo>
                <a:cubicBezTo>
                  <a:pt x="122505" y="110253"/>
                  <a:pt x="133818" y="114344"/>
                  <a:pt x="146570" y="114344"/>
                </a:cubicBezTo>
                <a:cubicBezTo>
                  <a:pt x="154244" y="114344"/>
                  <a:pt x="159971" y="113004"/>
                  <a:pt x="163751" y="110324"/>
                </a:cubicBezTo>
                <a:cubicBezTo>
                  <a:pt x="167532" y="107644"/>
                  <a:pt x="169422" y="104131"/>
                  <a:pt x="169422" y="99786"/>
                </a:cubicBezTo>
                <a:cubicBezTo>
                  <a:pt x="169422" y="96006"/>
                  <a:pt x="167842" y="92536"/>
                  <a:pt x="164682" y="89376"/>
                </a:cubicBezTo>
                <a:cubicBezTo>
                  <a:pt x="161523" y="86216"/>
                  <a:pt x="153877" y="82041"/>
                  <a:pt x="141746" y="76850"/>
                </a:cubicBezTo>
                <a:cubicBezTo>
                  <a:pt x="131420" y="72223"/>
                  <a:pt x="123930" y="67018"/>
                  <a:pt x="119275" y="61235"/>
                </a:cubicBezTo>
                <a:cubicBezTo>
                  <a:pt x="114620" y="55451"/>
                  <a:pt x="112292" y="48666"/>
                  <a:pt x="112292" y="40879"/>
                </a:cubicBezTo>
                <a:cubicBezTo>
                  <a:pt x="112292" y="29651"/>
                  <a:pt x="116637" y="20863"/>
                  <a:pt x="125326" y="14515"/>
                </a:cubicBezTo>
                <a:cubicBezTo>
                  <a:pt x="134016" y="8167"/>
                  <a:pt x="145413" y="4994"/>
                  <a:pt x="159519" y="4994"/>
                </a:cubicBezTo>
                <a:cubicBezTo>
                  <a:pt x="172159" y="4994"/>
                  <a:pt x="182117" y="6573"/>
                  <a:pt x="189396" y="9733"/>
                </a:cubicBezTo>
                <a:lnTo>
                  <a:pt x="189396" y="32839"/>
                </a:lnTo>
                <a:cubicBezTo>
                  <a:pt x="181327" y="27309"/>
                  <a:pt x="171594" y="24545"/>
                  <a:pt x="160197" y="24545"/>
                </a:cubicBezTo>
                <a:cubicBezTo>
                  <a:pt x="153482" y="24545"/>
                  <a:pt x="148051" y="25814"/>
                  <a:pt x="143904" y="28353"/>
                </a:cubicBezTo>
                <a:cubicBezTo>
                  <a:pt x="139757" y="30892"/>
                  <a:pt x="137683" y="34391"/>
                  <a:pt x="137683" y="38848"/>
                </a:cubicBezTo>
                <a:cubicBezTo>
                  <a:pt x="137683" y="42403"/>
                  <a:pt x="139122" y="45647"/>
                  <a:pt x="142000" y="48581"/>
                </a:cubicBezTo>
                <a:cubicBezTo>
                  <a:pt x="144877" y="51515"/>
                  <a:pt x="151620" y="55324"/>
                  <a:pt x="162228" y="60007"/>
                </a:cubicBezTo>
                <a:cubicBezTo>
                  <a:pt x="174415" y="65311"/>
                  <a:pt x="182879" y="70883"/>
                  <a:pt x="187619" y="76723"/>
                </a:cubicBezTo>
                <a:cubicBezTo>
                  <a:pt x="192358" y="82563"/>
                  <a:pt x="194728" y="89545"/>
                  <a:pt x="194728" y="97671"/>
                </a:cubicBezTo>
                <a:cubicBezTo>
                  <a:pt x="194728" y="109407"/>
                  <a:pt x="190539" y="118364"/>
                  <a:pt x="182160" y="124543"/>
                </a:cubicBezTo>
                <a:cubicBezTo>
                  <a:pt x="173781" y="130721"/>
                  <a:pt x="162030" y="133810"/>
                  <a:pt x="146909" y="133810"/>
                </a:cubicBezTo>
                <a:cubicBezTo>
                  <a:pt x="132859" y="133810"/>
                  <a:pt x="121433" y="131469"/>
                  <a:pt x="112631" y="126786"/>
                </a:cubicBezTo>
                <a:lnTo>
                  <a:pt x="112631" y="102072"/>
                </a:lnTo>
                <a:close/>
                <a:moveTo>
                  <a:pt x="208623" y="87683"/>
                </a:moveTo>
                <a:cubicBezTo>
                  <a:pt x="208623" y="73126"/>
                  <a:pt x="212911" y="61629"/>
                  <a:pt x="221488" y="53194"/>
                </a:cubicBezTo>
                <a:cubicBezTo>
                  <a:pt x="230064" y="44759"/>
                  <a:pt x="241688" y="40541"/>
                  <a:pt x="256358" y="40541"/>
                </a:cubicBezTo>
                <a:cubicBezTo>
                  <a:pt x="270520" y="40541"/>
                  <a:pt x="281707" y="44674"/>
                  <a:pt x="289916" y="52940"/>
                </a:cubicBezTo>
                <a:cubicBezTo>
                  <a:pt x="298126" y="61206"/>
                  <a:pt x="302231" y="72280"/>
                  <a:pt x="302231" y="86160"/>
                </a:cubicBezTo>
                <a:cubicBezTo>
                  <a:pt x="302231" y="100605"/>
                  <a:pt x="297985" y="112157"/>
                  <a:pt x="289493" y="120819"/>
                </a:cubicBezTo>
                <a:cubicBezTo>
                  <a:pt x="281001" y="129480"/>
                  <a:pt x="269505" y="133810"/>
                  <a:pt x="255004" y="133810"/>
                </a:cubicBezTo>
                <a:cubicBezTo>
                  <a:pt x="240785" y="133810"/>
                  <a:pt x="229500" y="129649"/>
                  <a:pt x="221149" y="121326"/>
                </a:cubicBezTo>
                <a:cubicBezTo>
                  <a:pt x="212798" y="113004"/>
                  <a:pt x="208623" y="101790"/>
                  <a:pt x="208623" y="87683"/>
                </a:cubicBezTo>
                <a:moveTo>
                  <a:pt x="232490" y="87345"/>
                </a:moveTo>
                <a:cubicBezTo>
                  <a:pt x="232490" y="106021"/>
                  <a:pt x="240249" y="115360"/>
                  <a:pt x="255765" y="115360"/>
                </a:cubicBezTo>
                <a:cubicBezTo>
                  <a:pt x="270718" y="115360"/>
                  <a:pt x="278194" y="105796"/>
                  <a:pt x="278194" y="86668"/>
                </a:cubicBezTo>
                <a:cubicBezTo>
                  <a:pt x="278194" y="68161"/>
                  <a:pt x="270690" y="58907"/>
                  <a:pt x="255681" y="58907"/>
                </a:cubicBezTo>
                <a:cubicBezTo>
                  <a:pt x="248346" y="58907"/>
                  <a:pt x="242647" y="61432"/>
                  <a:pt x="238584" y="66482"/>
                </a:cubicBezTo>
                <a:cubicBezTo>
                  <a:pt x="234522" y="71532"/>
                  <a:pt x="232490" y="78486"/>
                  <a:pt x="232490" y="87345"/>
                </a:cubicBezTo>
                <a:close/>
                <a:moveTo>
                  <a:pt x="401726" y="131610"/>
                </a:moveTo>
                <a:lnTo>
                  <a:pt x="378197" y="131610"/>
                </a:lnTo>
                <a:lnTo>
                  <a:pt x="378197" y="117899"/>
                </a:lnTo>
                <a:lnTo>
                  <a:pt x="377774" y="117899"/>
                </a:lnTo>
                <a:cubicBezTo>
                  <a:pt x="371229" y="128506"/>
                  <a:pt x="362145" y="133810"/>
                  <a:pt x="350521" y="133810"/>
                </a:cubicBezTo>
                <a:cubicBezTo>
                  <a:pt x="329701" y="133810"/>
                  <a:pt x="319290" y="121284"/>
                  <a:pt x="319290" y="96232"/>
                </a:cubicBezTo>
                <a:lnTo>
                  <a:pt x="319290" y="42657"/>
                </a:lnTo>
                <a:lnTo>
                  <a:pt x="342904" y="42657"/>
                </a:lnTo>
                <a:lnTo>
                  <a:pt x="342904" y="93777"/>
                </a:lnTo>
                <a:cubicBezTo>
                  <a:pt x="342904" y="108165"/>
                  <a:pt x="348490" y="115360"/>
                  <a:pt x="359662" y="115360"/>
                </a:cubicBezTo>
                <a:cubicBezTo>
                  <a:pt x="365135" y="115360"/>
                  <a:pt x="369593" y="113399"/>
                  <a:pt x="373035" y="109477"/>
                </a:cubicBezTo>
                <a:cubicBezTo>
                  <a:pt x="376476" y="105556"/>
                  <a:pt x="378197" y="100294"/>
                  <a:pt x="378197" y="93693"/>
                </a:cubicBezTo>
                <a:lnTo>
                  <a:pt x="378197" y="42657"/>
                </a:lnTo>
                <a:lnTo>
                  <a:pt x="401726" y="42657"/>
                </a:lnTo>
                <a:lnTo>
                  <a:pt x="401726" y="131610"/>
                </a:lnTo>
                <a:close/>
                <a:moveTo>
                  <a:pt x="476222" y="130679"/>
                </a:moveTo>
                <a:cubicBezTo>
                  <a:pt x="472216" y="132710"/>
                  <a:pt x="466630" y="133726"/>
                  <a:pt x="459464" y="133726"/>
                </a:cubicBezTo>
                <a:cubicBezTo>
                  <a:pt x="441239" y="133726"/>
                  <a:pt x="432127" y="124077"/>
                  <a:pt x="432127" y="104780"/>
                </a:cubicBezTo>
                <a:lnTo>
                  <a:pt x="432127" y="60600"/>
                </a:lnTo>
                <a:lnTo>
                  <a:pt x="417400" y="60600"/>
                </a:lnTo>
                <a:lnTo>
                  <a:pt x="417400" y="42657"/>
                </a:lnTo>
                <a:lnTo>
                  <a:pt x="432127" y="42657"/>
                </a:lnTo>
                <a:lnTo>
                  <a:pt x="432127" y="22767"/>
                </a:lnTo>
                <a:lnTo>
                  <a:pt x="455656" y="15912"/>
                </a:lnTo>
                <a:lnTo>
                  <a:pt x="455656" y="42657"/>
                </a:lnTo>
                <a:lnTo>
                  <a:pt x="476222" y="42657"/>
                </a:lnTo>
                <a:lnTo>
                  <a:pt x="476222" y="60600"/>
                </a:lnTo>
                <a:lnTo>
                  <a:pt x="455656" y="60600"/>
                </a:lnTo>
                <a:lnTo>
                  <a:pt x="455656" y="100633"/>
                </a:lnTo>
                <a:cubicBezTo>
                  <a:pt x="455656" y="110451"/>
                  <a:pt x="459521" y="115360"/>
                  <a:pt x="467251" y="115360"/>
                </a:cubicBezTo>
                <a:cubicBezTo>
                  <a:pt x="470467" y="115360"/>
                  <a:pt x="473458" y="114457"/>
                  <a:pt x="476222" y="112651"/>
                </a:cubicBezTo>
                <a:lnTo>
                  <a:pt x="476222" y="130679"/>
                </a:lnTo>
                <a:close/>
                <a:moveTo>
                  <a:pt x="573826" y="131610"/>
                </a:moveTo>
                <a:lnTo>
                  <a:pt x="550297" y="131610"/>
                </a:lnTo>
                <a:lnTo>
                  <a:pt x="550297" y="80913"/>
                </a:lnTo>
                <a:cubicBezTo>
                  <a:pt x="550297" y="66242"/>
                  <a:pt x="544937" y="58907"/>
                  <a:pt x="534216" y="58907"/>
                </a:cubicBezTo>
                <a:cubicBezTo>
                  <a:pt x="528686" y="58907"/>
                  <a:pt x="524187" y="60981"/>
                  <a:pt x="520717" y="65128"/>
                </a:cubicBezTo>
                <a:cubicBezTo>
                  <a:pt x="517246" y="69275"/>
                  <a:pt x="515511" y="74537"/>
                  <a:pt x="515511" y="80913"/>
                </a:cubicBezTo>
                <a:lnTo>
                  <a:pt x="515511" y="131610"/>
                </a:lnTo>
                <a:lnTo>
                  <a:pt x="491898" y="131610"/>
                </a:lnTo>
                <a:lnTo>
                  <a:pt x="491898" y="0"/>
                </a:lnTo>
                <a:lnTo>
                  <a:pt x="515511" y="0"/>
                </a:lnTo>
                <a:lnTo>
                  <a:pt x="515511" y="56368"/>
                </a:lnTo>
                <a:lnTo>
                  <a:pt x="515765" y="56368"/>
                </a:lnTo>
                <a:cubicBezTo>
                  <a:pt x="522536" y="45817"/>
                  <a:pt x="531846" y="40541"/>
                  <a:pt x="543695" y="40541"/>
                </a:cubicBezTo>
                <a:cubicBezTo>
                  <a:pt x="563782" y="40541"/>
                  <a:pt x="573826" y="52672"/>
                  <a:pt x="573826" y="76935"/>
                </a:cubicBezTo>
                <a:lnTo>
                  <a:pt x="573826" y="131610"/>
                </a:lnTo>
                <a:close/>
                <a:moveTo>
                  <a:pt x="760047" y="131610"/>
                </a:moveTo>
                <a:lnTo>
                  <a:pt x="728986" y="131610"/>
                </a:lnTo>
                <a:lnTo>
                  <a:pt x="689291" y="76681"/>
                </a:lnTo>
                <a:cubicBezTo>
                  <a:pt x="688388" y="75383"/>
                  <a:pt x="687288" y="73352"/>
                  <a:pt x="685990" y="70587"/>
                </a:cubicBezTo>
                <a:lnTo>
                  <a:pt x="685567" y="70587"/>
                </a:lnTo>
                <a:lnTo>
                  <a:pt x="685567" y="131610"/>
                </a:lnTo>
                <a:lnTo>
                  <a:pt x="661446" y="131610"/>
                </a:lnTo>
                <a:lnTo>
                  <a:pt x="661446" y="7025"/>
                </a:lnTo>
                <a:lnTo>
                  <a:pt x="685567" y="7025"/>
                </a:lnTo>
                <a:lnTo>
                  <a:pt x="685567" y="65932"/>
                </a:lnTo>
                <a:lnTo>
                  <a:pt x="685990" y="65932"/>
                </a:lnTo>
                <a:cubicBezTo>
                  <a:pt x="686667" y="64352"/>
                  <a:pt x="687796" y="62264"/>
                  <a:pt x="689376" y="59669"/>
                </a:cubicBezTo>
                <a:lnTo>
                  <a:pt x="727293" y="7025"/>
                </a:lnTo>
                <a:lnTo>
                  <a:pt x="756323" y="7025"/>
                </a:lnTo>
                <a:lnTo>
                  <a:pt x="709942" y="66524"/>
                </a:lnTo>
                <a:lnTo>
                  <a:pt x="760047" y="131610"/>
                </a:lnTo>
                <a:close/>
                <a:moveTo>
                  <a:pt x="764511" y="87683"/>
                </a:moveTo>
                <a:cubicBezTo>
                  <a:pt x="764511" y="73126"/>
                  <a:pt x="768799" y="61629"/>
                  <a:pt x="777375" y="53194"/>
                </a:cubicBezTo>
                <a:cubicBezTo>
                  <a:pt x="785952" y="44759"/>
                  <a:pt x="797575" y="40541"/>
                  <a:pt x="812246" y="40541"/>
                </a:cubicBezTo>
                <a:cubicBezTo>
                  <a:pt x="826408" y="40541"/>
                  <a:pt x="837594" y="44674"/>
                  <a:pt x="845804" y="52940"/>
                </a:cubicBezTo>
                <a:cubicBezTo>
                  <a:pt x="854014" y="61206"/>
                  <a:pt x="858119" y="72280"/>
                  <a:pt x="858119" y="86160"/>
                </a:cubicBezTo>
                <a:cubicBezTo>
                  <a:pt x="858119" y="100605"/>
                  <a:pt x="853873" y="112157"/>
                  <a:pt x="845381" y="120819"/>
                </a:cubicBezTo>
                <a:cubicBezTo>
                  <a:pt x="836889" y="129480"/>
                  <a:pt x="825393" y="133810"/>
                  <a:pt x="810891" y="133810"/>
                </a:cubicBezTo>
                <a:cubicBezTo>
                  <a:pt x="796673" y="133810"/>
                  <a:pt x="785388" y="129649"/>
                  <a:pt x="777037" y="121326"/>
                </a:cubicBezTo>
                <a:cubicBezTo>
                  <a:pt x="768686" y="113004"/>
                  <a:pt x="764511" y="101790"/>
                  <a:pt x="764511" y="87683"/>
                </a:cubicBezTo>
                <a:moveTo>
                  <a:pt x="788378" y="87345"/>
                </a:moveTo>
                <a:cubicBezTo>
                  <a:pt x="788378" y="106021"/>
                  <a:pt x="796136" y="115360"/>
                  <a:pt x="811653" y="115360"/>
                </a:cubicBezTo>
                <a:cubicBezTo>
                  <a:pt x="826606" y="115360"/>
                  <a:pt x="834082" y="105796"/>
                  <a:pt x="834082" y="86668"/>
                </a:cubicBezTo>
                <a:cubicBezTo>
                  <a:pt x="834082" y="68161"/>
                  <a:pt x="826577" y="58907"/>
                  <a:pt x="811569" y="58907"/>
                </a:cubicBezTo>
                <a:cubicBezTo>
                  <a:pt x="804233" y="58907"/>
                  <a:pt x="798535" y="61432"/>
                  <a:pt x="794472" y="66482"/>
                </a:cubicBezTo>
                <a:cubicBezTo>
                  <a:pt x="790409" y="71532"/>
                  <a:pt x="788378" y="78486"/>
                  <a:pt x="788378" y="87345"/>
                </a:cubicBezTo>
                <a:close/>
                <a:moveTo>
                  <a:pt x="931986" y="64408"/>
                </a:moveTo>
                <a:cubicBezTo>
                  <a:pt x="928882" y="62546"/>
                  <a:pt x="925074" y="61615"/>
                  <a:pt x="920560" y="61615"/>
                </a:cubicBezTo>
                <a:cubicBezTo>
                  <a:pt x="914635" y="61615"/>
                  <a:pt x="909896" y="64028"/>
                  <a:pt x="906341" y="68852"/>
                </a:cubicBezTo>
                <a:cubicBezTo>
                  <a:pt x="902786" y="73676"/>
                  <a:pt x="901009" y="80151"/>
                  <a:pt x="901009" y="88276"/>
                </a:cubicBezTo>
                <a:lnTo>
                  <a:pt x="901009" y="131610"/>
                </a:lnTo>
                <a:lnTo>
                  <a:pt x="877395" y="131610"/>
                </a:lnTo>
                <a:lnTo>
                  <a:pt x="877395" y="42657"/>
                </a:lnTo>
                <a:lnTo>
                  <a:pt x="901009" y="42657"/>
                </a:lnTo>
                <a:lnTo>
                  <a:pt x="901009" y="59753"/>
                </a:lnTo>
                <a:lnTo>
                  <a:pt x="901263" y="59753"/>
                </a:lnTo>
                <a:cubicBezTo>
                  <a:pt x="905607" y="47340"/>
                  <a:pt x="913422" y="41133"/>
                  <a:pt x="924707" y="41133"/>
                </a:cubicBezTo>
                <a:cubicBezTo>
                  <a:pt x="927923" y="41133"/>
                  <a:pt x="930349" y="41528"/>
                  <a:pt x="931986" y="42318"/>
                </a:cubicBezTo>
                <a:lnTo>
                  <a:pt x="931986" y="64408"/>
                </a:lnTo>
                <a:close/>
                <a:moveTo>
                  <a:pt x="1022265" y="93777"/>
                </a:moveTo>
                <a:lnTo>
                  <a:pt x="962851" y="93777"/>
                </a:lnTo>
                <a:cubicBezTo>
                  <a:pt x="963810" y="108899"/>
                  <a:pt x="972386" y="116460"/>
                  <a:pt x="988580" y="116460"/>
                </a:cubicBezTo>
                <a:cubicBezTo>
                  <a:pt x="998454" y="116460"/>
                  <a:pt x="1007256" y="113864"/>
                  <a:pt x="1014987" y="108673"/>
                </a:cubicBezTo>
                <a:lnTo>
                  <a:pt x="1014987" y="126616"/>
                </a:lnTo>
                <a:cubicBezTo>
                  <a:pt x="1006749" y="131412"/>
                  <a:pt x="996169" y="133810"/>
                  <a:pt x="983248" y="133810"/>
                </a:cubicBezTo>
                <a:cubicBezTo>
                  <a:pt x="969424" y="133810"/>
                  <a:pt x="958661" y="129804"/>
                  <a:pt x="950959" y="121792"/>
                </a:cubicBezTo>
                <a:cubicBezTo>
                  <a:pt x="943257" y="113780"/>
                  <a:pt x="939406" y="102579"/>
                  <a:pt x="939406" y="88191"/>
                </a:cubicBezTo>
                <a:cubicBezTo>
                  <a:pt x="939406" y="74085"/>
                  <a:pt x="943539" y="62617"/>
                  <a:pt x="951805" y="53787"/>
                </a:cubicBezTo>
                <a:cubicBezTo>
                  <a:pt x="960072" y="44956"/>
                  <a:pt x="970411" y="40541"/>
                  <a:pt x="982825" y="40541"/>
                </a:cubicBezTo>
                <a:cubicBezTo>
                  <a:pt x="995238" y="40541"/>
                  <a:pt x="1004915" y="44350"/>
                  <a:pt x="1011855" y="51967"/>
                </a:cubicBezTo>
                <a:cubicBezTo>
                  <a:pt x="1018795" y="59584"/>
                  <a:pt x="1022265" y="70051"/>
                  <a:pt x="1022265" y="83367"/>
                </a:cubicBezTo>
                <a:lnTo>
                  <a:pt x="1022265" y="93777"/>
                </a:lnTo>
                <a:moveTo>
                  <a:pt x="1000006" y="78289"/>
                </a:moveTo>
                <a:cubicBezTo>
                  <a:pt x="1000006" y="64183"/>
                  <a:pt x="994194" y="57130"/>
                  <a:pt x="982571" y="57130"/>
                </a:cubicBezTo>
                <a:cubicBezTo>
                  <a:pt x="977718" y="57130"/>
                  <a:pt x="973444" y="59048"/>
                  <a:pt x="969748" y="62885"/>
                </a:cubicBezTo>
                <a:cubicBezTo>
                  <a:pt x="966053" y="66722"/>
                  <a:pt x="963753" y="71856"/>
                  <a:pt x="962851" y="78289"/>
                </a:cubicBezTo>
                <a:lnTo>
                  <a:pt x="1000006" y="78289"/>
                </a:lnTo>
                <a:close/>
                <a:moveTo>
                  <a:pt x="1042621" y="48327"/>
                </a:moveTo>
                <a:cubicBezTo>
                  <a:pt x="1046627" y="46014"/>
                  <a:pt x="1051818" y="44138"/>
                  <a:pt x="1058194" y="42699"/>
                </a:cubicBezTo>
                <a:cubicBezTo>
                  <a:pt x="1064570" y="41260"/>
                  <a:pt x="1070297" y="40541"/>
                  <a:pt x="1075375" y="40541"/>
                </a:cubicBezTo>
                <a:cubicBezTo>
                  <a:pt x="1099412" y="40541"/>
                  <a:pt x="1111430" y="52729"/>
                  <a:pt x="1111430" y="77104"/>
                </a:cubicBezTo>
                <a:lnTo>
                  <a:pt x="1111430" y="131610"/>
                </a:lnTo>
                <a:lnTo>
                  <a:pt x="1088917" y="131610"/>
                </a:lnTo>
                <a:lnTo>
                  <a:pt x="1088917" y="118491"/>
                </a:lnTo>
                <a:lnTo>
                  <a:pt x="1088494" y="118491"/>
                </a:lnTo>
                <a:cubicBezTo>
                  <a:pt x="1082513" y="128704"/>
                  <a:pt x="1073626" y="133810"/>
                  <a:pt x="1061833" y="133810"/>
                </a:cubicBezTo>
                <a:cubicBezTo>
                  <a:pt x="1053257" y="133810"/>
                  <a:pt x="1046457" y="131398"/>
                  <a:pt x="1041436" y="126574"/>
                </a:cubicBezTo>
                <a:cubicBezTo>
                  <a:pt x="1036414" y="121750"/>
                  <a:pt x="1033903" y="115275"/>
                  <a:pt x="1033903" y="107150"/>
                </a:cubicBezTo>
                <a:cubicBezTo>
                  <a:pt x="1033903" y="90166"/>
                  <a:pt x="1044003" y="80320"/>
                  <a:pt x="1064203" y="77612"/>
                </a:cubicBezTo>
                <a:lnTo>
                  <a:pt x="1089001" y="74226"/>
                </a:lnTo>
                <a:cubicBezTo>
                  <a:pt x="1089001" y="62885"/>
                  <a:pt x="1083472" y="57214"/>
                  <a:pt x="1072413" y="57214"/>
                </a:cubicBezTo>
                <a:cubicBezTo>
                  <a:pt x="1061861" y="57214"/>
                  <a:pt x="1051931" y="60515"/>
                  <a:pt x="1042621" y="67117"/>
                </a:cubicBezTo>
                <a:lnTo>
                  <a:pt x="1042621" y="48327"/>
                </a:lnTo>
                <a:moveTo>
                  <a:pt x="1071312" y="90984"/>
                </a:moveTo>
                <a:cubicBezTo>
                  <a:pt x="1061156" y="92282"/>
                  <a:pt x="1056078" y="96824"/>
                  <a:pt x="1056078" y="104611"/>
                </a:cubicBezTo>
                <a:cubicBezTo>
                  <a:pt x="1056078" y="108109"/>
                  <a:pt x="1057291" y="110958"/>
                  <a:pt x="1059717" y="113159"/>
                </a:cubicBezTo>
                <a:cubicBezTo>
                  <a:pt x="1062143" y="115360"/>
                  <a:pt x="1065416" y="116460"/>
                  <a:pt x="1069535" y="116460"/>
                </a:cubicBezTo>
                <a:cubicBezTo>
                  <a:pt x="1075177" y="116460"/>
                  <a:pt x="1079832" y="114471"/>
                  <a:pt x="1083500" y="110493"/>
                </a:cubicBezTo>
                <a:cubicBezTo>
                  <a:pt x="1087168" y="106515"/>
                  <a:pt x="1089001" y="101507"/>
                  <a:pt x="1089001" y="95470"/>
                </a:cubicBezTo>
                <a:lnTo>
                  <a:pt x="1089001" y="88699"/>
                </a:lnTo>
                <a:lnTo>
                  <a:pt x="1071312" y="90984"/>
                </a:lnTo>
                <a:close/>
                <a:moveTo>
                  <a:pt x="1223207" y="159878"/>
                </a:moveTo>
                <a:cubicBezTo>
                  <a:pt x="1204700" y="139340"/>
                  <a:pt x="1195446" y="114062"/>
                  <a:pt x="1195446" y="84044"/>
                </a:cubicBezTo>
                <a:cubicBezTo>
                  <a:pt x="1195446" y="54647"/>
                  <a:pt x="1204700" y="28974"/>
                  <a:pt x="1223207" y="7025"/>
                </a:cubicBezTo>
                <a:lnTo>
                  <a:pt x="1242673" y="7025"/>
                </a:lnTo>
                <a:cubicBezTo>
                  <a:pt x="1224956" y="29877"/>
                  <a:pt x="1216097" y="55522"/>
                  <a:pt x="1216097" y="83959"/>
                </a:cubicBezTo>
                <a:cubicBezTo>
                  <a:pt x="1216097" y="112172"/>
                  <a:pt x="1224956" y="137478"/>
                  <a:pt x="1242673" y="159878"/>
                </a:cubicBezTo>
                <a:lnTo>
                  <a:pt x="1223207" y="159878"/>
                </a:lnTo>
                <a:close/>
                <a:moveTo>
                  <a:pt x="1312937" y="4994"/>
                </a:moveTo>
                <a:lnTo>
                  <a:pt x="1312937" y="131610"/>
                </a:lnTo>
                <a:lnTo>
                  <a:pt x="1289324" y="131610"/>
                </a:lnTo>
                <a:lnTo>
                  <a:pt x="1289324" y="33685"/>
                </a:lnTo>
                <a:cubicBezTo>
                  <a:pt x="1286672" y="36112"/>
                  <a:pt x="1282919" y="38369"/>
                  <a:pt x="1278067" y="40456"/>
                </a:cubicBezTo>
                <a:cubicBezTo>
                  <a:pt x="1273214" y="42544"/>
                  <a:pt x="1268165" y="43898"/>
                  <a:pt x="1262917" y="44519"/>
                </a:cubicBezTo>
                <a:lnTo>
                  <a:pt x="1262917" y="23614"/>
                </a:lnTo>
                <a:cubicBezTo>
                  <a:pt x="1275330" y="19890"/>
                  <a:pt x="1287038" y="13683"/>
                  <a:pt x="1298041" y="4994"/>
                </a:cubicBezTo>
                <a:lnTo>
                  <a:pt x="1312937" y="4994"/>
                </a:lnTo>
                <a:close/>
                <a:moveTo>
                  <a:pt x="1356323" y="105965"/>
                </a:moveTo>
                <a:cubicBezTo>
                  <a:pt x="1364730" y="112228"/>
                  <a:pt x="1374435" y="115360"/>
                  <a:pt x="1385438" y="115360"/>
                </a:cubicBezTo>
                <a:cubicBezTo>
                  <a:pt x="1392660" y="115360"/>
                  <a:pt x="1398472" y="113709"/>
                  <a:pt x="1402873" y="110408"/>
                </a:cubicBezTo>
                <a:cubicBezTo>
                  <a:pt x="1407274" y="107108"/>
                  <a:pt x="1409475" y="102382"/>
                  <a:pt x="1409475" y="96232"/>
                </a:cubicBezTo>
                <a:cubicBezTo>
                  <a:pt x="1409475" y="83311"/>
                  <a:pt x="1399713" y="76850"/>
                  <a:pt x="1380190" y="76850"/>
                </a:cubicBezTo>
                <a:lnTo>
                  <a:pt x="1369188" y="76850"/>
                </a:lnTo>
                <a:lnTo>
                  <a:pt x="1369188" y="58399"/>
                </a:lnTo>
                <a:lnTo>
                  <a:pt x="1379429" y="58399"/>
                </a:lnTo>
                <a:cubicBezTo>
                  <a:pt x="1396920" y="58399"/>
                  <a:pt x="1405666" y="52362"/>
                  <a:pt x="1405666" y="40287"/>
                </a:cubicBezTo>
                <a:cubicBezTo>
                  <a:pt x="1405666" y="29002"/>
                  <a:pt x="1398952" y="23360"/>
                  <a:pt x="1385523" y="23360"/>
                </a:cubicBezTo>
                <a:cubicBezTo>
                  <a:pt x="1377115" y="23360"/>
                  <a:pt x="1368962" y="26124"/>
                  <a:pt x="1361063" y="31654"/>
                </a:cubicBezTo>
                <a:lnTo>
                  <a:pt x="1361063" y="11764"/>
                </a:lnTo>
                <a:cubicBezTo>
                  <a:pt x="1369526" y="7251"/>
                  <a:pt x="1379513" y="4994"/>
                  <a:pt x="1391024" y="4994"/>
                </a:cubicBezTo>
                <a:cubicBezTo>
                  <a:pt x="1402478" y="4994"/>
                  <a:pt x="1411788" y="7702"/>
                  <a:pt x="1418954" y="13119"/>
                </a:cubicBezTo>
                <a:cubicBezTo>
                  <a:pt x="1426120" y="18535"/>
                  <a:pt x="1429703" y="26040"/>
                  <a:pt x="1429703" y="35632"/>
                </a:cubicBezTo>
                <a:cubicBezTo>
                  <a:pt x="1429703" y="51826"/>
                  <a:pt x="1421437" y="62095"/>
                  <a:pt x="1404904" y="66440"/>
                </a:cubicBezTo>
                <a:lnTo>
                  <a:pt x="1404904" y="66778"/>
                </a:lnTo>
                <a:cubicBezTo>
                  <a:pt x="1413537" y="67681"/>
                  <a:pt x="1420477" y="70855"/>
                  <a:pt x="1425725" y="76300"/>
                </a:cubicBezTo>
                <a:cubicBezTo>
                  <a:pt x="1430972" y="81745"/>
                  <a:pt x="1433596" y="88332"/>
                  <a:pt x="1433596" y="96062"/>
                </a:cubicBezTo>
                <a:cubicBezTo>
                  <a:pt x="1433596" y="107855"/>
                  <a:pt x="1429322" y="117095"/>
                  <a:pt x="1420774" y="123781"/>
                </a:cubicBezTo>
                <a:cubicBezTo>
                  <a:pt x="1412225" y="130467"/>
                  <a:pt x="1400898" y="133810"/>
                  <a:pt x="1386792" y="133810"/>
                </a:cubicBezTo>
                <a:cubicBezTo>
                  <a:pt x="1374379" y="133810"/>
                  <a:pt x="1364222" y="131666"/>
                  <a:pt x="1356323" y="127378"/>
                </a:cubicBezTo>
                <a:lnTo>
                  <a:pt x="1356323" y="105965"/>
                </a:lnTo>
                <a:close/>
                <a:moveTo>
                  <a:pt x="1445242" y="159878"/>
                </a:moveTo>
                <a:cubicBezTo>
                  <a:pt x="1463072" y="137873"/>
                  <a:pt x="1471987" y="112567"/>
                  <a:pt x="1471987" y="83959"/>
                </a:cubicBezTo>
                <a:cubicBezTo>
                  <a:pt x="1471987" y="55634"/>
                  <a:pt x="1463072" y="29990"/>
                  <a:pt x="1445242" y="7025"/>
                </a:cubicBezTo>
                <a:lnTo>
                  <a:pt x="1464878" y="7025"/>
                </a:lnTo>
                <a:cubicBezTo>
                  <a:pt x="1483441" y="29087"/>
                  <a:pt x="1492723" y="54760"/>
                  <a:pt x="1492723" y="84044"/>
                </a:cubicBezTo>
                <a:cubicBezTo>
                  <a:pt x="1492723" y="113836"/>
                  <a:pt x="1483413" y="139114"/>
                  <a:pt x="1464793" y="159878"/>
                </a:cubicBezTo>
                <a:lnTo>
                  <a:pt x="1445242" y="1598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•APT29(7)">
            <a:extLst xmlns:a="http://schemas.openxmlformats.org/drawingml/2006/main">
              <a:ext uri="{FF2B5EF4-FFF2-40B4-BE49-F238E27FC236}">
                <a16:creationId xmlns:a16="http://schemas.microsoft.com/office/drawing/2014/main" id="{8ED0C470-1361-45EB-B2E0-70A6A70F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718" y="781044"/>
            <a:ext cx="900454" cy="154549"/>
          </a:xfrm>
          <a:custGeom xmlns:a="http://schemas.openxmlformats.org/drawingml/2006/main">
            <a:pathLst>
              <a:path w="900454" h="154549">
                <a:moveTo>
                  <a:pt x="0" y="65662"/>
                </a:moveTo>
                <a:cubicBezTo>
                  <a:pt x="0" y="59738"/>
                  <a:pt x="2097" y="54689"/>
                  <a:pt x="6292" y="50516"/>
                </a:cubicBezTo>
                <a:cubicBezTo>
                  <a:pt x="10486" y="46341"/>
                  <a:pt x="15511" y="44253"/>
                  <a:pt x="21367" y="44253"/>
                </a:cubicBezTo>
                <a:cubicBezTo>
                  <a:pt x="27278" y="44253"/>
                  <a:pt x="32331" y="46341"/>
                  <a:pt x="36526" y="50516"/>
                </a:cubicBezTo>
                <a:cubicBezTo>
                  <a:pt x="40720" y="54689"/>
                  <a:pt x="42818" y="59738"/>
                  <a:pt x="42818" y="65662"/>
                </a:cubicBezTo>
                <a:cubicBezTo>
                  <a:pt x="42818" y="71586"/>
                  <a:pt x="40720" y="76650"/>
                  <a:pt x="36526" y="80853"/>
                </a:cubicBezTo>
                <a:cubicBezTo>
                  <a:pt x="32331" y="85055"/>
                  <a:pt x="27278" y="87155"/>
                  <a:pt x="21367" y="87155"/>
                </a:cubicBezTo>
                <a:cubicBezTo>
                  <a:pt x="15511" y="87155"/>
                  <a:pt x="10486" y="85055"/>
                  <a:pt x="6292" y="80853"/>
                </a:cubicBezTo>
                <a:cubicBezTo>
                  <a:pt x="2097" y="76650"/>
                  <a:pt x="0" y="71586"/>
                  <a:pt x="0" y="65662"/>
                </a:cubicBezTo>
                <a:close/>
                <a:moveTo>
                  <a:pt x="223771" y="126342"/>
                </a:moveTo>
                <a:lnTo>
                  <a:pt x="197506" y="126342"/>
                </a:lnTo>
                <a:lnTo>
                  <a:pt x="187456" y="96614"/>
                </a:lnTo>
                <a:lnTo>
                  <a:pt x="140754" y="96614"/>
                </a:lnTo>
                <a:lnTo>
                  <a:pt x="130957" y="126342"/>
                </a:lnTo>
                <a:lnTo>
                  <a:pt x="104693" y="126342"/>
                </a:lnTo>
                <a:lnTo>
                  <a:pt x="150719" y="2027"/>
                </a:lnTo>
                <a:lnTo>
                  <a:pt x="178504" y="2027"/>
                </a:lnTo>
                <a:lnTo>
                  <a:pt x="223771" y="126342"/>
                </a:lnTo>
                <a:moveTo>
                  <a:pt x="181460" y="77528"/>
                </a:moveTo>
                <a:lnTo>
                  <a:pt x="166259" y="32514"/>
                </a:lnTo>
                <a:cubicBezTo>
                  <a:pt x="165639" y="30713"/>
                  <a:pt x="164992" y="27278"/>
                  <a:pt x="164316" y="22211"/>
                </a:cubicBezTo>
                <a:lnTo>
                  <a:pt x="163725" y="22211"/>
                </a:lnTo>
                <a:cubicBezTo>
                  <a:pt x="163275" y="25983"/>
                  <a:pt x="162571" y="29361"/>
                  <a:pt x="161614" y="32345"/>
                </a:cubicBezTo>
                <a:lnTo>
                  <a:pt x="146328" y="77528"/>
                </a:lnTo>
                <a:lnTo>
                  <a:pt x="181460" y="77528"/>
                </a:lnTo>
                <a:close/>
                <a:moveTo>
                  <a:pt x="264207" y="82257"/>
                </a:moveTo>
                <a:lnTo>
                  <a:pt x="264207" y="126342"/>
                </a:lnTo>
                <a:lnTo>
                  <a:pt x="240138" y="126342"/>
                </a:lnTo>
                <a:lnTo>
                  <a:pt x="240138" y="2027"/>
                </a:lnTo>
                <a:lnTo>
                  <a:pt x="281182" y="2027"/>
                </a:lnTo>
                <a:cubicBezTo>
                  <a:pt x="311472" y="2027"/>
                  <a:pt x="326618" y="15004"/>
                  <a:pt x="326618" y="40960"/>
                </a:cubicBezTo>
                <a:cubicBezTo>
                  <a:pt x="326618" y="53515"/>
                  <a:pt x="322043" y="63621"/>
                  <a:pt x="312894" y="71278"/>
                </a:cubicBezTo>
                <a:cubicBezTo>
                  <a:pt x="303745" y="78935"/>
                  <a:pt x="292245" y="82595"/>
                  <a:pt x="278395" y="82257"/>
                </a:cubicBezTo>
                <a:lnTo>
                  <a:pt x="264207" y="82257"/>
                </a:lnTo>
                <a:moveTo>
                  <a:pt x="264207" y="21198"/>
                </a:moveTo>
                <a:lnTo>
                  <a:pt x="264207" y="63424"/>
                </a:lnTo>
                <a:lnTo>
                  <a:pt x="276453" y="63424"/>
                </a:lnTo>
                <a:cubicBezTo>
                  <a:pt x="293062" y="63424"/>
                  <a:pt x="301366" y="56246"/>
                  <a:pt x="301366" y="41889"/>
                </a:cubicBezTo>
                <a:cubicBezTo>
                  <a:pt x="301366" y="28095"/>
                  <a:pt x="293231" y="21198"/>
                  <a:pt x="276959" y="21198"/>
                </a:cubicBezTo>
                <a:lnTo>
                  <a:pt x="264207" y="21198"/>
                </a:lnTo>
                <a:close/>
                <a:moveTo>
                  <a:pt x="430816" y="22042"/>
                </a:moveTo>
                <a:lnTo>
                  <a:pt x="395261" y="22042"/>
                </a:lnTo>
                <a:lnTo>
                  <a:pt x="395261" y="126342"/>
                </a:lnTo>
                <a:lnTo>
                  <a:pt x="371108" y="126342"/>
                </a:lnTo>
                <a:lnTo>
                  <a:pt x="371108" y="22042"/>
                </a:lnTo>
                <a:lnTo>
                  <a:pt x="335637" y="22042"/>
                </a:lnTo>
                <a:lnTo>
                  <a:pt x="335637" y="2027"/>
                </a:lnTo>
                <a:lnTo>
                  <a:pt x="430816" y="2027"/>
                </a:lnTo>
                <a:lnTo>
                  <a:pt x="430816" y="22042"/>
                </a:lnTo>
                <a:close/>
                <a:moveTo>
                  <a:pt x="469845" y="106495"/>
                </a:moveTo>
                <a:lnTo>
                  <a:pt x="522544" y="106495"/>
                </a:lnTo>
                <a:lnTo>
                  <a:pt x="522544" y="126342"/>
                </a:lnTo>
                <a:lnTo>
                  <a:pt x="444931" y="126342"/>
                </a:lnTo>
                <a:lnTo>
                  <a:pt x="444931" y="116967"/>
                </a:lnTo>
                <a:cubicBezTo>
                  <a:pt x="444931" y="110267"/>
                  <a:pt x="446072" y="104088"/>
                  <a:pt x="448352" y="98430"/>
                </a:cubicBezTo>
                <a:cubicBezTo>
                  <a:pt x="450632" y="92772"/>
                  <a:pt x="453898" y="87479"/>
                  <a:pt x="458148" y="82553"/>
                </a:cubicBezTo>
                <a:cubicBezTo>
                  <a:pt x="462399" y="77626"/>
                  <a:pt x="471337" y="70068"/>
                  <a:pt x="484962" y="59877"/>
                </a:cubicBezTo>
                <a:cubicBezTo>
                  <a:pt x="490255" y="55936"/>
                  <a:pt x="494055" y="52164"/>
                  <a:pt x="496363" y="48560"/>
                </a:cubicBezTo>
                <a:cubicBezTo>
                  <a:pt x="498672" y="44957"/>
                  <a:pt x="499826" y="40932"/>
                  <a:pt x="499826" y="36484"/>
                </a:cubicBezTo>
                <a:cubicBezTo>
                  <a:pt x="499826" y="30966"/>
                  <a:pt x="498207" y="26673"/>
                  <a:pt x="494970" y="23605"/>
                </a:cubicBezTo>
                <a:cubicBezTo>
                  <a:pt x="491732" y="20536"/>
                  <a:pt x="486707" y="19002"/>
                  <a:pt x="479895" y="19002"/>
                </a:cubicBezTo>
                <a:cubicBezTo>
                  <a:pt x="469254" y="19002"/>
                  <a:pt x="459035" y="23225"/>
                  <a:pt x="449239" y="31670"/>
                </a:cubicBezTo>
                <a:lnTo>
                  <a:pt x="449239" y="10472"/>
                </a:lnTo>
                <a:cubicBezTo>
                  <a:pt x="459260" y="3491"/>
                  <a:pt x="470605" y="0"/>
                  <a:pt x="483273" y="0"/>
                </a:cubicBezTo>
                <a:cubicBezTo>
                  <a:pt x="496110" y="0"/>
                  <a:pt x="506033" y="3125"/>
                  <a:pt x="513043" y="9374"/>
                </a:cubicBezTo>
                <a:cubicBezTo>
                  <a:pt x="520052" y="15624"/>
                  <a:pt x="523557" y="24266"/>
                  <a:pt x="523557" y="35301"/>
                </a:cubicBezTo>
                <a:cubicBezTo>
                  <a:pt x="523557" y="40988"/>
                  <a:pt x="522642" y="46027"/>
                  <a:pt x="520812" y="50418"/>
                </a:cubicBezTo>
                <a:cubicBezTo>
                  <a:pt x="518983" y="54810"/>
                  <a:pt x="516562" y="58793"/>
                  <a:pt x="513549" y="62368"/>
                </a:cubicBezTo>
                <a:cubicBezTo>
                  <a:pt x="510537" y="65944"/>
                  <a:pt x="507075" y="69265"/>
                  <a:pt x="503162" y="72334"/>
                </a:cubicBezTo>
                <a:cubicBezTo>
                  <a:pt x="499249" y="75402"/>
                  <a:pt x="495237" y="78457"/>
                  <a:pt x="491127" y="81497"/>
                </a:cubicBezTo>
                <a:cubicBezTo>
                  <a:pt x="483526" y="87127"/>
                  <a:pt x="478079" y="91941"/>
                  <a:pt x="474786" y="95939"/>
                </a:cubicBezTo>
                <a:cubicBezTo>
                  <a:pt x="471492" y="99936"/>
                  <a:pt x="469845" y="103455"/>
                  <a:pt x="469845" y="106495"/>
                </a:cubicBezTo>
                <a:close/>
                <a:moveTo>
                  <a:pt x="547933" y="103877"/>
                </a:moveTo>
                <a:cubicBezTo>
                  <a:pt x="554577" y="108043"/>
                  <a:pt x="562290" y="110127"/>
                  <a:pt x="571073" y="110127"/>
                </a:cubicBezTo>
                <a:cubicBezTo>
                  <a:pt x="581377" y="110127"/>
                  <a:pt x="589231" y="106425"/>
                  <a:pt x="594636" y="99021"/>
                </a:cubicBezTo>
                <a:cubicBezTo>
                  <a:pt x="600041" y="91617"/>
                  <a:pt x="602743" y="81413"/>
                  <a:pt x="602743" y="68407"/>
                </a:cubicBezTo>
                <a:lnTo>
                  <a:pt x="602321" y="68238"/>
                </a:lnTo>
                <a:cubicBezTo>
                  <a:pt x="596972" y="77134"/>
                  <a:pt x="588358" y="81582"/>
                  <a:pt x="576478" y="81582"/>
                </a:cubicBezTo>
                <a:cubicBezTo>
                  <a:pt x="565950" y="81582"/>
                  <a:pt x="557392" y="77908"/>
                  <a:pt x="550805" y="70560"/>
                </a:cubicBezTo>
                <a:cubicBezTo>
                  <a:pt x="544217" y="63213"/>
                  <a:pt x="540924" y="54106"/>
                  <a:pt x="540924" y="43240"/>
                </a:cubicBezTo>
                <a:cubicBezTo>
                  <a:pt x="540924" y="30459"/>
                  <a:pt x="544893" y="20058"/>
                  <a:pt x="552831" y="12035"/>
                </a:cubicBezTo>
                <a:cubicBezTo>
                  <a:pt x="560770" y="4012"/>
                  <a:pt x="571045" y="0"/>
                  <a:pt x="583657" y="0"/>
                </a:cubicBezTo>
                <a:cubicBezTo>
                  <a:pt x="597057" y="0"/>
                  <a:pt x="607444" y="5095"/>
                  <a:pt x="614820" y="15286"/>
                </a:cubicBezTo>
                <a:cubicBezTo>
                  <a:pt x="622195" y="25477"/>
                  <a:pt x="625883" y="39665"/>
                  <a:pt x="625883" y="57850"/>
                </a:cubicBezTo>
                <a:cubicBezTo>
                  <a:pt x="625883" y="79977"/>
                  <a:pt x="621266" y="97290"/>
                  <a:pt x="612033" y="109789"/>
                </a:cubicBezTo>
                <a:cubicBezTo>
                  <a:pt x="602799" y="122288"/>
                  <a:pt x="589737" y="128537"/>
                  <a:pt x="572847" y="128537"/>
                </a:cubicBezTo>
                <a:cubicBezTo>
                  <a:pt x="563163" y="128537"/>
                  <a:pt x="554858" y="126989"/>
                  <a:pt x="547933" y="123892"/>
                </a:cubicBezTo>
                <a:lnTo>
                  <a:pt x="547933" y="103877"/>
                </a:lnTo>
                <a:moveTo>
                  <a:pt x="564148" y="40960"/>
                </a:moveTo>
                <a:cubicBezTo>
                  <a:pt x="564148" y="47829"/>
                  <a:pt x="565851" y="53290"/>
                  <a:pt x="569258" y="57344"/>
                </a:cubicBezTo>
                <a:cubicBezTo>
                  <a:pt x="572664" y="61397"/>
                  <a:pt x="577379" y="63424"/>
                  <a:pt x="583403" y="63424"/>
                </a:cubicBezTo>
                <a:cubicBezTo>
                  <a:pt x="588808" y="63424"/>
                  <a:pt x="593228" y="61510"/>
                  <a:pt x="596662" y="57681"/>
                </a:cubicBezTo>
                <a:cubicBezTo>
                  <a:pt x="600097" y="53853"/>
                  <a:pt x="601814" y="49208"/>
                  <a:pt x="601814" y="43747"/>
                </a:cubicBezTo>
                <a:cubicBezTo>
                  <a:pt x="601814" y="36821"/>
                  <a:pt x="600069" y="30853"/>
                  <a:pt x="596578" y="25843"/>
                </a:cubicBezTo>
                <a:cubicBezTo>
                  <a:pt x="593087" y="20832"/>
                  <a:pt x="588471" y="18326"/>
                  <a:pt x="582728" y="18326"/>
                </a:cubicBezTo>
                <a:cubicBezTo>
                  <a:pt x="577041" y="18326"/>
                  <a:pt x="572523" y="20550"/>
                  <a:pt x="569173" y="24998"/>
                </a:cubicBezTo>
                <a:cubicBezTo>
                  <a:pt x="565823" y="29446"/>
                  <a:pt x="564148" y="34766"/>
                  <a:pt x="564148" y="40960"/>
                </a:cubicBezTo>
                <a:close/>
                <a:moveTo>
                  <a:pt x="730629" y="154549"/>
                </a:moveTo>
                <a:cubicBezTo>
                  <a:pt x="712162" y="134055"/>
                  <a:pt x="702929" y="108832"/>
                  <a:pt x="702929" y="78879"/>
                </a:cubicBezTo>
                <a:cubicBezTo>
                  <a:pt x="702929" y="49546"/>
                  <a:pt x="712162" y="23928"/>
                  <a:pt x="730629" y="2027"/>
                </a:cubicBezTo>
                <a:lnTo>
                  <a:pt x="750053" y="2027"/>
                </a:lnTo>
                <a:cubicBezTo>
                  <a:pt x="732375" y="24829"/>
                  <a:pt x="723535" y="50418"/>
                  <a:pt x="723535" y="78795"/>
                </a:cubicBezTo>
                <a:cubicBezTo>
                  <a:pt x="723535" y="106946"/>
                  <a:pt x="732375" y="132197"/>
                  <a:pt x="750053" y="154549"/>
                </a:cubicBezTo>
                <a:lnTo>
                  <a:pt x="730629" y="154549"/>
                </a:lnTo>
                <a:close/>
                <a:moveTo>
                  <a:pt x="844319" y="15033"/>
                </a:moveTo>
                <a:cubicBezTo>
                  <a:pt x="830976" y="39862"/>
                  <a:pt x="821461" y="60201"/>
                  <a:pt x="815774" y="76050"/>
                </a:cubicBezTo>
                <a:cubicBezTo>
                  <a:pt x="810088" y="91899"/>
                  <a:pt x="805978" y="108663"/>
                  <a:pt x="803444" y="126342"/>
                </a:cubicBezTo>
                <a:lnTo>
                  <a:pt x="779122" y="126342"/>
                </a:lnTo>
                <a:cubicBezTo>
                  <a:pt x="781768" y="109733"/>
                  <a:pt x="786314" y="92969"/>
                  <a:pt x="792761" y="76050"/>
                </a:cubicBezTo>
                <a:cubicBezTo>
                  <a:pt x="799208" y="59131"/>
                  <a:pt x="808230" y="40988"/>
                  <a:pt x="819828" y="21620"/>
                </a:cubicBezTo>
                <a:lnTo>
                  <a:pt x="759782" y="21620"/>
                </a:lnTo>
                <a:lnTo>
                  <a:pt x="759782" y="2027"/>
                </a:lnTo>
                <a:lnTo>
                  <a:pt x="844319" y="2027"/>
                </a:lnTo>
                <a:lnTo>
                  <a:pt x="844319" y="15033"/>
                </a:lnTo>
                <a:close/>
                <a:moveTo>
                  <a:pt x="853076" y="154549"/>
                </a:moveTo>
                <a:cubicBezTo>
                  <a:pt x="870867" y="132591"/>
                  <a:pt x="879763" y="107340"/>
                  <a:pt x="879763" y="78795"/>
                </a:cubicBezTo>
                <a:cubicBezTo>
                  <a:pt x="879763" y="50531"/>
                  <a:pt x="870867" y="24942"/>
                  <a:pt x="853076" y="2027"/>
                </a:cubicBezTo>
                <a:lnTo>
                  <a:pt x="872669" y="2027"/>
                </a:lnTo>
                <a:cubicBezTo>
                  <a:pt x="891192" y="24041"/>
                  <a:pt x="900454" y="49658"/>
                  <a:pt x="900454" y="78879"/>
                </a:cubicBezTo>
                <a:cubicBezTo>
                  <a:pt x="900454" y="108606"/>
                  <a:pt x="891164" y="133830"/>
                  <a:pt x="872585" y="154549"/>
                </a:cubicBezTo>
                <a:lnTo>
                  <a:pt x="853076" y="1545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•MaliciousDocuments(32)">
            <a:extLst xmlns:a="http://schemas.openxmlformats.org/drawingml/2006/main">
              <a:ext uri="{FF2B5EF4-FFF2-40B4-BE49-F238E27FC236}">
                <a16:creationId xmlns:a16="http://schemas.microsoft.com/office/drawing/2014/main" id="{2B25E009-EB43-4DF5-BD46-F555ED5E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718" y="982860"/>
            <a:ext cx="2247362" cy="159532"/>
          </a:xfrm>
          <a:custGeom xmlns:a="http://schemas.openxmlformats.org/drawingml/2006/main">
            <a:pathLst>
              <a:path w="2247362" h="159532">
                <a:moveTo>
                  <a:pt x="0" y="70645"/>
                </a:moveTo>
                <a:cubicBezTo>
                  <a:pt x="0" y="64721"/>
                  <a:pt x="2097" y="59672"/>
                  <a:pt x="6292" y="55499"/>
                </a:cubicBezTo>
                <a:cubicBezTo>
                  <a:pt x="10486" y="51324"/>
                  <a:pt x="15511" y="49236"/>
                  <a:pt x="21367" y="49236"/>
                </a:cubicBezTo>
                <a:cubicBezTo>
                  <a:pt x="27278" y="49236"/>
                  <a:pt x="32331" y="51324"/>
                  <a:pt x="36526" y="55499"/>
                </a:cubicBezTo>
                <a:cubicBezTo>
                  <a:pt x="40720" y="59672"/>
                  <a:pt x="42818" y="64721"/>
                  <a:pt x="42818" y="70645"/>
                </a:cubicBezTo>
                <a:cubicBezTo>
                  <a:pt x="42818" y="76569"/>
                  <a:pt x="40720" y="81633"/>
                  <a:pt x="36526" y="85836"/>
                </a:cubicBezTo>
                <a:cubicBezTo>
                  <a:pt x="32331" y="90037"/>
                  <a:pt x="27278" y="92138"/>
                  <a:pt x="21367" y="92138"/>
                </a:cubicBezTo>
                <a:cubicBezTo>
                  <a:pt x="15511" y="92138"/>
                  <a:pt x="10486" y="90037"/>
                  <a:pt x="6292" y="85836"/>
                </a:cubicBezTo>
                <a:cubicBezTo>
                  <a:pt x="2097" y="81633"/>
                  <a:pt x="0" y="76569"/>
                  <a:pt x="0" y="70645"/>
                </a:cubicBezTo>
                <a:close/>
                <a:moveTo>
                  <a:pt x="231794" y="131324"/>
                </a:moveTo>
                <a:lnTo>
                  <a:pt x="231794" y="54303"/>
                </a:lnTo>
                <a:cubicBezTo>
                  <a:pt x="231794" y="48673"/>
                  <a:pt x="232132" y="40059"/>
                  <a:pt x="232808" y="28461"/>
                </a:cubicBezTo>
                <a:lnTo>
                  <a:pt x="232301" y="28461"/>
                </a:lnTo>
                <a:cubicBezTo>
                  <a:pt x="230893" y="35555"/>
                  <a:pt x="229598" y="40622"/>
                  <a:pt x="228416" y="43662"/>
                </a:cubicBezTo>
                <a:lnTo>
                  <a:pt x="195480" y="131324"/>
                </a:lnTo>
                <a:lnTo>
                  <a:pt x="177153" y="131324"/>
                </a:lnTo>
                <a:lnTo>
                  <a:pt x="143794" y="44422"/>
                </a:lnTo>
                <a:cubicBezTo>
                  <a:pt x="142950" y="42170"/>
                  <a:pt x="141655" y="36850"/>
                  <a:pt x="139909" y="28461"/>
                </a:cubicBezTo>
                <a:lnTo>
                  <a:pt x="139318" y="28461"/>
                </a:lnTo>
                <a:cubicBezTo>
                  <a:pt x="139938" y="37638"/>
                  <a:pt x="140247" y="47603"/>
                  <a:pt x="140247" y="58357"/>
                </a:cubicBezTo>
                <a:lnTo>
                  <a:pt x="140247" y="131324"/>
                </a:lnTo>
                <a:lnTo>
                  <a:pt x="118374" y="131324"/>
                </a:lnTo>
                <a:lnTo>
                  <a:pt x="118374" y="7010"/>
                </a:lnTo>
                <a:lnTo>
                  <a:pt x="153000" y="7010"/>
                </a:lnTo>
                <a:lnTo>
                  <a:pt x="182051" y="84453"/>
                </a:lnTo>
                <a:cubicBezTo>
                  <a:pt x="184472" y="90871"/>
                  <a:pt x="186077" y="96558"/>
                  <a:pt x="186865" y="101512"/>
                </a:cubicBezTo>
                <a:lnTo>
                  <a:pt x="187456" y="101512"/>
                </a:lnTo>
                <a:cubicBezTo>
                  <a:pt x="188695" y="96614"/>
                  <a:pt x="190440" y="90871"/>
                  <a:pt x="192693" y="84284"/>
                </a:cubicBezTo>
                <a:lnTo>
                  <a:pt x="221998" y="7010"/>
                </a:lnTo>
                <a:lnTo>
                  <a:pt x="255610" y="7010"/>
                </a:lnTo>
                <a:lnTo>
                  <a:pt x="255610" y="131324"/>
                </a:lnTo>
                <a:lnTo>
                  <a:pt x="231794" y="131324"/>
                </a:lnTo>
                <a:close/>
                <a:moveTo>
                  <a:pt x="285116" y="48223"/>
                </a:moveTo>
                <a:cubicBezTo>
                  <a:pt x="289113" y="45914"/>
                  <a:pt x="294293" y="44042"/>
                  <a:pt x="300655" y="42607"/>
                </a:cubicBezTo>
                <a:cubicBezTo>
                  <a:pt x="307017" y="41171"/>
                  <a:pt x="312732" y="40453"/>
                  <a:pt x="317799" y="40453"/>
                </a:cubicBezTo>
                <a:cubicBezTo>
                  <a:pt x="341784" y="40453"/>
                  <a:pt x="353776" y="52614"/>
                  <a:pt x="353776" y="76937"/>
                </a:cubicBezTo>
                <a:lnTo>
                  <a:pt x="353776" y="131324"/>
                </a:lnTo>
                <a:lnTo>
                  <a:pt x="331311" y="131324"/>
                </a:lnTo>
                <a:lnTo>
                  <a:pt x="331311" y="118234"/>
                </a:lnTo>
                <a:lnTo>
                  <a:pt x="330889" y="118234"/>
                </a:lnTo>
                <a:cubicBezTo>
                  <a:pt x="324921" y="128425"/>
                  <a:pt x="316054" y="133520"/>
                  <a:pt x="304286" y="133520"/>
                </a:cubicBezTo>
                <a:cubicBezTo>
                  <a:pt x="295729" y="133520"/>
                  <a:pt x="288944" y="131113"/>
                  <a:pt x="283933" y="126299"/>
                </a:cubicBezTo>
                <a:cubicBezTo>
                  <a:pt x="278922" y="121486"/>
                  <a:pt x="276417" y="115025"/>
                  <a:pt x="276417" y="106917"/>
                </a:cubicBezTo>
                <a:cubicBezTo>
                  <a:pt x="276417" y="89971"/>
                  <a:pt x="286495" y="80146"/>
                  <a:pt x="306651" y="77443"/>
                </a:cubicBezTo>
                <a:lnTo>
                  <a:pt x="331396" y="74065"/>
                </a:lnTo>
                <a:cubicBezTo>
                  <a:pt x="331396" y="62749"/>
                  <a:pt x="325878" y="57090"/>
                  <a:pt x="314843" y="57090"/>
                </a:cubicBezTo>
                <a:cubicBezTo>
                  <a:pt x="304315" y="57090"/>
                  <a:pt x="294405" y="60384"/>
                  <a:pt x="285116" y="66971"/>
                </a:cubicBezTo>
                <a:lnTo>
                  <a:pt x="285116" y="48223"/>
                </a:lnTo>
                <a:moveTo>
                  <a:pt x="313745" y="90787"/>
                </a:moveTo>
                <a:cubicBezTo>
                  <a:pt x="303611" y="92082"/>
                  <a:pt x="298544" y="96614"/>
                  <a:pt x="298544" y="104384"/>
                </a:cubicBezTo>
                <a:cubicBezTo>
                  <a:pt x="298544" y="107875"/>
                  <a:pt x="299754" y="110718"/>
                  <a:pt x="302175" y="112914"/>
                </a:cubicBezTo>
                <a:cubicBezTo>
                  <a:pt x="304596" y="115109"/>
                  <a:pt x="307862" y="116207"/>
                  <a:pt x="311972" y="116207"/>
                </a:cubicBezTo>
                <a:cubicBezTo>
                  <a:pt x="317602" y="116207"/>
                  <a:pt x="322247" y="114223"/>
                  <a:pt x="325906" y="110253"/>
                </a:cubicBezTo>
                <a:cubicBezTo>
                  <a:pt x="329566" y="106284"/>
                  <a:pt x="331396" y="101287"/>
                  <a:pt x="331396" y="95263"/>
                </a:cubicBezTo>
                <a:lnTo>
                  <a:pt x="331396" y="88507"/>
                </a:lnTo>
                <a:lnTo>
                  <a:pt x="313745" y="90787"/>
                </a:lnTo>
                <a:close/>
                <a:moveTo>
                  <a:pt x="376583" y="131324"/>
                </a:moveTo>
                <a:lnTo>
                  <a:pt x="376583" y="0"/>
                </a:lnTo>
                <a:lnTo>
                  <a:pt x="400061" y="0"/>
                </a:lnTo>
                <a:lnTo>
                  <a:pt x="400061" y="131324"/>
                </a:lnTo>
                <a:lnTo>
                  <a:pt x="376583" y="131324"/>
                </a:lnTo>
                <a:close/>
                <a:moveTo>
                  <a:pt x="422116" y="13344"/>
                </a:moveTo>
                <a:cubicBezTo>
                  <a:pt x="422116" y="9740"/>
                  <a:pt x="423397" y="6728"/>
                  <a:pt x="425959" y="4307"/>
                </a:cubicBezTo>
                <a:cubicBezTo>
                  <a:pt x="428521" y="1886"/>
                  <a:pt x="431829" y="676"/>
                  <a:pt x="435882" y="676"/>
                </a:cubicBezTo>
                <a:cubicBezTo>
                  <a:pt x="439823" y="676"/>
                  <a:pt x="443117" y="1872"/>
                  <a:pt x="445763" y="4265"/>
                </a:cubicBezTo>
                <a:cubicBezTo>
                  <a:pt x="448409" y="6658"/>
                  <a:pt x="449733" y="9684"/>
                  <a:pt x="449733" y="13344"/>
                </a:cubicBezTo>
                <a:cubicBezTo>
                  <a:pt x="449733" y="17003"/>
                  <a:pt x="448424" y="20044"/>
                  <a:pt x="445806" y="22464"/>
                </a:cubicBezTo>
                <a:cubicBezTo>
                  <a:pt x="443187" y="24885"/>
                  <a:pt x="439880" y="26096"/>
                  <a:pt x="435882" y="26096"/>
                </a:cubicBezTo>
                <a:cubicBezTo>
                  <a:pt x="431885" y="26096"/>
                  <a:pt x="428591" y="24857"/>
                  <a:pt x="426001" y="22380"/>
                </a:cubicBezTo>
                <a:cubicBezTo>
                  <a:pt x="423411" y="19903"/>
                  <a:pt x="422116" y="16891"/>
                  <a:pt x="422116" y="13344"/>
                </a:cubicBezTo>
                <a:moveTo>
                  <a:pt x="423974" y="131324"/>
                </a:moveTo>
                <a:lnTo>
                  <a:pt x="423974" y="42564"/>
                </a:lnTo>
                <a:lnTo>
                  <a:pt x="447452" y="42564"/>
                </a:lnTo>
                <a:lnTo>
                  <a:pt x="447452" y="131324"/>
                </a:lnTo>
                <a:lnTo>
                  <a:pt x="423974" y="131324"/>
                </a:lnTo>
                <a:close/>
                <a:moveTo>
                  <a:pt x="536377" y="127862"/>
                </a:moveTo>
                <a:cubicBezTo>
                  <a:pt x="530015" y="131634"/>
                  <a:pt x="521316" y="133520"/>
                  <a:pt x="510281" y="133520"/>
                </a:cubicBezTo>
                <a:cubicBezTo>
                  <a:pt x="496994" y="133520"/>
                  <a:pt x="486226" y="129424"/>
                  <a:pt x="477978" y="121232"/>
                </a:cubicBezTo>
                <a:cubicBezTo>
                  <a:pt x="469730" y="113040"/>
                  <a:pt x="465606" y="102329"/>
                  <a:pt x="465606" y="89098"/>
                </a:cubicBezTo>
                <a:cubicBezTo>
                  <a:pt x="465606" y="74009"/>
                  <a:pt x="470025" y="62129"/>
                  <a:pt x="478865" y="53459"/>
                </a:cubicBezTo>
                <a:cubicBezTo>
                  <a:pt x="487704" y="44788"/>
                  <a:pt x="499499" y="40453"/>
                  <a:pt x="514251" y="40453"/>
                </a:cubicBezTo>
                <a:cubicBezTo>
                  <a:pt x="523878" y="40453"/>
                  <a:pt x="531254" y="41861"/>
                  <a:pt x="536377" y="44676"/>
                </a:cubicBezTo>
                <a:lnTo>
                  <a:pt x="536377" y="65367"/>
                </a:lnTo>
                <a:cubicBezTo>
                  <a:pt x="530409" y="60975"/>
                  <a:pt x="523822" y="58779"/>
                  <a:pt x="516615" y="58779"/>
                </a:cubicBezTo>
                <a:cubicBezTo>
                  <a:pt x="508395" y="58779"/>
                  <a:pt x="501808" y="61355"/>
                  <a:pt x="496853" y="66507"/>
                </a:cubicBezTo>
                <a:cubicBezTo>
                  <a:pt x="491899" y="71658"/>
                  <a:pt x="489421" y="78626"/>
                  <a:pt x="489421" y="87409"/>
                </a:cubicBezTo>
                <a:cubicBezTo>
                  <a:pt x="489421" y="96079"/>
                  <a:pt x="491758" y="102864"/>
                  <a:pt x="496431" y="107762"/>
                </a:cubicBezTo>
                <a:cubicBezTo>
                  <a:pt x="501104" y="112660"/>
                  <a:pt x="507522" y="115109"/>
                  <a:pt x="515686" y="115109"/>
                </a:cubicBezTo>
                <a:cubicBezTo>
                  <a:pt x="522837" y="115109"/>
                  <a:pt x="529734" y="112857"/>
                  <a:pt x="536377" y="108353"/>
                </a:cubicBezTo>
                <a:lnTo>
                  <a:pt x="536377" y="127862"/>
                </a:lnTo>
                <a:close/>
                <a:moveTo>
                  <a:pt x="553046" y="13344"/>
                </a:moveTo>
                <a:cubicBezTo>
                  <a:pt x="553046" y="9740"/>
                  <a:pt x="554327" y="6728"/>
                  <a:pt x="556889" y="4307"/>
                </a:cubicBezTo>
                <a:cubicBezTo>
                  <a:pt x="559451" y="1886"/>
                  <a:pt x="562758" y="676"/>
                  <a:pt x="566812" y="676"/>
                </a:cubicBezTo>
                <a:cubicBezTo>
                  <a:pt x="570753" y="676"/>
                  <a:pt x="574047" y="1872"/>
                  <a:pt x="576693" y="4265"/>
                </a:cubicBezTo>
                <a:cubicBezTo>
                  <a:pt x="579339" y="6658"/>
                  <a:pt x="580662" y="9684"/>
                  <a:pt x="580662" y="13344"/>
                </a:cubicBezTo>
                <a:cubicBezTo>
                  <a:pt x="580662" y="17003"/>
                  <a:pt x="579353" y="20044"/>
                  <a:pt x="576735" y="22464"/>
                </a:cubicBezTo>
                <a:cubicBezTo>
                  <a:pt x="574117" y="24885"/>
                  <a:pt x="570810" y="26096"/>
                  <a:pt x="566812" y="26096"/>
                </a:cubicBezTo>
                <a:cubicBezTo>
                  <a:pt x="562815" y="26096"/>
                  <a:pt x="559521" y="24857"/>
                  <a:pt x="556931" y="22380"/>
                </a:cubicBezTo>
                <a:cubicBezTo>
                  <a:pt x="554341" y="19903"/>
                  <a:pt x="553046" y="16891"/>
                  <a:pt x="553046" y="13344"/>
                </a:cubicBezTo>
                <a:moveTo>
                  <a:pt x="554904" y="131324"/>
                </a:moveTo>
                <a:lnTo>
                  <a:pt x="554904" y="42564"/>
                </a:lnTo>
                <a:lnTo>
                  <a:pt x="578382" y="42564"/>
                </a:lnTo>
                <a:lnTo>
                  <a:pt x="578382" y="131324"/>
                </a:lnTo>
                <a:lnTo>
                  <a:pt x="554904" y="131324"/>
                </a:lnTo>
                <a:close/>
                <a:moveTo>
                  <a:pt x="597228" y="87493"/>
                </a:moveTo>
                <a:cubicBezTo>
                  <a:pt x="597228" y="72967"/>
                  <a:pt x="601507" y="61496"/>
                  <a:pt x="610065" y="53079"/>
                </a:cubicBezTo>
                <a:cubicBezTo>
                  <a:pt x="618623" y="44662"/>
                  <a:pt x="630221" y="40453"/>
                  <a:pt x="644860" y="40453"/>
                </a:cubicBezTo>
                <a:cubicBezTo>
                  <a:pt x="658991" y="40453"/>
                  <a:pt x="670153" y="44577"/>
                  <a:pt x="678345" y="52825"/>
                </a:cubicBezTo>
                <a:cubicBezTo>
                  <a:pt x="686537" y="61074"/>
                  <a:pt x="690633" y="72123"/>
                  <a:pt x="690633" y="85973"/>
                </a:cubicBezTo>
                <a:cubicBezTo>
                  <a:pt x="690633" y="100386"/>
                  <a:pt x="686396" y="111914"/>
                  <a:pt x="677923" y="120557"/>
                </a:cubicBezTo>
                <a:cubicBezTo>
                  <a:pt x="669449" y="129199"/>
                  <a:pt x="657978" y="133520"/>
                  <a:pt x="643508" y="133520"/>
                </a:cubicBezTo>
                <a:cubicBezTo>
                  <a:pt x="629320" y="133520"/>
                  <a:pt x="618060" y="129368"/>
                  <a:pt x="609727" y="121063"/>
                </a:cubicBezTo>
                <a:cubicBezTo>
                  <a:pt x="601394" y="112759"/>
                  <a:pt x="597228" y="101569"/>
                  <a:pt x="597228" y="87493"/>
                </a:cubicBezTo>
                <a:moveTo>
                  <a:pt x="621044" y="87155"/>
                </a:moveTo>
                <a:cubicBezTo>
                  <a:pt x="621044" y="105791"/>
                  <a:pt x="628785" y="115109"/>
                  <a:pt x="644268" y="115109"/>
                </a:cubicBezTo>
                <a:cubicBezTo>
                  <a:pt x="659188" y="115109"/>
                  <a:pt x="666648" y="105566"/>
                  <a:pt x="666648" y="86480"/>
                </a:cubicBezTo>
                <a:cubicBezTo>
                  <a:pt x="666648" y="68013"/>
                  <a:pt x="659160" y="58779"/>
                  <a:pt x="644184" y="58779"/>
                </a:cubicBezTo>
                <a:cubicBezTo>
                  <a:pt x="636865" y="58779"/>
                  <a:pt x="631178" y="61299"/>
                  <a:pt x="627124" y="66338"/>
                </a:cubicBezTo>
                <a:cubicBezTo>
                  <a:pt x="623071" y="71377"/>
                  <a:pt x="621044" y="78316"/>
                  <a:pt x="621044" y="87155"/>
                </a:cubicBezTo>
                <a:close/>
                <a:moveTo>
                  <a:pt x="790605" y="131324"/>
                </a:moveTo>
                <a:lnTo>
                  <a:pt x="767127" y="131324"/>
                </a:lnTo>
                <a:lnTo>
                  <a:pt x="767127" y="117643"/>
                </a:lnTo>
                <a:lnTo>
                  <a:pt x="766704" y="117643"/>
                </a:lnTo>
                <a:cubicBezTo>
                  <a:pt x="760173" y="128228"/>
                  <a:pt x="751109" y="133520"/>
                  <a:pt x="739511" y="133520"/>
                </a:cubicBezTo>
                <a:cubicBezTo>
                  <a:pt x="718735" y="133520"/>
                  <a:pt x="708348" y="121021"/>
                  <a:pt x="708348" y="96023"/>
                </a:cubicBezTo>
                <a:lnTo>
                  <a:pt x="708348" y="42564"/>
                </a:lnTo>
                <a:lnTo>
                  <a:pt x="731910" y="42564"/>
                </a:lnTo>
                <a:lnTo>
                  <a:pt x="731910" y="93574"/>
                </a:lnTo>
                <a:cubicBezTo>
                  <a:pt x="731910" y="107931"/>
                  <a:pt x="737484" y="115109"/>
                  <a:pt x="748632" y="115109"/>
                </a:cubicBezTo>
                <a:cubicBezTo>
                  <a:pt x="754093" y="115109"/>
                  <a:pt x="758541" y="113153"/>
                  <a:pt x="761975" y="109240"/>
                </a:cubicBezTo>
                <a:cubicBezTo>
                  <a:pt x="765410" y="105327"/>
                  <a:pt x="767127" y="100077"/>
                  <a:pt x="767127" y="93489"/>
                </a:cubicBezTo>
                <a:lnTo>
                  <a:pt x="767127" y="42564"/>
                </a:lnTo>
                <a:lnTo>
                  <a:pt x="790605" y="42564"/>
                </a:lnTo>
                <a:lnTo>
                  <a:pt x="790605" y="131324"/>
                </a:lnTo>
                <a:close/>
                <a:moveTo>
                  <a:pt x="812071" y="108522"/>
                </a:moveTo>
                <a:cubicBezTo>
                  <a:pt x="820854" y="114040"/>
                  <a:pt x="829525" y="116798"/>
                  <a:pt x="838082" y="116798"/>
                </a:cubicBezTo>
                <a:cubicBezTo>
                  <a:pt x="849118" y="116798"/>
                  <a:pt x="854635" y="113674"/>
                  <a:pt x="854635" y="107424"/>
                </a:cubicBezTo>
                <a:cubicBezTo>
                  <a:pt x="854635" y="103089"/>
                  <a:pt x="850272" y="99429"/>
                  <a:pt x="841545" y="96445"/>
                </a:cubicBezTo>
                <a:cubicBezTo>
                  <a:pt x="828821" y="92166"/>
                  <a:pt x="820741" y="87958"/>
                  <a:pt x="817307" y="83820"/>
                </a:cubicBezTo>
                <a:cubicBezTo>
                  <a:pt x="813873" y="79681"/>
                  <a:pt x="812155" y="74375"/>
                  <a:pt x="812155" y="67900"/>
                </a:cubicBezTo>
                <a:cubicBezTo>
                  <a:pt x="812155" y="59342"/>
                  <a:pt x="815646" y="52628"/>
                  <a:pt x="822628" y="47758"/>
                </a:cubicBezTo>
                <a:cubicBezTo>
                  <a:pt x="829609" y="42888"/>
                  <a:pt x="838589" y="40453"/>
                  <a:pt x="849568" y="40453"/>
                </a:cubicBezTo>
                <a:cubicBezTo>
                  <a:pt x="857225" y="40453"/>
                  <a:pt x="864882" y="41663"/>
                  <a:pt x="872539" y="44084"/>
                </a:cubicBezTo>
                <a:lnTo>
                  <a:pt x="872539" y="63255"/>
                </a:lnTo>
                <a:cubicBezTo>
                  <a:pt x="865614" y="59145"/>
                  <a:pt x="858041" y="57090"/>
                  <a:pt x="849821" y="57090"/>
                </a:cubicBezTo>
                <a:cubicBezTo>
                  <a:pt x="845486" y="57090"/>
                  <a:pt x="841995" y="57907"/>
                  <a:pt x="839349" y="59539"/>
                </a:cubicBezTo>
                <a:cubicBezTo>
                  <a:pt x="836703" y="61172"/>
                  <a:pt x="835380" y="63340"/>
                  <a:pt x="835380" y="66042"/>
                </a:cubicBezTo>
                <a:cubicBezTo>
                  <a:pt x="835380" y="70490"/>
                  <a:pt x="839068" y="74009"/>
                  <a:pt x="846443" y="76599"/>
                </a:cubicBezTo>
                <a:cubicBezTo>
                  <a:pt x="854832" y="79639"/>
                  <a:pt x="860997" y="82187"/>
                  <a:pt x="864938" y="84242"/>
                </a:cubicBezTo>
                <a:cubicBezTo>
                  <a:pt x="868880" y="86297"/>
                  <a:pt x="871948" y="89098"/>
                  <a:pt x="874144" y="92645"/>
                </a:cubicBezTo>
                <a:cubicBezTo>
                  <a:pt x="876340" y="96192"/>
                  <a:pt x="877438" y="100358"/>
                  <a:pt x="877438" y="105144"/>
                </a:cubicBezTo>
                <a:cubicBezTo>
                  <a:pt x="877438" y="114152"/>
                  <a:pt x="873848" y="121134"/>
                  <a:pt x="866670" y="126088"/>
                </a:cubicBezTo>
                <a:cubicBezTo>
                  <a:pt x="859491" y="131043"/>
                  <a:pt x="850018" y="133520"/>
                  <a:pt x="838251" y="133520"/>
                </a:cubicBezTo>
                <a:cubicBezTo>
                  <a:pt x="828342" y="133520"/>
                  <a:pt x="819615" y="131944"/>
                  <a:pt x="812071" y="128791"/>
                </a:cubicBezTo>
                <a:lnTo>
                  <a:pt x="812071" y="108522"/>
                </a:lnTo>
                <a:close/>
                <a:moveTo>
                  <a:pt x="958439" y="131324"/>
                </a:moveTo>
                <a:lnTo>
                  <a:pt x="958439" y="7010"/>
                </a:lnTo>
                <a:lnTo>
                  <a:pt x="999652" y="7010"/>
                </a:lnTo>
                <a:cubicBezTo>
                  <a:pt x="1043680" y="7010"/>
                  <a:pt x="1065694" y="27222"/>
                  <a:pt x="1065694" y="67647"/>
                </a:cubicBezTo>
                <a:cubicBezTo>
                  <a:pt x="1065694" y="86902"/>
                  <a:pt x="1059487" y="102329"/>
                  <a:pt x="1047072" y="113927"/>
                </a:cubicBezTo>
                <a:cubicBezTo>
                  <a:pt x="1034657" y="125525"/>
                  <a:pt x="1018682" y="131324"/>
                  <a:pt x="999145" y="131324"/>
                </a:cubicBezTo>
                <a:lnTo>
                  <a:pt x="958439" y="131324"/>
                </a:lnTo>
                <a:moveTo>
                  <a:pt x="982508" y="27025"/>
                </a:moveTo>
                <a:lnTo>
                  <a:pt x="982508" y="111393"/>
                </a:lnTo>
                <a:lnTo>
                  <a:pt x="997709" y="111393"/>
                </a:lnTo>
                <a:cubicBezTo>
                  <a:pt x="1011053" y="111393"/>
                  <a:pt x="1021497" y="107523"/>
                  <a:pt x="1029041" y="99781"/>
                </a:cubicBezTo>
                <a:cubicBezTo>
                  <a:pt x="1036586" y="92040"/>
                  <a:pt x="1040358" y="81441"/>
                  <a:pt x="1040358" y="67985"/>
                </a:cubicBezTo>
                <a:cubicBezTo>
                  <a:pt x="1040358" y="54754"/>
                  <a:pt x="1036586" y="44619"/>
                  <a:pt x="1029041" y="37582"/>
                </a:cubicBezTo>
                <a:cubicBezTo>
                  <a:pt x="1021497" y="30544"/>
                  <a:pt x="1011109" y="27025"/>
                  <a:pt x="997878" y="27025"/>
                </a:cubicBezTo>
                <a:lnTo>
                  <a:pt x="982508" y="27025"/>
                </a:lnTo>
                <a:close/>
                <a:moveTo>
                  <a:pt x="1080131" y="87493"/>
                </a:moveTo>
                <a:cubicBezTo>
                  <a:pt x="1080131" y="72967"/>
                  <a:pt x="1084410" y="61496"/>
                  <a:pt x="1092968" y="53079"/>
                </a:cubicBezTo>
                <a:cubicBezTo>
                  <a:pt x="1101526" y="44662"/>
                  <a:pt x="1113124" y="40453"/>
                  <a:pt x="1127763" y="40453"/>
                </a:cubicBezTo>
                <a:cubicBezTo>
                  <a:pt x="1141895" y="40453"/>
                  <a:pt x="1153056" y="44577"/>
                  <a:pt x="1161248" y="52825"/>
                </a:cubicBezTo>
                <a:cubicBezTo>
                  <a:pt x="1169440" y="61074"/>
                  <a:pt x="1173536" y="72123"/>
                  <a:pt x="1173536" y="85973"/>
                </a:cubicBezTo>
                <a:cubicBezTo>
                  <a:pt x="1173536" y="100386"/>
                  <a:pt x="1169300" y="111914"/>
                  <a:pt x="1160826" y="120557"/>
                </a:cubicBezTo>
                <a:cubicBezTo>
                  <a:pt x="1152353" y="129199"/>
                  <a:pt x="1140881" y="133520"/>
                  <a:pt x="1126412" y="133520"/>
                </a:cubicBezTo>
                <a:cubicBezTo>
                  <a:pt x="1112223" y="133520"/>
                  <a:pt x="1100963" y="129368"/>
                  <a:pt x="1092630" y="121063"/>
                </a:cubicBezTo>
                <a:cubicBezTo>
                  <a:pt x="1084298" y="112759"/>
                  <a:pt x="1080131" y="101569"/>
                  <a:pt x="1080131" y="87493"/>
                </a:cubicBezTo>
                <a:moveTo>
                  <a:pt x="1103947" y="87155"/>
                </a:moveTo>
                <a:cubicBezTo>
                  <a:pt x="1103947" y="105791"/>
                  <a:pt x="1111689" y="115109"/>
                  <a:pt x="1127172" y="115109"/>
                </a:cubicBezTo>
                <a:cubicBezTo>
                  <a:pt x="1142092" y="115109"/>
                  <a:pt x="1149552" y="105566"/>
                  <a:pt x="1149552" y="86480"/>
                </a:cubicBezTo>
                <a:cubicBezTo>
                  <a:pt x="1149552" y="68013"/>
                  <a:pt x="1142063" y="58779"/>
                  <a:pt x="1127087" y="58779"/>
                </a:cubicBezTo>
                <a:cubicBezTo>
                  <a:pt x="1119768" y="58779"/>
                  <a:pt x="1114081" y="61299"/>
                  <a:pt x="1110028" y="66338"/>
                </a:cubicBezTo>
                <a:cubicBezTo>
                  <a:pt x="1105974" y="71377"/>
                  <a:pt x="1103947" y="78316"/>
                  <a:pt x="1103947" y="87155"/>
                </a:cubicBezTo>
                <a:close/>
                <a:moveTo>
                  <a:pt x="1258138" y="127862"/>
                </a:moveTo>
                <a:cubicBezTo>
                  <a:pt x="1251776" y="131634"/>
                  <a:pt x="1243077" y="133520"/>
                  <a:pt x="1232042" y="133520"/>
                </a:cubicBezTo>
                <a:cubicBezTo>
                  <a:pt x="1218755" y="133520"/>
                  <a:pt x="1207987" y="129424"/>
                  <a:pt x="1199739" y="121232"/>
                </a:cubicBezTo>
                <a:cubicBezTo>
                  <a:pt x="1191490" y="113040"/>
                  <a:pt x="1187366" y="102329"/>
                  <a:pt x="1187366" y="89098"/>
                </a:cubicBezTo>
                <a:cubicBezTo>
                  <a:pt x="1187366" y="74009"/>
                  <a:pt x="1191786" y="62129"/>
                  <a:pt x="1200625" y="53459"/>
                </a:cubicBezTo>
                <a:cubicBezTo>
                  <a:pt x="1209465" y="44788"/>
                  <a:pt x="1221260" y="40453"/>
                  <a:pt x="1236011" y="40453"/>
                </a:cubicBezTo>
                <a:cubicBezTo>
                  <a:pt x="1245639" y="40453"/>
                  <a:pt x="1253014" y="41861"/>
                  <a:pt x="1258138" y="44676"/>
                </a:cubicBezTo>
                <a:lnTo>
                  <a:pt x="1258138" y="65367"/>
                </a:lnTo>
                <a:cubicBezTo>
                  <a:pt x="1252170" y="60975"/>
                  <a:pt x="1245582" y="58779"/>
                  <a:pt x="1238376" y="58779"/>
                </a:cubicBezTo>
                <a:cubicBezTo>
                  <a:pt x="1230156" y="58779"/>
                  <a:pt x="1223568" y="61355"/>
                  <a:pt x="1218614" y="66507"/>
                </a:cubicBezTo>
                <a:cubicBezTo>
                  <a:pt x="1213659" y="71658"/>
                  <a:pt x="1211182" y="78626"/>
                  <a:pt x="1211182" y="87409"/>
                </a:cubicBezTo>
                <a:cubicBezTo>
                  <a:pt x="1211182" y="96079"/>
                  <a:pt x="1213518" y="102864"/>
                  <a:pt x="1218191" y="107762"/>
                </a:cubicBezTo>
                <a:cubicBezTo>
                  <a:pt x="1222865" y="112660"/>
                  <a:pt x="1229283" y="115109"/>
                  <a:pt x="1237447" y="115109"/>
                </a:cubicBezTo>
                <a:cubicBezTo>
                  <a:pt x="1244597" y="115109"/>
                  <a:pt x="1251494" y="112857"/>
                  <a:pt x="1258138" y="108353"/>
                </a:cubicBezTo>
                <a:lnTo>
                  <a:pt x="1258138" y="127862"/>
                </a:lnTo>
                <a:close/>
                <a:moveTo>
                  <a:pt x="1357739" y="131324"/>
                </a:moveTo>
                <a:lnTo>
                  <a:pt x="1334261" y="131324"/>
                </a:lnTo>
                <a:lnTo>
                  <a:pt x="1334261" y="117643"/>
                </a:lnTo>
                <a:lnTo>
                  <a:pt x="1333839" y="117643"/>
                </a:lnTo>
                <a:cubicBezTo>
                  <a:pt x="1327307" y="128228"/>
                  <a:pt x="1318243" y="133520"/>
                  <a:pt x="1306645" y="133520"/>
                </a:cubicBezTo>
                <a:cubicBezTo>
                  <a:pt x="1285869" y="133520"/>
                  <a:pt x="1275482" y="121021"/>
                  <a:pt x="1275482" y="96023"/>
                </a:cubicBezTo>
                <a:lnTo>
                  <a:pt x="1275482" y="42564"/>
                </a:lnTo>
                <a:lnTo>
                  <a:pt x="1299044" y="42564"/>
                </a:lnTo>
                <a:lnTo>
                  <a:pt x="1299044" y="93574"/>
                </a:lnTo>
                <a:cubicBezTo>
                  <a:pt x="1299044" y="107931"/>
                  <a:pt x="1304618" y="115109"/>
                  <a:pt x="1315766" y="115109"/>
                </a:cubicBezTo>
                <a:cubicBezTo>
                  <a:pt x="1321227" y="115109"/>
                  <a:pt x="1325675" y="113153"/>
                  <a:pt x="1329109" y="109240"/>
                </a:cubicBezTo>
                <a:cubicBezTo>
                  <a:pt x="1332544" y="105327"/>
                  <a:pt x="1334261" y="100077"/>
                  <a:pt x="1334261" y="93489"/>
                </a:cubicBezTo>
                <a:lnTo>
                  <a:pt x="1334261" y="42564"/>
                </a:lnTo>
                <a:lnTo>
                  <a:pt x="1357739" y="42564"/>
                </a:lnTo>
                <a:lnTo>
                  <a:pt x="1357739" y="131324"/>
                </a:lnTo>
                <a:close/>
                <a:moveTo>
                  <a:pt x="1518723" y="131324"/>
                </a:moveTo>
                <a:lnTo>
                  <a:pt x="1495245" y="131324"/>
                </a:lnTo>
                <a:lnTo>
                  <a:pt x="1495245" y="80653"/>
                </a:lnTo>
                <a:cubicBezTo>
                  <a:pt x="1495245" y="66070"/>
                  <a:pt x="1489953" y="58779"/>
                  <a:pt x="1479368" y="58779"/>
                </a:cubicBezTo>
                <a:cubicBezTo>
                  <a:pt x="1474470" y="58779"/>
                  <a:pt x="1470374" y="60989"/>
                  <a:pt x="1467080" y="65409"/>
                </a:cubicBezTo>
                <a:cubicBezTo>
                  <a:pt x="1463786" y="69828"/>
                  <a:pt x="1462139" y="75135"/>
                  <a:pt x="1462139" y="81328"/>
                </a:cubicBezTo>
                <a:lnTo>
                  <a:pt x="1462139" y="131324"/>
                </a:lnTo>
                <a:lnTo>
                  <a:pt x="1438662" y="131324"/>
                </a:lnTo>
                <a:lnTo>
                  <a:pt x="1438662" y="79724"/>
                </a:lnTo>
                <a:cubicBezTo>
                  <a:pt x="1438662" y="65761"/>
                  <a:pt x="1433397" y="58779"/>
                  <a:pt x="1422869" y="58779"/>
                </a:cubicBezTo>
                <a:cubicBezTo>
                  <a:pt x="1417858" y="58779"/>
                  <a:pt x="1413748" y="60848"/>
                  <a:pt x="1410539" y="64987"/>
                </a:cubicBezTo>
                <a:cubicBezTo>
                  <a:pt x="1407330" y="69125"/>
                  <a:pt x="1405725" y="74656"/>
                  <a:pt x="1405725" y="81582"/>
                </a:cubicBezTo>
                <a:lnTo>
                  <a:pt x="1405725" y="131324"/>
                </a:lnTo>
                <a:lnTo>
                  <a:pt x="1382163" y="131324"/>
                </a:lnTo>
                <a:lnTo>
                  <a:pt x="1382163" y="42564"/>
                </a:lnTo>
                <a:lnTo>
                  <a:pt x="1405725" y="42564"/>
                </a:lnTo>
                <a:lnTo>
                  <a:pt x="1405725" y="56583"/>
                </a:lnTo>
                <a:lnTo>
                  <a:pt x="1405978" y="56583"/>
                </a:lnTo>
                <a:cubicBezTo>
                  <a:pt x="1412622" y="45830"/>
                  <a:pt x="1422109" y="40453"/>
                  <a:pt x="1434439" y="40453"/>
                </a:cubicBezTo>
                <a:cubicBezTo>
                  <a:pt x="1446938" y="40453"/>
                  <a:pt x="1455440" y="46139"/>
                  <a:pt x="1459944" y="57512"/>
                </a:cubicBezTo>
                <a:cubicBezTo>
                  <a:pt x="1466700" y="46139"/>
                  <a:pt x="1476581" y="40453"/>
                  <a:pt x="1489587" y="40453"/>
                </a:cubicBezTo>
                <a:cubicBezTo>
                  <a:pt x="1509011" y="40453"/>
                  <a:pt x="1518723" y="52389"/>
                  <a:pt x="1518723" y="76261"/>
                </a:cubicBezTo>
                <a:lnTo>
                  <a:pt x="1518723" y="131324"/>
                </a:lnTo>
                <a:close/>
                <a:moveTo>
                  <a:pt x="1619425" y="93574"/>
                </a:moveTo>
                <a:lnTo>
                  <a:pt x="1560139" y="93574"/>
                </a:lnTo>
                <a:cubicBezTo>
                  <a:pt x="1561096" y="108663"/>
                  <a:pt x="1569654" y="116207"/>
                  <a:pt x="1585812" y="116207"/>
                </a:cubicBezTo>
                <a:cubicBezTo>
                  <a:pt x="1595665" y="116207"/>
                  <a:pt x="1604448" y="113617"/>
                  <a:pt x="1612162" y="108438"/>
                </a:cubicBezTo>
                <a:lnTo>
                  <a:pt x="1612162" y="126342"/>
                </a:lnTo>
                <a:cubicBezTo>
                  <a:pt x="1603942" y="131127"/>
                  <a:pt x="1593385" y="133520"/>
                  <a:pt x="1580492" y="133520"/>
                </a:cubicBezTo>
                <a:cubicBezTo>
                  <a:pt x="1566698" y="133520"/>
                  <a:pt x="1555958" y="129523"/>
                  <a:pt x="1548273" y="121528"/>
                </a:cubicBezTo>
                <a:cubicBezTo>
                  <a:pt x="1540588" y="113533"/>
                  <a:pt x="1536745" y="102357"/>
                  <a:pt x="1536745" y="88000"/>
                </a:cubicBezTo>
                <a:cubicBezTo>
                  <a:pt x="1536745" y="73924"/>
                  <a:pt x="1540869" y="62481"/>
                  <a:pt x="1549118" y="53670"/>
                </a:cubicBezTo>
                <a:cubicBezTo>
                  <a:pt x="1557366" y="44859"/>
                  <a:pt x="1567683" y="40453"/>
                  <a:pt x="1580070" y="40453"/>
                </a:cubicBezTo>
                <a:cubicBezTo>
                  <a:pt x="1592456" y="40453"/>
                  <a:pt x="1602112" y="44253"/>
                  <a:pt x="1609037" y="51854"/>
                </a:cubicBezTo>
                <a:cubicBezTo>
                  <a:pt x="1615962" y="59455"/>
                  <a:pt x="1619425" y="69899"/>
                  <a:pt x="1619425" y="83186"/>
                </a:cubicBezTo>
                <a:lnTo>
                  <a:pt x="1619425" y="93574"/>
                </a:lnTo>
                <a:moveTo>
                  <a:pt x="1597214" y="78119"/>
                </a:moveTo>
                <a:cubicBezTo>
                  <a:pt x="1597214" y="64043"/>
                  <a:pt x="1591414" y="57006"/>
                  <a:pt x="1579816" y="57006"/>
                </a:cubicBezTo>
                <a:cubicBezTo>
                  <a:pt x="1574974" y="57006"/>
                  <a:pt x="1570709" y="58920"/>
                  <a:pt x="1567022" y="62749"/>
                </a:cubicBezTo>
                <a:cubicBezTo>
                  <a:pt x="1563334" y="66577"/>
                  <a:pt x="1561040" y="71701"/>
                  <a:pt x="1560139" y="78119"/>
                </a:cubicBezTo>
                <a:lnTo>
                  <a:pt x="1597214" y="78119"/>
                </a:lnTo>
                <a:close/>
                <a:moveTo>
                  <a:pt x="1719970" y="131324"/>
                </a:moveTo>
                <a:lnTo>
                  <a:pt x="1696492" y="131324"/>
                </a:lnTo>
                <a:lnTo>
                  <a:pt x="1696492" y="81582"/>
                </a:lnTo>
                <a:cubicBezTo>
                  <a:pt x="1696492" y="66380"/>
                  <a:pt x="1691003" y="58779"/>
                  <a:pt x="1680024" y="58779"/>
                </a:cubicBezTo>
                <a:cubicBezTo>
                  <a:pt x="1674506" y="58779"/>
                  <a:pt x="1670016" y="60848"/>
                  <a:pt x="1666554" y="64987"/>
                </a:cubicBezTo>
                <a:cubicBezTo>
                  <a:pt x="1663091" y="69125"/>
                  <a:pt x="1661360" y="74375"/>
                  <a:pt x="1661360" y="80737"/>
                </a:cubicBezTo>
                <a:lnTo>
                  <a:pt x="1661360" y="131324"/>
                </a:lnTo>
                <a:lnTo>
                  <a:pt x="1637797" y="131324"/>
                </a:lnTo>
                <a:lnTo>
                  <a:pt x="1637797" y="42564"/>
                </a:lnTo>
                <a:lnTo>
                  <a:pt x="1661360" y="42564"/>
                </a:lnTo>
                <a:lnTo>
                  <a:pt x="1661360" y="56837"/>
                </a:lnTo>
                <a:lnTo>
                  <a:pt x="1661613" y="56837"/>
                </a:lnTo>
                <a:cubicBezTo>
                  <a:pt x="1668144" y="45914"/>
                  <a:pt x="1677744" y="40453"/>
                  <a:pt x="1690412" y="40453"/>
                </a:cubicBezTo>
                <a:cubicBezTo>
                  <a:pt x="1710117" y="40453"/>
                  <a:pt x="1719970" y="52642"/>
                  <a:pt x="1719970" y="77021"/>
                </a:cubicBezTo>
                <a:lnTo>
                  <a:pt x="1719970" y="131324"/>
                </a:lnTo>
                <a:close/>
                <a:moveTo>
                  <a:pt x="1792869" y="130395"/>
                </a:moveTo>
                <a:cubicBezTo>
                  <a:pt x="1788871" y="132422"/>
                  <a:pt x="1783297" y="133436"/>
                  <a:pt x="1776147" y="133436"/>
                </a:cubicBezTo>
                <a:cubicBezTo>
                  <a:pt x="1757962" y="133436"/>
                  <a:pt x="1748869" y="123808"/>
                  <a:pt x="1748869" y="104553"/>
                </a:cubicBezTo>
                <a:lnTo>
                  <a:pt x="1748869" y="60468"/>
                </a:lnTo>
                <a:lnTo>
                  <a:pt x="1734174" y="60468"/>
                </a:lnTo>
                <a:lnTo>
                  <a:pt x="1734174" y="42564"/>
                </a:lnTo>
                <a:lnTo>
                  <a:pt x="1748869" y="42564"/>
                </a:lnTo>
                <a:lnTo>
                  <a:pt x="1748869" y="22718"/>
                </a:lnTo>
                <a:lnTo>
                  <a:pt x="1772347" y="15877"/>
                </a:lnTo>
                <a:lnTo>
                  <a:pt x="1772347" y="42564"/>
                </a:lnTo>
                <a:lnTo>
                  <a:pt x="1792869" y="42564"/>
                </a:lnTo>
                <a:lnTo>
                  <a:pt x="1792869" y="60468"/>
                </a:lnTo>
                <a:lnTo>
                  <a:pt x="1772347" y="60468"/>
                </a:lnTo>
                <a:lnTo>
                  <a:pt x="1772347" y="100415"/>
                </a:lnTo>
                <a:cubicBezTo>
                  <a:pt x="1772347" y="110211"/>
                  <a:pt x="1776203" y="115109"/>
                  <a:pt x="1783917" y="115109"/>
                </a:cubicBezTo>
                <a:cubicBezTo>
                  <a:pt x="1787126" y="115109"/>
                  <a:pt x="1790110" y="114209"/>
                  <a:pt x="1792869" y="112407"/>
                </a:cubicBezTo>
                <a:lnTo>
                  <a:pt x="1792869" y="130395"/>
                </a:lnTo>
                <a:close/>
                <a:moveTo>
                  <a:pt x="1806419" y="108522"/>
                </a:moveTo>
                <a:cubicBezTo>
                  <a:pt x="1815202" y="114040"/>
                  <a:pt x="1823873" y="116798"/>
                  <a:pt x="1832430" y="116798"/>
                </a:cubicBezTo>
                <a:cubicBezTo>
                  <a:pt x="1843466" y="116798"/>
                  <a:pt x="1848983" y="113674"/>
                  <a:pt x="1848983" y="107424"/>
                </a:cubicBezTo>
                <a:cubicBezTo>
                  <a:pt x="1848983" y="103089"/>
                  <a:pt x="1844620" y="99429"/>
                  <a:pt x="1835893" y="96445"/>
                </a:cubicBezTo>
                <a:cubicBezTo>
                  <a:pt x="1823169" y="92166"/>
                  <a:pt x="1815089" y="87958"/>
                  <a:pt x="1811655" y="83820"/>
                </a:cubicBezTo>
                <a:cubicBezTo>
                  <a:pt x="1808221" y="79681"/>
                  <a:pt x="1806503" y="74375"/>
                  <a:pt x="1806503" y="67900"/>
                </a:cubicBezTo>
                <a:cubicBezTo>
                  <a:pt x="1806503" y="59342"/>
                  <a:pt x="1809994" y="52628"/>
                  <a:pt x="1816976" y="47758"/>
                </a:cubicBezTo>
                <a:cubicBezTo>
                  <a:pt x="1823957" y="42888"/>
                  <a:pt x="1832937" y="40453"/>
                  <a:pt x="1843916" y="40453"/>
                </a:cubicBezTo>
                <a:cubicBezTo>
                  <a:pt x="1851573" y="40453"/>
                  <a:pt x="1859230" y="41663"/>
                  <a:pt x="1866887" y="44084"/>
                </a:cubicBezTo>
                <a:lnTo>
                  <a:pt x="1866887" y="63255"/>
                </a:lnTo>
                <a:cubicBezTo>
                  <a:pt x="1859962" y="59145"/>
                  <a:pt x="1852389" y="57090"/>
                  <a:pt x="1844169" y="57090"/>
                </a:cubicBezTo>
                <a:cubicBezTo>
                  <a:pt x="1839834" y="57090"/>
                  <a:pt x="1836343" y="57907"/>
                  <a:pt x="1833697" y="59539"/>
                </a:cubicBezTo>
                <a:cubicBezTo>
                  <a:pt x="1831051" y="61172"/>
                  <a:pt x="1829728" y="63340"/>
                  <a:pt x="1829728" y="66042"/>
                </a:cubicBezTo>
                <a:cubicBezTo>
                  <a:pt x="1829728" y="70490"/>
                  <a:pt x="1833416" y="74009"/>
                  <a:pt x="1840791" y="76599"/>
                </a:cubicBezTo>
                <a:cubicBezTo>
                  <a:pt x="1849180" y="79639"/>
                  <a:pt x="1855345" y="82187"/>
                  <a:pt x="1859286" y="84242"/>
                </a:cubicBezTo>
                <a:cubicBezTo>
                  <a:pt x="1863228" y="86297"/>
                  <a:pt x="1866296" y="89098"/>
                  <a:pt x="1868492" y="92645"/>
                </a:cubicBezTo>
                <a:cubicBezTo>
                  <a:pt x="1870688" y="96192"/>
                  <a:pt x="1871786" y="100358"/>
                  <a:pt x="1871786" y="105144"/>
                </a:cubicBezTo>
                <a:cubicBezTo>
                  <a:pt x="1871786" y="114152"/>
                  <a:pt x="1868196" y="121134"/>
                  <a:pt x="1861018" y="126088"/>
                </a:cubicBezTo>
                <a:cubicBezTo>
                  <a:pt x="1853839" y="131043"/>
                  <a:pt x="1844366" y="133520"/>
                  <a:pt x="1832599" y="133520"/>
                </a:cubicBezTo>
                <a:cubicBezTo>
                  <a:pt x="1822690" y="133520"/>
                  <a:pt x="1813963" y="131944"/>
                  <a:pt x="1806419" y="128791"/>
                </a:cubicBezTo>
                <a:lnTo>
                  <a:pt x="1806419" y="108522"/>
                </a:lnTo>
                <a:close/>
                <a:moveTo>
                  <a:pt x="1976633" y="159532"/>
                </a:moveTo>
                <a:cubicBezTo>
                  <a:pt x="1958166" y="139038"/>
                  <a:pt x="1948932" y="113814"/>
                  <a:pt x="1948932" y="83862"/>
                </a:cubicBezTo>
                <a:cubicBezTo>
                  <a:pt x="1948932" y="54528"/>
                  <a:pt x="1958166" y="28911"/>
                  <a:pt x="1976633" y="7010"/>
                </a:cubicBezTo>
                <a:lnTo>
                  <a:pt x="1996057" y="7010"/>
                </a:lnTo>
                <a:cubicBezTo>
                  <a:pt x="1978378" y="29812"/>
                  <a:pt x="1969539" y="55401"/>
                  <a:pt x="1969539" y="83777"/>
                </a:cubicBezTo>
                <a:cubicBezTo>
                  <a:pt x="1969539" y="111928"/>
                  <a:pt x="1978378" y="137180"/>
                  <a:pt x="1996057" y="159532"/>
                </a:cubicBezTo>
                <a:lnTo>
                  <a:pt x="1976633" y="159532"/>
                </a:lnTo>
                <a:close/>
                <a:moveTo>
                  <a:pt x="2011430" y="105735"/>
                </a:moveTo>
                <a:cubicBezTo>
                  <a:pt x="2019819" y="111985"/>
                  <a:pt x="2029503" y="115109"/>
                  <a:pt x="2040482" y="115109"/>
                </a:cubicBezTo>
                <a:cubicBezTo>
                  <a:pt x="2047688" y="115109"/>
                  <a:pt x="2053487" y="113463"/>
                  <a:pt x="2057879" y="110169"/>
                </a:cubicBezTo>
                <a:cubicBezTo>
                  <a:pt x="2062270" y="106875"/>
                  <a:pt x="2064466" y="102160"/>
                  <a:pt x="2064466" y="96023"/>
                </a:cubicBezTo>
                <a:cubicBezTo>
                  <a:pt x="2064466" y="83130"/>
                  <a:pt x="2054726" y="76683"/>
                  <a:pt x="2035245" y="76683"/>
                </a:cubicBezTo>
                <a:lnTo>
                  <a:pt x="2024267" y="76683"/>
                </a:lnTo>
                <a:lnTo>
                  <a:pt x="2024267" y="58273"/>
                </a:lnTo>
                <a:lnTo>
                  <a:pt x="2034485" y="58273"/>
                </a:lnTo>
                <a:cubicBezTo>
                  <a:pt x="2051939" y="58273"/>
                  <a:pt x="2060666" y="52248"/>
                  <a:pt x="2060666" y="40200"/>
                </a:cubicBezTo>
                <a:cubicBezTo>
                  <a:pt x="2060666" y="28939"/>
                  <a:pt x="2053966" y="23309"/>
                  <a:pt x="2040566" y="23309"/>
                </a:cubicBezTo>
                <a:cubicBezTo>
                  <a:pt x="2032177" y="23309"/>
                  <a:pt x="2024041" y="26068"/>
                  <a:pt x="2016159" y="31585"/>
                </a:cubicBezTo>
                <a:lnTo>
                  <a:pt x="2016159" y="11739"/>
                </a:lnTo>
                <a:cubicBezTo>
                  <a:pt x="2024604" y="7235"/>
                  <a:pt x="2034570" y="4983"/>
                  <a:pt x="2046055" y="4983"/>
                </a:cubicBezTo>
                <a:cubicBezTo>
                  <a:pt x="2057485" y="4983"/>
                  <a:pt x="2066775" y="7685"/>
                  <a:pt x="2073925" y="13090"/>
                </a:cubicBezTo>
                <a:cubicBezTo>
                  <a:pt x="2081075" y="18495"/>
                  <a:pt x="2084650" y="25983"/>
                  <a:pt x="2084650" y="35555"/>
                </a:cubicBezTo>
                <a:cubicBezTo>
                  <a:pt x="2084650" y="51713"/>
                  <a:pt x="2076402" y="61960"/>
                  <a:pt x="2059906" y="66296"/>
                </a:cubicBezTo>
                <a:lnTo>
                  <a:pt x="2059906" y="66633"/>
                </a:lnTo>
                <a:cubicBezTo>
                  <a:pt x="2068520" y="67534"/>
                  <a:pt x="2075445" y="70701"/>
                  <a:pt x="2080681" y="76134"/>
                </a:cubicBezTo>
                <a:cubicBezTo>
                  <a:pt x="2085917" y="81567"/>
                  <a:pt x="2088535" y="88141"/>
                  <a:pt x="2088535" y="95854"/>
                </a:cubicBezTo>
                <a:cubicBezTo>
                  <a:pt x="2088535" y="107621"/>
                  <a:pt x="2084270" y="116841"/>
                  <a:pt x="2075741" y="123512"/>
                </a:cubicBezTo>
                <a:cubicBezTo>
                  <a:pt x="2067211" y="130184"/>
                  <a:pt x="2055908" y="133520"/>
                  <a:pt x="2041833" y="133520"/>
                </a:cubicBezTo>
                <a:cubicBezTo>
                  <a:pt x="2029446" y="133520"/>
                  <a:pt x="2019312" y="131381"/>
                  <a:pt x="2011430" y="127102"/>
                </a:cubicBezTo>
                <a:lnTo>
                  <a:pt x="2011430" y="105735"/>
                </a:lnTo>
                <a:close/>
                <a:moveTo>
                  <a:pt x="2134464" y="111478"/>
                </a:moveTo>
                <a:lnTo>
                  <a:pt x="2187163" y="111478"/>
                </a:lnTo>
                <a:lnTo>
                  <a:pt x="2187163" y="131324"/>
                </a:lnTo>
                <a:lnTo>
                  <a:pt x="2109551" y="131324"/>
                </a:lnTo>
                <a:lnTo>
                  <a:pt x="2109551" y="121950"/>
                </a:lnTo>
                <a:cubicBezTo>
                  <a:pt x="2109551" y="115250"/>
                  <a:pt x="2110691" y="109071"/>
                  <a:pt x="2112971" y="103413"/>
                </a:cubicBezTo>
                <a:cubicBezTo>
                  <a:pt x="2115251" y="97754"/>
                  <a:pt x="2118517" y="92462"/>
                  <a:pt x="2122768" y="87535"/>
                </a:cubicBezTo>
                <a:cubicBezTo>
                  <a:pt x="2127018" y="82609"/>
                  <a:pt x="2135956" y="75051"/>
                  <a:pt x="2149581" y="64860"/>
                </a:cubicBezTo>
                <a:cubicBezTo>
                  <a:pt x="2154874" y="60919"/>
                  <a:pt x="2158674" y="57146"/>
                  <a:pt x="2160982" y="53543"/>
                </a:cubicBezTo>
                <a:cubicBezTo>
                  <a:pt x="2163291" y="49940"/>
                  <a:pt x="2164445" y="45914"/>
                  <a:pt x="2164445" y="41466"/>
                </a:cubicBezTo>
                <a:cubicBezTo>
                  <a:pt x="2164445" y="35949"/>
                  <a:pt x="2162826" y="31656"/>
                  <a:pt x="2159589" y="28587"/>
                </a:cubicBezTo>
                <a:cubicBezTo>
                  <a:pt x="2156352" y="25519"/>
                  <a:pt x="2151327" y="23985"/>
                  <a:pt x="2144514" y="23985"/>
                </a:cubicBezTo>
                <a:cubicBezTo>
                  <a:pt x="2133873" y="23985"/>
                  <a:pt x="2123654" y="28207"/>
                  <a:pt x="2113858" y="36653"/>
                </a:cubicBezTo>
                <a:lnTo>
                  <a:pt x="2113858" y="15455"/>
                </a:lnTo>
                <a:cubicBezTo>
                  <a:pt x="2123879" y="8473"/>
                  <a:pt x="2135224" y="4983"/>
                  <a:pt x="2147892" y="4983"/>
                </a:cubicBezTo>
                <a:cubicBezTo>
                  <a:pt x="2160729" y="4983"/>
                  <a:pt x="2170652" y="8107"/>
                  <a:pt x="2177662" y="14357"/>
                </a:cubicBezTo>
                <a:cubicBezTo>
                  <a:pt x="2184672" y="20607"/>
                  <a:pt x="2188176" y="29249"/>
                  <a:pt x="2188176" y="40284"/>
                </a:cubicBezTo>
                <a:cubicBezTo>
                  <a:pt x="2188176" y="45971"/>
                  <a:pt x="2187261" y="51010"/>
                  <a:pt x="2185432" y="55401"/>
                </a:cubicBezTo>
                <a:cubicBezTo>
                  <a:pt x="2183602" y="59793"/>
                  <a:pt x="2181181" y="63776"/>
                  <a:pt x="2178169" y="67351"/>
                </a:cubicBezTo>
                <a:cubicBezTo>
                  <a:pt x="2175156" y="70926"/>
                  <a:pt x="2171694" y="74248"/>
                  <a:pt x="2167781" y="77317"/>
                </a:cubicBezTo>
                <a:cubicBezTo>
                  <a:pt x="2163868" y="80385"/>
                  <a:pt x="2159856" y="83439"/>
                  <a:pt x="2155746" y="86480"/>
                </a:cubicBezTo>
                <a:cubicBezTo>
                  <a:pt x="2148146" y="92110"/>
                  <a:pt x="2142698" y="96924"/>
                  <a:pt x="2139405" y="100921"/>
                </a:cubicBezTo>
                <a:cubicBezTo>
                  <a:pt x="2136111" y="104919"/>
                  <a:pt x="2134464" y="108438"/>
                  <a:pt x="2134464" y="111478"/>
                </a:cubicBezTo>
                <a:close/>
                <a:moveTo>
                  <a:pt x="2199984" y="159532"/>
                </a:moveTo>
                <a:cubicBezTo>
                  <a:pt x="2217776" y="137574"/>
                  <a:pt x="2226671" y="112322"/>
                  <a:pt x="2226671" y="83777"/>
                </a:cubicBezTo>
                <a:cubicBezTo>
                  <a:pt x="2226671" y="55514"/>
                  <a:pt x="2217776" y="29924"/>
                  <a:pt x="2199984" y="7010"/>
                </a:cubicBezTo>
                <a:lnTo>
                  <a:pt x="2219577" y="7010"/>
                </a:lnTo>
                <a:cubicBezTo>
                  <a:pt x="2238101" y="29024"/>
                  <a:pt x="2247362" y="54641"/>
                  <a:pt x="2247362" y="83862"/>
                </a:cubicBezTo>
                <a:cubicBezTo>
                  <a:pt x="2247362" y="113589"/>
                  <a:pt x="2238073" y="138812"/>
                  <a:pt x="2219493" y="159532"/>
                </a:cubicBezTo>
                <a:lnTo>
                  <a:pt x="2199984" y="159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•Government/Defense(43)">
            <a:extLst xmlns:a="http://schemas.openxmlformats.org/drawingml/2006/main">
              <a:ext uri="{FF2B5EF4-FFF2-40B4-BE49-F238E27FC236}">
                <a16:creationId xmlns:a16="http://schemas.microsoft.com/office/drawing/2014/main" id="{31A4AE30-7C1E-467C-8E1B-5CD17387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718" y="1187633"/>
            <a:ext cx="2230519" cy="161558"/>
          </a:xfrm>
          <a:custGeom xmlns:a="http://schemas.openxmlformats.org/drawingml/2006/main">
            <a:pathLst>
              <a:path w="2230519" h="161558">
                <a:moveTo>
                  <a:pt x="0" y="72672"/>
                </a:moveTo>
                <a:cubicBezTo>
                  <a:pt x="0" y="66748"/>
                  <a:pt x="2097" y="61699"/>
                  <a:pt x="6292" y="57526"/>
                </a:cubicBezTo>
                <a:cubicBezTo>
                  <a:pt x="10486" y="53350"/>
                  <a:pt x="15511" y="51263"/>
                  <a:pt x="21367" y="51263"/>
                </a:cubicBezTo>
                <a:cubicBezTo>
                  <a:pt x="27278" y="51263"/>
                  <a:pt x="32331" y="53350"/>
                  <a:pt x="36526" y="57526"/>
                </a:cubicBezTo>
                <a:cubicBezTo>
                  <a:pt x="40720" y="61699"/>
                  <a:pt x="42818" y="66748"/>
                  <a:pt x="42818" y="72672"/>
                </a:cubicBezTo>
                <a:cubicBezTo>
                  <a:pt x="42818" y="78596"/>
                  <a:pt x="40720" y="83659"/>
                  <a:pt x="36526" y="87863"/>
                </a:cubicBezTo>
                <a:cubicBezTo>
                  <a:pt x="32331" y="92064"/>
                  <a:pt x="27278" y="94165"/>
                  <a:pt x="21367" y="94165"/>
                </a:cubicBezTo>
                <a:cubicBezTo>
                  <a:pt x="15511" y="94165"/>
                  <a:pt x="10486" y="92064"/>
                  <a:pt x="6292" y="87863"/>
                </a:cubicBezTo>
                <a:cubicBezTo>
                  <a:pt x="2097" y="83659"/>
                  <a:pt x="0" y="78596"/>
                  <a:pt x="0" y="72672"/>
                </a:cubicBezTo>
                <a:close/>
                <a:moveTo>
                  <a:pt x="217775" y="124906"/>
                </a:moveTo>
                <a:cubicBezTo>
                  <a:pt x="205558" y="132000"/>
                  <a:pt x="190806" y="135547"/>
                  <a:pt x="173522" y="135547"/>
                </a:cubicBezTo>
                <a:cubicBezTo>
                  <a:pt x="154266" y="135547"/>
                  <a:pt x="138952" y="129959"/>
                  <a:pt x="127579" y="118783"/>
                </a:cubicBezTo>
                <a:cubicBezTo>
                  <a:pt x="116206" y="107607"/>
                  <a:pt x="110520" y="92392"/>
                  <a:pt x="110520" y="73136"/>
                </a:cubicBezTo>
                <a:cubicBezTo>
                  <a:pt x="110520" y="53768"/>
                  <a:pt x="116713" y="37905"/>
                  <a:pt x="129100" y="25547"/>
                </a:cubicBezTo>
                <a:cubicBezTo>
                  <a:pt x="141486" y="13189"/>
                  <a:pt x="157870" y="7010"/>
                  <a:pt x="178251" y="7010"/>
                </a:cubicBezTo>
                <a:cubicBezTo>
                  <a:pt x="191538" y="7010"/>
                  <a:pt x="203080" y="8924"/>
                  <a:pt x="212877" y="12752"/>
                </a:cubicBezTo>
                <a:lnTo>
                  <a:pt x="212877" y="36146"/>
                </a:lnTo>
                <a:cubicBezTo>
                  <a:pt x="203305" y="30347"/>
                  <a:pt x="191538" y="27447"/>
                  <a:pt x="177575" y="27447"/>
                </a:cubicBezTo>
                <a:cubicBezTo>
                  <a:pt x="165245" y="27447"/>
                  <a:pt x="155210" y="31515"/>
                  <a:pt x="147468" y="39651"/>
                </a:cubicBezTo>
                <a:cubicBezTo>
                  <a:pt x="139727" y="47786"/>
                  <a:pt x="135856" y="58526"/>
                  <a:pt x="135856" y="71869"/>
                </a:cubicBezTo>
                <a:cubicBezTo>
                  <a:pt x="135856" y="85495"/>
                  <a:pt x="139346" y="96093"/>
                  <a:pt x="146328" y="103666"/>
                </a:cubicBezTo>
                <a:cubicBezTo>
                  <a:pt x="153309" y="111239"/>
                  <a:pt x="162881" y="115025"/>
                  <a:pt x="175042" y="115025"/>
                </a:cubicBezTo>
                <a:cubicBezTo>
                  <a:pt x="182474" y="115025"/>
                  <a:pt x="188667" y="113814"/>
                  <a:pt x="193622" y="111393"/>
                </a:cubicBezTo>
                <a:lnTo>
                  <a:pt x="193622" y="83946"/>
                </a:lnTo>
                <a:lnTo>
                  <a:pt x="168117" y="83946"/>
                </a:lnTo>
                <a:lnTo>
                  <a:pt x="168117" y="64353"/>
                </a:lnTo>
                <a:lnTo>
                  <a:pt x="217775" y="64353"/>
                </a:lnTo>
                <a:lnTo>
                  <a:pt x="217775" y="124906"/>
                </a:lnTo>
                <a:close/>
                <a:moveTo>
                  <a:pt x="234533" y="89520"/>
                </a:moveTo>
                <a:cubicBezTo>
                  <a:pt x="234533" y="74994"/>
                  <a:pt x="238812" y="63523"/>
                  <a:pt x="247370" y="55106"/>
                </a:cubicBezTo>
                <a:cubicBezTo>
                  <a:pt x="255928" y="46688"/>
                  <a:pt x="267526" y="42480"/>
                  <a:pt x="282164" y="42480"/>
                </a:cubicBezTo>
                <a:cubicBezTo>
                  <a:pt x="296296" y="42480"/>
                  <a:pt x="307458" y="46604"/>
                  <a:pt x="315650" y="54852"/>
                </a:cubicBezTo>
                <a:cubicBezTo>
                  <a:pt x="323842" y="63100"/>
                  <a:pt x="327938" y="74150"/>
                  <a:pt x="327938" y="88000"/>
                </a:cubicBezTo>
                <a:cubicBezTo>
                  <a:pt x="327938" y="102413"/>
                  <a:pt x="323701" y="113941"/>
                  <a:pt x="315228" y="122583"/>
                </a:cubicBezTo>
                <a:cubicBezTo>
                  <a:pt x="306754" y="131226"/>
                  <a:pt x="295283" y="135547"/>
                  <a:pt x="280813" y="135547"/>
                </a:cubicBezTo>
                <a:cubicBezTo>
                  <a:pt x="266625" y="135547"/>
                  <a:pt x="255365" y="131395"/>
                  <a:pt x="247032" y="123090"/>
                </a:cubicBezTo>
                <a:cubicBezTo>
                  <a:pt x="238699" y="114786"/>
                  <a:pt x="234533" y="103596"/>
                  <a:pt x="234533" y="89520"/>
                </a:cubicBezTo>
                <a:moveTo>
                  <a:pt x="258349" y="89182"/>
                </a:moveTo>
                <a:cubicBezTo>
                  <a:pt x="258349" y="107818"/>
                  <a:pt x="266090" y="117136"/>
                  <a:pt x="281573" y="117136"/>
                </a:cubicBezTo>
                <a:cubicBezTo>
                  <a:pt x="296493" y="117136"/>
                  <a:pt x="303953" y="107593"/>
                  <a:pt x="303953" y="88507"/>
                </a:cubicBezTo>
                <a:cubicBezTo>
                  <a:pt x="303953" y="70040"/>
                  <a:pt x="296465" y="60806"/>
                  <a:pt x="281489" y="60806"/>
                </a:cubicBezTo>
                <a:cubicBezTo>
                  <a:pt x="274169" y="60806"/>
                  <a:pt x="268483" y="63326"/>
                  <a:pt x="264429" y="68365"/>
                </a:cubicBezTo>
                <a:cubicBezTo>
                  <a:pt x="260375" y="73404"/>
                  <a:pt x="258349" y="80343"/>
                  <a:pt x="258349" y="89182"/>
                </a:cubicBezTo>
                <a:close/>
                <a:moveTo>
                  <a:pt x="427403" y="44591"/>
                </a:moveTo>
                <a:lnTo>
                  <a:pt x="393621" y="133351"/>
                </a:lnTo>
                <a:lnTo>
                  <a:pt x="367525" y="133351"/>
                </a:lnTo>
                <a:lnTo>
                  <a:pt x="335433" y="44591"/>
                </a:lnTo>
                <a:lnTo>
                  <a:pt x="360769" y="44591"/>
                </a:lnTo>
                <a:lnTo>
                  <a:pt x="378251" y="102188"/>
                </a:lnTo>
                <a:cubicBezTo>
                  <a:pt x="379884" y="107649"/>
                  <a:pt x="380897" y="112548"/>
                  <a:pt x="381291" y="116883"/>
                </a:cubicBezTo>
                <a:lnTo>
                  <a:pt x="381714" y="116883"/>
                </a:lnTo>
                <a:cubicBezTo>
                  <a:pt x="382164" y="112660"/>
                  <a:pt x="383177" y="107903"/>
                  <a:pt x="384754" y="102610"/>
                </a:cubicBezTo>
                <a:lnTo>
                  <a:pt x="402742" y="44591"/>
                </a:lnTo>
                <a:lnTo>
                  <a:pt x="427403" y="44591"/>
                </a:lnTo>
                <a:close/>
                <a:moveTo>
                  <a:pt x="516461" y="95601"/>
                </a:moveTo>
                <a:lnTo>
                  <a:pt x="457175" y="95601"/>
                </a:lnTo>
                <a:cubicBezTo>
                  <a:pt x="458132" y="110690"/>
                  <a:pt x="466690" y="118234"/>
                  <a:pt x="482849" y="118234"/>
                </a:cubicBezTo>
                <a:cubicBezTo>
                  <a:pt x="492702" y="118234"/>
                  <a:pt x="501485" y="115644"/>
                  <a:pt x="509198" y="110464"/>
                </a:cubicBezTo>
                <a:lnTo>
                  <a:pt x="509198" y="128368"/>
                </a:lnTo>
                <a:cubicBezTo>
                  <a:pt x="500978" y="133154"/>
                  <a:pt x="490421" y="135547"/>
                  <a:pt x="477528" y="135547"/>
                </a:cubicBezTo>
                <a:cubicBezTo>
                  <a:pt x="463734" y="135547"/>
                  <a:pt x="452995" y="131550"/>
                  <a:pt x="445310" y="123555"/>
                </a:cubicBezTo>
                <a:cubicBezTo>
                  <a:pt x="437624" y="115560"/>
                  <a:pt x="433782" y="104384"/>
                  <a:pt x="433782" y="90027"/>
                </a:cubicBezTo>
                <a:cubicBezTo>
                  <a:pt x="433782" y="75951"/>
                  <a:pt x="437906" y="64508"/>
                  <a:pt x="446154" y="55697"/>
                </a:cubicBezTo>
                <a:cubicBezTo>
                  <a:pt x="454402" y="46885"/>
                  <a:pt x="464720" y="42480"/>
                  <a:pt x="477106" y="42480"/>
                </a:cubicBezTo>
                <a:cubicBezTo>
                  <a:pt x="489492" y="42480"/>
                  <a:pt x="499148" y="46280"/>
                  <a:pt x="506073" y="53881"/>
                </a:cubicBezTo>
                <a:cubicBezTo>
                  <a:pt x="512999" y="61482"/>
                  <a:pt x="516461" y="71926"/>
                  <a:pt x="516461" y="85213"/>
                </a:cubicBezTo>
                <a:lnTo>
                  <a:pt x="516461" y="95601"/>
                </a:lnTo>
                <a:moveTo>
                  <a:pt x="494250" y="80146"/>
                </a:moveTo>
                <a:cubicBezTo>
                  <a:pt x="494250" y="66070"/>
                  <a:pt x="488451" y="59033"/>
                  <a:pt x="476853" y="59033"/>
                </a:cubicBezTo>
                <a:cubicBezTo>
                  <a:pt x="472011" y="59033"/>
                  <a:pt x="467746" y="60947"/>
                  <a:pt x="464058" y="64775"/>
                </a:cubicBezTo>
                <a:cubicBezTo>
                  <a:pt x="460370" y="68604"/>
                  <a:pt x="458076" y="73727"/>
                  <a:pt x="457175" y="80146"/>
                </a:cubicBezTo>
                <a:lnTo>
                  <a:pt x="494250" y="80146"/>
                </a:lnTo>
                <a:close/>
                <a:moveTo>
                  <a:pt x="589306" y="66296"/>
                </a:moveTo>
                <a:cubicBezTo>
                  <a:pt x="586210" y="64438"/>
                  <a:pt x="582410" y="63509"/>
                  <a:pt x="577905" y="63509"/>
                </a:cubicBezTo>
                <a:cubicBezTo>
                  <a:pt x="571994" y="63509"/>
                  <a:pt x="567264" y="65916"/>
                  <a:pt x="563717" y="70729"/>
                </a:cubicBezTo>
                <a:cubicBezTo>
                  <a:pt x="560170" y="75543"/>
                  <a:pt x="558397" y="82004"/>
                  <a:pt x="558397" y="90111"/>
                </a:cubicBezTo>
                <a:lnTo>
                  <a:pt x="558397" y="133351"/>
                </a:lnTo>
                <a:lnTo>
                  <a:pt x="534834" y="133351"/>
                </a:lnTo>
                <a:lnTo>
                  <a:pt x="534834" y="44591"/>
                </a:lnTo>
                <a:lnTo>
                  <a:pt x="558397" y="44591"/>
                </a:lnTo>
                <a:lnTo>
                  <a:pt x="558397" y="61651"/>
                </a:lnTo>
                <a:lnTo>
                  <a:pt x="558650" y="61651"/>
                </a:lnTo>
                <a:cubicBezTo>
                  <a:pt x="562985" y="49264"/>
                  <a:pt x="570783" y="43071"/>
                  <a:pt x="582044" y="43071"/>
                </a:cubicBezTo>
                <a:cubicBezTo>
                  <a:pt x="585253" y="43071"/>
                  <a:pt x="587674" y="43465"/>
                  <a:pt x="589306" y="44253"/>
                </a:cubicBezTo>
                <a:lnTo>
                  <a:pt x="589306" y="66296"/>
                </a:lnTo>
                <a:close/>
                <a:moveTo>
                  <a:pt x="685153" y="133351"/>
                </a:moveTo>
                <a:lnTo>
                  <a:pt x="661675" y="133351"/>
                </a:lnTo>
                <a:lnTo>
                  <a:pt x="661675" y="83608"/>
                </a:lnTo>
                <a:cubicBezTo>
                  <a:pt x="661675" y="68407"/>
                  <a:pt x="656185" y="60806"/>
                  <a:pt x="645206" y="60806"/>
                </a:cubicBezTo>
                <a:cubicBezTo>
                  <a:pt x="639689" y="60806"/>
                  <a:pt x="635199" y="62875"/>
                  <a:pt x="631736" y="67013"/>
                </a:cubicBezTo>
                <a:cubicBezTo>
                  <a:pt x="628274" y="71152"/>
                  <a:pt x="626542" y="76402"/>
                  <a:pt x="626542" y="82764"/>
                </a:cubicBezTo>
                <a:lnTo>
                  <a:pt x="626542" y="133351"/>
                </a:lnTo>
                <a:lnTo>
                  <a:pt x="602980" y="133351"/>
                </a:lnTo>
                <a:lnTo>
                  <a:pt x="602980" y="44591"/>
                </a:lnTo>
                <a:lnTo>
                  <a:pt x="626542" y="44591"/>
                </a:lnTo>
                <a:lnTo>
                  <a:pt x="626542" y="58864"/>
                </a:lnTo>
                <a:lnTo>
                  <a:pt x="626796" y="58864"/>
                </a:lnTo>
                <a:cubicBezTo>
                  <a:pt x="633327" y="47941"/>
                  <a:pt x="642926" y="42480"/>
                  <a:pt x="655594" y="42480"/>
                </a:cubicBezTo>
                <a:cubicBezTo>
                  <a:pt x="675300" y="42480"/>
                  <a:pt x="685153" y="54669"/>
                  <a:pt x="685153" y="79048"/>
                </a:cubicBezTo>
                <a:lnTo>
                  <a:pt x="685153" y="133351"/>
                </a:lnTo>
                <a:close/>
                <a:moveTo>
                  <a:pt x="844700" y="133351"/>
                </a:moveTo>
                <a:lnTo>
                  <a:pt x="821222" y="133351"/>
                </a:lnTo>
                <a:lnTo>
                  <a:pt x="821222" y="82679"/>
                </a:lnTo>
                <a:cubicBezTo>
                  <a:pt x="821222" y="68097"/>
                  <a:pt x="815929" y="60806"/>
                  <a:pt x="805344" y="60806"/>
                </a:cubicBezTo>
                <a:cubicBezTo>
                  <a:pt x="800446" y="60806"/>
                  <a:pt x="796350" y="63016"/>
                  <a:pt x="793057" y="67436"/>
                </a:cubicBezTo>
                <a:cubicBezTo>
                  <a:pt x="789763" y="71855"/>
                  <a:pt x="788116" y="77162"/>
                  <a:pt x="788116" y="83355"/>
                </a:cubicBezTo>
                <a:lnTo>
                  <a:pt x="788116" y="133351"/>
                </a:lnTo>
                <a:lnTo>
                  <a:pt x="764638" y="133351"/>
                </a:lnTo>
                <a:lnTo>
                  <a:pt x="764638" y="81750"/>
                </a:lnTo>
                <a:cubicBezTo>
                  <a:pt x="764638" y="67788"/>
                  <a:pt x="759374" y="60806"/>
                  <a:pt x="748845" y="60806"/>
                </a:cubicBezTo>
                <a:cubicBezTo>
                  <a:pt x="743835" y="60806"/>
                  <a:pt x="739725" y="62875"/>
                  <a:pt x="736515" y="67013"/>
                </a:cubicBezTo>
                <a:cubicBezTo>
                  <a:pt x="733306" y="71152"/>
                  <a:pt x="731702" y="76683"/>
                  <a:pt x="731702" y="83608"/>
                </a:cubicBezTo>
                <a:lnTo>
                  <a:pt x="731702" y="133351"/>
                </a:lnTo>
                <a:lnTo>
                  <a:pt x="708139" y="133351"/>
                </a:lnTo>
                <a:lnTo>
                  <a:pt x="708139" y="44591"/>
                </a:lnTo>
                <a:lnTo>
                  <a:pt x="731702" y="44591"/>
                </a:lnTo>
                <a:lnTo>
                  <a:pt x="731702" y="58610"/>
                </a:lnTo>
                <a:lnTo>
                  <a:pt x="731955" y="58610"/>
                </a:lnTo>
                <a:cubicBezTo>
                  <a:pt x="738599" y="47857"/>
                  <a:pt x="748085" y="42480"/>
                  <a:pt x="760416" y="42480"/>
                </a:cubicBezTo>
                <a:cubicBezTo>
                  <a:pt x="772915" y="42480"/>
                  <a:pt x="781416" y="48166"/>
                  <a:pt x="785920" y="59539"/>
                </a:cubicBezTo>
                <a:cubicBezTo>
                  <a:pt x="792677" y="48166"/>
                  <a:pt x="802558" y="42480"/>
                  <a:pt x="815563" y="42480"/>
                </a:cubicBezTo>
                <a:cubicBezTo>
                  <a:pt x="834987" y="42480"/>
                  <a:pt x="844700" y="54416"/>
                  <a:pt x="844700" y="78288"/>
                </a:cubicBezTo>
                <a:lnTo>
                  <a:pt x="844700" y="133351"/>
                </a:lnTo>
                <a:close/>
                <a:moveTo>
                  <a:pt x="945056" y="95601"/>
                </a:moveTo>
                <a:lnTo>
                  <a:pt x="885770" y="95601"/>
                </a:lnTo>
                <a:cubicBezTo>
                  <a:pt x="886728" y="110690"/>
                  <a:pt x="895285" y="118234"/>
                  <a:pt x="911444" y="118234"/>
                </a:cubicBezTo>
                <a:cubicBezTo>
                  <a:pt x="921297" y="118234"/>
                  <a:pt x="930080" y="115644"/>
                  <a:pt x="937793" y="110464"/>
                </a:cubicBezTo>
                <a:lnTo>
                  <a:pt x="937793" y="128368"/>
                </a:lnTo>
                <a:cubicBezTo>
                  <a:pt x="929573" y="133154"/>
                  <a:pt x="919017" y="135547"/>
                  <a:pt x="906124" y="135547"/>
                </a:cubicBezTo>
                <a:cubicBezTo>
                  <a:pt x="892330" y="135547"/>
                  <a:pt x="881590" y="131550"/>
                  <a:pt x="873905" y="123555"/>
                </a:cubicBezTo>
                <a:cubicBezTo>
                  <a:pt x="866220" y="115560"/>
                  <a:pt x="862377" y="104384"/>
                  <a:pt x="862377" y="90027"/>
                </a:cubicBezTo>
                <a:cubicBezTo>
                  <a:pt x="862377" y="75951"/>
                  <a:pt x="866501" y="64508"/>
                  <a:pt x="874749" y="55697"/>
                </a:cubicBezTo>
                <a:cubicBezTo>
                  <a:pt x="882998" y="46885"/>
                  <a:pt x="893315" y="42480"/>
                  <a:pt x="905701" y="42480"/>
                </a:cubicBezTo>
                <a:cubicBezTo>
                  <a:pt x="918088" y="42480"/>
                  <a:pt x="927744" y="46280"/>
                  <a:pt x="934669" y="53881"/>
                </a:cubicBezTo>
                <a:cubicBezTo>
                  <a:pt x="941594" y="61482"/>
                  <a:pt x="945056" y="71926"/>
                  <a:pt x="945056" y="85213"/>
                </a:cubicBezTo>
                <a:lnTo>
                  <a:pt x="945056" y="95601"/>
                </a:lnTo>
                <a:moveTo>
                  <a:pt x="922845" y="80146"/>
                </a:moveTo>
                <a:cubicBezTo>
                  <a:pt x="922845" y="66070"/>
                  <a:pt x="917046" y="59033"/>
                  <a:pt x="905448" y="59033"/>
                </a:cubicBezTo>
                <a:cubicBezTo>
                  <a:pt x="900606" y="59033"/>
                  <a:pt x="896341" y="60947"/>
                  <a:pt x="892653" y="64775"/>
                </a:cubicBezTo>
                <a:cubicBezTo>
                  <a:pt x="888966" y="68604"/>
                  <a:pt x="886671" y="73727"/>
                  <a:pt x="885770" y="80146"/>
                </a:cubicBezTo>
                <a:lnTo>
                  <a:pt x="922845" y="80146"/>
                </a:lnTo>
                <a:close/>
                <a:moveTo>
                  <a:pt x="1045429" y="133351"/>
                </a:moveTo>
                <a:lnTo>
                  <a:pt x="1021951" y="133351"/>
                </a:lnTo>
                <a:lnTo>
                  <a:pt x="1021951" y="83608"/>
                </a:lnTo>
                <a:cubicBezTo>
                  <a:pt x="1021951" y="68407"/>
                  <a:pt x="1016462" y="60806"/>
                  <a:pt x="1005483" y="60806"/>
                </a:cubicBezTo>
                <a:cubicBezTo>
                  <a:pt x="999965" y="60806"/>
                  <a:pt x="995475" y="62875"/>
                  <a:pt x="992012" y="67013"/>
                </a:cubicBezTo>
                <a:cubicBezTo>
                  <a:pt x="988550" y="71152"/>
                  <a:pt x="986819" y="76402"/>
                  <a:pt x="986819" y="82764"/>
                </a:cubicBezTo>
                <a:lnTo>
                  <a:pt x="986819" y="133351"/>
                </a:lnTo>
                <a:lnTo>
                  <a:pt x="963256" y="133351"/>
                </a:lnTo>
                <a:lnTo>
                  <a:pt x="963256" y="44591"/>
                </a:lnTo>
                <a:lnTo>
                  <a:pt x="986819" y="44591"/>
                </a:lnTo>
                <a:lnTo>
                  <a:pt x="986819" y="58864"/>
                </a:lnTo>
                <a:lnTo>
                  <a:pt x="987072" y="58864"/>
                </a:lnTo>
                <a:cubicBezTo>
                  <a:pt x="993603" y="47941"/>
                  <a:pt x="1003202" y="42480"/>
                  <a:pt x="1015870" y="42480"/>
                </a:cubicBezTo>
                <a:cubicBezTo>
                  <a:pt x="1035576" y="42480"/>
                  <a:pt x="1045429" y="54669"/>
                  <a:pt x="1045429" y="79048"/>
                </a:cubicBezTo>
                <a:lnTo>
                  <a:pt x="1045429" y="133351"/>
                </a:lnTo>
                <a:close/>
                <a:moveTo>
                  <a:pt x="1118327" y="132422"/>
                </a:moveTo>
                <a:cubicBezTo>
                  <a:pt x="1114330" y="134449"/>
                  <a:pt x="1108756" y="135462"/>
                  <a:pt x="1101606" y="135462"/>
                </a:cubicBezTo>
                <a:cubicBezTo>
                  <a:pt x="1083420" y="135462"/>
                  <a:pt x="1074327" y="125835"/>
                  <a:pt x="1074327" y="106580"/>
                </a:cubicBezTo>
                <a:lnTo>
                  <a:pt x="1074327" y="62495"/>
                </a:lnTo>
                <a:lnTo>
                  <a:pt x="1059633" y="62495"/>
                </a:lnTo>
                <a:lnTo>
                  <a:pt x="1059633" y="44591"/>
                </a:lnTo>
                <a:lnTo>
                  <a:pt x="1074327" y="44591"/>
                </a:lnTo>
                <a:lnTo>
                  <a:pt x="1074327" y="24745"/>
                </a:lnTo>
                <a:lnTo>
                  <a:pt x="1097805" y="17904"/>
                </a:lnTo>
                <a:lnTo>
                  <a:pt x="1097805" y="44591"/>
                </a:lnTo>
                <a:lnTo>
                  <a:pt x="1118327" y="44591"/>
                </a:lnTo>
                <a:lnTo>
                  <a:pt x="1118327" y="62495"/>
                </a:lnTo>
                <a:lnTo>
                  <a:pt x="1097805" y="62495"/>
                </a:lnTo>
                <a:lnTo>
                  <a:pt x="1097805" y="102441"/>
                </a:lnTo>
                <a:cubicBezTo>
                  <a:pt x="1097805" y="112238"/>
                  <a:pt x="1101662" y="117136"/>
                  <a:pt x="1109375" y="117136"/>
                </a:cubicBezTo>
                <a:cubicBezTo>
                  <a:pt x="1112584" y="117136"/>
                  <a:pt x="1115568" y="116235"/>
                  <a:pt x="1118327" y="114434"/>
                </a:cubicBezTo>
                <a:lnTo>
                  <a:pt x="1118327" y="132422"/>
                </a:lnTo>
                <a:close/>
                <a:moveTo>
                  <a:pt x="1200284" y="9036"/>
                </a:moveTo>
                <a:lnTo>
                  <a:pt x="1139984" y="153958"/>
                </a:lnTo>
                <a:lnTo>
                  <a:pt x="1118786" y="153958"/>
                </a:lnTo>
                <a:lnTo>
                  <a:pt x="1178917" y="9036"/>
                </a:lnTo>
                <a:lnTo>
                  <a:pt x="1200284" y="9036"/>
                </a:lnTo>
                <a:close/>
                <a:moveTo>
                  <a:pt x="1212000" y="133351"/>
                </a:moveTo>
                <a:lnTo>
                  <a:pt x="1212000" y="9036"/>
                </a:lnTo>
                <a:lnTo>
                  <a:pt x="1253213" y="9036"/>
                </a:lnTo>
                <a:cubicBezTo>
                  <a:pt x="1297241" y="9036"/>
                  <a:pt x="1319255" y="29249"/>
                  <a:pt x="1319255" y="69674"/>
                </a:cubicBezTo>
                <a:cubicBezTo>
                  <a:pt x="1319255" y="88929"/>
                  <a:pt x="1313047" y="104356"/>
                  <a:pt x="1300633" y="115954"/>
                </a:cubicBezTo>
                <a:cubicBezTo>
                  <a:pt x="1288218" y="127552"/>
                  <a:pt x="1272243" y="133351"/>
                  <a:pt x="1252706" y="133351"/>
                </a:cubicBezTo>
                <a:lnTo>
                  <a:pt x="1212000" y="133351"/>
                </a:lnTo>
                <a:moveTo>
                  <a:pt x="1236069" y="29052"/>
                </a:moveTo>
                <a:lnTo>
                  <a:pt x="1236069" y="113420"/>
                </a:lnTo>
                <a:lnTo>
                  <a:pt x="1251270" y="113420"/>
                </a:lnTo>
                <a:cubicBezTo>
                  <a:pt x="1264614" y="113420"/>
                  <a:pt x="1275058" y="109550"/>
                  <a:pt x="1282602" y="101808"/>
                </a:cubicBezTo>
                <a:cubicBezTo>
                  <a:pt x="1290147" y="94066"/>
                  <a:pt x="1293919" y="83468"/>
                  <a:pt x="1293919" y="70011"/>
                </a:cubicBezTo>
                <a:cubicBezTo>
                  <a:pt x="1293919" y="56781"/>
                  <a:pt x="1290147" y="46646"/>
                  <a:pt x="1282602" y="39608"/>
                </a:cubicBezTo>
                <a:cubicBezTo>
                  <a:pt x="1275058" y="32571"/>
                  <a:pt x="1264670" y="29052"/>
                  <a:pt x="1251439" y="29052"/>
                </a:cubicBezTo>
                <a:lnTo>
                  <a:pt x="1236069" y="29052"/>
                </a:lnTo>
                <a:close/>
                <a:moveTo>
                  <a:pt x="1416372" y="95601"/>
                </a:moveTo>
                <a:lnTo>
                  <a:pt x="1357086" y="95601"/>
                </a:lnTo>
                <a:cubicBezTo>
                  <a:pt x="1358044" y="110690"/>
                  <a:pt x="1366602" y="118234"/>
                  <a:pt x="1382760" y="118234"/>
                </a:cubicBezTo>
                <a:cubicBezTo>
                  <a:pt x="1392613" y="118234"/>
                  <a:pt x="1401396" y="115644"/>
                  <a:pt x="1409109" y="110464"/>
                </a:cubicBezTo>
                <a:lnTo>
                  <a:pt x="1409109" y="128368"/>
                </a:lnTo>
                <a:cubicBezTo>
                  <a:pt x="1400889" y="133154"/>
                  <a:pt x="1390333" y="135547"/>
                  <a:pt x="1377440" y="135547"/>
                </a:cubicBezTo>
                <a:cubicBezTo>
                  <a:pt x="1363646" y="135547"/>
                  <a:pt x="1352906" y="131550"/>
                  <a:pt x="1345221" y="123555"/>
                </a:cubicBezTo>
                <a:cubicBezTo>
                  <a:pt x="1337536" y="115560"/>
                  <a:pt x="1333693" y="104384"/>
                  <a:pt x="1333693" y="90027"/>
                </a:cubicBezTo>
                <a:cubicBezTo>
                  <a:pt x="1333693" y="75951"/>
                  <a:pt x="1337817" y="64508"/>
                  <a:pt x="1346065" y="55697"/>
                </a:cubicBezTo>
                <a:cubicBezTo>
                  <a:pt x="1354314" y="46885"/>
                  <a:pt x="1364631" y="42480"/>
                  <a:pt x="1377017" y="42480"/>
                </a:cubicBezTo>
                <a:cubicBezTo>
                  <a:pt x="1389404" y="42480"/>
                  <a:pt x="1399060" y="46280"/>
                  <a:pt x="1405985" y="53881"/>
                </a:cubicBezTo>
                <a:cubicBezTo>
                  <a:pt x="1412910" y="61482"/>
                  <a:pt x="1416372" y="71926"/>
                  <a:pt x="1416372" y="85213"/>
                </a:cubicBezTo>
                <a:lnTo>
                  <a:pt x="1416372" y="95601"/>
                </a:lnTo>
                <a:moveTo>
                  <a:pt x="1394161" y="80146"/>
                </a:moveTo>
                <a:cubicBezTo>
                  <a:pt x="1394161" y="66070"/>
                  <a:pt x="1388362" y="59033"/>
                  <a:pt x="1376764" y="59033"/>
                </a:cubicBezTo>
                <a:cubicBezTo>
                  <a:pt x="1371922" y="59033"/>
                  <a:pt x="1367657" y="60947"/>
                  <a:pt x="1363969" y="64775"/>
                </a:cubicBezTo>
                <a:cubicBezTo>
                  <a:pt x="1360282" y="68604"/>
                  <a:pt x="1357987" y="73727"/>
                  <a:pt x="1357086" y="80146"/>
                </a:cubicBezTo>
                <a:lnTo>
                  <a:pt x="1394161" y="80146"/>
                </a:lnTo>
                <a:close/>
                <a:moveTo>
                  <a:pt x="1488542" y="20438"/>
                </a:moveTo>
                <a:cubicBezTo>
                  <a:pt x="1485333" y="19030"/>
                  <a:pt x="1482039" y="18326"/>
                  <a:pt x="1478661" y="18326"/>
                </a:cubicBezTo>
                <a:cubicBezTo>
                  <a:pt x="1469540" y="18326"/>
                  <a:pt x="1464980" y="23534"/>
                  <a:pt x="1464980" y="33950"/>
                </a:cubicBezTo>
                <a:lnTo>
                  <a:pt x="1464980" y="44591"/>
                </a:lnTo>
                <a:lnTo>
                  <a:pt x="1485333" y="44591"/>
                </a:lnTo>
                <a:lnTo>
                  <a:pt x="1485333" y="62495"/>
                </a:lnTo>
                <a:lnTo>
                  <a:pt x="1464980" y="62495"/>
                </a:lnTo>
                <a:lnTo>
                  <a:pt x="1464980" y="133351"/>
                </a:lnTo>
                <a:lnTo>
                  <a:pt x="1441502" y="133351"/>
                </a:lnTo>
                <a:lnTo>
                  <a:pt x="1441502" y="62495"/>
                </a:lnTo>
                <a:lnTo>
                  <a:pt x="1426469" y="62495"/>
                </a:lnTo>
                <a:lnTo>
                  <a:pt x="1426469" y="44591"/>
                </a:lnTo>
                <a:lnTo>
                  <a:pt x="1441502" y="44591"/>
                </a:lnTo>
                <a:lnTo>
                  <a:pt x="1441502" y="32683"/>
                </a:lnTo>
                <a:cubicBezTo>
                  <a:pt x="1441502" y="22718"/>
                  <a:pt x="1444627" y="14779"/>
                  <a:pt x="1450876" y="8868"/>
                </a:cubicBezTo>
                <a:cubicBezTo>
                  <a:pt x="1457126" y="2956"/>
                  <a:pt x="1465402" y="0"/>
                  <a:pt x="1475705" y="0"/>
                </a:cubicBezTo>
                <a:cubicBezTo>
                  <a:pt x="1481054" y="0"/>
                  <a:pt x="1485333" y="535"/>
                  <a:pt x="1488542" y="1605"/>
                </a:cubicBezTo>
                <a:lnTo>
                  <a:pt x="1488542" y="20438"/>
                </a:lnTo>
                <a:close/>
                <a:moveTo>
                  <a:pt x="1576015" y="95601"/>
                </a:moveTo>
                <a:lnTo>
                  <a:pt x="1516729" y="95601"/>
                </a:lnTo>
                <a:cubicBezTo>
                  <a:pt x="1517686" y="110690"/>
                  <a:pt x="1526244" y="118234"/>
                  <a:pt x="1542402" y="118234"/>
                </a:cubicBezTo>
                <a:cubicBezTo>
                  <a:pt x="1552255" y="118234"/>
                  <a:pt x="1561038" y="115644"/>
                  <a:pt x="1568752" y="110464"/>
                </a:cubicBezTo>
                <a:lnTo>
                  <a:pt x="1568752" y="128368"/>
                </a:lnTo>
                <a:cubicBezTo>
                  <a:pt x="1560532" y="133154"/>
                  <a:pt x="1549975" y="135547"/>
                  <a:pt x="1537082" y="135547"/>
                </a:cubicBezTo>
                <a:cubicBezTo>
                  <a:pt x="1523288" y="135547"/>
                  <a:pt x="1512548" y="131550"/>
                  <a:pt x="1504863" y="123555"/>
                </a:cubicBezTo>
                <a:cubicBezTo>
                  <a:pt x="1497178" y="115560"/>
                  <a:pt x="1493335" y="104384"/>
                  <a:pt x="1493335" y="90027"/>
                </a:cubicBezTo>
                <a:cubicBezTo>
                  <a:pt x="1493335" y="75951"/>
                  <a:pt x="1497459" y="64508"/>
                  <a:pt x="1505708" y="55697"/>
                </a:cubicBezTo>
                <a:cubicBezTo>
                  <a:pt x="1513956" y="46885"/>
                  <a:pt x="1524273" y="42480"/>
                  <a:pt x="1536660" y="42480"/>
                </a:cubicBezTo>
                <a:cubicBezTo>
                  <a:pt x="1549046" y="42480"/>
                  <a:pt x="1558702" y="46280"/>
                  <a:pt x="1565627" y="53881"/>
                </a:cubicBezTo>
                <a:cubicBezTo>
                  <a:pt x="1572552" y="61482"/>
                  <a:pt x="1576015" y="71926"/>
                  <a:pt x="1576015" y="85213"/>
                </a:cubicBezTo>
                <a:lnTo>
                  <a:pt x="1576015" y="95601"/>
                </a:lnTo>
                <a:moveTo>
                  <a:pt x="1553804" y="80146"/>
                </a:moveTo>
                <a:cubicBezTo>
                  <a:pt x="1553804" y="66070"/>
                  <a:pt x="1548004" y="59033"/>
                  <a:pt x="1536406" y="59033"/>
                </a:cubicBezTo>
                <a:cubicBezTo>
                  <a:pt x="1531564" y="59033"/>
                  <a:pt x="1527299" y="60947"/>
                  <a:pt x="1523612" y="64775"/>
                </a:cubicBezTo>
                <a:cubicBezTo>
                  <a:pt x="1519924" y="68604"/>
                  <a:pt x="1517630" y="73727"/>
                  <a:pt x="1516729" y="80146"/>
                </a:cubicBezTo>
                <a:lnTo>
                  <a:pt x="1553804" y="80146"/>
                </a:lnTo>
                <a:close/>
                <a:moveTo>
                  <a:pt x="1676560" y="133351"/>
                </a:moveTo>
                <a:lnTo>
                  <a:pt x="1653082" y="133351"/>
                </a:lnTo>
                <a:lnTo>
                  <a:pt x="1653082" y="83608"/>
                </a:lnTo>
                <a:cubicBezTo>
                  <a:pt x="1653082" y="68407"/>
                  <a:pt x="1647592" y="60806"/>
                  <a:pt x="1636614" y="60806"/>
                </a:cubicBezTo>
                <a:cubicBezTo>
                  <a:pt x="1631096" y="60806"/>
                  <a:pt x="1626606" y="62875"/>
                  <a:pt x="1623143" y="67013"/>
                </a:cubicBezTo>
                <a:cubicBezTo>
                  <a:pt x="1619681" y="71152"/>
                  <a:pt x="1617949" y="76402"/>
                  <a:pt x="1617949" y="82764"/>
                </a:cubicBezTo>
                <a:lnTo>
                  <a:pt x="1617949" y="133351"/>
                </a:lnTo>
                <a:lnTo>
                  <a:pt x="1594387" y="133351"/>
                </a:lnTo>
                <a:lnTo>
                  <a:pt x="1594387" y="44591"/>
                </a:lnTo>
                <a:lnTo>
                  <a:pt x="1617949" y="44591"/>
                </a:lnTo>
                <a:lnTo>
                  <a:pt x="1617949" y="58864"/>
                </a:lnTo>
                <a:lnTo>
                  <a:pt x="1618203" y="58864"/>
                </a:lnTo>
                <a:cubicBezTo>
                  <a:pt x="1624734" y="47941"/>
                  <a:pt x="1634333" y="42480"/>
                  <a:pt x="1647001" y="42480"/>
                </a:cubicBezTo>
                <a:cubicBezTo>
                  <a:pt x="1666707" y="42480"/>
                  <a:pt x="1676560" y="54669"/>
                  <a:pt x="1676560" y="79048"/>
                </a:cubicBezTo>
                <a:lnTo>
                  <a:pt x="1676560" y="133351"/>
                </a:lnTo>
                <a:close/>
                <a:moveTo>
                  <a:pt x="1696592" y="110549"/>
                </a:moveTo>
                <a:cubicBezTo>
                  <a:pt x="1705375" y="116066"/>
                  <a:pt x="1714045" y="118825"/>
                  <a:pt x="1722603" y="118825"/>
                </a:cubicBezTo>
                <a:cubicBezTo>
                  <a:pt x="1733638" y="118825"/>
                  <a:pt x="1739156" y="115701"/>
                  <a:pt x="1739156" y="109451"/>
                </a:cubicBezTo>
                <a:cubicBezTo>
                  <a:pt x="1739156" y="105116"/>
                  <a:pt x="1734792" y="101456"/>
                  <a:pt x="1726066" y="98472"/>
                </a:cubicBezTo>
                <a:cubicBezTo>
                  <a:pt x="1713341" y="94193"/>
                  <a:pt x="1705262" y="89985"/>
                  <a:pt x="1701828" y="85846"/>
                </a:cubicBezTo>
                <a:cubicBezTo>
                  <a:pt x="1698393" y="81708"/>
                  <a:pt x="1696676" y="76402"/>
                  <a:pt x="1696676" y="69927"/>
                </a:cubicBezTo>
                <a:cubicBezTo>
                  <a:pt x="1696676" y="61369"/>
                  <a:pt x="1700167" y="54655"/>
                  <a:pt x="1707148" y="49785"/>
                </a:cubicBezTo>
                <a:cubicBezTo>
                  <a:pt x="1714130" y="44915"/>
                  <a:pt x="1723110" y="42480"/>
                  <a:pt x="1734089" y="42480"/>
                </a:cubicBezTo>
                <a:cubicBezTo>
                  <a:pt x="1741746" y="42480"/>
                  <a:pt x="1749403" y="43690"/>
                  <a:pt x="1757060" y="46111"/>
                </a:cubicBezTo>
                <a:lnTo>
                  <a:pt x="1757060" y="65282"/>
                </a:lnTo>
                <a:cubicBezTo>
                  <a:pt x="1750135" y="61172"/>
                  <a:pt x="1742562" y="59117"/>
                  <a:pt x="1734342" y="59117"/>
                </a:cubicBezTo>
                <a:cubicBezTo>
                  <a:pt x="1730007" y="59117"/>
                  <a:pt x="1726516" y="59933"/>
                  <a:pt x="1723870" y="61566"/>
                </a:cubicBezTo>
                <a:cubicBezTo>
                  <a:pt x="1721224" y="63199"/>
                  <a:pt x="1719901" y="65367"/>
                  <a:pt x="1719901" y="68069"/>
                </a:cubicBezTo>
                <a:cubicBezTo>
                  <a:pt x="1719901" y="72517"/>
                  <a:pt x="1723588" y="76036"/>
                  <a:pt x="1730964" y="78626"/>
                </a:cubicBezTo>
                <a:cubicBezTo>
                  <a:pt x="1739353" y="81666"/>
                  <a:pt x="1745518" y="84214"/>
                  <a:pt x="1749459" y="86269"/>
                </a:cubicBezTo>
                <a:cubicBezTo>
                  <a:pt x="1753400" y="88324"/>
                  <a:pt x="1756469" y="91125"/>
                  <a:pt x="1758664" y="94672"/>
                </a:cubicBezTo>
                <a:cubicBezTo>
                  <a:pt x="1760860" y="98219"/>
                  <a:pt x="1761958" y="102385"/>
                  <a:pt x="1761958" y="107171"/>
                </a:cubicBezTo>
                <a:cubicBezTo>
                  <a:pt x="1761958" y="116179"/>
                  <a:pt x="1758369" y="123161"/>
                  <a:pt x="1751190" y="128115"/>
                </a:cubicBezTo>
                <a:cubicBezTo>
                  <a:pt x="1744012" y="133070"/>
                  <a:pt x="1734539" y="135547"/>
                  <a:pt x="1722772" y="135547"/>
                </a:cubicBezTo>
                <a:cubicBezTo>
                  <a:pt x="1712863" y="135547"/>
                  <a:pt x="1704136" y="133970"/>
                  <a:pt x="1696592" y="130818"/>
                </a:cubicBezTo>
                <a:lnTo>
                  <a:pt x="1696592" y="110549"/>
                </a:lnTo>
                <a:close/>
                <a:moveTo>
                  <a:pt x="1855865" y="95601"/>
                </a:moveTo>
                <a:lnTo>
                  <a:pt x="1796579" y="95601"/>
                </a:lnTo>
                <a:cubicBezTo>
                  <a:pt x="1797536" y="110690"/>
                  <a:pt x="1806094" y="118234"/>
                  <a:pt x="1822252" y="118234"/>
                </a:cubicBezTo>
                <a:cubicBezTo>
                  <a:pt x="1832105" y="118234"/>
                  <a:pt x="1840888" y="115644"/>
                  <a:pt x="1848602" y="110464"/>
                </a:cubicBezTo>
                <a:lnTo>
                  <a:pt x="1848602" y="128368"/>
                </a:lnTo>
                <a:cubicBezTo>
                  <a:pt x="1840381" y="133154"/>
                  <a:pt x="1829825" y="135547"/>
                  <a:pt x="1816932" y="135547"/>
                </a:cubicBezTo>
                <a:cubicBezTo>
                  <a:pt x="1803138" y="135547"/>
                  <a:pt x="1792398" y="131550"/>
                  <a:pt x="1784713" y="123555"/>
                </a:cubicBezTo>
                <a:cubicBezTo>
                  <a:pt x="1777028" y="115560"/>
                  <a:pt x="1773185" y="104384"/>
                  <a:pt x="1773185" y="90027"/>
                </a:cubicBezTo>
                <a:cubicBezTo>
                  <a:pt x="1773185" y="75951"/>
                  <a:pt x="1777309" y="64508"/>
                  <a:pt x="1785557" y="55697"/>
                </a:cubicBezTo>
                <a:cubicBezTo>
                  <a:pt x="1793806" y="46885"/>
                  <a:pt x="1804123" y="42480"/>
                  <a:pt x="1816509" y="42480"/>
                </a:cubicBezTo>
                <a:cubicBezTo>
                  <a:pt x="1828896" y="42480"/>
                  <a:pt x="1838552" y="46280"/>
                  <a:pt x="1845477" y="53881"/>
                </a:cubicBezTo>
                <a:cubicBezTo>
                  <a:pt x="1852402" y="61482"/>
                  <a:pt x="1855865" y="71926"/>
                  <a:pt x="1855865" y="85213"/>
                </a:cubicBezTo>
                <a:lnTo>
                  <a:pt x="1855865" y="95601"/>
                </a:lnTo>
                <a:moveTo>
                  <a:pt x="1833653" y="80146"/>
                </a:moveTo>
                <a:cubicBezTo>
                  <a:pt x="1833653" y="66070"/>
                  <a:pt x="1827854" y="59033"/>
                  <a:pt x="1816256" y="59033"/>
                </a:cubicBezTo>
                <a:cubicBezTo>
                  <a:pt x="1811414" y="59033"/>
                  <a:pt x="1807149" y="60947"/>
                  <a:pt x="1803461" y="64775"/>
                </a:cubicBezTo>
                <a:cubicBezTo>
                  <a:pt x="1799774" y="68604"/>
                  <a:pt x="1797479" y="73727"/>
                  <a:pt x="1796579" y="80146"/>
                </a:cubicBezTo>
                <a:lnTo>
                  <a:pt x="1833653" y="80146"/>
                </a:lnTo>
                <a:close/>
                <a:moveTo>
                  <a:pt x="1961070" y="161558"/>
                </a:moveTo>
                <a:cubicBezTo>
                  <a:pt x="1942603" y="141065"/>
                  <a:pt x="1933370" y="115841"/>
                  <a:pt x="1933370" y="85889"/>
                </a:cubicBezTo>
                <a:cubicBezTo>
                  <a:pt x="1933370" y="56555"/>
                  <a:pt x="1942603" y="30938"/>
                  <a:pt x="1961070" y="9036"/>
                </a:cubicBezTo>
                <a:lnTo>
                  <a:pt x="1980494" y="9036"/>
                </a:lnTo>
                <a:cubicBezTo>
                  <a:pt x="1962815" y="31839"/>
                  <a:pt x="1953976" y="57428"/>
                  <a:pt x="1953976" y="85804"/>
                </a:cubicBezTo>
                <a:cubicBezTo>
                  <a:pt x="1953976" y="113955"/>
                  <a:pt x="1962815" y="139207"/>
                  <a:pt x="1980494" y="161558"/>
                </a:cubicBezTo>
                <a:lnTo>
                  <a:pt x="1961070" y="161558"/>
                </a:lnTo>
                <a:close/>
                <a:moveTo>
                  <a:pt x="2062345" y="9036"/>
                </a:moveTo>
                <a:lnTo>
                  <a:pt x="2062345" y="88676"/>
                </a:lnTo>
                <a:lnTo>
                  <a:pt x="2077209" y="88676"/>
                </a:lnTo>
                <a:lnTo>
                  <a:pt x="2077209" y="105904"/>
                </a:lnTo>
                <a:lnTo>
                  <a:pt x="2062345" y="105904"/>
                </a:lnTo>
                <a:lnTo>
                  <a:pt x="2062345" y="133351"/>
                </a:lnTo>
                <a:lnTo>
                  <a:pt x="2040556" y="133351"/>
                </a:lnTo>
                <a:lnTo>
                  <a:pt x="2040556" y="105904"/>
                </a:lnTo>
                <a:lnTo>
                  <a:pt x="1986422" y="105904"/>
                </a:lnTo>
                <a:lnTo>
                  <a:pt x="1986422" y="87747"/>
                </a:lnTo>
                <a:cubicBezTo>
                  <a:pt x="1997739" y="74797"/>
                  <a:pt x="2008239" y="61271"/>
                  <a:pt x="2017923" y="47167"/>
                </a:cubicBezTo>
                <a:cubicBezTo>
                  <a:pt x="2027607" y="33063"/>
                  <a:pt x="2035011" y="20353"/>
                  <a:pt x="2040134" y="9036"/>
                </a:cubicBezTo>
                <a:lnTo>
                  <a:pt x="2062345" y="9036"/>
                </a:lnTo>
                <a:moveTo>
                  <a:pt x="2006437" y="88676"/>
                </a:moveTo>
                <a:lnTo>
                  <a:pt x="2040556" y="88676"/>
                </a:lnTo>
                <a:lnTo>
                  <a:pt x="2040556" y="40537"/>
                </a:lnTo>
                <a:cubicBezTo>
                  <a:pt x="2037122" y="46674"/>
                  <a:pt x="2032252" y="54261"/>
                  <a:pt x="2025946" y="63297"/>
                </a:cubicBezTo>
                <a:cubicBezTo>
                  <a:pt x="2019640" y="72334"/>
                  <a:pt x="2013137" y="80793"/>
                  <a:pt x="2006437" y="88676"/>
                </a:cubicBezTo>
                <a:close/>
                <a:moveTo>
                  <a:pt x="2094242" y="107762"/>
                </a:moveTo>
                <a:cubicBezTo>
                  <a:pt x="2102631" y="114011"/>
                  <a:pt x="2112315" y="117136"/>
                  <a:pt x="2123294" y="117136"/>
                </a:cubicBezTo>
                <a:cubicBezTo>
                  <a:pt x="2130501" y="117136"/>
                  <a:pt x="2136300" y="115489"/>
                  <a:pt x="2140691" y="112196"/>
                </a:cubicBezTo>
                <a:cubicBezTo>
                  <a:pt x="2145083" y="108902"/>
                  <a:pt x="2147279" y="104187"/>
                  <a:pt x="2147279" y="98050"/>
                </a:cubicBezTo>
                <a:cubicBezTo>
                  <a:pt x="2147279" y="85157"/>
                  <a:pt x="2137538" y="78710"/>
                  <a:pt x="2118058" y="78710"/>
                </a:cubicBezTo>
                <a:lnTo>
                  <a:pt x="2107079" y="78710"/>
                </a:lnTo>
                <a:lnTo>
                  <a:pt x="2107079" y="60299"/>
                </a:lnTo>
                <a:lnTo>
                  <a:pt x="2117298" y="60299"/>
                </a:lnTo>
                <a:cubicBezTo>
                  <a:pt x="2134751" y="60299"/>
                  <a:pt x="2143478" y="54275"/>
                  <a:pt x="2143478" y="42226"/>
                </a:cubicBezTo>
                <a:cubicBezTo>
                  <a:pt x="2143478" y="30966"/>
                  <a:pt x="2136778" y="25336"/>
                  <a:pt x="2123378" y="25336"/>
                </a:cubicBezTo>
                <a:cubicBezTo>
                  <a:pt x="2114989" y="25336"/>
                  <a:pt x="2106854" y="28095"/>
                  <a:pt x="2098971" y="33612"/>
                </a:cubicBezTo>
                <a:lnTo>
                  <a:pt x="2098971" y="13766"/>
                </a:lnTo>
                <a:cubicBezTo>
                  <a:pt x="2107417" y="9262"/>
                  <a:pt x="2117382" y="7010"/>
                  <a:pt x="2128868" y="7010"/>
                </a:cubicBezTo>
                <a:cubicBezTo>
                  <a:pt x="2140297" y="7010"/>
                  <a:pt x="2149587" y="9712"/>
                  <a:pt x="2156737" y="15117"/>
                </a:cubicBezTo>
                <a:cubicBezTo>
                  <a:pt x="2163888" y="20522"/>
                  <a:pt x="2167463" y="28010"/>
                  <a:pt x="2167463" y="37582"/>
                </a:cubicBezTo>
                <a:cubicBezTo>
                  <a:pt x="2167463" y="53740"/>
                  <a:pt x="2159215" y="63987"/>
                  <a:pt x="2142718" y="68322"/>
                </a:cubicBezTo>
                <a:lnTo>
                  <a:pt x="2142718" y="68660"/>
                </a:lnTo>
                <a:cubicBezTo>
                  <a:pt x="2151332" y="69561"/>
                  <a:pt x="2158257" y="72728"/>
                  <a:pt x="2163494" y="78161"/>
                </a:cubicBezTo>
                <a:cubicBezTo>
                  <a:pt x="2168730" y="83594"/>
                  <a:pt x="2171348" y="90168"/>
                  <a:pt x="2171348" y="97881"/>
                </a:cubicBezTo>
                <a:cubicBezTo>
                  <a:pt x="2171348" y="109648"/>
                  <a:pt x="2167083" y="118867"/>
                  <a:pt x="2158553" y="125539"/>
                </a:cubicBezTo>
                <a:cubicBezTo>
                  <a:pt x="2150023" y="132211"/>
                  <a:pt x="2138721" y="135547"/>
                  <a:pt x="2124645" y="135547"/>
                </a:cubicBezTo>
                <a:cubicBezTo>
                  <a:pt x="2112259" y="135547"/>
                  <a:pt x="2102124" y="133407"/>
                  <a:pt x="2094242" y="129129"/>
                </a:cubicBezTo>
                <a:lnTo>
                  <a:pt x="2094242" y="107762"/>
                </a:lnTo>
                <a:close/>
                <a:moveTo>
                  <a:pt x="2183141" y="161558"/>
                </a:moveTo>
                <a:cubicBezTo>
                  <a:pt x="2200932" y="139601"/>
                  <a:pt x="2209828" y="114349"/>
                  <a:pt x="2209828" y="85804"/>
                </a:cubicBezTo>
                <a:cubicBezTo>
                  <a:pt x="2209828" y="57541"/>
                  <a:pt x="2200932" y="31951"/>
                  <a:pt x="2183141" y="9036"/>
                </a:cubicBezTo>
                <a:lnTo>
                  <a:pt x="2202734" y="9036"/>
                </a:lnTo>
                <a:cubicBezTo>
                  <a:pt x="2221257" y="31051"/>
                  <a:pt x="2230519" y="56668"/>
                  <a:pt x="2230519" y="85889"/>
                </a:cubicBezTo>
                <a:cubicBezTo>
                  <a:pt x="2230519" y="115616"/>
                  <a:pt x="2221229" y="140839"/>
                  <a:pt x="2202650" y="161558"/>
                </a:cubicBezTo>
                <a:lnTo>
                  <a:pt x="2183141" y="161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27520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2026-09-05T17:42:14.8840000Z</dcterms:created>
  <dcterms:modified xsi:type="dcterms:W3CDTF">2026-09-05T17:42:14.8840000Z</dcterms:modified>
</coreProperties>
</file>