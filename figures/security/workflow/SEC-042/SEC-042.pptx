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c8f60ed34048a0" /><Relationship Type="http://schemas.openxmlformats.org/officeDocument/2006/relationships/extended-properties" Target="/docProps/app.xml" Id="R744d0cba3c1b40a8" /><Relationship Type="http://schemas.openxmlformats.org/officeDocument/2006/relationships/officeDocument" Target="/ppt/presentation.xml" Id="R2b834d306f2f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6eda4857c1432e"/>
  </p:sldMasterIdLst>
  <p:notesMasterIdLst>
    <p:notesMasterId xmlns:r="http://schemas.openxmlformats.org/officeDocument/2006/relationships" r:id="R938e1377e7b84840"/>
  </p:notesMasterIdLst>
  <p:sldIdLst>
    <p:sldId xmlns:r="http://schemas.openxmlformats.org/officeDocument/2006/relationships" id="256" r:id="Re02bdabeb1ca49a7"/>
  </p:sldIdLst>
  <p:sldSz cx="19050000" cy="6524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f55574e629489e" /><Relationship Type="http://schemas.openxmlformats.org/officeDocument/2006/relationships/slideMaster" Target="/ppt/slideMasters/slideMaster1.xml" Id="R1c6eda4857c1432e" /><Relationship Type="http://schemas.openxmlformats.org/officeDocument/2006/relationships/notesMaster" Target="/ppt/notesMasters/notesMaster1.xml" Id="R938e1377e7b84840" /><Relationship Type="http://schemas.openxmlformats.org/officeDocument/2006/relationships/presProps" Target="/ppt/presProps.xml" Id="R5cd2734e000941ab" /><Relationship Type="http://schemas.openxmlformats.org/officeDocument/2006/relationships/tableStyles" Target="/ppt/tableStyles.xml" Id="R9073363bf4ff4096" /><Relationship Type="http://schemas.openxmlformats.org/officeDocument/2006/relationships/slide" Target="/ppt/slides/slide1.xml" Id="Re02bdabeb1ca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68879154b46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6b1c4e9cd4489f" /><Relationship Type="http://schemas.openxmlformats.org/officeDocument/2006/relationships/notesMaster" Target="/ppt/notesMasters/notesMaster1.xml" Id="R82752f068de74a3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素材ID：SEC-042</ns1:t>
            </ns1:r>
          </ns1:p>
          <ns1:p>
            <ns1:r>
              <ns1:t>论文：Unveiling Security Vulnerabilities in Git Large File Storage Protocol</ns1:t>
            </ns1:r>
          </ns1:p>
          <ns1:p>
            <ns1:r>
              <ns1:t>会议：IEEE S&amp;P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3，PDF第8页</ns1:t>
            </ns1:r>
          </ns1:p>
          <ns1:p>
            <ns1:r>
              <ns1:t>类型：研究流程</ns1:t>
            </ns1:r>
          </ns1:p>
          <ns1:p>
            <ns1:r>
              <ns1:t>借鉴点：五列展示平台、支持特性、攻击准备、安全属性矩阵及多种攻击验证，适合大型测量研究的模块化全景图。</ns1:t>
            </ns1:r>
          </ns1:p>
          <ns1:p>
            <ns1:r>
              <ns1:t>论文URL：https://nesa.zju.edu.cn/download/sp2025c2-final59.pdf</ns1:t>
            </ns1:r>
          </ns1:p>
          <ns1:p>
            <ns1:r>
              <ns1:t>官方获奖URL：https://sp2025.ieee-security.org/awards.html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19b2d62a14d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cc3e8cbbf462a" /><Relationship Type="http://schemas.openxmlformats.org/officeDocument/2006/relationships/slideLayout" Target="/ppt/slideLayouts/slideLayout1.xml" Id="R128eea31e1f0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eea31e1f0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e4503f70f4760" /><Relationship Type="http://schemas.openxmlformats.org/officeDocument/2006/relationships/image" Target="/ppt/media/image.png" Id="Red7b54e9d564420e" /><Relationship Type="http://schemas.openxmlformats.org/officeDocument/2006/relationships/image" Target="/ppt/media/image2.png" Id="R414e66ec3663409f" /><Relationship Type="http://schemas.openxmlformats.org/officeDocument/2006/relationships/image" Target="/ppt/media/image3.png" Id="R29e508f613f14070" /><Relationship Type="http://schemas.openxmlformats.org/officeDocument/2006/relationships/image" Target="/ppt/media/image4.png" Id="R9d486e98404a45c0" /><Relationship Type="http://schemas.openxmlformats.org/officeDocument/2006/relationships/image" Target="/ppt/media/image5.png" Id="R42b231eea4c44146" /><Relationship Type="http://schemas.openxmlformats.org/officeDocument/2006/relationships/image" Target="/ppt/media/image6.png" Id="R842dd006a8734f15" /><Relationship Type="http://schemas.openxmlformats.org/officeDocument/2006/relationships/image" Target="/ppt/media/image7.png" Id="Rcc8ee8ded1424d54" /><Relationship Type="http://schemas.openxmlformats.org/officeDocument/2006/relationships/image" Target="/ppt/media/image8.png" Id="R100756a8a57a4f9a" /><Relationship Type="http://schemas.openxmlformats.org/officeDocument/2006/relationships/image" Target="/ppt/media/image9.png" Id="Ra0c1d47c9e9f4cc7" /><Relationship Type="http://schemas.openxmlformats.org/officeDocument/2006/relationships/image" Target="/ppt/media/image10.png" Id="R7020c3b797404ed6" /><Relationship Type="http://schemas.openxmlformats.org/officeDocument/2006/relationships/image" Target="/ppt/media/image11.png" Id="R038f8a651159427e" /><Relationship Type="http://schemas.openxmlformats.org/officeDocument/2006/relationships/image" Target="/ppt/media/image12.png" Id="Rab93d013431e4c8f" /><Relationship Type="http://schemas.openxmlformats.org/officeDocument/2006/relationships/image" Target="/ppt/media/image13.png" Id="Ra6f8f73f84074e70" /><Relationship Type="http://schemas.openxmlformats.org/officeDocument/2006/relationships/image" Target="/ppt/media/image14.png" Id="R81d16cefa88a4753" /><Relationship Type="http://schemas.openxmlformats.org/officeDocument/2006/relationships/image" Target="/ppt/media/image15.png" Id="Rafad65366a654967" /><Relationship Type="http://schemas.openxmlformats.org/officeDocument/2006/relationships/image" Target="/ppt/media/image16.png" Id="R68c4fb4f737e4251" /><Relationship Type="http://schemas.openxmlformats.org/officeDocument/2006/relationships/image" Target="/ppt/media/image17.png" Id="R449090561cec447e" /><Relationship Type="http://schemas.openxmlformats.org/officeDocument/2006/relationships/image" Target="/ppt/media/image18.png" Id="Rd25c0a619fd34eb8" /><Relationship Type="http://schemas.openxmlformats.org/officeDocument/2006/relationships/image" Target="/ppt/media/image19.png" Id="R040c5741a0ed4f0f" /><Relationship Type="http://schemas.openxmlformats.org/officeDocument/2006/relationships/image" Target="/ppt/media/image20.png" Id="R734e122725594316" /><Relationship Type="http://schemas.openxmlformats.org/officeDocument/2006/relationships/image" Target="/ppt/media/image21.png" Id="R1d39114b59b44074" /><Relationship Type="http://schemas.openxmlformats.org/officeDocument/2006/relationships/image" Target="/ppt/media/image22.png" Id="R25801e4c4e144e65" /><Relationship Type="http://schemas.openxmlformats.org/officeDocument/2006/relationships/image" Target="/ppt/media/image23.png" Id="R7de0027ae49f4e4f" /><Relationship Type="http://schemas.openxmlformats.org/officeDocument/2006/relationships/image" Target="/ppt/media/image24.png" Id="R2c50ae94b1d44d76" /><Relationship Type="http://schemas.openxmlformats.org/officeDocument/2006/relationships/image" Target="/ppt/media/image25.png" Id="R6dba4a9cbe2342a3" /><Relationship Type="http://schemas.openxmlformats.org/officeDocument/2006/relationships/image" Target="/ppt/media/image26.png" Id="Rc2a7f6184b7c443f" /><Relationship Type="http://schemas.openxmlformats.org/officeDocument/2006/relationships/image" Target="/ppt/media/image27.png" Id="Rc0e6e2d5597f48d2" /><Relationship Type="http://schemas.openxmlformats.org/officeDocument/2006/relationships/image" Target="/ppt/media/image28.png" Id="Rd826ecb713f94163" /><Relationship Type="http://schemas.openxmlformats.org/officeDocument/2006/relationships/image" Target="/ppt/media/image29.png" Id="Rbf08886d36f04dc5" /><Relationship Type="http://schemas.openxmlformats.org/officeDocument/2006/relationships/image" Target="/ppt/media/image30.png" Id="R2783663720a54b04" /><Relationship Type="http://schemas.openxmlformats.org/officeDocument/2006/relationships/image" Target="/ppt/media/image31.png" Id="R425b2ddaa86d4868" /><Relationship Type="http://schemas.openxmlformats.org/officeDocument/2006/relationships/image" Target="/ppt/media/image32.png" Id="R68ee806082a34e2c" /><Relationship Type="http://schemas.openxmlformats.org/officeDocument/2006/relationships/image" Target="/ppt/media/image33.png" Id="Rc3c534799dd54f70" /><Relationship Type="http://schemas.openxmlformats.org/officeDocument/2006/relationships/image" Target="/ppt/media/image34.png" Id="R7949d233e53d4532" /><Relationship Type="http://schemas.openxmlformats.org/officeDocument/2006/relationships/image" Target="/ppt/media/image35.png" Id="R8962b08b24e94236" /><Relationship Type="http://schemas.openxmlformats.org/officeDocument/2006/relationships/image" Target="/ppt/media/image36.png" Id="Raccaf2bd954944b6" /><Relationship Type="http://schemas.openxmlformats.org/officeDocument/2006/relationships/image" Target="/ppt/media/image37.png" Id="Rf3919b24cc584a90" /><Relationship Type="http://schemas.openxmlformats.org/officeDocument/2006/relationships/image" Target="/ppt/media/image38.png" Id="R79a1766eed8f4557" /><Relationship Type="http://schemas.openxmlformats.org/officeDocument/2006/relationships/image" Target="/ppt/media/image39.png" Id="R59a14b501daf4d54" /><Relationship Type="http://schemas.openxmlformats.org/officeDocument/2006/relationships/notesSlide" Target="/ppt/notesSlides/notesSlide1.xml" Id="Re2d56c1f86ca41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SEC-042-1">
            <a:extLst xmlns:a="http://schemas.openxmlformats.org/drawingml/2006/main">
              <a:ext uri="{FF2B5EF4-FFF2-40B4-BE49-F238E27FC236}">
                <a16:creationId xmlns:a16="http://schemas.microsoft.com/office/drawing/2014/main" id="{043B7B3A-EE36-49CF-9790-605A6CC6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123825"/>
            <a:ext cx="1390650" cy="5924550"/>
          </a:xfrm>
          <a:prstGeom xmlns:a="http://schemas.openxmlformats.org/drawingml/2006/main" prst="roundRect">
            <a:avLst>
              <a:gd name="adj" fmla="val 18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2" name="SEC-042-2">
            <a:extLst xmlns:a="http://schemas.openxmlformats.org/drawingml/2006/main">
              <a:ext uri="{FF2B5EF4-FFF2-40B4-BE49-F238E27FC236}">
                <a16:creationId xmlns:a16="http://schemas.microsoft.com/office/drawing/2014/main" id="{BC44DA73-1A3F-43BF-B98B-005982D6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123825"/>
            <a:ext cx="1381125" cy="5924550"/>
          </a:xfrm>
          <a:prstGeom xmlns:a="http://schemas.openxmlformats.org/drawingml/2006/main" prst="roundRect">
            <a:avLst>
              <a:gd name="adj" fmla="val 1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3" name="SEC-042-3">
            <a:extLst xmlns:a="http://schemas.openxmlformats.org/drawingml/2006/main">
              <a:ext uri="{FF2B5EF4-FFF2-40B4-BE49-F238E27FC236}">
                <a16:creationId xmlns:a16="http://schemas.microsoft.com/office/drawing/2014/main" id="{D2754EB9-FBFA-4487-983E-096849E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123825"/>
            <a:ext cx="1943100" cy="592455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4" name="SEC-042-4">
            <a:extLst xmlns:a="http://schemas.openxmlformats.org/drawingml/2006/main">
              <a:ext uri="{FF2B5EF4-FFF2-40B4-BE49-F238E27FC236}">
                <a16:creationId xmlns:a16="http://schemas.microsoft.com/office/drawing/2014/main" id="{B8CF3D0E-6086-410B-99C4-11769DA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75" y="123825"/>
            <a:ext cx="3981450" cy="5924550"/>
          </a:xfrm>
          <a:prstGeom xmlns:a="http://schemas.openxmlformats.org/drawingml/2006/main" prst="roundRect">
            <a:avLst>
              <a:gd name="adj" fmla="val 6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5" name="SEC-042-5">
            <a:extLst xmlns:a="http://schemas.openxmlformats.org/drawingml/2006/main">
              <a:ext uri="{FF2B5EF4-FFF2-40B4-BE49-F238E27FC236}">
                <a16:creationId xmlns:a16="http://schemas.microsoft.com/office/drawing/2014/main" id="{1681E7B9-55BA-4C3D-8140-44966891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123825"/>
            <a:ext cx="8829675" cy="5924550"/>
          </a:xfrm>
          <a:prstGeom xmlns:a="http://schemas.openxmlformats.org/drawingml/2006/main" prst="roundRect">
            <a:avLst>
              <a:gd name="adj" fmla="val 691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" name="SEC-042-6">
            <a:extLst xmlns:a="http://schemas.openxmlformats.org/drawingml/2006/main">
              <a:ext uri="{FF2B5EF4-FFF2-40B4-BE49-F238E27FC236}">
                <a16:creationId xmlns:a16="http://schemas.microsoft.com/office/drawing/2014/main" id="{366DCDEE-65FB-4B8F-9D29-B5D5A61D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657475"/>
            <a:ext cx="304800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ADB"/>
          </a:solidFill>
          <a:ln xmlns:a="http://schemas.openxmlformats.org/drawingml/2006/main" w="0">
            <a:noFill/>
          </a:ln>
        </p:spPr>
      </p:sp>
      <p:sp>
        <p:nvSpPr>
          <p:cNvPr id="7" name="SEC-042-7">
            <a:extLst xmlns:a="http://schemas.openxmlformats.org/drawingml/2006/main">
              <a:ext uri="{FF2B5EF4-FFF2-40B4-BE49-F238E27FC236}">
                <a16:creationId xmlns:a16="http://schemas.microsoft.com/office/drawing/2014/main" id="{7FD29E4E-B140-4ADF-A986-A8139FC1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657475"/>
            <a:ext cx="323850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ADB"/>
          </a:solidFill>
          <a:ln xmlns:a="http://schemas.openxmlformats.org/drawingml/2006/main" w="0">
            <a:noFill/>
          </a:ln>
        </p:spPr>
      </p:sp>
      <p:sp>
        <p:nvSpPr>
          <p:cNvPr id="8" name="SEC-042-8">
            <a:extLst xmlns:a="http://schemas.openxmlformats.org/drawingml/2006/main">
              <a:ext uri="{FF2B5EF4-FFF2-40B4-BE49-F238E27FC236}">
                <a16:creationId xmlns:a16="http://schemas.microsoft.com/office/drawing/2014/main" id="{3591CBF9-D157-4B8E-8DE7-8EE5FEE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2657475"/>
            <a:ext cx="304800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ADB"/>
          </a:solidFill>
          <a:ln xmlns:a="http://schemas.openxmlformats.org/drawingml/2006/main" w="0">
            <a:noFill/>
          </a:ln>
        </p:spPr>
      </p:sp>
      <p:sp>
        <p:nvSpPr>
          <p:cNvPr id="9" name="SEC-042-9">
            <a:extLst xmlns:a="http://schemas.openxmlformats.org/drawingml/2006/main">
              <a:ext uri="{FF2B5EF4-FFF2-40B4-BE49-F238E27FC236}">
                <a16:creationId xmlns:a16="http://schemas.microsoft.com/office/drawing/2014/main" id="{2DBAD5E0-DC60-4F3F-83C1-E82B577D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0" y="2657475"/>
            <a:ext cx="304800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ADB"/>
          </a:solidFill>
          <a:ln xmlns:a="http://schemas.openxmlformats.org/drawingml/2006/main" w="0">
            <a:noFill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b54e9d564420e"/>
          <a:stretch xmlns:a="http://schemas.openxmlformats.org/drawingml/2006/main"/>
        </p:blipFill>
        <p:spPr>
          <a:xfrm xmlns:a="http://schemas.openxmlformats.org/drawingml/2006/main">
            <a:off x="285750" y="219075"/>
            <a:ext cx="1057275" cy="847725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e66ec3663409f"/>
          <a:stretch xmlns:a="http://schemas.openxmlformats.org/drawingml/2006/main"/>
        </p:blipFill>
        <p:spPr>
          <a:xfrm xmlns:a="http://schemas.openxmlformats.org/drawingml/2006/main">
            <a:off x="171450" y="1171575"/>
            <a:ext cx="1247775" cy="762000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08f613f14070"/>
          <a:stretch xmlns:a="http://schemas.openxmlformats.org/drawingml/2006/main"/>
        </p:blipFill>
        <p:spPr>
          <a:xfrm xmlns:a="http://schemas.openxmlformats.org/drawingml/2006/main">
            <a:off x="219075" y="1990725"/>
            <a:ext cx="1190625" cy="676275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86e98404a45c0"/>
          <a:stretch xmlns:a="http://schemas.openxmlformats.org/drawingml/2006/main"/>
        </p:blipFill>
        <p:spPr>
          <a:xfrm xmlns:a="http://schemas.openxmlformats.org/drawingml/2006/main">
            <a:off x="200025" y="2819400"/>
            <a:ext cx="1238250" cy="876300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231eea4c44146"/>
          <a:stretch xmlns:a="http://schemas.openxmlformats.org/drawingml/2006/main"/>
        </p:blipFill>
        <p:spPr>
          <a:xfrm xmlns:a="http://schemas.openxmlformats.org/drawingml/2006/main">
            <a:off x="400050" y="3905250"/>
            <a:ext cx="742950" cy="762000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dd006a8734f15"/>
          <a:stretch xmlns:a="http://schemas.openxmlformats.org/drawingml/2006/main"/>
        </p:blipFill>
        <p:spPr>
          <a:xfrm xmlns:a="http://schemas.openxmlformats.org/drawingml/2006/main">
            <a:off x="133350" y="4895850"/>
            <a:ext cx="1304925" cy="485775"/>
          </a:xfrm>
          <a:prstGeom xmlns:a="http://schemas.openxmlformats.org/drawingml/2006/main" prst="rect">
            <a:avLst/>
          </a:prstGeom>
        </p:spPr>
      </p:pic>
      <p:sp>
        <p:nvSpPr>
          <p:cNvPr id="16" name="SEC-042-10">
            <a:extLst xmlns:a="http://schemas.openxmlformats.org/drawingml/2006/main">
              <a:ext uri="{FF2B5EF4-FFF2-40B4-BE49-F238E27FC236}">
                <a16:creationId xmlns:a16="http://schemas.microsoft.com/office/drawing/2014/main" id="{D7016326-40EF-4BD8-9616-066B36A6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53911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ee8ded1424d54"/>
          <a:stretch xmlns:a="http://schemas.openxmlformats.org/drawingml/2006/main"/>
        </p:blipFill>
        <p:spPr>
          <a:xfrm xmlns:a="http://schemas.openxmlformats.org/drawingml/2006/main">
            <a:off x="2114550" y="352425"/>
            <a:ext cx="828675" cy="781050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56a8a57a4f9a"/>
          <a:stretch xmlns:a="http://schemas.openxmlformats.org/drawingml/2006/main"/>
        </p:blipFill>
        <p:spPr>
          <a:xfrm xmlns:a="http://schemas.openxmlformats.org/drawingml/2006/main">
            <a:off x="2085975" y="1362075"/>
            <a:ext cx="857250" cy="790575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d47c9e9f4cc7"/>
          <a:stretch xmlns:a="http://schemas.openxmlformats.org/drawingml/2006/main"/>
        </p:blipFill>
        <p:spPr>
          <a:xfrm xmlns:a="http://schemas.openxmlformats.org/drawingml/2006/main">
            <a:off x="2076450" y="2466975"/>
            <a:ext cx="838200" cy="762000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c3b797404ed6"/>
          <a:stretch xmlns:a="http://schemas.openxmlformats.org/drawingml/2006/main"/>
        </p:blipFill>
        <p:spPr>
          <a:xfrm xmlns:a="http://schemas.openxmlformats.org/drawingml/2006/main">
            <a:off x="2105025" y="3448050"/>
            <a:ext cx="819150" cy="800100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f8a651159427e"/>
          <a:stretch xmlns:a="http://schemas.openxmlformats.org/drawingml/2006/main"/>
        </p:blipFill>
        <p:spPr>
          <a:xfrm xmlns:a="http://schemas.openxmlformats.org/drawingml/2006/main">
            <a:off x="2124075" y="4495800"/>
            <a:ext cx="781050" cy="695325"/>
          </a:xfrm>
          <a:prstGeom xmlns:a="http://schemas.openxmlformats.org/drawingml/2006/main" prst="rect">
            <a:avLst/>
          </a:prstGeom>
        </p:spPr>
      </p:pic>
      <p:sp>
        <p:nvSpPr>
          <p:cNvPr id="22" name="SEC-042-11">
            <a:extLst xmlns:a="http://schemas.openxmlformats.org/drawingml/2006/main">
              <a:ext uri="{FF2B5EF4-FFF2-40B4-BE49-F238E27FC236}">
                <a16:creationId xmlns:a16="http://schemas.microsoft.com/office/drawing/2014/main" id="{E848068A-8128-4FAB-B669-C75133F4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457825"/>
            <a:ext cx="90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3d013431e4c8f"/>
          <a:stretch xmlns:a="http://schemas.openxmlformats.org/drawingml/2006/main"/>
        </p:blipFill>
        <p:spPr>
          <a:xfrm xmlns:a="http://schemas.openxmlformats.org/drawingml/2006/main">
            <a:off x="4171950" y="361950"/>
            <a:ext cx="771525" cy="752475"/>
          </a:xfrm>
          <a:prstGeom xmlns:a="http://schemas.openxmlformats.org/drawingml/2006/main" prst="rect">
            <a:avLst/>
          </a:prstGeom>
        </p:spPr>
      </p:pic>
      <p:sp>
        <p:nvSpPr>
          <p:cNvPr id="24" name="SEC-042-12">
            <a:extLst xmlns:a="http://schemas.openxmlformats.org/drawingml/2006/main">
              <a:ext uri="{FF2B5EF4-FFF2-40B4-BE49-F238E27FC236}">
                <a16:creationId xmlns:a16="http://schemas.microsoft.com/office/drawing/2014/main" id="{6E2B0F58-3984-47D8-B456-0F3B3EA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11442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A (Victim)</a:t>
            </a:r>
          </a:p>
        </p:txBody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f73f84074e70"/>
          <a:stretch xmlns:a="http://schemas.openxmlformats.org/drawingml/2006/main"/>
        </p:blipFill>
        <p:spPr>
          <a:xfrm xmlns:a="http://schemas.openxmlformats.org/drawingml/2006/main">
            <a:off x="3571875" y="1428750"/>
            <a:ext cx="714375" cy="695325"/>
          </a:xfrm>
          <a:prstGeom xmlns:a="http://schemas.openxmlformats.org/drawingml/2006/main" prst="rect">
            <a:avLst/>
          </a:prstGeom>
        </p:spPr>
      </p:pic>
      <p:sp>
        <p:nvSpPr>
          <p:cNvPr id="26" name="SEC-042-13">
            <a:extLst xmlns:a="http://schemas.openxmlformats.org/drawingml/2006/main">
              <a:ext uri="{FF2B5EF4-FFF2-40B4-BE49-F238E27FC236}">
                <a16:creationId xmlns:a16="http://schemas.microsoft.com/office/drawing/2014/main" id="{DF82692D-9BA0-46DF-A564-42C63E6C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2105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Rpub_A</a:t>
            </a:r>
          </a:p>
        </p:txBody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16cefa88a4753"/>
          <a:stretch xmlns:a="http://schemas.openxmlformats.org/drawingml/2006/main"/>
        </p:blipFill>
        <p:spPr>
          <a:xfrm xmlns:a="http://schemas.openxmlformats.org/drawingml/2006/main">
            <a:off x="4638675" y="1438275"/>
            <a:ext cx="742950" cy="685800"/>
          </a:xfrm>
          <a:prstGeom xmlns:a="http://schemas.openxmlformats.org/drawingml/2006/main" prst="rect">
            <a:avLst/>
          </a:prstGeom>
        </p:spPr>
      </p:pic>
      <p:sp>
        <p:nvSpPr>
          <p:cNvPr id="28" name="SEC-042-14">
            <a:extLst xmlns:a="http://schemas.openxmlformats.org/drawingml/2006/main">
              <a:ext uri="{FF2B5EF4-FFF2-40B4-BE49-F238E27FC236}">
                <a16:creationId xmlns:a16="http://schemas.microsoft.com/office/drawing/2014/main" id="{F1D1EF0C-CC4D-4CBA-BD03-A6B8DCB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1050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Rpriv_A</a:t>
            </a:r>
          </a:p>
        </p:txBody>
      </p:sp>
      <p:sp>
        <p:nvSpPr>
          <p:cNvPr id="29" name="path-15">
            <a:extLst xmlns:a="http://schemas.openxmlformats.org/drawingml/2006/main">
              <a:ext uri="{FF2B5EF4-FFF2-40B4-BE49-F238E27FC236}">
                <a16:creationId xmlns:a16="http://schemas.microsoft.com/office/drawing/2014/main" id="{AC9A42FC-B042-42EF-AA23-288DB141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95" cy="1333500"/>
          </a:xfrm>
          <a:custGeom xmlns:a="http://schemas.openxmlformats.org/drawingml/2006/main">
            <a:pathLst>
              <a:path w="9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0000"/>
            </a:solidFill>
            <a:prstDash val="dash"/>
          </a:ln>
        </p:spPr>
      </p:sp>
      <p:sp>
        <p:nvSpPr>
          <p:cNvPr id="30" name="SEC-042-16">
            <a:extLst xmlns:a="http://schemas.openxmlformats.org/drawingml/2006/main">
              <a:ext uri="{FF2B5EF4-FFF2-40B4-BE49-F238E27FC236}">
                <a16:creationId xmlns:a16="http://schemas.microsoft.com/office/drawing/2014/main" id="{EE19CF33-1ECB-4BD1-A577-7A54FAB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36480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000"/>
          </a:solidFill>
          <a:ln xmlns:a="http://schemas.openxmlformats.org/drawingml/2006/main" w="0">
            <a:noFill/>
          </a:ln>
        </p:spPr>
      </p:sp>
      <p:sp>
        <p:nvSpPr>
          <p:cNvPr id="31" name="path-17">
            <a:extLst xmlns:a="http://schemas.openxmlformats.org/drawingml/2006/main">
              <a:ext uri="{FF2B5EF4-FFF2-40B4-BE49-F238E27FC236}">
                <a16:creationId xmlns:a16="http://schemas.microsoft.com/office/drawing/2014/main" id="{11F60DFD-EB69-4238-85CD-E6E6554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584" y="3702637"/>
            <a:ext cx="63531" cy="69263"/>
          </a:xfrm>
          <a:custGeom xmlns:a="http://schemas.openxmlformats.org/drawingml/2006/main">
            <a:pathLst>
              <a:path w="63531" h="69263">
                <a:moveTo>
                  <a:pt x="31766" y="69263"/>
                </a:moveTo>
                <a:lnTo>
                  <a:pt x="0" y="0"/>
                </a:lnTo>
                <a:lnTo>
                  <a:pt x="63531" y="0"/>
                </a:lnTo>
                <a:close/>
              </a:path>
            </a:pathLst>
          </a:custGeom>
          <a:solidFill xmlns:a="http://schemas.openxmlformats.org/drawingml/2006/main">
            <a:srgbClr val="CF0000"/>
          </a:solidFill>
          <a:ln xmlns:a="http://schemas.openxmlformats.org/drawingml/2006/main" w="0">
            <a:solidFill>
              <a:srgbClr val="CF0000"/>
            </a:solidFill>
          </a:ln>
        </p:spPr>
      </p:sp>
      <p:sp>
        <p:nvSpPr>
          <p:cNvPr id="32" name="SEC-042-18">
            <a:extLst xmlns:a="http://schemas.openxmlformats.org/drawingml/2006/main">
              <a:ext uri="{FF2B5EF4-FFF2-40B4-BE49-F238E27FC236}">
                <a16:creationId xmlns:a16="http://schemas.microsoft.com/office/drawing/2014/main" id="{CB402D8C-1B88-427B-BB43-0D713622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2962275"/>
            <a:ext cx="33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fork</a:t>
            </a:r>
          </a:p>
        </p:txBody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d65366a654967"/>
          <a:stretch xmlns:a="http://schemas.openxmlformats.org/drawingml/2006/main"/>
        </p:blipFill>
        <p:spPr>
          <a:xfrm xmlns:a="http://schemas.openxmlformats.org/drawingml/2006/main">
            <a:off x="3609975" y="3724275"/>
            <a:ext cx="762000" cy="714375"/>
          </a:xfrm>
          <a:prstGeom xmlns:a="http://schemas.openxmlformats.org/drawingml/2006/main" prst="rect">
            <a:avLst/>
          </a:prstGeom>
        </p:spPr>
      </p:pic>
      <p:sp>
        <p:nvSpPr>
          <p:cNvPr id="34" name="SEC-042-19">
            <a:extLst xmlns:a="http://schemas.openxmlformats.org/drawingml/2006/main">
              <a:ext uri="{FF2B5EF4-FFF2-40B4-BE49-F238E27FC236}">
                <a16:creationId xmlns:a16="http://schemas.microsoft.com/office/drawing/2014/main" id="{BCE1781B-E300-4D91-A120-2D886B9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438650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Rfork_B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4fb4f737e4251"/>
          <a:stretch xmlns:a="http://schemas.openxmlformats.org/drawingml/2006/main"/>
        </p:blipFill>
        <p:spPr>
          <a:xfrm xmlns:a="http://schemas.openxmlformats.org/drawingml/2006/main">
            <a:off x="4657725" y="3724275"/>
            <a:ext cx="762000" cy="714375"/>
          </a:xfrm>
          <a:prstGeom xmlns:a="http://schemas.openxmlformats.org/drawingml/2006/main" prst="rect">
            <a:avLst/>
          </a:prstGeom>
        </p:spPr>
      </p:pic>
      <p:sp>
        <p:nvSpPr>
          <p:cNvPr id="36" name="SEC-042-20">
            <a:extLst xmlns:a="http://schemas.openxmlformats.org/drawingml/2006/main">
              <a:ext uri="{FF2B5EF4-FFF2-40B4-BE49-F238E27FC236}">
                <a16:creationId xmlns:a16="http://schemas.microsoft.com/office/drawing/2014/main" id="{8E60C04C-E295-4CEC-8C7E-478841C9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438650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Rpriv_B</a:t>
            </a:r>
          </a:p>
        </p:txBody>
      </p:sp>
      <p:sp>
        <p:nvSpPr>
          <p:cNvPr id="37" name="SEC-042-21">
            <a:extLst xmlns:a="http://schemas.openxmlformats.org/drawingml/2006/main">
              <a:ext uri="{FF2B5EF4-FFF2-40B4-BE49-F238E27FC236}">
                <a16:creationId xmlns:a16="http://schemas.microsoft.com/office/drawing/2014/main" id="{C97B04FF-033F-4DB4-8E7E-70063219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371725"/>
            <a:ext cx="828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090561cec447e"/>
          <a:stretch xmlns:a="http://schemas.openxmlformats.org/drawingml/2006/main"/>
        </p:blipFill>
        <p:spPr>
          <a:xfrm xmlns:a="http://schemas.openxmlformats.org/drawingml/2006/main">
            <a:off x="4600575" y="2438400"/>
            <a:ext cx="409575" cy="495300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c0a619fd34eb8"/>
          <a:stretch xmlns:a="http://schemas.openxmlformats.org/drawingml/2006/main"/>
        </p:blipFill>
        <p:spPr>
          <a:xfrm xmlns:a="http://schemas.openxmlformats.org/drawingml/2006/main">
            <a:off x="4600575" y="2895600"/>
            <a:ext cx="409575" cy="333375"/>
          </a:xfrm>
          <a:prstGeom xmlns:a="http://schemas.openxmlformats.org/drawingml/2006/main" prst="rect">
            <a:avLst/>
          </a:prstGeom>
        </p:spPr>
      </p:pic>
      <p:sp>
        <p:nvSpPr>
          <p:cNvPr id="40" name="SEC-042-22">
            <a:extLst xmlns:a="http://schemas.openxmlformats.org/drawingml/2006/main">
              <a:ext uri="{FF2B5EF4-FFF2-40B4-BE49-F238E27FC236}">
                <a16:creationId xmlns:a16="http://schemas.microsoft.com/office/drawing/2014/main" id="{4655339D-2D79-468B-89FE-7D3634E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47650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Kᴬ</a:t>
            </a:r>
          </a:p>
        </p:txBody>
      </p:sp>
      <p:sp>
        <p:nvSpPr>
          <p:cNvPr id="41" name="SEC-042-23">
            <a:extLst xmlns:a="http://schemas.openxmlformats.org/drawingml/2006/main">
              <a:ext uri="{FF2B5EF4-FFF2-40B4-BE49-F238E27FC236}">
                <a16:creationId xmlns:a16="http://schemas.microsoft.com/office/drawing/2014/main" id="{B50A6484-F678-48DD-A72F-7213F06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667000"/>
            <a:ext cx="3143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rw</a:t>
            </a:r>
          </a:p>
        </p:txBody>
      </p:sp>
      <p:sp>
        <p:nvSpPr>
          <p:cNvPr id="42" name="SEC-042-24">
            <a:extLst xmlns:a="http://schemas.openxmlformats.org/drawingml/2006/main">
              <a:ext uri="{FF2B5EF4-FFF2-40B4-BE49-F238E27FC236}">
                <a16:creationId xmlns:a16="http://schemas.microsoft.com/office/drawing/2014/main" id="{E2C8DD10-BFBF-47EE-AA33-E77F1BFA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886075"/>
            <a:ext cx="276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43" name="SEC-042-25">
            <a:extLst xmlns:a="http://schemas.openxmlformats.org/drawingml/2006/main">
              <a:ext uri="{FF2B5EF4-FFF2-40B4-BE49-F238E27FC236}">
                <a16:creationId xmlns:a16="http://schemas.microsoft.com/office/drawing/2014/main" id="{DF0748C9-1372-48F6-A9A2-EA64657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009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</a:t>
            </a:r>
          </a:p>
        </p:txBody>
      </p:sp>
      <p:sp>
        <p:nvSpPr>
          <p:cNvPr id="44" name="SEC-042-26">
            <a:extLst xmlns:a="http://schemas.openxmlformats.org/drawingml/2006/main">
              <a:ext uri="{FF2B5EF4-FFF2-40B4-BE49-F238E27FC236}">
                <a16:creationId xmlns:a16="http://schemas.microsoft.com/office/drawing/2014/main" id="{FAF38DEC-4FD6-496B-A070-E673A06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314700"/>
            <a:ext cx="82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5741a0ed4f0f"/>
          <a:stretch xmlns:a="http://schemas.openxmlformats.org/drawingml/2006/main"/>
        </p:blipFill>
        <p:spPr>
          <a:xfrm xmlns:a="http://schemas.openxmlformats.org/drawingml/2006/main">
            <a:off x="4610100" y="3324225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46" name="SEC-042-27">
            <a:extLst xmlns:a="http://schemas.openxmlformats.org/drawingml/2006/main">
              <a:ext uri="{FF2B5EF4-FFF2-40B4-BE49-F238E27FC236}">
                <a16:creationId xmlns:a16="http://schemas.microsoft.com/office/drawing/2014/main" id="{85A69B74-C614-4A8A-88B5-759319F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314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Kᴮ</a:t>
            </a:r>
          </a:p>
        </p:txBody>
      </p:sp>
      <p:sp>
        <p:nvSpPr>
          <p:cNvPr id="47" name="SEC-042-28">
            <a:extLst xmlns:a="http://schemas.openxmlformats.org/drawingml/2006/main">
              <a:ext uri="{FF2B5EF4-FFF2-40B4-BE49-F238E27FC236}">
                <a16:creationId xmlns:a16="http://schemas.microsoft.com/office/drawing/2014/main" id="{2BD856B8-F8A6-4F14-94A7-4CDF4359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3514725"/>
            <a:ext cx="3143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rw</a:t>
            </a:r>
          </a:p>
        </p:txBody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e122725594316"/>
          <a:stretch xmlns:a="http://schemas.openxmlformats.org/drawingml/2006/main"/>
        </p:blipFill>
        <p:spPr>
          <a:xfrm xmlns:a="http://schemas.openxmlformats.org/drawingml/2006/main">
            <a:off x="4029075" y="4724400"/>
            <a:ext cx="981075" cy="904875"/>
          </a:xfrm>
          <a:prstGeom xmlns:a="http://schemas.openxmlformats.org/drawingml/2006/main" prst="rect">
            <a:avLst/>
          </a:prstGeom>
        </p:spPr>
      </p:pic>
      <p:sp>
        <p:nvSpPr>
          <p:cNvPr id="49" name="SEC-042-29">
            <a:extLst xmlns:a="http://schemas.openxmlformats.org/drawingml/2006/main">
              <a:ext uri="{FF2B5EF4-FFF2-40B4-BE49-F238E27FC236}">
                <a16:creationId xmlns:a16="http://schemas.microsoft.com/office/drawing/2014/main" id="{CEC9F0E1-2BAF-45A0-96AC-8A94BCE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56292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B (Attacker)</a:t>
            </a:r>
          </a:p>
        </p:txBody>
      </p:sp>
      <p:sp>
        <p:nvSpPr>
          <p:cNvPr id="50" name="SEC-042-30">
            <a:extLst xmlns:a="http://schemas.openxmlformats.org/drawingml/2006/main">
              <a:ext uri="{FF2B5EF4-FFF2-40B4-BE49-F238E27FC236}">
                <a16:creationId xmlns:a16="http://schemas.microsoft.com/office/drawing/2014/main" id="{9288F36A-80EC-424B-BE1C-AEC640B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476250"/>
            <a:ext cx="8429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51" name="SEC-042-31">
            <a:extLst xmlns:a="http://schemas.openxmlformats.org/drawingml/2006/main">
              <a:ext uri="{FF2B5EF4-FFF2-40B4-BE49-F238E27FC236}">
                <a16:creationId xmlns:a16="http://schemas.microsoft.com/office/drawing/2014/main" id="{CD752F79-8434-49C5-BA01-0C138BBA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00025"/>
            <a:ext cx="5372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4F1D9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52" name="SEC-042-32">
            <a:extLst xmlns:a="http://schemas.openxmlformats.org/drawingml/2006/main">
              <a:ext uri="{FF2B5EF4-FFF2-40B4-BE49-F238E27FC236}">
                <a16:creationId xmlns:a16="http://schemas.microsoft.com/office/drawing/2014/main" id="{1A3E69CB-5024-4937-B070-158935DA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190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Control Check: Read (SP1 and SP2)</a:t>
            </a:r>
          </a:p>
        </p:txBody>
      </p:sp>
      <p:sp>
        <p:nvSpPr>
          <p:cNvPr id="53" name="SEC-042-33">
            <a:extLst xmlns:a="http://schemas.openxmlformats.org/drawingml/2006/main">
              <a:ext uri="{FF2B5EF4-FFF2-40B4-BE49-F238E27FC236}">
                <a16:creationId xmlns:a16="http://schemas.microsoft.com/office/drawing/2014/main" id="{50E57F3D-8E61-43EA-873A-1DEC7474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638175"/>
            <a:ext cx="19526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54" name="SEC-042-34">
            <a:extLst xmlns:a="http://schemas.openxmlformats.org/drawingml/2006/main">
              <a:ext uri="{FF2B5EF4-FFF2-40B4-BE49-F238E27FC236}">
                <a16:creationId xmlns:a16="http://schemas.microsoft.com/office/drawing/2014/main" id="{B9503840-DCBA-4457-8A5B-D7B2866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666750"/>
            <a:ext cx="1876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Read Access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55" name="SEC-042-35">
            <a:extLst xmlns:a="http://schemas.openxmlformats.org/drawingml/2006/main">
              <a:ext uri="{FF2B5EF4-FFF2-40B4-BE49-F238E27FC236}">
                <a16:creationId xmlns:a16="http://schemas.microsoft.com/office/drawing/2014/main" id="{C94A7A0A-3362-4D99-BB2F-C8D8664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975" y="638175"/>
            <a:ext cx="20859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56" name="SEC-042-36">
            <a:extLst xmlns:a="http://schemas.openxmlformats.org/drawingml/2006/main">
              <a:ext uri="{FF2B5EF4-FFF2-40B4-BE49-F238E27FC236}">
                <a16:creationId xmlns:a16="http://schemas.microsoft.com/office/drawing/2014/main" id="{72BC0CB5-CF79-4414-BA52-41B2B07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075" y="666750"/>
            <a:ext cx="200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Cross-Repository File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Attempt</a:t>
            </a:r>
          </a:p>
        </p:txBody>
      </p:sp>
      <p:sp>
        <p:nvSpPr>
          <p:cNvPr id="57" name="SEC-042-37">
            <a:extLst xmlns:a="http://schemas.openxmlformats.org/drawingml/2006/main">
              <a:ext uri="{FF2B5EF4-FFF2-40B4-BE49-F238E27FC236}">
                <a16:creationId xmlns:a16="http://schemas.microsoft.com/office/drawing/2014/main" id="{F0D44563-50F8-4CC9-93CB-EF12DF12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638175"/>
            <a:ext cx="18192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58" name="SEC-042-38">
            <a:extLst xmlns:a="http://schemas.openxmlformats.org/drawingml/2006/main">
              <a:ext uri="{FF2B5EF4-FFF2-40B4-BE49-F238E27FC236}">
                <a16:creationId xmlns:a16="http://schemas.microsoft.com/office/drawing/2014/main" id="{45251896-18E9-4B53-B983-A6CB34AC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666750"/>
            <a:ext cx="1743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Cross-Repository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 Attempt</a:t>
            </a:r>
          </a:p>
        </p:txBody>
      </p:sp>
      <p:sp>
        <p:nvSpPr>
          <p:cNvPr id="59" name="SEC-042-39">
            <a:extLst xmlns:a="http://schemas.openxmlformats.org/drawingml/2006/main">
              <a:ext uri="{FF2B5EF4-FFF2-40B4-BE49-F238E27FC236}">
                <a16:creationId xmlns:a16="http://schemas.microsoft.com/office/drawing/2014/main" id="{B828D72B-FFC5-42D8-B97B-F6F87DE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5825" y="638175"/>
            <a:ext cx="2057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0" name="SEC-042-40">
            <a:extLst xmlns:a="http://schemas.openxmlformats.org/drawingml/2006/main">
              <a:ext uri="{FF2B5EF4-FFF2-40B4-BE49-F238E27FC236}">
                <a16:creationId xmlns:a16="http://schemas.microsoft.com/office/drawing/2014/main" id="{46562686-56D8-45CA-B0C3-5F8E7F1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25" y="666750"/>
            <a:ext cx="1981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Cross-Repository Empty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Upload Attempt</a:t>
            </a:r>
          </a:p>
        </p:txBody>
      </p:sp>
      <p:sp>
        <p:nvSpPr>
          <p:cNvPr id="61" name="SEC-042-41">
            <a:extLst xmlns:a="http://schemas.openxmlformats.org/drawingml/2006/main">
              <a:ext uri="{FF2B5EF4-FFF2-40B4-BE49-F238E27FC236}">
                <a16:creationId xmlns:a16="http://schemas.microsoft.com/office/drawing/2014/main" id="{76D696B0-7D10-4899-A482-771506F3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1676400"/>
            <a:ext cx="8429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62" name="SEC-042-42">
            <a:extLst xmlns:a="http://schemas.openxmlformats.org/drawingml/2006/main">
              <a:ext uri="{FF2B5EF4-FFF2-40B4-BE49-F238E27FC236}">
                <a16:creationId xmlns:a16="http://schemas.microsoft.com/office/drawing/2014/main" id="{35A8EEB9-EBAE-4B09-8568-17B2AD8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428750"/>
            <a:ext cx="5372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4F1D9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3" name="SEC-042-43">
            <a:extLst xmlns:a="http://schemas.openxmlformats.org/drawingml/2006/main">
              <a:ext uri="{FF2B5EF4-FFF2-40B4-BE49-F238E27FC236}">
                <a16:creationId xmlns:a16="http://schemas.microsoft.com/office/drawing/2014/main" id="{14CFC9E4-60CB-414F-B31B-C8D3860E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14478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Control Check: Write (SP3 and SP4)</a:t>
            </a:r>
          </a:p>
        </p:txBody>
      </p:sp>
      <p:sp>
        <p:nvSpPr>
          <p:cNvPr id="64" name="SEC-042-44">
            <a:extLst xmlns:a="http://schemas.openxmlformats.org/drawingml/2006/main">
              <a:ext uri="{FF2B5EF4-FFF2-40B4-BE49-F238E27FC236}">
                <a16:creationId xmlns:a16="http://schemas.microsoft.com/office/drawing/2014/main" id="{168EAF2B-8DDD-4BC8-A875-140BB73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1866900"/>
            <a:ext cx="1981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5" name="SEC-042-45">
            <a:extLst xmlns:a="http://schemas.openxmlformats.org/drawingml/2006/main">
              <a:ext uri="{FF2B5EF4-FFF2-40B4-BE49-F238E27FC236}">
                <a16:creationId xmlns:a16="http://schemas.microsoft.com/office/drawing/2014/main" id="{14CAAA83-F089-4476-BD7C-525958B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1895475"/>
            <a:ext cx="190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Upload Attempt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a Private Repository</a:t>
            </a:r>
          </a:p>
        </p:txBody>
      </p:sp>
      <p:sp>
        <p:nvSpPr>
          <p:cNvPr id="66" name="SEC-042-46">
            <a:extLst xmlns:a="http://schemas.openxmlformats.org/drawingml/2006/main">
              <a:ext uri="{FF2B5EF4-FFF2-40B4-BE49-F238E27FC236}">
                <a16:creationId xmlns:a16="http://schemas.microsoft.com/office/drawing/2014/main" id="{3BA2535C-F230-4675-8551-60725BF3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1866900"/>
            <a:ext cx="2114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7" name="SEC-042-47">
            <a:extLst xmlns:a="http://schemas.openxmlformats.org/drawingml/2006/main">
              <a:ext uri="{FF2B5EF4-FFF2-40B4-BE49-F238E27FC236}">
                <a16:creationId xmlns:a16="http://schemas.microsoft.com/office/drawing/2014/main" id="{E542C60D-6C76-47B4-BC13-64BF90A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895475"/>
            <a:ext cx="2038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Upload Attempt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a Public Repository</a:t>
            </a:r>
          </a:p>
        </p:txBody>
      </p:sp>
      <p:sp>
        <p:nvSpPr>
          <p:cNvPr id="68" name="SEC-042-48">
            <a:extLst xmlns:a="http://schemas.openxmlformats.org/drawingml/2006/main">
              <a:ext uri="{FF2B5EF4-FFF2-40B4-BE49-F238E27FC236}">
                <a16:creationId xmlns:a16="http://schemas.microsoft.com/office/drawing/2014/main" id="{13F25FC2-9B48-4D11-9F7F-4FCB58D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1866900"/>
            <a:ext cx="23622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69" name="SEC-042-49">
            <a:extLst xmlns:a="http://schemas.openxmlformats.org/drawingml/2006/main">
              <a:ext uri="{FF2B5EF4-FFF2-40B4-BE49-F238E27FC236}">
                <a16:creationId xmlns:a16="http://schemas.microsoft.com/office/drawing/2014/main" id="{A0CA2FA6-AA0E-4E3E-B333-D79A53D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7975" y="1895475"/>
            <a:ext cx="228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Anonymous Access Attempt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a Public Repository</a:t>
            </a:r>
          </a:p>
        </p:txBody>
      </p:sp>
      <p:sp>
        <p:nvSpPr>
          <p:cNvPr id="70" name="SEC-042-50">
            <a:extLst xmlns:a="http://schemas.openxmlformats.org/drawingml/2006/main">
              <a:ext uri="{FF2B5EF4-FFF2-40B4-BE49-F238E27FC236}">
                <a16:creationId xmlns:a16="http://schemas.microsoft.com/office/drawing/2014/main" id="{26BF25EB-EDB8-4375-A119-6CB6C88C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1866900"/>
            <a:ext cx="1485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71" name="SEC-042-51">
            <a:extLst xmlns:a="http://schemas.openxmlformats.org/drawingml/2006/main">
              <a:ext uri="{FF2B5EF4-FFF2-40B4-BE49-F238E27FC236}">
                <a16:creationId xmlns:a16="http://schemas.microsoft.com/office/drawing/2014/main" id="{CAC2B352-376D-42F1-876C-336CAAC8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4950" y="1895475"/>
            <a:ext cx="1409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 Key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Upload Attempt</a:t>
            </a:r>
          </a:p>
        </p:txBody>
      </p:sp>
      <p:sp>
        <p:nvSpPr>
          <p:cNvPr id="72" name="SEC-042-52">
            <a:extLst xmlns:a="http://schemas.openxmlformats.org/drawingml/2006/main">
              <a:ext uri="{FF2B5EF4-FFF2-40B4-BE49-F238E27FC236}">
                <a16:creationId xmlns:a16="http://schemas.microsoft.com/office/drawing/2014/main" id="{21BEB73A-0EAF-44F4-8AEE-8F55341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2857500"/>
            <a:ext cx="8429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73" name="SEC-042-53">
            <a:extLst xmlns:a="http://schemas.openxmlformats.org/drawingml/2006/main">
              <a:ext uri="{FF2B5EF4-FFF2-40B4-BE49-F238E27FC236}">
                <a16:creationId xmlns:a16="http://schemas.microsoft.com/office/drawing/2014/main" id="{1EAAB81E-B7CC-4BAA-A2CD-8548333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628900"/>
            <a:ext cx="5372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4F1D9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74" name="SEC-042-54">
            <a:extLst xmlns:a="http://schemas.openxmlformats.org/drawingml/2006/main">
              <a:ext uri="{FF2B5EF4-FFF2-40B4-BE49-F238E27FC236}">
                <a16:creationId xmlns:a16="http://schemas.microsoft.com/office/drawing/2014/main" id="{EAC77D4B-3AEF-4C9F-8D86-C25A902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64795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 Integrity Check (SP5)</a:t>
            </a:r>
          </a:p>
        </p:txBody>
      </p:sp>
      <p:sp>
        <p:nvSpPr>
          <p:cNvPr id="75" name="SEC-042-55">
            <a:extLst xmlns:a="http://schemas.openxmlformats.org/drawingml/2006/main">
              <a:ext uri="{FF2B5EF4-FFF2-40B4-BE49-F238E27FC236}">
                <a16:creationId xmlns:a16="http://schemas.microsoft.com/office/drawing/2014/main" id="{82CFAEDB-5A25-4567-AC31-308F1794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3048000"/>
            <a:ext cx="8220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76" name="SEC-042-56">
            <a:extLst xmlns:a="http://schemas.openxmlformats.org/drawingml/2006/main">
              <a:ext uri="{FF2B5EF4-FFF2-40B4-BE49-F238E27FC236}">
                <a16:creationId xmlns:a16="http://schemas.microsoft.com/office/drawing/2014/main" id="{D223B57F-4D6C-4935-A078-0CF217DE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3076575"/>
            <a:ext cx="814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Manipulated Content Upload Attempt</a:t>
            </a:r>
          </a:p>
        </p:txBody>
      </p:sp>
      <p:sp>
        <p:nvSpPr>
          <p:cNvPr id="77" name="SEC-042-57">
            <a:extLst xmlns:a="http://schemas.openxmlformats.org/drawingml/2006/main">
              <a:ext uri="{FF2B5EF4-FFF2-40B4-BE49-F238E27FC236}">
                <a16:creationId xmlns:a16="http://schemas.microsoft.com/office/drawing/2014/main" id="{0ED3D22D-22E4-44D2-93EA-FCE42FF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3857625"/>
            <a:ext cx="8429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78" name="SEC-042-58">
            <a:extLst xmlns:a="http://schemas.openxmlformats.org/drawingml/2006/main">
              <a:ext uri="{FF2B5EF4-FFF2-40B4-BE49-F238E27FC236}">
                <a16:creationId xmlns:a16="http://schemas.microsoft.com/office/drawing/2014/main" id="{9808A9BE-D69B-421B-8D3B-486D427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3600450"/>
            <a:ext cx="5372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4F1D9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79" name="SEC-042-59">
            <a:extLst xmlns:a="http://schemas.openxmlformats.org/drawingml/2006/main">
              <a:ext uri="{FF2B5EF4-FFF2-40B4-BE49-F238E27FC236}">
                <a16:creationId xmlns:a16="http://schemas.microsoft.com/office/drawing/2014/main" id="{1DD8BB59-D621-4FA8-B90D-37EB0BD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36195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 Increase Check (SP6 and SP10)</a:t>
            </a:r>
          </a:p>
        </p:txBody>
      </p:sp>
      <p:sp>
        <p:nvSpPr>
          <p:cNvPr id="80" name="SEC-042-60">
            <a:extLst xmlns:a="http://schemas.openxmlformats.org/drawingml/2006/main">
              <a:ext uri="{FF2B5EF4-FFF2-40B4-BE49-F238E27FC236}">
                <a16:creationId xmlns:a16="http://schemas.microsoft.com/office/drawing/2014/main" id="{3EE6ED6E-1447-4DDC-B970-DFCD15B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4057650"/>
            <a:ext cx="415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81" name="SEC-042-61">
            <a:extLst xmlns:a="http://schemas.openxmlformats.org/drawingml/2006/main">
              <a:ext uri="{FF2B5EF4-FFF2-40B4-BE49-F238E27FC236}">
                <a16:creationId xmlns:a16="http://schemas.microsoft.com/office/drawing/2014/main" id="{A562F2B8-095F-4EA6-BD90-19A9EC0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408622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Cross-Repository Download</a:t>
            </a:r>
          </a:p>
        </p:txBody>
      </p:sp>
      <p:sp>
        <p:nvSpPr>
          <p:cNvPr id="82" name="SEC-042-62">
            <a:extLst xmlns:a="http://schemas.openxmlformats.org/drawingml/2006/main">
              <a:ext uri="{FF2B5EF4-FFF2-40B4-BE49-F238E27FC236}">
                <a16:creationId xmlns:a16="http://schemas.microsoft.com/office/drawing/2014/main" id="{B4FA30BD-F419-4D58-8E51-424435A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4057650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83" name="SEC-042-63">
            <a:extLst xmlns:a="http://schemas.openxmlformats.org/drawingml/2006/main">
              <a:ext uri="{FF2B5EF4-FFF2-40B4-BE49-F238E27FC236}">
                <a16:creationId xmlns:a16="http://schemas.microsoft.com/office/drawing/2014/main" id="{0835D06A-EEE9-4535-9D10-9F7093B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40862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Fork Upload</a:t>
            </a:r>
          </a:p>
        </p:txBody>
      </p:sp>
      <p:sp>
        <p:nvSpPr>
          <p:cNvPr id="84" name="SEC-042-64">
            <a:extLst xmlns:a="http://schemas.openxmlformats.org/drawingml/2006/main">
              <a:ext uri="{FF2B5EF4-FFF2-40B4-BE49-F238E27FC236}">
                <a16:creationId xmlns:a16="http://schemas.microsoft.com/office/drawing/2014/main" id="{735F3C71-CF77-4E5D-A50D-E8CCA80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4838700"/>
            <a:ext cx="8429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85" name="SEC-042-65">
            <a:extLst xmlns:a="http://schemas.openxmlformats.org/drawingml/2006/main">
              <a:ext uri="{FF2B5EF4-FFF2-40B4-BE49-F238E27FC236}">
                <a16:creationId xmlns:a16="http://schemas.microsoft.com/office/drawing/2014/main" id="{6E4618A3-B647-4ECA-A9D0-EC86287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4572000"/>
            <a:ext cx="53721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4F1D9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86" name="SEC-042-66">
            <a:extLst xmlns:a="http://schemas.openxmlformats.org/drawingml/2006/main">
              <a:ext uri="{FF2B5EF4-FFF2-40B4-BE49-F238E27FC236}">
                <a16:creationId xmlns:a16="http://schemas.microsoft.com/office/drawing/2014/main" id="{9DFBE42D-7808-4DCE-A6C9-CB86B9D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459105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 Escape Check (SP7, SP8, SP9 and SP11)</a:t>
            </a:r>
          </a:p>
        </p:txBody>
      </p:sp>
      <p:sp>
        <p:nvSpPr>
          <p:cNvPr id="87" name="SEC-042-67">
            <a:extLst xmlns:a="http://schemas.openxmlformats.org/drawingml/2006/main">
              <a:ext uri="{FF2B5EF4-FFF2-40B4-BE49-F238E27FC236}">
                <a16:creationId xmlns:a16="http://schemas.microsoft.com/office/drawing/2014/main" id="{B0170117-ADE5-4CF9-AA6E-146F4CF1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5019675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88" name="SEC-042-68">
            <a:extLst xmlns:a="http://schemas.openxmlformats.org/drawingml/2006/main">
              <a:ext uri="{FF2B5EF4-FFF2-40B4-BE49-F238E27FC236}">
                <a16:creationId xmlns:a16="http://schemas.microsoft.com/office/drawing/2014/main" id="{B0769402-C6A8-4E56-AAD5-C295D61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5048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Skipping the Verify Call</a:t>
            </a:r>
          </a:p>
        </p:txBody>
      </p:sp>
      <p:sp>
        <p:nvSpPr>
          <p:cNvPr id="89" name="SEC-042-69">
            <a:extLst xmlns:a="http://schemas.openxmlformats.org/drawingml/2006/main">
              <a:ext uri="{FF2B5EF4-FFF2-40B4-BE49-F238E27FC236}">
                <a16:creationId xmlns:a16="http://schemas.microsoft.com/office/drawing/2014/main" id="{E1F3CD92-6806-4807-8B45-EF42510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5019675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90" name="SEC-042-70">
            <a:extLst xmlns:a="http://schemas.openxmlformats.org/drawingml/2006/main">
              <a:ext uri="{FF2B5EF4-FFF2-40B4-BE49-F238E27FC236}">
                <a16:creationId xmlns:a16="http://schemas.microsoft.com/office/drawing/2014/main" id="{57276044-E508-4677-ABBD-F7B95E5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50482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Delaying the Verify Call</a:t>
            </a:r>
          </a:p>
        </p:txBody>
      </p:sp>
      <p:sp>
        <p:nvSpPr>
          <p:cNvPr id="91" name="SEC-042-71">
            <a:extLst xmlns:a="http://schemas.openxmlformats.org/drawingml/2006/main">
              <a:ext uri="{FF2B5EF4-FFF2-40B4-BE49-F238E27FC236}">
                <a16:creationId xmlns:a16="http://schemas.microsoft.com/office/drawing/2014/main" id="{5220C823-2056-4A6D-8CCF-EC867D6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0" y="5019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92" name="SEC-042-72">
            <a:extLst xmlns:a="http://schemas.openxmlformats.org/drawingml/2006/main">
              <a:ext uri="{FF2B5EF4-FFF2-40B4-BE49-F238E27FC236}">
                <a16:creationId xmlns:a16="http://schemas.microsoft.com/office/drawing/2014/main" id="{905C9087-F8EA-4311-9822-59E4FAA9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048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 Parameter Manipulation</a:t>
            </a:r>
          </a:p>
        </p:txBody>
      </p:sp>
      <p:sp>
        <p:nvSpPr>
          <p:cNvPr id="93" name="SEC-042-73">
            <a:extLst xmlns:a="http://schemas.openxmlformats.org/drawingml/2006/main">
              <a:ext uri="{FF2B5EF4-FFF2-40B4-BE49-F238E27FC236}">
                <a16:creationId xmlns:a16="http://schemas.microsoft.com/office/drawing/2014/main" id="{2DA3C649-B65F-4AF6-94A3-015F81EE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5486400"/>
            <a:ext cx="4114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94" name="SEC-042-74">
            <a:extLst xmlns:a="http://schemas.openxmlformats.org/drawingml/2006/main">
              <a:ext uri="{FF2B5EF4-FFF2-40B4-BE49-F238E27FC236}">
                <a16:creationId xmlns:a16="http://schemas.microsoft.com/office/drawing/2014/main" id="{ED6E76BF-54DA-4E0C-A6E5-2A30A601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5514975"/>
            <a:ext cx="403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Deleting the Repository</a:t>
            </a:r>
          </a:p>
        </p:txBody>
      </p:sp>
      <p:sp>
        <p:nvSpPr>
          <p:cNvPr id="95" name="SEC-042-75">
            <a:extLst xmlns:a="http://schemas.openxmlformats.org/drawingml/2006/main">
              <a:ext uri="{FF2B5EF4-FFF2-40B4-BE49-F238E27FC236}">
                <a16:creationId xmlns:a16="http://schemas.microsoft.com/office/drawing/2014/main" id="{6C9EEE50-CD4E-4610-957D-54B1FF4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5486400"/>
            <a:ext cx="3924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A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96" name="SEC-042-76">
            <a:extLst xmlns:a="http://schemas.openxmlformats.org/drawingml/2006/main">
              <a:ext uri="{FF2B5EF4-FFF2-40B4-BE49-F238E27FC236}">
                <a16:creationId xmlns:a16="http://schemas.microsoft.com/office/drawing/2014/main" id="{94171C6D-579D-4A0E-A432-91722FC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5514975"/>
            <a:ext cx="384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Archiving the Repository</a:t>
            </a:r>
          </a:p>
        </p:txBody>
      </p:sp>
      <p:sp>
        <p:nvSpPr>
          <p:cNvPr id="97" name="SEC-042-77">
            <a:extLst xmlns:a="http://schemas.openxmlformats.org/drawingml/2006/main">
              <a:ext uri="{FF2B5EF4-FFF2-40B4-BE49-F238E27FC236}">
                <a16:creationId xmlns:a16="http://schemas.microsoft.com/office/drawing/2014/main" id="{5B03DDCE-CE1B-439E-8EA5-AE4520BA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381000"/>
            <a:ext cx="361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98" name="SEC-042-78">
            <a:extLst xmlns:a="http://schemas.openxmlformats.org/drawingml/2006/main">
              <a:ext uri="{FF2B5EF4-FFF2-40B4-BE49-F238E27FC236}">
                <a16:creationId xmlns:a16="http://schemas.microsoft.com/office/drawing/2014/main" id="{89203BA8-D834-4B9E-A9E3-CB26AB2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1704975"/>
            <a:ext cx="3619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99" name="SEC-042-79">
            <a:extLst xmlns:a="http://schemas.openxmlformats.org/drawingml/2006/main">
              <a:ext uri="{FF2B5EF4-FFF2-40B4-BE49-F238E27FC236}">
                <a16:creationId xmlns:a16="http://schemas.microsoft.com/office/drawing/2014/main" id="{07666EF1-9201-4608-BAF4-149B2D7E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3057525"/>
            <a:ext cx="3619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100" name="SEC-042-80">
            <a:extLst xmlns:a="http://schemas.openxmlformats.org/drawingml/2006/main">
              <a:ext uri="{FF2B5EF4-FFF2-40B4-BE49-F238E27FC236}">
                <a16:creationId xmlns:a16="http://schemas.microsoft.com/office/drawing/2014/main" id="{07368400-2F31-4BEA-9E71-4157B9A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4362450"/>
            <a:ext cx="3619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9114b59b44074"/>
          <a:stretch xmlns:a="http://schemas.openxmlformats.org/drawingml/2006/main"/>
        </p:blipFill>
        <p:spPr>
          <a:xfrm xmlns:a="http://schemas.openxmlformats.org/drawingml/2006/main">
            <a:off x="15811500" y="394895"/>
            <a:ext cx="800100" cy="734209"/>
          </a:xfrm>
          <a:prstGeom xmlns:a="http://schemas.openxmlformats.org/drawingml/2006/main" prst="rect">
            <a:avLst/>
          </a:prstGeom>
        </p:spPr>
      </p:pic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01e4c4e144e65"/>
          <a:stretch xmlns:a="http://schemas.openxmlformats.org/drawingml/2006/main"/>
        </p:blipFill>
        <p:spPr>
          <a:xfrm xmlns:a="http://schemas.openxmlformats.org/drawingml/2006/main">
            <a:off x="17287875" y="514350"/>
            <a:ext cx="685800" cy="676275"/>
          </a:xfrm>
          <a:prstGeom xmlns:a="http://schemas.openxmlformats.org/drawingml/2006/main" prst="rect">
            <a:avLst/>
          </a:prstGeom>
        </p:spPr>
      </p:pic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027ae49f4e4f"/>
          <a:stretch xmlns:a="http://schemas.openxmlformats.org/drawingml/2006/main"/>
        </p:blipFill>
        <p:spPr>
          <a:xfrm xmlns:a="http://schemas.openxmlformats.org/drawingml/2006/main">
            <a:off x="16673770" y="647700"/>
            <a:ext cx="361435" cy="342900"/>
          </a:xfrm>
          <a:prstGeom xmlns:a="http://schemas.openxmlformats.org/drawingml/2006/main" prst="rect">
            <a:avLst/>
          </a:prstGeom>
        </p:spPr>
      </p:pic>
      <p:sp>
        <p:nvSpPr>
          <p:cNvPr id="104" name="SEC-042-81">
            <a:extLst xmlns:a="http://schemas.openxmlformats.org/drawingml/2006/main">
              <a:ext uri="{FF2B5EF4-FFF2-40B4-BE49-F238E27FC236}">
                <a16:creationId xmlns:a16="http://schemas.microsoft.com/office/drawing/2014/main" id="{853352C6-F3E4-4703-BE8C-6D27249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8725" y="857250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000"/>
          </a:solidFill>
          <a:ln xmlns:a="http://schemas.openxmlformats.org/drawingml/2006/main" w="0">
            <a:noFill/>
          </a:ln>
        </p:spPr>
      </p:sp>
      <p:sp>
        <p:nvSpPr>
          <p:cNvPr id="105" name="path-82">
            <a:extLst xmlns:a="http://schemas.openxmlformats.org/drawingml/2006/main">
              <a:ext uri="{FF2B5EF4-FFF2-40B4-BE49-F238E27FC236}">
                <a16:creationId xmlns:a16="http://schemas.microsoft.com/office/drawing/2014/main" id="{A1D39BBE-2A9A-403A-8A21-0210AED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187" y="83500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0000"/>
          </a:solidFill>
          <a:ln xmlns:a="http://schemas.openxmlformats.org/drawingml/2006/main" w="0">
            <a:solidFill>
              <a:srgbClr val="CF0000"/>
            </a:solidFill>
          </a:ln>
        </p:spPr>
      </p:sp>
      <p:sp>
        <p:nvSpPr>
          <p:cNvPr id="106" name="SEC-042-83">
            <a:extLst xmlns:a="http://schemas.openxmlformats.org/drawingml/2006/main">
              <a:ext uri="{FF2B5EF4-FFF2-40B4-BE49-F238E27FC236}">
                <a16:creationId xmlns:a16="http://schemas.microsoft.com/office/drawing/2014/main" id="{2D4A662F-97FF-4CC2-877F-2FBF17B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8725" y="952500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07" name="path-84">
            <a:extLst xmlns:a="http://schemas.openxmlformats.org/drawingml/2006/main">
              <a:ext uri="{FF2B5EF4-FFF2-40B4-BE49-F238E27FC236}">
                <a16:creationId xmlns:a16="http://schemas.microsoft.com/office/drawing/2014/main" id="{C06568A6-2CBC-4B01-AD86-6C4CDE8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930259"/>
            <a:ext cx="69263" cy="63531"/>
          </a:xfrm>
          <a:custGeom xmlns:a="http://schemas.openxmlformats.org/drawingml/2006/main">
            <a:pathLst>
              <a:path w="69263" h="63531">
                <a:moveTo>
                  <a:pt x="0" y="31766"/>
                </a:moveTo>
                <a:lnTo>
                  <a:pt x="69263" y="0"/>
                </a:lnTo>
                <a:lnTo>
                  <a:pt x="69263" y="63531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solidFill>
              <a:srgbClr val="888888"/>
            </a:solidFill>
          </a:ln>
        </p:spPr>
      </p:sp>
      <p:sp>
        <p:nvSpPr>
          <p:cNvPr id="108" name="SEC-042-85">
            <a:extLst xmlns:a="http://schemas.openxmlformats.org/drawingml/2006/main">
              <a:ext uri="{FF2B5EF4-FFF2-40B4-BE49-F238E27FC236}">
                <a16:creationId xmlns:a16="http://schemas.microsoft.com/office/drawing/2014/main" id="{0B387A6C-9316-46D8-9283-0CAF87B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44825" y="1162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109" name="SEC-042-86">
            <a:extLst xmlns:a="http://schemas.openxmlformats.org/drawingml/2006/main">
              <a:ext uri="{FF2B5EF4-FFF2-40B4-BE49-F238E27FC236}">
                <a16:creationId xmlns:a16="http://schemas.microsoft.com/office/drawing/2014/main" id="{5867D593-1435-4B51-99DA-22DFFF9A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83075" y="11620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Private Repository</a:t>
            </a:r>
          </a:p>
        </p:txBody>
      </p:sp>
      <p:sp>
        <p:nvSpPr>
          <p:cNvPr id="110" name="SEC-042-87">
            <a:extLst xmlns:a="http://schemas.openxmlformats.org/drawingml/2006/main">
              <a:ext uri="{FF2B5EF4-FFF2-40B4-BE49-F238E27FC236}">
                <a16:creationId xmlns:a16="http://schemas.microsoft.com/office/drawing/2014/main" id="{E7D08F19-95DA-4C4D-AB05-AC5AB83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3825" y="13430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LFS File Leakage</a:t>
            </a:r>
          </a:p>
        </p:txBody>
      </p:sp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0ae94b1d44d76"/>
          <a:stretch xmlns:a="http://schemas.openxmlformats.org/drawingml/2006/main"/>
        </p:blipFill>
        <p:spPr>
          <a:xfrm xmlns:a="http://schemas.openxmlformats.org/drawingml/2006/main">
            <a:off x="15725775" y="1770866"/>
            <a:ext cx="790575" cy="725469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a4a9cbe2342a3"/>
          <a:stretch xmlns:a="http://schemas.openxmlformats.org/drawingml/2006/main"/>
        </p:blipFill>
        <p:spPr>
          <a:xfrm xmlns:a="http://schemas.openxmlformats.org/drawingml/2006/main">
            <a:off x="16668750" y="1905000"/>
            <a:ext cx="266700" cy="323850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f6184b7c443f"/>
          <a:stretch xmlns:a="http://schemas.openxmlformats.org/drawingml/2006/main"/>
        </p:blipFill>
        <p:spPr>
          <a:xfrm xmlns:a="http://schemas.openxmlformats.org/drawingml/2006/main">
            <a:off x="17202150" y="1885950"/>
            <a:ext cx="723900" cy="742950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6e2d5597f48d2"/>
          <a:stretch xmlns:a="http://schemas.openxmlformats.org/drawingml/2006/main"/>
        </p:blipFill>
        <p:spPr>
          <a:xfrm xmlns:a="http://schemas.openxmlformats.org/drawingml/2006/main">
            <a:off x="17935575" y="1733550"/>
            <a:ext cx="447675" cy="923925"/>
          </a:xfrm>
          <a:prstGeom xmlns:a="http://schemas.openxmlformats.org/drawingml/2006/main" prst="rect">
            <a:avLst/>
          </a:prstGeom>
        </p:spPr>
      </p:pic>
      <p:sp>
        <p:nvSpPr>
          <p:cNvPr id="115" name="SEC-042-88">
            <a:extLst xmlns:a="http://schemas.openxmlformats.org/drawingml/2006/main">
              <a:ext uri="{FF2B5EF4-FFF2-40B4-BE49-F238E27FC236}">
                <a16:creationId xmlns:a16="http://schemas.microsoft.com/office/drawing/2014/main" id="{86EFBCAE-686C-4DB6-916C-1DFBC986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0" y="2228850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000"/>
          </a:solidFill>
          <a:ln xmlns:a="http://schemas.openxmlformats.org/drawingml/2006/main" w="0">
            <a:noFill/>
          </a:ln>
        </p:spPr>
      </p:sp>
      <p:sp>
        <p:nvSpPr>
          <p:cNvPr id="116" name="path-89">
            <a:extLst xmlns:a="http://schemas.openxmlformats.org/drawingml/2006/main">
              <a:ext uri="{FF2B5EF4-FFF2-40B4-BE49-F238E27FC236}">
                <a16:creationId xmlns:a16="http://schemas.microsoft.com/office/drawing/2014/main" id="{89BEA753-3955-4CE0-9462-6E7601A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2412" y="220660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0000"/>
          </a:solidFill>
          <a:ln xmlns:a="http://schemas.openxmlformats.org/drawingml/2006/main" w="0">
            <a:solidFill>
              <a:srgbClr val="CF0000"/>
            </a:solidFill>
          </a:ln>
        </p:spPr>
      </p:sp>
      <p:sp>
        <p:nvSpPr>
          <p:cNvPr id="117" name="SEC-042-90">
            <a:extLst xmlns:a="http://schemas.openxmlformats.org/drawingml/2006/main">
              <a:ext uri="{FF2B5EF4-FFF2-40B4-BE49-F238E27FC236}">
                <a16:creationId xmlns:a16="http://schemas.microsoft.com/office/drawing/2014/main" id="{7F518803-E73C-48D2-AE1C-DBA092B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0" y="2514600"/>
            <a:ext cx="828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118" name="SEC-042-91">
            <a:extLst xmlns:a="http://schemas.openxmlformats.org/drawingml/2006/main">
              <a:ext uri="{FF2B5EF4-FFF2-40B4-BE49-F238E27FC236}">
                <a16:creationId xmlns:a16="http://schemas.microsoft.com/office/drawing/2014/main" id="{A5B2A1DC-F46B-4FD3-B68F-BCE8FE08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35450" y="257175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 Server</a:t>
            </a:r>
          </a:p>
        </p:txBody>
      </p:sp>
      <p:sp>
        <p:nvSpPr>
          <p:cNvPr id="119" name="SEC-042-92">
            <a:extLst xmlns:a="http://schemas.openxmlformats.org/drawingml/2006/main">
              <a:ext uri="{FF2B5EF4-FFF2-40B4-BE49-F238E27FC236}">
                <a16:creationId xmlns:a16="http://schemas.microsoft.com/office/drawing/2014/main" id="{00228A72-16DE-495E-973F-8E486F25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LFS File Replacement</a:t>
            </a:r>
          </a:p>
        </p:txBody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6ecb713f94163"/>
          <a:stretch xmlns:a="http://schemas.openxmlformats.org/drawingml/2006/main"/>
        </p:blipFill>
        <p:spPr>
          <a:xfrm xmlns:a="http://schemas.openxmlformats.org/drawingml/2006/main">
            <a:off x="15306675" y="3052370"/>
            <a:ext cx="800100" cy="734209"/>
          </a:xfrm>
          <a:prstGeom xmlns:a="http://schemas.openxmlformats.org/drawingml/2006/main" prst="rect">
            <a:avLst/>
          </a:prstGeom>
        </p:spPr>
      </p:pic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8886d36f04dc5"/>
          <a:stretch xmlns:a="http://schemas.openxmlformats.org/drawingml/2006/main"/>
        </p:blipFill>
        <p:spPr>
          <a:xfrm xmlns:a="http://schemas.openxmlformats.org/drawingml/2006/main">
            <a:off x="16221075" y="3190875"/>
            <a:ext cx="371475" cy="333375"/>
          </a:xfrm>
          <a:prstGeom xmlns:a="http://schemas.openxmlformats.org/drawingml/2006/main" prst="rect">
            <a:avLst/>
          </a:prstGeom>
        </p:spPr>
      </p:pic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3663720a54b04"/>
          <a:stretch xmlns:a="http://schemas.openxmlformats.org/drawingml/2006/main"/>
        </p:blipFill>
        <p:spPr>
          <a:xfrm xmlns:a="http://schemas.openxmlformats.org/drawingml/2006/main">
            <a:off x="16840200" y="3190875"/>
            <a:ext cx="742950" cy="647700"/>
          </a:xfrm>
          <a:prstGeom xmlns:a="http://schemas.openxmlformats.org/drawingml/2006/main" prst="rect">
            <a:avLst/>
          </a:prstGeom>
        </p:spPr>
      </p:pic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2ddaa86d4868"/>
          <a:stretch xmlns:a="http://schemas.openxmlformats.org/drawingml/2006/main"/>
        </p:blipFill>
        <p:spPr>
          <a:xfrm xmlns:a="http://schemas.openxmlformats.org/drawingml/2006/main">
            <a:off x="17745075" y="3190875"/>
            <a:ext cx="323850" cy="371475"/>
          </a:xfrm>
          <a:prstGeom xmlns:a="http://schemas.openxmlformats.org/drawingml/2006/main" prst="rect">
            <a:avLst/>
          </a:prstGeom>
        </p:spPr>
      </p:pic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e806082a34e2c"/>
          <a:stretch xmlns:a="http://schemas.openxmlformats.org/drawingml/2006/main"/>
        </p:blipFill>
        <p:spPr>
          <a:xfrm xmlns:a="http://schemas.openxmlformats.org/drawingml/2006/main">
            <a:off x="18145125" y="3181350"/>
            <a:ext cx="571500" cy="666750"/>
          </a:xfrm>
          <a:prstGeom xmlns:a="http://schemas.openxmlformats.org/drawingml/2006/main" prst="rect">
            <a:avLst/>
          </a:prstGeom>
        </p:spPr>
      </p:pic>
      <p:sp>
        <p:nvSpPr>
          <p:cNvPr id="125" name="SEC-042-93">
            <a:extLst xmlns:a="http://schemas.openxmlformats.org/drawingml/2006/main">
              <a:ext uri="{FF2B5EF4-FFF2-40B4-BE49-F238E27FC236}">
                <a16:creationId xmlns:a16="http://schemas.microsoft.com/office/drawing/2014/main" id="{D8DD0460-164B-42DA-960D-5AB9B0BA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0" y="3505200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000"/>
          </a:solidFill>
          <a:ln xmlns:a="http://schemas.openxmlformats.org/drawingml/2006/main" w="0">
            <a:noFill/>
          </a:ln>
        </p:spPr>
      </p:sp>
      <p:sp>
        <p:nvSpPr>
          <p:cNvPr id="126" name="path-94">
            <a:extLst xmlns:a="http://schemas.openxmlformats.org/drawingml/2006/main">
              <a:ext uri="{FF2B5EF4-FFF2-40B4-BE49-F238E27FC236}">
                <a16:creationId xmlns:a16="http://schemas.microsoft.com/office/drawing/2014/main" id="{302CA315-BE12-4968-98B9-E92C94C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1412" y="3482959"/>
            <a:ext cx="69263" cy="63531"/>
          </a:xfrm>
          <a:custGeom xmlns:a="http://schemas.openxmlformats.org/drawingml/2006/main">
            <a:pathLst>
              <a:path w="69263" h="63531">
                <a:moveTo>
                  <a:pt x="69263" y="31766"/>
                </a:moveTo>
                <a:lnTo>
                  <a:pt x="0" y="63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0000"/>
          </a:solidFill>
          <a:ln xmlns:a="http://schemas.openxmlformats.org/drawingml/2006/main" w="0">
            <a:solidFill>
              <a:srgbClr val="CF0000"/>
            </a:solidFill>
          </a:ln>
        </p:spPr>
      </p:sp>
      <p:sp>
        <p:nvSpPr>
          <p:cNvPr id="127" name="SEC-042-95">
            <a:extLst xmlns:a="http://schemas.openxmlformats.org/drawingml/2006/main">
              <a:ext uri="{FF2B5EF4-FFF2-40B4-BE49-F238E27FC236}">
                <a16:creationId xmlns:a16="http://schemas.microsoft.com/office/drawing/2014/main" id="{31380A89-6B93-4E78-98F8-273A850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5050" y="34861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28" name="path-96">
            <a:extLst xmlns:a="http://schemas.openxmlformats.org/drawingml/2006/main">
              <a:ext uri="{FF2B5EF4-FFF2-40B4-BE49-F238E27FC236}">
                <a16:creationId xmlns:a16="http://schemas.microsoft.com/office/drawing/2014/main" id="{BDC24AF6-6123-4CAE-A837-F2A2C051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4004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0"/>
                </a:moveTo>
                <a:lnTo>
                  <a:pt x="1905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15045"/>
            </a:solidFill>
          </a:ln>
        </p:spPr>
      </p:sp>
      <p:sp>
        <p:nvSpPr>
          <p:cNvPr id="129" name="path-97">
            <a:extLst xmlns:a="http://schemas.openxmlformats.org/drawingml/2006/main">
              <a:ext uri="{FF2B5EF4-FFF2-40B4-BE49-F238E27FC236}">
                <a16:creationId xmlns:a16="http://schemas.microsoft.com/office/drawing/2014/main" id="{2AAEEE77-0483-437F-A6D9-294541A8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4004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15045"/>
            </a:solidFill>
          </a:ln>
        </p:spPr>
      </p:sp>
      <p:sp>
        <p:nvSpPr>
          <p:cNvPr id="130" name="SEC-042-98">
            <a:extLst xmlns:a="http://schemas.openxmlformats.org/drawingml/2006/main">
              <a:ext uri="{FF2B5EF4-FFF2-40B4-BE49-F238E27FC236}">
                <a16:creationId xmlns:a16="http://schemas.microsoft.com/office/drawing/2014/main" id="{6CF71ECE-3F0F-4D0D-B439-77EC351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68575" y="3810000"/>
            <a:ext cx="828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131" name="SEC-042-99">
            <a:extLst xmlns:a="http://schemas.openxmlformats.org/drawingml/2006/main">
              <a:ext uri="{FF2B5EF4-FFF2-40B4-BE49-F238E27FC236}">
                <a16:creationId xmlns:a16="http://schemas.microsoft.com/office/drawing/2014/main" id="{37E4DCF3-1E00-43E6-9AD3-41C9B5E4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9625" y="3524250"/>
            <a:ext cx="82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excessive LFS</a:t>
            </a:r>
          </a:p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sp>
        <p:nvSpPr>
          <p:cNvPr id="132" name="SEC-042-100">
            <a:extLst xmlns:a="http://schemas.openxmlformats.org/drawingml/2006/main">
              <a:ext uri="{FF2B5EF4-FFF2-40B4-BE49-F238E27FC236}">
                <a16:creationId xmlns:a16="http://schemas.microsoft.com/office/drawing/2014/main" id="{B24EDCDB-6C71-4540-B86C-112C52B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54425" y="3829050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33" name="SEC-042-101">
            <a:extLst xmlns:a="http://schemas.openxmlformats.org/drawingml/2006/main">
              <a:ext uri="{FF2B5EF4-FFF2-40B4-BE49-F238E27FC236}">
                <a16:creationId xmlns:a16="http://schemas.microsoft.com/office/drawing/2014/main" id="{77FA4B14-4B86-4977-8582-1FA4526C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0" y="3829050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34" name="SEC-042-102">
            <a:extLst xmlns:a="http://schemas.openxmlformats.org/drawingml/2006/main">
              <a:ext uri="{FF2B5EF4-FFF2-40B4-BE49-F238E27FC236}">
                <a16:creationId xmlns:a16="http://schemas.microsoft.com/office/drawing/2014/main" id="{D987304C-81A8-49A3-B489-5D04B05C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0" y="4029075"/>
            <a:ext cx="3362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Quota-based DoS Attack</a:t>
            </a:r>
          </a:p>
        </p:txBody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534799dd54f70"/>
          <a:stretch xmlns:a="http://schemas.openxmlformats.org/drawingml/2006/main"/>
        </p:blipFill>
        <p:spPr>
          <a:xfrm xmlns:a="http://schemas.openxmlformats.org/drawingml/2006/main">
            <a:off x="15249525" y="4521237"/>
            <a:ext cx="733425" cy="673025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9d233e53d4532"/>
          <a:stretch xmlns:a="http://schemas.openxmlformats.org/drawingml/2006/main"/>
        </p:blipFill>
        <p:spPr>
          <a:xfrm xmlns:a="http://schemas.openxmlformats.org/drawingml/2006/main">
            <a:off x="17202150" y="4362450"/>
            <a:ext cx="457200" cy="390525"/>
          </a:xfrm>
          <a:prstGeom xmlns:a="http://schemas.openxmlformats.org/drawingml/2006/main" prst="rect">
            <a:avLst/>
          </a:prstGeom>
        </p:spPr>
      </p:pic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2b08b24e94236"/>
          <a:stretch xmlns:a="http://schemas.openxmlformats.org/drawingml/2006/main"/>
        </p:blipFill>
        <p:spPr>
          <a:xfrm xmlns:a="http://schemas.openxmlformats.org/drawingml/2006/main">
            <a:off x="16678275" y="4724400"/>
            <a:ext cx="571500" cy="523875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af2bd954944b6"/>
          <a:stretch xmlns:a="http://schemas.openxmlformats.org/drawingml/2006/main"/>
        </p:blipFill>
        <p:spPr>
          <a:xfrm xmlns:a="http://schemas.openxmlformats.org/drawingml/2006/main">
            <a:off x="17840325" y="4676775"/>
            <a:ext cx="676275" cy="619125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19b24cc584a90"/>
          <a:stretch xmlns:a="http://schemas.openxmlformats.org/drawingml/2006/main"/>
        </p:blipFill>
        <p:spPr>
          <a:xfrm xmlns:a="http://schemas.openxmlformats.org/drawingml/2006/main">
            <a:off x="15887700" y="5334000"/>
            <a:ext cx="247650" cy="276225"/>
          </a:xfrm>
          <a:prstGeom xmlns:a="http://schemas.openxmlformats.org/drawingml/2006/main" prst="rect">
            <a:avLst/>
          </a:prstGeom>
        </p:spPr>
      </p:pic>
      <p:sp>
        <p:nvSpPr>
          <p:cNvPr id="140" name="SEC-042-103">
            <a:extLst xmlns:a="http://schemas.openxmlformats.org/drawingml/2006/main">
              <a:ext uri="{FF2B5EF4-FFF2-40B4-BE49-F238E27FC236}">
                <a16:creationId xmlns:a16="http://schemas.microsoft.com/office/drawing/2014/main" id="{01E55F2F-AC68-4522-81F2-CAEA7724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9525" y="5238750"/>
            <a:ext cx="733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141" name="SEC-042-104">
            <a:extLst xmlns:a="http://schemas.openxmlformats.org/drawingml/2006/main">
              <a:ext uri="{FF2B5EF4-FFF2-40B4-BE49-F238E27FC236}">
                <a16:creationId xmlns:a16="http://schemas.microsoft.com/office/drawing/2014/main" id="{3C1147F6-9131-4B6B-AF47-DE1384F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6350" y="5248275"/>
            <a:ext cx="92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LFS Server</a:t>
            </a:r>
          </a:p>
        </p:txBody>
      </p:sp>
      <p:sp>
        <p:nvSpPr>
          <p:cNvPr id="142" name="SEC-042-105">
            <a:extLst xmlns:a="http://schemas.openxmlformats.org/drawingml/2006/main">
              <a:ext uri="{FF2B5EF4-FFF2-40B4-BE49-F238E27FC236}">
                <a16:creationId xmlns:a16="http://schemas.microsoft.com/office/drawing/2014/main" id="{A7D6E34D-209A-41B8-B865-13AEE77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02200" y="525780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 Server</a:t>
            </a:r>
          </a:p>
        </p:txBody>
      </p:sp>
      <p:sp>
        <p:nvSpPr>
          <p:cNvPr id="143" name="SEC-042-106">
            <a:extLst xmlns:a="http://schemas.openxmlformats.org/drawingml/2006/main">
              <a:ext uri="{FF2B5EF4-FFF2-40B4-BE49-F238E27FC236}">
                <a16:creationId xmlns:a16="http://schemas.microsoft.com/office/drawing/2014/main" id="{59F7515C-F8DF-4B70-AA56-363AF52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9125" y="4914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44" name="path-107">
            <a:extLst xmlns:a="http://schemas.openxmlformats.org/drawingml/2006/main">
              <a:ext uri="{FF2B5EF4-FFF2-40B4-BE49-F238E27FC236}">
                <a16:creationId xmlns:a16="http://schemas.microsoft.com/office/drawing/2014/main" id="{9F676C01-58F4-4E21-A97F-7C9EA29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9570" y="489663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solidFill>
              <a:srgbClr val="888888"/>
            </a:solidFill>
          </a:ln>
        </p:spPr>
      </p:sp>
      <p:sp>
        <p:nvSpPr>
          <p:cNvPr id="145" name="SEC-042-108">
            <a:extLst xmlns:a="http://schemas.openxmlformats.org/drawingml/2006/main">
              <a:ext uri="{FF2B5EF4-FFF2-40B4-BE49-F238E27FC236}">
                <a16:creationId xmlns:a16="http://schemas.microsoft.com/office/drawing/2014/main" id="{3E2AF5C6-6CA9-4520-84A1-B8079BB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9125" y="50292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46" name="path-109">
            <a:extLst xmlns:a="http://schemas.openxmlformats.org/drawingml/2006/main">
              <a:ext uri="{FF2B5EF4-FFF2-40B4-BE49-F238E27FC236}">
                <a16:creationId xmlns:a16="http://schemas.microsoft.com/office/drawing/2014/main" id="{4303A0EC-A544-4C2D-9B1D-23418E2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010930"/>
            <a:ext cx="60605" cy="55590"/>
          </a:xfrm>
          <a:custGeom xmlns:a="http://schemas.openxmlformats.org/drawingml/2006/main">
            <a:pathLst>
              <a:path w="60605" h="55590">
                <a:moveTo>
                  <a:pt x="0" y="27795"/>
                </a:moveTo>
                <a:lnTo>
                  <a:pt x="60605" y="0"/>
                </a:lnTo>
                <a:lnTo>
                  <a:pt x="60605" y="5559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solidFill>
              <a:srgbClr val="888888"/>
            </a:solidFill>
          </a:ln>
        </p:spPr>
      </p:sp>
      <p:sp>
        <p:nvSpPr>
          <p:cNvPr id="147" name="SEC-042-110">
            <a:extLst xmlns:a="http://schemas.openxmlformats.org/drawingml/2006/main">
              <a:ext uri="{FF2B5EF4-FFF2-40B4-BE49-F238E27FC236}">
                <a16:creationId xmlns:a16="http://schemas.microsoft.com/office/drawing/2014/main" id="{CCB9AD33-BCDA-4F9A-8383-FF24B797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6275" y="469582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 API</a:t>
            </a:r>
          </a:p>
        </p:txBody>
      </p:sp>
      <p:sp>
        <p:nvSpPr>
          <p:cNvPr id="148" name="SEC-042-111">
            <a:extLst xmlns:a="http://schemas.openxmlformats.org/drawingml/2006/main">
              <a:ext uri="{FF2B5EF4-FFF2-40B4-BE49-F238E27FC236}">
                <a16:creationId xmlns:a16="http://schemas.microsoft.com/office/drawing/2014/main" id="{75145D96-E3B2-412A-AA73-D379290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78175" y="50577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upload link</a:t>
            </a:r>
          </a:p>
        </p:txBody>
      </p:sp>
      <p:sp>
        <p:nvSpPr>
          <p:cNvPr id="149" name="SEC-042-112">
            <a:extLst xmlns:a="http://schemas.openxmlformats.org/drawingml/2006/main">
              <a:ext uri="{FF2B5EF4-FFF2-40B4-BE49-F238E27FC236}">
                <a16:creationId xmlns:a16="http://schemas.microsoft.com/office/drawing/2014/main" id="{CEB87909-F19A-47A3-B163-61C1834A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78400" y="4400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status:</a:t>
            </a:r>
          </a:p>
        </p:txBody>
      </p:sp>
      <p:sp>
        <p:nvSpPr>
          <p:cNvPr id="150" name="SEC-042-113">
            <a:extLst xmlns:a="http://schemas.openxmlformats.org/drawingml/2006/main">
              <a:ext uri="{FF2B5EF4-FFF2-40B4-BE49-F238E27FC236}">
                <a16:creationId xmlns:a16="http://schemas.microsoft.com/office/drawing/2014/main" id="{2EB62A4F-E4BB-4EF6-8B17-23D6ECE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8925" y="4400550"/>
            <a:ext cx="581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CF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F0000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51" name="SEC-042-114">
            <a:extLst xmlns:a="http://schemas.openxmlformats.org/drawingml/2006/main">
              <a:ext uri="{FF2B5EF4-FFF2-40B4-BE49-F238E27FC236}">
                <a16:creationId xmlns:a16="http://schemas.microsoft.com/office/drawing/2014/main" id="{F33D6044-10A6-4000-8539-05981D37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78400" y="4543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quota:</a:t>
            </a:r>
          </a:p>
        </p:txBody>
      </p:sp>
      <p:sp>
        <p:nvSpPr>
          <p:cNvPr id="152" name="SEC-042-115">
            <a:extLst xmlns:a="http://schemas.openxmlformats.org/drawingml/2006/main">
              <a:ext uri="{FF2B5EF4-FFF2-40B4-BE49-F238E27FC236}">
                <a16:creationId xmlns:a16="http://schemas.microsoft.com/office/drawing/2014/main" id="{82C3DA00-4E82-4DE5-974A-0092F16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59400" y="45434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CF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F0000"/>
                </a:solidFill>
                <a:latin typeface="Arial"/>
                <a:ea typeface="Arial"/>
                <a:cs typeface="Arial"/>
              </a:rPr>
              <a:t>no change</a:t>
            </a:r>
          </a:p>
        </p:txBody>
      </p:sp>
      <p:sp>
        <p:nvSpPr>
          <p:cNvPr id="153" name="path-116">
            <a:extLst xmlns:a="http://schemas.openxmlformats.org/drawingml/2006/main">
              <a:ext uri="{FF2B5EF4-FFF2-40B4-BE49-F238E27FC236}">
                <a16:creationId xmlns:a16="http://schemas.microsoft.com/office/drawing/2014/main" id="{1DCB05BC-6B8A-4708-8B95-FD8566B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5457825"/>
            <a:ext cx="2628900" cy="161925"/>
          </a:xfrm>
          <a:custGeom xmlns:a="http://schemas.openxmlformats.org/drawingml/2006/main">
            <a:pathLst>
              <a:path w="2628900" h="161925">
                <a:moveTo>
                  <a:pt x="0" y="0"/>
                </a:moveTo>
                <a:lnTo>
                  <a:pt x="0" y="161925"/>
                </a:lnTo>
                <a:lnTo>
                  <a:pt x="2628900" y="161925"/>
                </a:lnTo>
                <a:lnTo>
                  <a:pt x="26289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0000"/>
            </a:solidFill>
          </a:ln>
        </p:spPr>
      </p:sp>
      <p:sp>
        <p:nvSpPr>
          <p:cNvPr id="154" name="SEC-042-117">
            <a:extLst xmlns:a="http://schemas.openxmlformats.org/drawingml/2006/main">
              <a:ext uri="{FF2B5EF4-FFF2-40B4-BE49-F238E27FC236}">
                <a16:creationId xmlns:a16="http://schemas.microsoft.com/office/drawing/2014/main" id="{948E7D95-B1C2-4AEC-858C-BC57310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73700" y="5467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0000"/>
          </a:solidFill>
          <a:ln xmlns:a="http://schemas.openxmlformats.org/drawingml/2006/main" w="0">
            <a:noFill/>
          </a:ln>
        </p:spPr>
      </p:sp>
      <p:sp>
        <p:nvSpPr>
          <p:cNvPr id="155" name="path-118">
            <a:extLst xmlns:a="http://schemas.openxmlformats.org/drawingml/2006/main">
              <a:ext uri="{FF2B5EF4-FFF2-40B4-BE49-F238E27FC236}">
                <a16:creationId xmlns:a16="http://schemas.microsoft.com/office/drawing/2014/main" id="{23DD3B9B-8CE0-47B0-AC7D-563C8D0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5430" y="5467350"/>
            <a:ext cx="55590" cy="60605"/>
          </a:xfrm>
          <a:custGeom xmlns:a="http://schemas.openxmlformats.org/drawingml/2006/main">
            <a:pathLst>
              <a:path w="55590" h="60605">
                <a:moveTo>
                  <a:pt x="27795" y="0"/>
                </a:moveTo>
                <a:lnTo>
                  <a:pt x="55590" y="60605"/>
                </a:lnTo>
                <a:lnTo>
                  <a:pt x="0" y="60605"/>
                </a:lnTo>
                <a:close/>
              </a:path>
            </a:pathLst>
          </a:custGeom>
          <a:solidFill xmlns:a="http://schemas.openxmlformats.org/drawingml/2006/main">
            <a:srgbClr val="CF0000"/>
          </a:solidFill>
          <a:ln xmlns:a="http://schemas.openxmlformats.org/drawingml/2006/main" w="0">
            <a:solidFill>
              <a:srgbClr val="CF0000"/>
            </a:solidFill>
          </a:ln>
        </p:spPr>
      </p:sp>
      <p:sp>
        <p:nvSpPr>
          <p:cNvPr id="156" name="SEC-042-119">
            <a:extLst xmlns:a="http://schemas.openxmlformats.org/drawingml/2006/main">
              <a:ext uri="{FF2B5EF4-FFF2-40B4-BE49-F238E27FC236}">
                <a16:creationId xmlns:a16="http://schemas.microsoft.com/office/drawing/2014/main" id="{E9DF806B-3C4F-4C55-A7DB-84F6D04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3925" y="5400675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 PUT without verify</a:t>
            </a:r>
          </a:p>
        </p:txBody>
      </p:sp>
      <p:sp>
        <p:nvSpPr>
          <p:cNvPr id="157" name="SEC-042-120">
            <a:extLst xmlns:a="http://schemas.openxmlformats.org/drawingml/2006/main">
              <a:ext uri="{FF2B5EF4-FFF2-40B4-BE49-F238E27FC236}">
                <a16:creationId xmlns:a16="http://schemas.microsoft.com/office/drawing/2014/main" id="{ED36624A-37A3-4150-9DC8-EF3F2AF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0" y="5695950"/>
            <a:ext cx="2733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 Escape</a:t>
            </a:r>
          </a:p>
        </p:txBody>
      </p:sp>
      <p:sp>
        <p:nvSpPr>
          <p:cNvPr id="158" name="SEC-042-121">
            <a:extLst xmlns:a="http://schemas.openxmlformats.org/drawingml/2006/main">
              <a:ext uri="{FF2B5EF4-FFF2-40B4-BE49-F238E27FC236}">
                <a16:creationId xmlns:a16="http://schemas.microsoft.com/office/drawing/2014/main" id="{F3AA9741-20A0-4496-B456-A80BDB3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81075"/>
            <a:ext cx="95250" cy="95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9E00"/>
            </a:solidFill>
          </a:ln>
        </p:spPr>
      </p:sp>
      <p:sp>
        <p:nvSpPr>
          <p:cNvPr id="159" name="SEC-042-122">
            <a:extLst xmlns:a="http://schemas.openxmlformats.org/drawingml/2006/main">
              <a:ext uri="{FF2B5EF4-FFF2-40B4-BE49-F238E27FC236}">
                <a16:creationId xmlns:a16="http://schemas.microsoft.com/office/drawing/2014/main" id="{11ABCAAD-1F15-448E-9DC4-548B17A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0200" y="1038225"/>
            <a:ext cx="133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C342"/>
          </a:solidFill>
          <a:ln xmlns:a="http://schemas.openxmlformats.org/drawingml/2006/main" w="0">
            <a:noFill/>
          </a:ln>
        </p:spPr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1766eed8f4557"/>
          <a:stretch xmlns:a="http://schemas.openxmlformats.org/drawingml/2006/main"/>
        </p:blipFill>
        <p:spPr>
          <a:xfrm xmlns:a="http://schemas.openxmlformats.org/drawingml/2006/main">
            <a:off x="16659939" y="3695700"/>
            <a:ext cx="170021" cy="161925"/>
          </a:xfrm>
          <a:prstGeom xmlns:a="http://schemas.openxmlformats.org/drawingml/2006/main" prst="rect">
            <a:avLst/>
          </a:prstGeom>
        </p:spPr>
      </p:pic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14b501daf4d54"/>
          <a:stretch xmlns:a="http://schemas.openxmlformats.org/drawingml/2006/main"/>
        </p:blipFill>
        <p:spPr>
          <a:xfrm xmlns:a="http://schemas.openxmlformats.org/drawingml/2006/main">
            <a:off x="17621964" y="5429250"/>
            <a:ext cx="170021" cy="161925"/>
          </a:xfrm>
          <a:prstGeom xmlns:a="http://schemas.openxmlformats.org/drawingml/2006/main" prst="rect">
            <a:avLst/>
          </a:prstGeom>
        </p:spPr>
      </p:pic>
      <p:sp>
        <p:nvSpPr>
          <p:cNvPr id="162" name="SEC-042-123">
            <a:extLst xmlns:a="http://schemas.openxmlformats.org/drawingml/2006/main">
              <a:ext uri="{FF2B5EF4-FFF2-40B4-BE49-F238E27FC236}">
                <a16:creationId xmlns:a16="http://schemas.microsoft.com/office/drawing/2014/main" id="{4B82667F-C657-49E0-ADA8-4664EFE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531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Git Platforms</a:t>
            </a:r>
          </a:p>
        </p:txBody>
      </p:sp>
      <p:sp>
        <p:nvSpPr>
          <p:cNvPr id="163" name="SEC-042-124">
            <a:extLst xmlns:a="http://schemas.openxmlformats.org/drawingml/2006/main">
              <a:ext uri="{FF2B5EF4-FFF2-40B4-BE49-F238E27FC236}">
                <a16:creationId xmlns:a16="http://schemas.microsoft.com/office/drawing/2014/main" id="{566E3D3D-899F-4985-B286-C4F9D1D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1531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 Features</a:t>
            </a:r>
          </a:p>
        </p:txBody>
      </p:sp>
      <p:sp>
        <p:nvSpPr>
          <p:cNvPr id="164" name="SEC-042-125">
            <a:extLst xmlns:a="http://schemas.openxmlformats.org/drawingml/2006/main">
              <a:ext uri="{FF2B5EF4-FFF2-40B4-BE49-F238E27FC236}">
                <a16:creationId xmlns:a16="http://schemas.microsoft.com/office/drawing/2014/main" id="{A5210B7F-5CE9-4D08-8566-4D416F9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6153150"/>
            <a:ext cx="1790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165" name="SEC-042-126">
            <a:extLst xmlns:a="http://schemas.openxmlformats.org/drawingml/2006/main">
              <a:ext uri="{FF2B5EF4-FFF2-40B4-BE49-F238E27FC236}">
                <a16:creationId xmlns:a16="http://schemas.microsoft.com/office/drawing/2014/main" id="{898FFEDC-A59F-48E0-B058-E026984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6153150"/>
            <a:ext cx="536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Property Checking</a:t>
            </a:r>
          </a:p>
        </p:txBody>
      </p:sp>
      <p:sp>
        <p:nvSpPr>
          <p:cNvPr id="166" name="SEC-042-127">
            <a:extLst xmlns:a="http://schemas.openxmlformats.org/drawingml/2006/main">
              <a:ext uri="{FF2B5EF4-FFF2-40B4-BE49-F238E27FC236}">
                <a16:creationId xmlns:a16="http://schemas.microsoft.com/office/drawing/2014/main" id="{1864750F-233D-4371-8D08-33595851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2375" y="6153150"/>
            <a:ext cx="3781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Vulnerability Validation</a:t>
            </a:r>
          </a:p>
        </p:txBody>
      </p:sp>
    </p:spTree>
    <p:extLst>
      <p:ext uri="{BB962C8B-B14F-4D97-AF65-F5344CB8AC3E}">
        <p14:creationId xmlns:p14="http://schemas.microsoft.com/office/powerpoint/2010/main" val="995540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2026-09-05T16:22:47.4150000Z</dcterms:created>
  <dcterms:modified xsi:type="dcterms:W3CDTF">2026-09-05T16:22:47.4150000Z</dcterms:modified>
</coreProperties>
</file>