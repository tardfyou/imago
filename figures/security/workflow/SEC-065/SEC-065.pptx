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9f44a905b45f2" /><Relationship Type="http://schemas.openxmlformats.org/officeDocument/2006/relationships/extended-properties" Target="/docProps/app.xml" Id="R3dfcbb66545a4af0" /><Relationship Type="http://schemas.openxmlformats.org/officeDocument/2006/relationships/officeDocument" Target="/ppt/presentation.xml" Id="R830397833e11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bdf371bdd04938"/>
  </p:sldMasterIdLst>
  <p:notesMasterIdLst>
    <p:notesMasterId xmlns:r="http://schemas.openxmlformats.org/officeDocument/2006/relationships" r:id="Rf3cef67a75dd408a"/>
  </p:notesMasterIdLst>
  <p:sldIdLst>
    <p:sldId xmlns:r="http://schemas.openxmlformats.org/officeDocument/2006/relationships" id="256" r:id="Rfe6cc2656d0c4a10"/>
  </p:sldIdLst>
  <p:sldSz cx="11458575" cy="46863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75211b40ec4a25" /><Relationship Type="http://schemas.openxmlformats.org/officeDocument/2006/relationships/slideMaster" Target="/ppt/slideMasters/slideMaster1.xml" Id="Rf5bdf371bdd04938" /><Relationship Type="http://schemas.openxmlformats.org/officeDocument/2006/relationships/notesMaster" Target="/ppt/notesMasters/notesMaster1.xml" Id="Rf3cef67a75dd408a" /><Relationship Type="http://schemas.openxmlformats.org/officeDocument/2006/relationships/presProps" Target="/ppt/presProps.xml" Id="R79e405105b5e46e3" /><Relationship Type="http://schemas.openxmlformats.org/officeDocument/2006/relationships/tableStyles" Target="/ppt/tableStyles.xml" Id="Rd329d68714534c52" /><Relationship Type="http://schemas.openxmlformats.org/officeDocument/2006/relationships/slide" Target="/ppt/slides/slide1.xml" Id="Rfe6cc2656d0c4a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2e9d034d9447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f757f219b148e2" /><Relationship Type="http://schemas.openxmlformats.org/officeDocument/2006/relationships/notesMaster" Target="/ppt/notesMasters/notesMaster1.xml" Id="Rff3b2c56ccf140a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素材ID：SEC-065</ns1:t>
            </ns1:r>
          </ns1:p>
          <ns1:p>
            <ns1:r>
              <ns1:t>论文：Don’t Look Up: There Are Sensitive Internal Links in the Clear on GEO Satellites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6，PDF第8页</ns1:t>
            </ns1:r>
          </ns1:p>
          <ns1:p>
            <ns1:r>
              <ns1:t>类型：研究流程</ns1:t>
            </ns1:r>
          </ns1:p>
          <ns1:p>
            <ns1:r>
              <ns1:t>借鉴点：物理、链路、封装三层内保留分支和反转处理，用双色箭头与真实计数同时展示原有路径与新覆盖范围。</ns1:t>
            </ns1:r>
          </ns1:p>
          <ns1:p>
            <ns1:r>
              <ns1:t>论文URL：https://satcom.sysnet.ucsd.edu/docs/dontlookup_ccs25_fullpaper.pdf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6d6ebdb5449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a6ce509b24a39" /><Relationship Type="http://schemas.openxmlformats.org/officeDocument/2006/relationships/slideLayout" Target="/ppt/slideLayouts/slideLayout1.xml" Id="Rd4ab800a820348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ab800a820348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3dbf11c6245e6" /><Relationship Type="http://schemas.openxmlformats.org/officeDocument/2006/relationships/notesSlide" Target="/ppt/notesSlides/notesSlide1.xml" Id="R623a7a5c398243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7E07F1-7104-4623-9F8C-6A192347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17"/>
            <a:ext cx="11394593" cy="4614867"/>
          </a:xfrm>
          <a:custGeom xmlns:a="http://schemas.openxmlformats.org/drawingml/2006/main">
            <a:pathLst>
              <a:path w="11394593" h="4614867">
                <a:moveTo>
                  <a:pt x="11394593" y="0"/>
                </a:moveTo>
                <a:lnTo>
                  <a:pt x="0" y="0"/>
                </a:lnTo>
                <a:lnTo>
                  <a:pt x="0" y="4614867"/>
                </a:lnTo>
                <a:lnTo>
                  <a:pt x="11394593" y="4614867"/>
                </a:lnTo>
                <a:lnTo>
                  <a:pt x="1139459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64725-C025-414E-8888-2C1380C2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17"/>
            <a:ext cx="11394593" cy="4614867"/>
          </a:xfrm>
          <a:custGeom xmlns:a="http://schemas.openxmlformats.org/drawingml/2006/main">
            <a:pathLst>
              <a:path w="11394593" h="4614867">
                <a:moveTo>
                  <a:pt x="11394593" y="0"/>
                </a:moveTo>
                <a:lnTo>
                  <a:pt x="0" y="0"/>
                </a:lnTo>
                <a:lnTo>
                  <a:pt x="0" y="4614867"/>
                </a:lnTo>
                <a:lnTo>
                  <a:pt x="11394593" y="4614867"/>
                </a:lnTo>
                <a:lnTo>
                  <a:pt x="1139459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Pathstakenbypriorworkandourparser">
            <a:extLst xmlns:a="http://schemas.openxmlformats.org/drawingml/2006/main">
              <a:ext uri="{FF2B5EF4-FFF2-40B4-BE49-F238E27FC236}">
                <a16:creationId xmlns:a16="http://schemas.microsoft.com/office/drawing/2014/main" id="{8F4F5310-2C07-44E2-A51B-92D1EABC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009" y="4393820"/>
            <a:ext cx="4052970" cy="186057"/>
          </a:xfrm>
          <a:custGeom xmlns:a="http://schemas.openxmlformats.org/drawingml/2006/main">
            <a:pathLst>
              <a:path w="4052970" h="186057">
                <a:moveTo>
                  <a:pt x="32655" y="69873"/>
                </a:moveTo>
                <a:lnTo>
                  <a:pt x="32655" y="25390"/>
                </a:lnTo>
                <a:lnTo>
                  <a:pt x="58029" y="25390"/>
                </a:lnTo>
                <a:cubicBezTo>
                  <a:pt x="61774" y="25390"/>
                  <a:pt x="65379" y="25667"/>
                  <a:pt x="68845" y="26221"/>
                </a:cubicBezTo>
                <a:cubicBezTo>
                  <a:pt x="72310" y="26776"/>
                  <a:pt x="75360" y="27850"/>
                  <a:pt x="77995" y="29443"/>
                </a:cubicBezTo>
                <a:cubicBezTo>
                  <a:pt x="80631" y="31036"/>
                  <a:pt x="82746" y="33288"/>
                  <a:pt x="84339" y="36200"/>
                </a:cubicBezTo>
                <a:cubicBezTo>
                  <a:pt x="85934" y="39109"/>
                  <a:pt x="86732" y="42919"/>
                  <a:pt x="86732" y="47631"/>
                </a:cubicBezTo>
                <a:cubicBezTo>
                  <a:pt x="86732" y="52343"/>
                  <a:pt x="85934" y="56155"/>
                  <a:pt x="84339" y="59066"/>
                </a:cubicBezTo>
                <a:cubicBezTo>
                  <a:pt x="82746" y="61976"/>
                  <a:pt x="80631" y="64227"/>
                  <a:pt x="77995" y="65820"/>
                </a:cubicBezTo>
                <a:cubicBezTo>
                  <a:pt x="75360" y="67413"/>
                  <a:pt x="72310" y="68487"/>
                  <a:pt x="68845" y="69041"/>
                </a:cubicBezTo>
                <a:cubicBezTo>
                  <a:pt x="65379" y="69596"/>
                  <a:pt x="61774" y="69873"/>
                  <a:pt x="58029" y="69873"/>
                </a:cubicBezTo>
                <a:lnTo>
                  <a:pt x="32655" y="69873"/>
                </a:lnTo>
                <a:moveTo>
                  <a:pt x="0" y="0"/>
                </a:moveTo>
                <a:lnTo>
                  <a:pt x="0" y="148480"/>
                </a:lnTo>
                <a:lnTo>
                  <a:pt x="32655" y="148480"/>
                </a:lnTo>
                <a:lnTo>
                  <a:pt x="32655" y="95263"/>
                </a:lnTo>
                <a:lnTo>
                  <a:pt x="66975" y="95263"/>
                </a:lnTo>
                <a:cubicBezTo>
                  <a:pt x="76264" y="95263"/>
                  <a:pt x="84166" y="93911"/>
                  <a:pt x="90683" y="91207"/>
                </a:cubicBezTo>
                <a:cubicBezTo>
                  <a:pt x="97202" y="88503"/>
                  <a:pt x="102506" y="84932"/>
                  <a:pt x="106596" y="80495"/>
                </a:cubicBezTo>
                <a:cubicBezTo>
                  <a:pt x="110688" y="76059"/>
                  <a:pt x="113669" y="70963"/>
                  <a:pt x="115540" y="65208"/>
                </a:cubicBezTo>
                <a:cubicBezTo>
                  <a:pt x="117412" y="59453"/>
                  <a:pt x="118349" y="53594"/>
                  <a:pt x="118349" y="47631"/>
                </a:cubicBezTo>
                <a:cubicBezTo>
                  <a:pt x="118349" y="41529"/>
                  <a:pt x="117412" y="35636"/>
                  <a:pt x="115540" y="29951"/>
                </a:cubicBezTo>
                <a:cubicBezTo>
                  <a:pt x="113669" y="24265"/>
                  <a:pt x="110688" y="19204"/>
                  <a:pt x="106596" y="14767"/>
                </a:cubicBezTo>
                <a:cubicBezTo>
                  <a:pt x="102506" y="10331"/>
                  <a:pt x="97203" y="6760"/>
                  <a:pt x="90686" y="4056"/>
                </a:cubicBezTo>
                <a:cubicBezTo>
                  <a:pt x="84170" y="1352"/>
                  <a:pt x="76266" y="0"/>
                  <a:pt x="66975" y="0"/>
                </a:cubicBezTo>
                <a:lnTo>
                  <a:pt x="0" y="0"/>
                </a:lnTo>
                <a:close/>
                <a:moveTo>
                  <a:pt x="134365" y="74018"/>
                </a:moveTo>
                <a:cubicBezTo>
                  <a:pt x="134780" y="67084"/>
                  <a:pt x="136512" y="61330"/>
                  <a:pt x="139563" y="56756"/>
                </a:cubicBezTo>
                <a:cubicBezTo>
                  <a:pt x="142614" y="52179"/>
                  <a:pt x="146497" y="48504"/>
                  <a:pt x="151211" y="45730"/>
                </a:cubicBezTo>
                <a:cubicBezTo>
                  <a:pt x="155925" y="42957"/>
                  <a:pt x="161228" y="40980"/>
                  <a:pt x="167121" y="39802"/>
                </a:cubicBezTo>
                <a:cubicBezTo>
                  <a:pt x="173016" y="38623"/>
                  <a:pt x="178944" y="38034"/>
                  <a:pt x="184907" y="38034"/>
                </a:cubicBezTo>
                <a:cubicBezTo>
                  <a:pt x="190315" y="38034"/>
                  <a:pt x="195791" y="38416"/>
                  <a:pt x="201337" y="39180"/>
                </a:cubicBezTo>
                <a:cubicBezTo>
                  <a:pt x="206885" y="39941"/>
                  <a:pt x="211946" y="41432"/>
                  <a:pt x="216520" y="43652"/>
                </a:cubicBezTo>
                <a:cubicBezTo>
                  <a:pt x="221097" y="45869"/>
                  <a:pt x="224841" y="48954"/>
                  <a:pt x="227752" y="52906"/>
                </a:cubicBezTo>
                <a:cubicBezTo>
                  <a:pt x="230666" y="56859"/>
                  <a:pt x="232122" y="62093"/>
                  <a:pt x="232122" y="68610"/>
                </a:cubicBezTo>
                <a:lnTo>
                  <a:pt x="232122" y="124560"/>
                </a:lnTo>
                <a:cubicBezTo>
                  <a:pt x="232122" y="129413"/>
                  <a:pt x="232399" y="134059"/>
                  <a:pt x="232954" y="138496"/>
                </a:cubicBezTo>
                <a:cubicBezTo>
                  <a:pt x="233508" y="142932"/>
                  <a:pt x="234478" y="146261"/>
                  <a:pt x="235864" y="148480"/>
                </a:cubicBezTo>
                <a:lnTo>
                  <a:pt x="205914" y="148480"/>
                </a:lnTo>
                <a:cubicBezTo>
                  <a:pt x="205359" y="146817"/>
                  <a:pt x="204909" y="145119"/>
                  <a:pt x="204562" y="143386"/>
                </a:cubicBezTo>
                <a:cubicBezTo>
                  <a:pt x="204215" y="141651"/>
                  <a:pt x="203972" y="139882"/>
                  <a:pt x="203835" y="138080"/>
                </a:cubicBezTo>
                <a:cubicBezTo>
                  <a:pt x="199121" y="142933"/>
                  <a:pt x="193574" y="146331"/>
                  <a:pt x="187195" y="148274"/>
                </a:cubicBezTo>
                <a:cubicBezTo>
                  <a:pt x="180816" y="150214"/>
                  <a:pt x="174298" y="151184"/>
                  <a:pt x="167641" y="151184"/>
                </a:cubicBezTo>
                <a:cubicBezTo>
                  <a:pt x="162513" y="151184"/>
                  <a:pt x="157729" y="150560"/>
                  <a:pt x="153290" y="149312"/>
                </a:cubicBezTo>
                <a:cubicBezTo>
                  <a:pt x="148853" y="148063"/>
                  <a:pt x="144970" y="146122"/>
                  <a:pt x="141642" y="143488"/>
                </a:cubicBezTo>
                <a:cubicBezTo>
                  <a:pt x="138316" y="140854"/>
                  <a:pt x="135717" y="137526"/>
                  <a:pt x="133844" y="133506"/>
                </a:cubicBezTo>
                <a:cubicBezTo>
                  <a:pt x="131972" y="129484"/>
                  <a:pt x="131036" y="124699"/>
                  <a:pt x="131036" y="119152"/>
                </a:cubicBezTo>
                <a:cubicBezTo>
                  <a:pt x="131036" y="113052"/>
                  <a:pt x="132110" y="108026"/>
                  <a:pt x="134260" y="104073"/>
                </a:cubicBezTo>
                <a:cubicBezTo>
                  <a:pt x="136410" y="100121"/>
                  <a:pt x="139183" y="96966"/>
                  <a:pt x="142578" y="94609"/>
                </a:cubicBezTo>
                <a:cubicBezTo>
                  <a:pt x="145976" y="92252"/>
                  <a:pt x="149859" y="90484"/>
                  <a:pt x="154226" y="89306"/>
                </a:cubicBezTo>
                <a:cubicBezTo>
                  <a:pt x="158595" y="88127"/>
                  <a:pt x="162998" y="87192"/>
                  <a:pt x="167435" y="86500"/>
                </a:cubicBezTo>
                <a:cubicBezTo>
                  <a:pt x="171872" y="85806"/>
                  <a:pt x="176239" y="85251"/>
                  <a:pt x="180536" y="84834"/>
                </a:cubicBezTo>
                <a:cubicBezTo>
                  <a:pt x="184836" y="84417"/>
                  <a:pt x="188649" y="83793"/>
                  <a:pt x="191978" y="82961"/>
                </a:cubicBezTo>
                <a:cubicBezTo>
                  <a:pt x="195306" y="82130"/>
                  <a:pt x="197940" y="80918"/>
                  <a:pt x="199880" y="79324"/>
                </a:cubicBezTo>
                <a:cubicBezTo>
                  <a:pt x="201823" y="77729"/>
                  <a:pt x="202725" y="75406"/>
                  <a:pt x="202587" y="72355"/>
                </a:cubicBezTo>
                <a:cubicBezTo>
                  <a:pt x="202587" y="69164"/>
                  <a:pt x="202067" y="66634"/>
                  <a:pt x="201026" y="64763"/>
                </a:cubicBezTo>
                <a:cubicBezTo>
                  <a:pt x="199985" y="62891"/>
                  <a:pt x="198598" y="61435"/>
                  <a:pt x="196865" y="60396"/>
                </a:cubicBezTo>
                <a:cubicBezTo>
                  <a:pt x="195132" y="59355"/>
                  <a:pt x="193121" y="58661"/>
                  <a:pt x="190832" y="58314"/>
                </a:cubicBezTo>
                <a:cubicBezTo>
                  <a:pt x="188545" y="57967"/>
                  <a:pt x="186084" y="57794"/>
                  <a:pt x="183450" y="57794"/>
                </a:cubicBezTo>
                <a:cubicBezTo>
                  <a:pt x="177627" y="57794"/>
                  <a:pt x="173052" y="59042"/>
                  <a:pt x="169723" y="61539"/>
                </a:cubicBezTo>
                <a:cubicBezTo>
                  <a:pt x="166395" y="64035"/>
                  <a:pt x="164454" y="68195"/>
                  <a:pt x="163900" y="74018"/>
                </a:cubicBezTo>
                <a:lnTo>
                  <a:pt x="134365" y="74018"/>
                </a:lnTo>
                <a:moveTo>
                  <a:pt x="202587" y="95856"/>
                </a:moveTo>
                <a:cubicBezTo>
                  <a:pt x="201339" y="96967"/>
                  <a:pt x="199779" y="97835"/>
                  <a:pt x="197906" y="98459"/>
                </a:cubicBezTo>
                <a:cubicBezTo>
                  <a:pt x="196034" y="99083"/>
                  <a:pt x="194023" y="99603"/>
                  <a:pt x="191873" y="100020"/>
                </a:cubicBezTo>
                <a:cubicBezTo>
                  <a:pt x="189725" y="100435"/>
                  <a:pt x="187472" y="100781"/>
                  <a:pt x="185113" y="101058"/>
                </a:cubicBezTo>
                <a:cubicBezTo>
                  <a:pt x="182756" y="101335"/>
                  <a:pt x="180399" y="101681"/>
                  <a:pt x="178042" y="102096"/>
                </a:cubicBezTo>
                <a:cubicBezTo>
                  <a:pt x="175824" y="102513"/>
                  <a:pt x="173641" y="103068"/>
                  <a:pt x="171491" y="103762"/>
                </a:cubicBezTo>
                <a:cubicBezTo>
                  <a:pt x="169342" y="104454"/>
                  <a:pt x="167469" y="105390"/>
                  <a:pt x="165874" y="106571"/>
                </a:cubicBezTo>
                <a:cubicBezTo>
                  <a:pt x="164280" y="107749"/>
                  <a:pt x="162998" y="109240"/>
                  <a:pt x="162027" y="111043"/>
                </a:cubicBezTo>
                <a:cubicBezTo>
                  <a:pt x="161056" y="112843"/>
                  <a:pt x="160570" y="115130"/>
                  <a:pt x="160570" y="117904"/>
                </a:cubicBezTo>
                <a:cubicBezTo>
                  <a:pt x="160570" y="120539"/>
                  <a:pt x="161056" y="122757"/>
                  <a:pt x="162027" y="124560"/>
                </a:cubicBezTo>
                <a:cubicBezTo>
                  <a:pt x="162998" y="126362"/>
                  <a:pt x="164315" y="127784"/>
                  <a:pt x="165978" y="128825"/>
                </a:cubicBezTo>
                <a:cubicBezTo>
                  <a:pt x="167644" y="129864"/>
                  <a:pt x="169585" y="130592"/>
                  <a:pt x="171802" y="131009"/>
                </a:cubicBezTo>
                <a:cubicBezTo>
                  <a:pt x="174022" y="131425"/>
                  <a:pt x="176310" y="131634"/>
                  <a:pt x="178667" y="131634"/>
                </a:cubicBezTo>
                <a:cubicBezTo>
                  <a:pt x="184490" y="131634"/>
                  <a:pt x="188995" y="130664"/>
                  <a:pt x="192184" y="128724"/>
                </a:cubicBezTo>
                <a:cubicBezTo>
                  <a:pt x="195375" y="126781"/>
                  <a:pt x="197733" y="124458"/>
                  <a:pt x="199258" y="121754"/>
                </a:cubicBezTo>
                <a:cubicBezTo>
                  <a:pt x="200784" y="119050"/>
                  <a:pt x="201720" y="116311"/>
                  <a:pt x="202067" y="113537"/>
                </a:cubicBezTo>
                <a:cubicBezTo>
                  <a:pt x="202414" y="110763"/>
                  <a:pt x="202587" y="108545"/>
                  <a:pt x="202587" y="106882"/>
                </a:cubicBezTo>
                <a:lnTo>
                  <a:pt x="202587" y="95856"/>
                </a:lnTo>
                <a:close/>
                <a:moveTo>
                  <a:pt x="292438" y="41030"/>
                </a:moveTo>
                <a:lnTo>
                  <a:pt x="292438" y="8734"/>
                </a:lnTo>
                <a:lnTo>
                  <a:pt x="262903" y="8734"/>
                </a:lnTo>
                <a:lnTo>
                  <a:pt x="262903" y="41030"/>
                </a:lnTo>
                <a:lnTo>
                  <a:pt x="245016" y="41030"/>
                </a:lnTo>
                <a:lnTo>
                  <a:pt x="245016" y="60733"/>
                </a:lnTo>
                <a:lnTo>
                  <a:pt x="262903" y="60733"/>
                </a:lnTo>
                <a:lnTo>
                  <a:pt x="262903" y="124134"/>
                </a:lnTo>
                <a:cubicBezTo>
                  <a:pt x="262903" y="129540"/>
                  <a:pt x="263805" y="133906"/>
                  <a:pt x="265607" y="137232"/>
                </a:cubicBezTo>
                <a:cubicBezTo>
                  <a:pt x="267410" y="140558"/>
                  <a:pt x="269871" y="143123"/>
                  <a:pt x="272990" y="144926"/>
                </a:cubicBezTo>
                <a:cubicBezTo>
                  <a:pt x="276110" y="146726"/>
                  <a:pt x="279716" y="147937"/>
                  <a:pt x="283806" y="148559"/>
                </a:cubicBezTo>
                <a:cubicBezTo>
                  <a:pt x="287898" y="149184"/>
                  <a:pt x="292232" y="149496"/>
                  <a:pt x="296808" y="149496"/>
                </a:cubicBezTo>
                <a:cubicBezTo>
                  <a:pt x="299720" y="149496"/>
                  <a:pt x="302701" y="149428"/>
                  <a:pt x="305752" y="149293"/>
                </a:cubicBezTo>
                <a:cubicBezTo>
                  <a:pt x="308803" y="149157"/>
                  <a:pt x="311576" y="148886"/>
                  <a:pt x="314070" y="148480"/>
                </a:cubicBezTo>
                <a:lnTo>
                  <a:pt x="314070" y="125509"/>
                </a:lnTo>
                <a:cubicBezTo>
                  <a:pt x="312684" y="125786"/>
                  <a:pt x="311229" y="125994"/>
                  <a:pt x="309703" y="126134"/>
                </a:cubicBezTo>
                <a:cubicBezTo>
                  <a:pt x="308178" y="126271"/>
                  <a:pt x="306584" y="126340"/>
                  <a:pt x="304920" y="126340"/>
                </a:cubicBezTo>
                <a:cubicBezTo>
                  <a:pt x="299927" y="126340"/>
                  <a:pt x="296598" y="125510"/>
                  <a:pt x="294933" y="123849"/>
                </a:cubicBezTo>
                <a:cubicBezTo>
                  <a:pt x="293270" y="122188"/>
                  <a:pt x="292438" y="118866"/>
                  <a:pt x="292438" y="113883"/>
                </a:cubicBezTo>
                <a:lnTo>
                  <a:pt x="292438" y="60733"/>
                </a:lnTo>
                <a:lnTo>
                  <a:pt x="314070" y="60733"/>
                </a:lnTo>
                <a:lnTo>
                  <a:pt x="314070" y="41030"/>
                </a:lnTo>
                <a:lnTo>
                  <a:pt x="292438" y="41030"/>
                </a:lnTo>
                <a:close/>
                <a:moveTo>
                  <a:pt x="328215" y="0"/>
                </a:moveTo>
                <a:lnTo>
                  <a:pt x="328215" y="148480"/>
                </a:lnTo>
                <a:lnTo>
                  <a:pt x="357750" y="148480"/>
                </a:lnTo>
                <a:lnTo>
                  <a:pt x="357750" y="92121"/>
                </a:lnTo>
                <a:cubicBezTo>
                  <a:pt x="357750" y="81167"/>
                  <a:pt x="359552" y="73300"/>
                  <a:pt x="363158" y="68518"/>
                </a:cubicBezTo>
                <a:cubicBezTo>
                  <a:pt x="366763" y="63734"/>
                  <a:pt x="372587" y="61342"/>
                  <a:pt x="380629" y="61342"/>
                </a:cubicBezTo>
                <a:cubicBezTo>
                  <a:pt x="387702" y="61342"/>
                  <a:pt x="392625" y="63526"/>
                  <a:pt x="395396" y="67893"/>
                </a:cubicBezTo>
                <a:cubicBezTo>
                  <a:pt x="398170" y="72260"/>
                  <a:pt x="399557" y="78880"/>
                  <a:pt x="399557" y="87754"/>
                </a:cubicBezTo>
                <a:lnTo>
                  <a:pt x="399557" y="148480"/>
                </a:lnTo>
                <a:lnTo>
                  <a:pt x="429092" y="148480"/>
                </a:lnTo>
                <a:lnTo>
                  <a:pt x="429092" y="82308"/>
                </a:lnTo>
                <a:cubicBezTo>
                  <a:pt x="429092" y="75649"/>
                  <a:pt x="428503" y="69580"/>
                  <a:pt x="427324" y="64100"/>
                </a:cubicBezTo>
                <a:cubicBezTo>
                  <a:pt x="426146" y="58620"/>
                  <a:pt x="424100" y="53973"/>
                  <a:pt x="421186" y="50158"/>
                </a:cubicBezTo>
                <a:cubicBezTo>
                  <a:pt x="418275" y="46343"/>
                  <a:pt x="414289" y="43361"/>
                  <a:pt x="409228" y="41211"/>
                </a:cubicBezTo>
                <a:cubicBezTo>
                  <a:pt x="404166" y="39059"/>
                  <a:pt x="397685" y="37983"/>
                  <a:pt x="389782" y="37983"/>
                </a:cubicBezTo>
                <a:cubicBezTo>
                  <a:pt x="384234" y="37983"/>
                  <a:pt x="378548" y="39408"/>
                  <a:pt x="372723" y="42258"/>
                </a:cubicBezTo>
                <a:cubicBezTo>
                  <a:pt x="366900" y="45108"/>
                  <a:pt x="362118" y="49662"/>
                  <a:pt x="358375" y="55918"/>
                </a:cubicBezTo>
                <a:lnTo>
                  <a:pt x="357750" y="55918"/>
                </a:lnTo>
                <a:lnTo>
                  <a:pt x="357750" y="0"/>
                </a:lnTo>
                <a:lnTo>
                  <a:pt x="328215" y="0"/>
                </a:lnTo>
                <a:close/>
                <a:moveTo>
                  <a:pt x="474435" y="113544"/>
                </a:moveTo>
                <a:lnTo>
                  <a:pt x="446356" y="113544"/>
                </a:lnTo>
                <a:cubicBezTo>
                  <a:pt x="446634" y="120742"/>
                  <a:pt x="448263" y="126728"/>
                  <a:pt x="451244" y="131504"/>
                </a:cubicBezTo>
                <a:cubicBezTo>
                  <a:pt x="454225" y="136277"/>
                  <a:pt x="458038" y="140117"/>
                  <a:pt x="462682" y="143024"/>
                </a:cubicBezTo>
                <a:cubicBezTo>
                  <a:pt x="467329" y="145932"/>
                  <a:pt x="472633" y="148007"/>
                  <a:pt x="478595" y="149251"/>
                </a:cubicBezTo>
                <a:cubicBezTo>
                  <a:pt x="484558" y="150498"/>
                  <a:pt x="490659" y="151121"/>
                  <a:pt x="496898" y="151121"/>
                </a:cubicBezTo>
                <a:cubicBezTo>
                  <a:pt x="502998" y="151121"/>
                  <a:pt x="508994" y="150530"/>
                  <a:pt x="514887" y="149350"/>
                </a:cubicBezTo>
                <a:cubicBezTo>
                  <a:pt x="520782" y="148171"/>
                  <a:pt x="526016" y="146125"/>
                  <a:pt x="530591" y="143212"/>
                </a:cubicBezTo>
                <a:cubicBezTo>
                  <a:pt x="535167" y="140298"/>
                  <a:pt x="538876" y="136448"/>
                  <a:pt x="541718" y="131662"/>
                </a:cubicBezTo>
                <a:cubicBezTo>
                  <a:pt x="544561" y="126876"/>
                  <a:pt x="545983" y="120946"/>
                  <a:pt x="545983" y="113870"/>
                </a:cubicBezTo>
                <a:cubicBezTo>
                  <a:pt x="545983" y="108877"/>
                  <a:pt x="545012" y="104681"/>
                  <a:pt x="543070" y="101283"/>
                </a:cubicBezTo>
                <a:cubicBezTo>
                  <a:pt x="541130" y="97883"/>
                  <a:pt x="538564" y="95039"/>
                  <a:pt x="535373" y="92749"/>
                </a:cubicBezTo>
                <a:cubicBezTo>
                  <a:pt x="532185" y="90460"/>
                  <a:pt x="528546" y="88622"/>
                  <a:pt x="524456" y="87236"/>
                </a:cubicBezTo>
                <a:cubicBezTo>
                  <a:pt x="520366" y="85849"/>
                  <a:pt x="516171" y="84669"/>
                  <a:pt x="511872" y="83698"/>
                </a:cubicBezTo>
                <a:cubicBezTo>
                  <a:pt x="507712" y="82727"/>
                  <a:pt x="503621" y="81825"/>
                  <a:pt x="499599" y="80994"/>
                </a:cubicBezTo>
                <a:cubicBezTo>
                  <a:pt x="495579" y="80160"/>
                  <a:pt x="492009" y="79224"/>
                  <a:pt x="488888" y="78185"/>
                </a:cubicBezTo>
                <a:cubicBezTo>
                  <a:pt x="485769" y="77144"/>
                  <a:pt x="483238" y="75791"/>
                  <a:pt x="481296" y="74126"/>
                </a:cubicBezTo>
                <a:cubicBezTo>
                  <a:pt x="479356" y="72461"/>
                  <a:pt x="478386" y="70310"/>
                  <a:pt x="478386" y="67674"/>
                </a:cubicBezTo>
                <a:cubicBezTo>
                  <a:pt x="478386" y="65454"/>
                  <a:pt x="478940" y="63685"/>
                  <a:pt x="480049" y="62367"/>
                </a:cubicBezTo>
                <a:cubicBezTo>
                  <a:pt x="481160" y="61049"/>
                  <a:pt x="482512" y="60044"/>
                  <a:pt x="484105" y="59352"/>
                </a:cubicBezTo>
                <a:cubicBezTo>
                  <a:pt x="485700" y="58658"/>
                  <a:pt x="487468" y="58207"/>
                  <a:pt x="489408" y="58000"/>
                </a:cubicBezTo>
                <a:cubicBezTo>
                  <a:pt x="491351" y="57791"/>
                  <a:pt x="493153" y="57686"/>
                  <a:pt x="494816" y="57686"/>
                </a:cubicBezTo>
                <a:cubicBezTo>
                  <a:pt x="500085" y="57686"/>
                  <a:pt x="504660" y="58696"/>
                  <a:pt x="508543" y="60717"/>
                </a:cubicBezTo>
                <a:cubicBezTo>
                  <a:pt x="512425" y="62735"/>
                  <a:pt x="514575" y="66600"/>
                  <a:pt x="514992" y="72310"/>
                </a:cubicBezTo>
                <a:lnTo>
                  <a:pt x="543073" y="72310"/>
                </a:lnTo>
                <a:cubicBezTo>
                  <a:pt x="542519" y="65654"/>
                  <a:pt x="540820" y="60141"/>
                  <a:pt x="537976" y="55772"/>
                </a:cubicBezTo>
                <a:cubicBezTo>
                  <a:pt x="535134" y="51403"/>
                  <a:pt x="531564" y="47901"/>
                  <a:pt x="527265" y="45267"/>
                </a:cubicBezTo>
                <a:cubicBezTo>
                  <a:pt x="522967" y="42631"/>
                  <a:pt x="518080" y="40758"/>
                  <a:pt x="512602" y="39649"/>
                </a:cubicBezTo>
                <a:cubicBezTo>
                  <a:pt x="507124" y="38539"/>
                  <a:pt x="501474" y="37983"/>
                  <a:pt x="495651" y="37983"/>
                </a:cubicBezTo>
                <a:cubicBezTo>
                  <a:pt x="489826" y="37983"/>
                  <a:pt x="484140" y="38504"/>
                  <a:pt x="478592" y="39545"/>
                </a:cubicBezTo>
                <a:cubicBezTo>
                  <a:pt x="473047" y="40584"/>
                  <a:pt x="468055" y="42386"/>
                  <a:pt x="463618" y="44953"/>
                </a:cubicBezTo>
                <a:cubicBezTo>
                  <a:pt x="459182" y="47519"/>
                  <a:pt x="455611" y="51022"/>
                  <a:pt x="452907" y="55461"/>
                </a:cubicBezTo>
                <a:cubicBezTo>
                  <a:pt x="450203" y="59900"/>
                  <a:pt x="448851" y="65588"/>
                  <a:pt x="448851" y="72526"/>
                </a:cubicBezTo>
                <a:cubicBezTo>
                  <a:pt x="448851" y="77242"/>
                  <a:pt x="449821" y="81231"/>
                  <a:pt x="451761" y="84491"/>
                </a:cubicBezTo>
                <a:cubicBezTo>
                  <a:pt x="453704" y="87750"/>
                  <a:pt x="456269" y="90455"/>
                  <a:pt x="459458" y="92606"/>
                </a:cubicBezTo>
                <a:cubicBezTo>
                  <a:pt x="462648" y="94756"/>
                  <a:pt x="466289" y="96490"/>
                  <a:pt x="470378" y="97808"/>
                </a:cubicBezTo>
                <a:cubicBezTo>
                  <a:pt x="474468" y="99126"/>
                  <a:pt x="478663" y="100271"/>
                  <a:pt x="482962" y="101242"/>
                </a:cubicBezTo>
                <a:cubicBezTo>
                  <a:pt x="493499" y="103462"/>
                  <a:pt x="501714" y="105681"/>
                  <a:pt x="507606" y="107901"/>
                </a:cubicBezTo>
                <a:cubicBezTo>
                  <a:pt x="513501" y="110120"/>
                  <a:pt x="516448" y="113449"/>
                  <a:pt x="516448" y="117888"/>
                </a:cubicBezTo>
                <a:cubicBezTo>
                  <a:pt x="516448" y="120523"/>
                  <a:pt x="515824" y="122707"/>
                  <a:pt x="514576" y="124442"/>
                </a:cubicBezTo>
                <a:cubicBezTo>
                  <a:pt x="513328" y="126177"/>
                  <a:pt x="511767" y="127565"/>
                  <a:pt x="509895" y="128606"/>
                </a:cubicBezTo>
                <a:cubicBezTo>
                  <a:pt x="508024" y="129645"/>
                  <a:pt x="505944" y="130408"/>
                  <a:pt x="503655" y="130894"/>
                </a:cubicBezTo>
                <a:cubicBezTo>
                  <a:pt x="501368" y="131379"/>
                  <a:pt x="499184" y="131621"/>
                  <a:pt x="497105" y="131621"/>
                </a:cubicBezTo>
                <a:cubicBezTo>
                  <a:pt x="494193" y="131621"/>
                  <a:pt x="491385" y="131275"/>
                  <a:pt x="488681" y="130583"/>
                </a:cubicBezTo>
                <a:cubicBezTo>
                  <a:pt x="485977" y="129889"/>
                  <a:pt x="483585" y="128816"/>
                  <a:pt x="481506" y="127362"/>
                </a:cubicBezTo>
                <a:cubicBezTo>
                  <a:pt x="479426" y="125906"/>
                  <a:pt x="477727" y="124036"/>
                  <a:pt x="476409" y="121751"/>
                </a:cubicBezTo>
                <a:cubicBezTo>
                  <a:pt x="475093" y="119466"/>
                  <a:pt x="474435" y="116730"/>
                  <a:pt x="474435" y="113544"/>
                </a:cubicBezTo>
                <a:close/>
                <a:moveTo>
                  <a:pt x="658508" y="41030"/>
                </a:moveTo>
                <a:lnTo>
                  <a:pt x="658508" y="8734"/>
                </a:lnTo>
                <a:lnTo>
                  <a:pt x="628973" y="8734"/>
                </a:lnTo>
                <a:lnTo>
                  <a:pt x="628973" y="41030"/>
                </a:lnTo>
                <a:lnTo>
                  <a:pt x="611086" y="41030"/>
                </a:lnTo>
                <a:lnTo>
                  <a:pt x="611086" y="60733"/>
                </a:lnTo>
                <a:lnTo>
                  <a:pt x="628973" y="60733"/>
                </a:lnTo>
                <a:lnTo>
                  <a:pt x="628973" y="124134"/>
                </a:lnTo>
                <a:cubicBezTo>
                  <a:pt x="628973" y="129540"/>
                  <a:pt x="629874" y="133906"/>
                  <a:pt x="631677" y="137232"/>
                </a:cubicBezTo>
                <a:cubicBezTo>
                  <a:pt x="633480" y="140558"/>
                  <a:pt x="635940" y="143123"/>
                  <a:pt x="639059" y="144926"/>
                </a:cubicBezTo>
                <a:cubicBezTo>
                  <a:pt x="642180" y="146726"/>
                  <a:pt x="645785" y="147937"/>
                  <a:pt x="649875" y="148559"/>
                </a:cubicBezTo>
                <a:cubicBezTo>
                  <a:pt x="653967" y="149184"/>
                  <a:pt x="658301" y="149496"/>
                  <a:pt x="662878" y="149496"/>
                </a:cubicBezTo>
                <a:cubicBezTo>
                  <a:pt x="665789" y="149496"/>
                  <a:pt x="668770" y="149428"/>
                  <a:pt x="671821" y="149293"/>
                </a:cubicBezTo>
                <a:cubicBezTo>
                  <a:pt x="674872" y="149157"/>
                  <a:pt x="677645" y="148886"/>
                  <a:pt x="680140" y="148480"/>
                </a:cubicBezTo>
                <a:lnTo>
                  <a:pt x="680140" y="125509"/>
                </a:lnTo>
                <a:cubicBezTo>
                  <a:pt x="678754" y="125786"/>
                  <a:pt x="677298" y="125994"/>
                  <a:pt x="675773" y="126134"/>
                </a:cubicBezTo>
                <a:cubicBezTo>
                  <a:pt x="674247" y="126271"/>
                  <a:pt x="672653" y="126340"/>
                  <a:pt x="670990" y="126340"/>
                </a:cubicBezTo>
                <a:cubicBezTo>
                  <a:pt x="665997" y="126340"/>
                  <a:pt x="662667" y="125510"/>
                  <a:pt x="661002" y="123849"/>
                </a:cubicBezTo>
                <a:cubicBezTo>
                  <a:pt x="659339" y="122188"/>
                  <a:pt x="658508" y="118866"/>
                  <a:pt x="658508" y="113883"/>
                </a:cubicBezTo>
                <a:lnTo>
                  <a:pt x="658508" y="60733"/>
                </a:lnTo>
                <a:lnTo>
                  <a:pt x="680140" y="60733"/>
                </a:lnTo>
                <a:lnTo>
                  <a:pt x="680140" y="41030"/>
                </a:lnTo>
                <a:lnTo>
                  <a:pt x="658508" y="41030"/>
                </a:lnTo>
                <a:close/>
                <a:moveTo>
                  <a:pt x="693037" y="74018"/>
                </a:moveTo>
                <a:cubicBezTo>
                  <a:pt x="693451" y="67084"/>
                  <a:pt x="695184" y="61330"/>
                  <a:pt x="698235" y="56756"/>
                </a:cubicBezTo>
                <a:cubicBezTo>
                  <a:pt x="701286" y="52179"/>
                  <a:pt x="705169" y="48504"/>
                  <a:pt x="709883" y="45730"/>
                </a:cubicBezTo>
                <a:cubicBezTo>
                  <a:pt x="714597" y="42957"/>
                  <a:pt x="719900" y="40980"/>
                  <a:pt x="725793" y="39802"/>
                </a:cubicBezTo>
                <a:cubicBezTo>
                  <a:pt x="731687" y="38623"/>
                  <a:pt x="737616" y="38034"/>
                  <a:pt x="743578" y="38034"/>
                </a:cubicBezTo>
                <a:cubicBezTo>
                  <a:pt x="748986" y="38034"/>
                  <a:pt x="754463" y="38416"/>
                  <a:pt x="760009" y="39180"/>
                </a:cubicBezTo>
                <a:cubicBezTo>
                  <a:pt x="765557" y="39941"/>
                  <a:pt x="770618" y="41432"/>
                  <a:pt x="775192" y="43652"/>
                </a:cubicBezTo>
                <a:cubicBezTo>
                  <a:pt x="779769" y="45869"/>
                  <a:pt x="783512" y="48954"/>
                  <a:pt x="786424" y="52906"/>
                </a:cubicBezTo>
                <a:cubicBezTo>
                  <a:pt x="789337" y="56859"/>
                  <a:pt x="790794" y="62093"/>
                  <a:pt x="790794" y="68610"/>
                </a:cubicBezTo>
                <a:lnTo>
                  <a:pt x="790794" y="124560"/>
                </a:lnTo>
                <a:cubicBezTo>
                  <a:pt x="790794" y="129413"/>
                  <a:pt x="791071" y="134059"/>
                  <a:pt x="791626" y="138496"/>
                </a:cubicBezTo>
                <a:cubicBezTo>
                  <a:pt x="792180" y="142932"/>
                  <a:pt x="793150" y="146261"/>
                  <a:pt x="794536" y="148480"/>
                </a:cubicBezTo>
                <a:lnTo>
                  <a:pt x="764585" y="148480"/>
                </a:lnTo>
                <a:cubicBezTo>
                  <a:pt x="764031" y="146817"/>
                  <a:pt x="763580" y="145119"/>
                  <a:pt x="763233" y="143386"/>
                </a:cubicBezTo>
                <a:cubicBezTo>
                  <a:pt x="762886" y="141651"/>
                  <a:pt x="762644" y="139882"/>
                  <a:pt x="762507" y="138080"/>
                </a:cubicBezTo>
                <a:cubicBezTo>
                  <a:pt x="757793" y="142933"/>
                  <a:pt x="752246" y="146331"/>
                  <a:pt x="745867" y="148274"/>
                </a:cubicBezTo>
                <a:cubicBezTo>
                  <a:pt x="739487" y="150214"/>
                  <a:pt x="732970" y="151184"/>
                  <a:pt x="726313" y="151184"/>
                </a:cubicBezTo>
                <a:cubicBezTo>
                  <a:pt x="721185" y="151184"/>
                  <a:pt x="716401" y="150560"/>
                  <a:pt x="711962" y="149312"/>
                </a:cubicBezTo>
                <a:cubicBezTo>
                  <a:pt x="707525" y="148063"/>
                  <a:pt x="703642" y="146122"/>
                  <a:pt x="700314" y="143488"/>
                </a:cubicBezTo>
                <a:cubicBezTo>
                  <a:pt x="696988" y="140854"/>
                  <a:pt x="694389" y="137526"/>
                  <a:pt x="692516" y="133506"/>
                </a:cubicBezTo>
                <a:cubicBezTo>
                  <a:pt x="690644" y="129484"/>
                  <a:pt x="689707" y="124699"/>
                  <a:pt x="689707" y="119152"/>
                </a:cubicBezTo>
                <a:cubicBezTo>
                  <a:pt x="689707" y="113052"/>
                  <a:pt x="690782" y="108026"/>
                  <a:pt x="692932" y="104073"/>
                </a:cubicBezTo>
                <a:cubicBezTo>
                  <a:pt x="695082" y="100121"/>
                  <a:pt x="697854" y="96966"/>
                  <a:pt x="701250" y="94609"/>
                </a:cubicBezTo>
                <a:cubicBezTo>
                  <a:pt x="704648" y="92252"/>
                  <a:pt x="708531" y="90484"/>
                  <a:pt x="712898" y="89306"/>
                </a:cubicBezTo>
                <a:cubicBezTo>
                  <a:pt x="717267" y="88127"/>
                  <a:pt x="721670" y="87192"/>
                  <a:pt x="726107" y="86500"/>
                </a:cubicBezTo>
                <a:cubicBezTo>
                  <a:pt x="730544" y="85806"/>
                  <a:pt x="734911" y="85251"/>
                  <a:pt x="739208" y="84834"/>
                </a:cubicBezTo>
                <a:cubicBezTo>
                  <a:pt x="743508" y="84417"/>
                  <a:pt x="747321" y="83793"/>
                  <a:pt x="750650" y="82961"/>
                </a:cubicBezTo>
                <a:cubicBezTo>
                  <a:pt x="753978" y="82130"/>
                  <a:pt x="756612" y="80918"/>
                  <a:pt x="758552" y="79324"/>
                </a:cubicBezTo>
                <a:cubicBezTo>
                  <a:pt x="760494" y="77729"/>
                  <a:pt x="761397" y="75406"/>
                  <a:pt x="761259" y="72355"/>
                </a:cubicBezTo>
                <a:cubicBezTo>
                  <a:pt x="761259" y="69164"/>
                  <a:pt x="760739" y="66634"/>
                  <a:pt x="759698" y="64763"/>
                </a:cubicBezTo>
                <a:cubicBezTo>
                  <a:pt x="758657" y="62891"/>
                  <a:pt x="757270" y="61435"/>
                  <a:pt x="755537" y="60396"/>
                </a:cubicBezTo>
                <a:cubicBezTo>
                  <a:pt x="753804" y="59355"/>
                  <a:pt x="751793" y="58661"/>
                  <a:pt x="749504" y="58314"/>
                </a:cubicBezTo>
                <a:cubicBezTo>
                  <a:pt x="747217" y="57967"/>
                  <a:pt x="744756" y="57794"/>
                  <a:pt x="742122" y="57794"/>
                </a:cubicBezTo>
                <a:cubicBezTo>
                  <a:pt x="736299" y="57794"/>
                  <a:pt x="731723" y="59042"/>
                  <a:pt x="728395" y="61539"/>
                </a:cubicBezTo>
                <a:cubicBezTo>
                  <a:pt x="725067" y="64035"/>
                  <a:pt x="723126" y="68195"/>
                  <a:pt x="722571" y="74018"/>
                </a:cubicBezTo>
                <a:lnTo>
                  <a:pt x="693037" y="74018"/>
                </a:lnTo>
                <a:moveTo>
                  <a:pt x="761259" y="95856"/>
                </a:moveTo>
                <a:cubicBezTo>
                  <a:pt x="760011" y="96967"/>
                  <a:pt x="758451" y="97835"/>
                  <a:pt x="756578" y="98459"/>
                </a:cubicBezTo>
                <a:cubicBezTo>
                  <a:pt x="754706" y="99083"/>
                  <a:pt x="752694" y="99603"/>
                  <a:pt x="750545" y="100020"/>
                </a:cubicBezTo>
                <a:cubicBezTo>
                  <a:pt x="748397" y="100435"/>
                  <a:pt x="746144" y="100781"/>
                  <a:pt x="743785" y="101058"/>
                </a:cubicBezTo>
                <a:cubicBezTo>
                  <a:pt x="741428" y="101335"/>
                  <a:pt x="739071" y="101681"/>
                  <a:pt x="736714" y="102096"/>
                </a:cubicBezTo>
                <a:cubicBezTo>
                  <a:pt x="734496" y="102513"/>
                  <a:pt x="732313" y="103068"/>
                  <a:pt x="730163" y="103762"/>
                </a:cubicBezTo>
                <a:cubicBezTo>
                  <a:pt x="728013" y="104454"/>
                  <a:pt x="726141" y="105390"/>
                  <a:pt x="724546" y="106571"/>
                </a:cubicBezTo>
                <a:cubicBezTo>
                  <a:pt x="722952" y="107749"/>
                  <a:pt x="721670" y="109240"/>
                  <a:pt x="720699" y="111043"/>
                </a:cubicBezTo>
                <a:cubicBezTo>
                  <a:pt x="719728" y="112843"/>
                  <a:pt x="719242" y="115130"/>
                  <a:pt x="719242" y="117904"/>
                </a:cubicBezTo>
                <a:cubicBezTo>
                  <a:pt x="719242" y="120539"/>
                  <a:pt x="719728" y="122757"/>
                  <a:pt x="720699" y="124560"/>
                </a:cubicBezTo>
                <a:cubicBezTo>
                  <a:pt x="721670" y="126362"/>
                  <a:pt x="722987" y="127784"/>
                  <a:pt x="724650" y="128825"/>
                </a:cubicBezTo>
                <a:cubicBezTo>
                  <a:pt x="726315" y="129864"/>
                  <a:pt x="728257" y="130592"/>
                  <a:pt x="730474" y="131009"/>
                </a:cubicBezTo>
                <a:cubicBezTo>
                  <a:pt x="732694" y="131425"/>
                  <a:pt x="734982" y="131634"/>
                  <a:pt x="737339" y="131634"/>
                </a:cubicBezTo>
                <a:cubicBezTo>
                  <a:pt x="743162" y="131634"/>
                  <a:pt x="747667" y="130664"/>
                  <a:pt x="750856" y="128724"/>
                </a:cubicBezTo>
                <a:cubicBezTo>
                  <a:pt x="754046" y="126781"/>
                  <a:pt x="756405" y="124458"/>
                  <a:pt x="757930" y="121754"/>
                </a:cubicBezTo>
                <a:cubicBezTo>
                  <a:pt x="759456" y="119050"/>
                  <a:pt x="760392" y="116311"/>
                  <a:pt x="760739" y="113537"/>
                </a:cubicBezTo>
                <a:cubicBezTo>
                  <a:pt x="761086" y="110763"/>
                  <a:pt x="761259" y="108545"/>
                  <a:pt x="761259" y="106882"/>
                </a:cubicBezTo>
                <a:lnTo>
                  <a:pt x="761259" y="95856"/>
                </a:lnTo>
                <a:close/>
                <a:moveTo>
                  <a:pt x="816377" y="0"/>
                </a:moveTo>
                <a:lnTo>
                  <a:pt x="816377" y="148480"/>
                </a:lnTo>
                <a:lnTo>
                  <a:pt x="845911" y="148480"/>
                </a:lnTo>
                <a:lnTo>
                  <a:pt x="845911" y="111458"/>
                </a:lnTo>
                <a:lnTo>
                  <a:pt x="857353" y="100433"/>
                </a:lnTo>
                <a:lnTo>
                  <a:pt x="886888" y="148480"/>
                </a:lnTo>
                <a:lnTo>
                  <a:pt x="922662" y="148480"/>
                </a:lnTo>
                <a:lnTo>
                  <a:pt x="877525" y="80480"/>
                </a:lnTo>
                <a:lnTo>
                  <a:pt x="918085" y="40967"/>
                </a:lnTo>
                <a:lnTo>
                  <a:pt x="883143" y="40967"/>
                </a:lnTo>
                <a:lnTo>
                  <a:pt x="845911" y="79648"/>
                </a:lnTo>
                <a:lnTo>
                  <a:pt x="845911" y="0"/>
                </a:lnTo>
                <a:lnTo>
                  <a:pt x="816377" y="0"/>
                </a:lnTo>
                <a:close/>
                <a:moveTo>
                  <a:pt x="1005441" y="83279"/>
                </a:moveTo>
                <a:lnTo>
                  <a:pt x="957397" y="83279"/>
                </a:lnTo>
                <a:cubicBezTo>
                  <a:pt x="957535" y="81193"/>
                  <a:pt x="957985" y="78828"/>
                  <a:pt x="958746" y="76186"/>
                </a:cubicBezTo>
                <a:cubicBezTo>
                  <a:pt x="959510" y="73541"/>
                  <a:pt x="960828" y="71037"/>
                  <a:pt x="962701" y="68673"/>
                </a:cubicBezTo>
                <a:cubicBezTo>
                  <a:pt x="964573" y="66308"/>
                  <a:pt x="967069" y="64325"/>
                  <a:pt x="970188" y="62726"/>
                </a:cubicBezTo>
                <a:cubicBezTo>
                  <a:pt x="973308" y="61126"/>
                  <a:pt x="977226" y="60326"/>
                  <a:pt x="981940" y="60326"/>
                </a:cubicBezTo>
                <a:cubicBezTo>
                  <a:pt x="989151" y="60326"/>
                  <a:pt x="994524" y="62274"/>
                  <a:pt x="998059" y="66169"/>
                </a:cubicBezTo>
                <a:cubicBezTo>
                  <a:pt x="1001595" y="70064"/>
                  <a:pt x="1004056" y="75768"/>
                  <a:pt x="1005441" y="83279"/>
                </a:cubicBezTo>
                <a:moveTo>
                  <a:pt x="957397" y="101966"/>
                </a:moveTo>
                <a:lnTo>
                  <a:pt x="1034979" y="101966"/>
                </a:lnTo>
                <a:cubicBezTo>
                  <a:pt x="1035534" y="93629"/>
                  <a:pt x="1034840" y="85640"/>
                  <a:pt x="1032897" y="77998"/>
                </a:cubicBezTo>
                <a:cubicBezTo>
                  <a:pt x="1030957" y="70355"/>
                  <a:pt x="1027803" y="63548"/>
                  <a:pt x="1023433" y="57575"/>
                </a:cubicBezTo>
                <a:cubicBezTo>
                  <a:pt x="1019066" y="51600"/>
                  <a:pt x="1013485" y="46841"/>
                  <a:pt x="1006689" y="43299"/>
                </a:cubicBezTo>
                <a:cubicBezTo>
                  <a:pt x="999895" y="39755"/>
                  <a:pt x="991922" y="37983"/>
                  <a:pt x="982771" y="37983"/>
                </a:cubicBezTo>
                <a:cubicBezTo>
                  <a:pt x="974590" y="37983"/>
                  <a:pt x="967137" y="39442"/>
                  <a:pt x="960412" y="42360"/>
                </a:cubicBezTo>
                <a:cubicBezTo>
                  <a:pt x="953688" y="45275"/>
                  <a:pt x="947900" y="49268"/>
                  <a:pt x="943046" y="54338"/>
                </a:cubicBezTo>
                <a:cubicBezTo>
                  <a:pt x="938192" y="59407"/>
                  <a:pt x="934448" y="65415"/>
                  <a:pt x="931814" y="72361"/>
                </a:cubicBezTo>
                <a:cubicBezTo>
                  <a:pt x="929180" y="79305"/>
                  <a:pt x="927863" y="86806"/>
                  <a:pt x="927863" y="94863"/>
                </a:cubicBezTo>
                <a:cubicBezTo>
                  <a:pt x="927863" y="103195"/>
                  <a:pt x="929145" y="110834"/>
                  <a:pt x="931709" y="117781"/>
                </a:cubicBezTo>
                <a:cubicBezTo>
                  <a:pt x="934276" y="124725"/>
                  <a:pt x="937916" y="130698"/>
                  <a:pt x="942630" y="135699"/>
                </a:cubicBezTo>
                <a:cubicBezTo>
                  <a:pt x="947344" y="140699"/>
                  <a:pt x="953098" y="144553"/>
                  <a:pt x="959892" y="147261"/>
                </a:cubicBezTo>
                <a:cubicBezTo>
                  <a:pt x="966686" y="149970"/>
                  <a:pt x="974312" y="151324"/>
                  <a:pt x="982771" y="151324"/>
                </a:cubicBezTo>
                <a:cubicBezTo>
                  <a:pt x="994973" y="151324"/>
                  <a:pt x="1005373" y="148553"/>
                  <a:pt x="1013969" y="143012"/>
                </a:cubicBezTo>
                <a:cubicBezTo>
                  <a:pt x="1022568" y="137470"/>
                  <a:pt x="1028947" y="128257"/>
                  <a:pt x="1033107" y="115372"/>
                </a:cubicBezTo>
                <a:lnTo>
                  <a:pt x="1007108" y="115372"/>
                </a:lnTo>
                <a:cubicBezTo>
                  <a:pt x="1006137" y="118670"/>
                  <a:pt x="1003501" y="121797"/>
                  <a:pt x="999202" y="124753"/>
                </a:cubicBezTo>
                <a:cubicBezTo>
                  <a:pt x="994905" y="127707"/>
                  <a:pt x="989775" y="129184"/>
                  <a:pt x="983812" y="129184"/>
                </a:cubicBezTo>
                <a:cubicBezTo>
                  <a:pt x="975493" y="129184"/>
                  <a:pt x="969114" y="127037"/>
                  <a:pt x="964675" y="122744"/>
                </a:cubicBezTo>
                <a:cubicBezTo>
                  <a:pt x="960238" y="118449"/>
                  <a:pt x="957812" y="111523"/>
                  <a:pt x="957397" y="101966"/>
                </a:cubicBezTo>
                <a:close/>
                <a:moveTo>
                  <a:pt x="1052450" y="40944"/>
                </a:moveTo>
                <a:lnTo>
                  <a:pt x="1052450" y="148480"/>
                </a:lnTo>
                <a:lnTo>
                  <a:pt x="1081985" y="148480"/>
                </a:lnTo>
                <a:lnTo>
                  <a:pt x="1081985" y="92121"/>
                </a:lnTo>
                <a:cubicBezTo>
                  <a:pt x="1081985" y="81167"/>
                  <a:pt x="1083787" y="73300"/>
                  <a:pt x="1087393" y="68518"/>
                </a:cubicBezTo>
                <a:cubicBezTo>
                  <a:pt x="1090998" y="63734"/>
                  <a:pt x="1096822" y="61342"/>
                  <a:pt x="1104864" y="61342"/>
                </a:cubicBezTo>
                <a:cubicBezTo>
                  <a:pt x="1111937" y="61342"/>
                  <a:pt x="1116860" y="63526"/>
                  <a:pt x="1119632" y="67893"/>
                </a:cubicBezTo>
                <a:cubicBezTo>
                  <a:pt x="1122405" y="72260"/>
                  <a:pt x="1123792" y="78880"/>
                  <a:pt x="1123792" y="87754"/>
                </a:cubicBezTo>
                <a:lnTo>
                  <a:pt x="1123792" y="148480"/>
                </a:lnTo>
                <a:lnTo>
                  <a:pt x="1153327" y="148480"/>
                </a:lnTo>
                <a:lnTo>
                  <a:pt x="1153327" y="82308"/>
                </a:lnTo>
                <a:cubicBezTo>
                  <a:pt x="1153327" y="75649"/>
                  <a:pt x="1152738" y="69580"/>
                  <a:pt x="1151559" y="64100"/>
                </a:cubicBezTo>
                <a:cubicBezTo>
                  <a:pt x="1150381" y="58620"/>
                  <a:pt x="1148335" y="53973"/>
                  <a:pt x="1145421" y="50158"/>
                </a:cubicBezTo>
                <a:cubicBezTo>
                  <a:pt x="1142510" y="46343"/>
                  <a:pt x="1138524" y="43361"/>
                  <a:pt x="1133463" y="41211"/>
                </a:cubicBezTo>
                <a:cubicBezTo>
                  <a:pt x="1128402" y="39059"/>
                  <a:pt x="1121919" y="37983"/>
                  <a:pt x="1114014" y="37983"/>
                </a:cubicBezTo>
                <a:cubicBezTo>
                  <a:pt x="1107774" y="37983"/>
                  <a:pt x="1101673" y="39408"/>
                  <a:pt x="1095711" y="42258"/>
                </a:cubicBezTo>
                <a:cubicBezTo>
                  <a:pt x="1089749" y="45108"/>
                  <a:pt x="1084896" y="49662"/>
                  <a:pt x="1081153" y="55918"/>
                </a:cubicBezTo>
                <a:lnTo>
                  <a:pt x="1080528" y="55918"/>
                </a:lnTo>
                <a:lnTo>
                  <a:pt x="1080528" y="40944"/>
                </a:lnTo>
                <a:lnTo>
                  <a:pt x="1052450" y="40944"/>
                </a:lnTo>
                <a:close/>
                <a:moveTo>
                  <a:pt x="1312442" y="94860"/>
                </a:moveTo>
                <a:cubicBezTo>
                  <a:pt x="1312442" y="99297"/>
                  <a:pt x="1311956" y="103596"/>
                  <a:pt x="1310985" y="107758"/>
                </a:cubicBezTo>
                <a:cubicBezTo>
                  <a:pt x="1310014" y="111918"/>
                  <a:pt x="1308488" y="115593"/>
                  <a:pt x="1306408" y="118783"/>
                </a:cubicBezTo>
                <a:cubicBezTo>
                  <a:pt x="1304329" y="121972"/>
                  <a:pt x="1301728" y="124503"/>
                  <a:pt x="1298607" y="126375"/>
                </a:cubicBezTo>
                <a:cubicBezTo>
                  <a:pt x="1295489" y="128248"/>
                  <a:pt x="1291711" y="129184"/>
                  <a:pt x="1287274" y="129184"/>
                </a:cubicBezTo>
                <a:cubicBezTo>
                  <a:pt x="1282975" y="129184"/>
                  <a:pt x="1279231" y="128248"/>
                  <a:pt x="1276042" y="126375"/>
                </a:cubicBezTo>
                <a:cubicBezTo>
                  <a:pt x="1272854" y="124503"/>
                  <a:pt x="1270219" y="121972"/>
                  <a:pt x="1268140" y="118783"/>
                </a:cubicBezTo>
                <a:cubicBezTo>
                  <a:pt x="1266060" y="115593"/>
                  <a:pt x="1264534" y="111918"/>
                  <a:pt x="1263563" y="107758"/>
                </a:cubicBezTo>
                <a:cubicBezTo>
                  <a:pt x="1262592" y="103596"/>
                  <a:pt x="1262106" y="99297"/>
                  <a:pt x="1262106" y="94860"/>
                </a:cubicBezTo>
                <a:cubicBezTo>
                  <a:pt x="1262106" y="90283"/>
                  <a:pt x="1262592" y="85915"/>
                  <a:pt x="1263563" y="81755"/>
                </a:cubicBezTo>
                <a:cubicBezTo>
                  <a:pt x="1264534" y="77594"/>
                  <a:pt x="1266060" y="73918"/>
                  <a:pt x="1268140" y="70730"/>
                </a:cubicBezTo>
                <a:cubicBezTo>
                  <a:pt x="1270219" y="67539"/>
                  <a:pt x="1272854" y="65008"/>
                  <a:pt x="1276042" y="63135"/>
                </a:cubicBezTo>
                <a:cubicBezTo>
                  <a:pt x="1279231" y="61263"/>
                  <a:pt x="1282975" y="60326"/>
                  <a:pt x="1287274" y="60326"/>
                </a:cubicBezTo>
                <a:cubicBezTo>
                  <a:pt x="1291711" y="60326"/>
                  <a:pt x="1295489" y="61263"/>
                  <a:pt x="1298607" y="63135"/>
                </a:cubicBezTo>
                <a:cubicBezTo>
                  <a:pt x="1301728" y="65008"/>
                  <a:pt x="1304329" y="67539"/>
                  <a:pt x="1306408" y="70730"/>
                </a:cubicBezTo>
                <a:cubicBezTo>
                  <a:pt x="1308488" y="73918"/>
                  <a:pt x="1310014" y="77594"/>
                  <a:pt x="1310985" y="81755"/>
                </a:cubicBezTo>
                <a:cubicBezTo>
                  <a:pt x="1311956" y="85915"/>
                  <a:pt x="1312442" y="90283"/>
                  <a:pt x="1312442" y="94860"/>
                </a:cubicBezTo>
                <a:moveTo>
                  <a:pt x="1233613" y="0"/>
                </a:moveTo>
                <a:lnTo>
                  <a:pt x="1233613" y="148550"/>
                </a:lnTo>
                <a:lnTo>
                  <a:pt x="1261691" y="148550"/>
                </a:lnTo>
                <a:lnTo>
                  <a:pt x="1261691" y="134824"/>
                </a:lnTo>
                <a:lnTo>
                  <a:pt x="1262106" y="134824"/>
                </a:lnTo>
                <a:cubicBezTo>
                  <a:pt x="1265295" y="140811"/>
                  <a:pt x="1270009" y="145059"/>
                  <a:pt x="1276248" y="147566"/>
                </a:cubicBezTo>
                <a:cubicBezTo>
                  <a:pt x="1282490" y="150071"/>
                  <a:pt x="1289562" y="151324"/>
                  <a:pt x="1297465" y="151324"/>
                </a:cubicBezTo>
                <a:cubicBezTo>
                  <a:pt x="1302873" y="151324"/>
                  <a:pt x="1308211" y="150213"/>
                  <a:pt x="1313480" y="147991"/>
                </a:cubicBezTo>
                <a:cubicBezTo>
                  <a:pt x="1318750" y="145768"/>
                  <a:pt x="1323500" y="142364"/>
                  <a:pt x="1327730" y="137781"/>
                </a:cubicBezTo>
                <a:cubicBezTo>
                  <a:pt x="1331959" y="133199"/>
                  <a:pt x="1335391" y="127330"/>
                  <a:pt x="1338025" y="120177"/>
                </a:cubicBezTo>
                <a:cubicBezTo>
                  <a:pt x="1340659" y="113023"/>
                  <a:pt x="1341977" y="104515"/>
                  <a:pt x="1341977" y="94654"/>
                </a:cubicBezTo>
                <a:cubicBezTo>
                  <a:pt x="1341977" y="84792"/>
                  <a:pt x="1340659" y="76284"/>
                  <a:pt x="1338025" y="69130"/>
                </a:cubicBezTo>
                <a:cubicBezTo>
                  <a:pt x="1335391" y="61977"/>
                  <a:pt x="1331959" y="56108"/>
                  <a:pt x="1327730" y="51526"/>
                </a:cubicBezTo>
                <a:cubicBezTo>
                  <a:pt x="1323500" y="46943"/>
                  <a:pt x="1318750" y="43540"/>
                  <a:pt x="1313480" y="41319"/>
                </a:cubicBezTo>
                <a:cubicBezTo>
                  <a:pt x="1308211" y="39095"/>
                  <a:pt x="1302873" y="37983"/>
                  <a:pt x="1297465" y="37983"/>
                </a:cubicBezTo>
                <a:cubicBezTo>
                  <a:pt x="1290811" y="37983"/>
                  <a:pt x="1284398" y="39271"/>
                  <a:pt x="1278226" y="41846"/>
                </a:cubicBezTo>
                <a:cubicBezTo>
                  <a:pt x="1272056" y="44421"/>
                  <a:pt x="1267168" y="48493"/>
                  <a:pt x="1263563" y="54061"/>
                </a:cubicBezTo>
                <a:lnTo>
                  <a:pt x="1263147" y="54061"/>
                </a:lnTo>
                <a:lnTo>
                  <a:pt x="1263147" y="0"/>
                </a:lnTo>
                <a:lnTo>
                  <a:pt x="1233613" y="0"/>
                </a:lnTo>
                <a:close/>
                <a:moveTo>
                  <a:pt x="1413736" y="161746"/>
                </a:moveTo>
                <a:lnTo>
                  <a:pt x="1458660" y="41030"/>
                </a:lnTo>
                <a:lnTo>
                  <a:pt x="1428088" y="41030"/>
                </a:lnTo>
                <a:lnTo>
                  <a:pt x="1404583" y="114581"/>
                </a:lnTo>
                <a:lnTo>
                  <a:pt x="1404167" y="114581"/>
                </a:lnTo>
                <a:lnTo>
                  <a:pt x="1379831" y="41030"/>
                </a:lnTo>
                <a:lnTo>
                  <a:pt x="1348424" y="41030"/>
                </a:lnTo>
                <a:lnTo>
                  <a:pt x="1386071" y="141818"/>
                </a:lnTo>
                <a:cubicBezTo>
                  <a:pt x="1386904" y="143896"/>
                  <a:pt x="1387321" y="146112"/>
                  <a:pt x="1387321" y="148467"/>
                </a:cubicBezTo>
                <a:cubicBezTo>
                  <a:pt x="1387321" y="151654"/>
                  <a:pt x="1386385" y="154563"/>
                  <a:pt x="1384512" y="157195"/>
                </a:cubicBezTo>
                <a:cubicBezTo>
                  <a:pt x="1382640" y="159827"/>
                  <a:pt x="1379762" y="161352"/>
                  <a:pt x="1375880" y="161769"/>
                </a:cubicBezTo>
                <a:cubicBezTo>
                  <a:pt x="1372968" y="161906"/>
                  <a:pt x="1370056" y="161836"/>
                  <a:pt x="1367143" y="161559"/>
                </a:cubicBezTo>
                <a:cubicBezTo>
                  <a:pt x="1364231" y="161282"/>
                  <a:pt x="1361390" y="161005"/>
                  <a:pt x="1358618" y="160728"/>
                </a:cubicBezTo>
                <a:lnTo>
                  <a:pt x="1358618" y="185042"/>
                </a:lnTo>
                <a:cubicBezTo>
                  <a:pt x="1361667" y="185312"/>
                  <a:pt x="1364682" y="185549"/>
                  <a:pt x="1367663" y="185752"/>
                </a:cubicBezTo>
                <a:cubicBezTo>
                  <a:pt x="1370644" y="185956"/>
                  <a:pt x="1373660" y="186057"/>
                  <a:pt x="1376711" y="186057"/>
                </a:cubicBezTo>
                <a:cubicBezTo>
                  <a:pt x="1386833" y="186057"/>
                  <a:pt x="1394737" y="184187"/>
                  <a:pt x="1400422" y="180446"/>
                </a:cubicBezTo>
                <a:cubicBezTo>
                  <a:pt x="1406108" y="176707"/>
                  <a:pt x="1410545" y="170474"/>
                  <a:pt x="1413736" y="161746"/>
                </a:cubicBezTo>
                <a:close/>
                <a:moveTo>
                  <a:pt x="1580755" y="129184"/>
                </a:moveTo>
                <a:cubicBezTo>
                  <a:pt x="1576039" y="129184"/>
                  <a:pt x="1572016" y="128214"/>
                  <a:pt x="1568688" y="126273"/>
                </a:cubicBezTo>
                <a:cubicBezTo>
                  <a:pt x="1565362" y="124331"/>
                  <a:pt x="1562693" y="121800"/>
                  <a:pt x="1560681" y="118679"/>
                </a:cubicBezTo>
                <a:cubicBezTo>
                  <a:pt x="1558671" y="115558"/>
                  <a:pt x="1557215" y="111918"/>
                  <a:pt x="1556314" y="107758"/>
                </a:cubicBezTo>
                <a:cubicBezTo>
                  <a:pt x="1555412" y="103596"/>
                  <a:pt x="1554962" y="99365"/>
                  <a:pt x="1554962" y="95066"/>
                </a:cubicBezTo>
                <a:cubicBezTo>
                  <a:pt x="1554962" y="90629"/>
                  <a:pt x="1555378" y="86331"/>
                  <a:pt x="1556209" y="82171"/>
                </a:cubicBezTo>
                <a:cubicBezTo>
                  <a:pt x="1557041" y="78009"/>
                  <a:pt x="1558461" y="74334"/>
                  <a:pt x="1560471" y="71146"/>
                </a:cubicBezTo>
                <a:cubicBezTo>
                  <a:pt x="1562484" y="67955"/>
                  <a:pt x="1565119" y="65355"/>
                  <a:pt x="1568377" y="63345"/>
                </a:cubicBezTo>
                <a:cubicBezTo>
                  <a:pt x="1571636" y="61332"/>
                  <a:pt x="1575692" y="60326"/>
                  <a:pt x="1580545" y="60326"/>
                </a:cubicBezTo>
                <a:cubicBezTo>
                  <a:pt x="1585261" y="60326"/>
                  <a:pt x="1589249" y="61332"/>
                  <a:pt x="1592507" y="63345"/>
                </a:cubicBezTo>
                <a:cubicBezTo>
                  <a:pt x="1595765" y="65355"/>
                  <a:pt x="1598435" y="67990"/>
                  <a:pt x="1600514" y="71250"/>
                </a:cubicBezTo>
                <a:cubicBezTo>
                  <a:pt x="1602594" y="74509"/>
                  <a:pt x="1604085" y="78218"/>
                  <a:pt x="1604986" y="82378"/>
                </a:cubicBezTo>
                <a:cubicBezTo>
                  <a:pt x="1605888" y="86537"/>
                  <a:pt x="1606338" y="90767"/>
                  <a:pt x="1606338" y="95066"/>
                </a:cubicBezTo>
                <a:cubicBezTo>
                  <a:pt x="1606338" y="99365"/>
                  <a:pt x="1605922" y="103596"/>
                  <a:pt x="1605091" y="107758"/>
                </a:cubicBezTo>
                <a:cubicBezTo>
                  <a:pt x="1604259" y="111918"/>
                  <a:pt x="1602838" y="115558"/>
                  <a:pt x="1600825" y="118679"/>
                </a:cubicBezTo>
                <a:cubicBezTo>
                  <a:pt x="1598815" y="121800"/>
                  <a:pt x="1596181" y="124331"/>
                  <a:pt x="1592923" y="126273"/>
                </a:cubicBezTo>
                <a:cubicBezTo>
                  <a:pt x="1589664" y="128214"/>
                  <a:pt x="1585608" y="129184"/>
                  <a:pt x="1580755" y="129184"/>
                </a:cubicBezTo>
                <a:moveTo>
                  <a:pt x="1526468" y="40963"/>
                </a:moveTo>
                <a:lnTo>
                  <a:pt x="1526468" y="186057"/>
                </a:lnTo>
                <a:lnTo>
                  <a:pt x="1556003" y="186057"/>
                </a:lnTo>
                <a:lnTo>
                  <a:pt x="1556003" y="135242"/>
                </a:lnTo>
                <a:lnTo>
                  <a:pt x="1556419" y="135242"/>
                </a:lnTo>
                <a:cubicBezTo>
                  <a:pt x="1560024" y="140534"/>
                  <a:pt x="1564634" y="144537"/>
                  <a:pt x="1570250" y="147252"/>
                </a:cubicBezTo>
                <a:cubicBezTo>
                  <a:pt x="1575865" y="149966"/>
                  <a:pt x="1582001" y="151324"/>
                  <a:pt x="1588657" y="151324"/>
                </a:cubicBezTo>
                <a:cubicBezTo>
                  <a:pt x="1596562" y="151324"/>
                  <a:pt x="1603461" y="149796"/>
                  <a:pt x="1609353" y="146741"/>
                </a:cubicBezTo>
                <a:cubicBezTo>
                  <a:pt x="1615246" y="143686"/>
                  <a:pt x="1620168" y="139588"/>
                  <a:pt x="1624121" y="134449"/>
                </a:cubicBezTo>
                <a:cubicBezTo>
                  <a:pt x="1628073" y="129310"/>
                  <a:pt x="1631019" y="123407"/>
                  <a:pt x="1632960" y="116740"/>
                </a:cubicBezTo>
                <a:cubicBezTo>
                  <a:pt x="1634902" y="110073"/>
                  <a:pt x="1635873" y="103127"/>
                  <a:pt x="1635873" y="95904"/>
                </a:cubicBezTo>
                <a:cubicBezTo>
                  <a:pt x="1635873" y="88264"/>
                  <a:pt x="1634902" y="80937"/>
                  <a:pt x="1632960" y="73923"/>
                </a:cubicBezTo>
                <a:cubicBezTo>
                  <a:pt x="1631019" y="66909"/>
                  <a:pt x="1628038" y="60763"/>
                  <a:pt x="1624016" y="55486"/>
                </a:cubicBezTo>
                <a:cubicBezTo>
                  <a:pt x="1619996" y="50207"/>
                  <a:pt x="1614935" y="45971"/>
                  <a:pt x="1608833" y="42776"/>
                </a:cubicBezTo>
                <a:cubicBezTo>
                  <a:pt x="1602733" y="39581"/>
                  <a:pt x="1595453" y="37983"/>
                  <a:pt x="1586994" y="37983"/>
                </a:cubicBezTo>
                <a:cubicBezTo>
                  <a:pt x="1580338" y="37983"/>
                  <a:pt x="1574236" y="39306"/>
                  <a:pt x="1568688" y="41950"/>
                </a:cubicBezTo>
                <a:cubicBezTo>
                  <a:pt x="1563143" y="44595"/>
                  <a:pt x="1558567" y="48842"/>
                  <a:pt x="1554962" y="54690"/>
                </a:cubicBezTo>
                <a:lnTo>
                  <a:pt x="1554546" y="54690"/>
                </a:lnTo>
                <a:lnTo>
                  <a:pt x="1554546" y="40963"/>
                </a:lnTo>
                <a:lnTo>
                  <a:pt x="1526468" y="40963"/>
                </a:lnTo>
                <a:close/>
                <a:moveTo>
                  <a:pt x="1653552" y="40868"/>
                </a:moveTo>
                <a:lnTo>
                  <a:pt x="1653552" y="148480"/>
                </a:lnTo>
                <a:lnTo>
                  <a:pt x="1683087" y="148480"/>
                </a:lnTo>
                <a:lnTo>
                  <a:pt x="1683087" y="99966"/>
                </a:lnTo>
                <a:cubicBezTo>
                  <a:pt x="1683087" y="95108"/>
                  <a:pt x="1683573" y="90597"/>
                  <a:pt x="1684544" y="86434"/>
                </a:cubicBezTo>
                <a:cubicBezTo>
                  <a:pt x="1685515" y="82270"/>
                  <a:pt x="1687144" y="78626"/>
                  <a:pt x="1689432" y="75503"/>
                </a:cubicBezTo>
                <a:cubicBezTo>
                  <a:pt x="1691719" y="72380"/>
                  <a:pt x="1694734" y="69916"/>
                  <a:pt x="1698477" y="68112"/>
                </a:cubicBezTo>
                <a:cubicBezTo>
                  <a:pt x="1702222" y="66307"/>
                  <a:pt x="1706798" y="65404"/>
                  <a:pt x="1712206" y="65404"/>
                </a:cubicBezTo>
                <a:cubicBezTo>
                  <a:pt x="1714009" y="65404"/>
                  <a:pt x="1715880" y="65509"/>
                  <a:pt x="1717821" y="65719"/>
                </a:cubicBezTo>
                <a:cubicBezTo>
                  <a:pt x="1719763" y="65926"/>
                  <a:pt x="1721427" y="66168"/>
                  <a:pt x="1722813" y="66445"/>
                </a:cubicBezTo>
                <a:lnTo>
                  <a:pt x="1722813" y="39021"/>
                </a:lnTo>
                <a:cubicBezTo>
                  <a:pt x="1720456" y="38329"/>
                  <a:pt x="1718307" y="37983"/>
                  <a:pt x="1716367" y="37983"/>
                </a:cubicBezTo>
                <a:cubicBezTo>
                  <a:pt x="1712622" y="37983"/>
                  <a:pt x="1709017" y="38538"/>
                  <a:pt x="1705551" y="39646"/>
                </a:cubicBezTo>
                <a:cubicBezTo>
                  <a:pt x="1702085" y="40753"/>
                  <a:pt x="1698827" y="42310"/>
                  <a:pt x="1695776" y="44318"/>
                </a:cubicBezTo>
                <a:cubicBezTo>
                  <a:pt x="1692725" y="46326"/>
                  <a:pt x="1690021" y="48750"/>
                  <a:pt x="1687664" y="51589"/>
                </a:cubicBezTo>
                <a:cubicBezTo>
                  <a:pt x="1685307" y="54429"/>
                  <a:pt x="1683434" y="57510"/>
                  <a:pt x="1682046" y="60834"/>
                </a:cubicBezTo>
                <a:lnTo>
                  <a:pt x="1681630" y="60834"/>
                </a:lnTo>
                <a:lnTo>
                  <a:pt x="1681630" y="40868"/>
                </a:lnTo>
                <a:lnTo>
                  <a:pt x="1653552" y="40868"/>
                </a:lnTo>
                <a:close/>
                <a:moveTo>
                  <a:pt x="1764829" y="24374"/>
                </a:moveTo>
                <a:lnTo>
                  <a:pt x="1764829" y="0"/>
                </a:lnTo>
                <a:lnTo>
                  <a:pt x="1735294" y="0"/>
                </a:lnTo>
                <a:lnTo>
                  <a:pt x="1735294" y="24374"/>
                </a:lnTo>
                <a:lnTo>
                  <a:pt x="1764829" y="24374"/>
                </a:lnTo>
                <a:moveTo>
                  <a:pt x="1735294" y="40948"/>
                </a:moveTo>
                <a:lnTo>
                  <a:pt x="1735294" y="148480"/>
                </a:lnTo>
                <a:lnTo>
                  <a:pt x="1764829" y="148480"/>
                </a:lnTo>
                <a:lnTo>
                  <a:pt x="1764829" y="40948"/>
                </a:lnTo>
                <a:lnTo>
                  <a:pt x="1735294" y="40948"/>
                </a:lnTo>
                <a:close/>
                <a:moveTo>
                  <a:pt x="1814330" y="94860"/>
                </a:moveTo>
                <a:cubicBezTo>
                  <a:pt x="1814330" y="90560"/>
                  <a:pt x="1814746" y="86331"/>
                  <a:pt x="1815577" y="82171"/>
                </a:cubicBezTo>
                <a:cubicBezTo>
                  <a:pt x="1816409" y="78009"/>
                  <a:pt x="1817829" y="74334"/>
                  <a:pt x="1819840" y="71146"/>
                </a:cubicBezTo>
                <a:cubicBezTo>
                  <a:pt x="1821852" y="67955"/>
                  <a:pt x="1824522" y="65355"/>
                  <a:pt x="1827850" y="63345"/>
                </a:cubicBezTo>
                <a:cubicBezTo>
                  <a:pt x="1831178" y="61332"/>
                  <a:pt x="1835338" y="60326"/>
                  <a:pt x="1840329" y="60326"/>
                </a:cubicBezTo>
                <a:cubicBezTo>
                  <a:pt x="1845323" y="60326"/>
                  <a:pt x="1849517" y="61332"/>
                  <a:pt x="1852913" y="63345"/>
                </a:cubicBezTo>
                <a:cubicBezTo>
                  <a:pt x="1856311" y="65355"/>
                  <a:pt x="1859015" y="67955"/>
                  <a:pt x="1861025" y="71146"/>
                </a:cubicBezTo>
                <a:cubicBezTo>
                  <a:pt x="1863037" y="74334"/>
                  <a:pt x="1864459" y="78009"/>
                  <a:pt x="1865291" y="82171"/>
                </a:cubicBezTo>
                <a:cubicBezTo>
                  <a:pt x="1866122" y="86331"/>
                  <a:pt x="1866538" y="90560"/>
                  <a:pt x="1866538" y="94860"/>
                </a:cubicBezTo>
                <a:cubicBezTo>
                  <a:pt x="1866538" y="99159"/>
                  <a:pt x="1866122" y="103355"/>
                  <a:pt x="1865291" y="107447"/>
                </a:cubicBezTo>
                <a:cubicBezTo>
                  <a:pt x="1864459" y="111537"/>
                  <a:pt x="1863037" y="115212"/>
                  <a:pt x="1861025" y="118472"/>
                </a:cubicBezTo>
                <a:cubicBezTo>
                  <a:pt x="1859015" y="121731"/>
                  <a:pt x="1856311" y="124331"/>
                  <a:pt x="1852913" y="126273"/>
                </a:cubicBezTo>
                <a:cubicBezTo>
                  <a:pt x="1849517" y="128214"/>
                  <a:pt x="1845323" y="129184"/>
                  <a:pt x="1840329" y="129184"/>
                </a:cubicBezTo>
                <a:cubicBezTo>
                  <a:pt x="1835338" y="129184"/>
                  <a:pt x="1831178" y="128214"/>
                  <a:pt x="1827850" y="126273"/>
                </a:cubicBezTo>
                <a:cubicBezTo>
                  <a:pt x="1824522" y="124331"/>
                  <a:pt x="1821852" y="121731"/>
                  <a:pt x="1819840" y="118472"/>
                </a:cubicBezTo>
                <a:cubicBezTo>
                  <a:pt x="1817829" y="115212"/>
                  <a:pt x="1816409" y="111537"/>
                  <a:pt x="1815577" y="107447"/>
                </a:cubicBezTo>
                <a:cubicBezTo>
                  <a:pt x="1814746" y="103355"/>
                  <a:pt x="1814330" y="99159"/>
                  <a:pt x="1814330" y="94860"/>
                </a:cubicBezTo>
                <a:moveTo>
                  <a:pt x="1784795" y="94863"/>
                </a:moveTo>
                <a:cubicBezTo>
                  <a:pt x="1784795" y="103474"/>
                  <a:pt x="1786112" y="111252"/>
                  <a:pt x="1788746" y="118196"/>
                </a:cubicBezTo>
                <a:cubicBezTo>
                  <a:pt x="1791381" y="125140"/>
                  <a:pt x="1795125" y="131078"/>
                  <a:pt x="1799978" y="136010"/>
                </a:cubicBezTo>
                <a:cubicBezTo>
                  <a:pt x="1804832" y="140940"/>
                  <a:pt x="1810656" y="144726"/>
                  <a:pt x="1817450" y="147366"/>
                </a:cubicBezTo>
                <a:cubicBezTo>
                  <a:pt x="1824246" y="150005"/>
                  <a:pt x="1831872" y="151324"/>
                  <a:pt x="1840329" y="151324"/>
                </a:cubicBezTo>
                <a:cubicBezTo>
                  <a:pt x="1848788" y="151324"/>
                  <a:pt x="1856450" y="150005"/>
                  <a:pt x="1863313" y="147366"/>
                </a:cubicBezTo>
                <a:cubicBezTo>
                  <a:pt x="1870177" y="144726"/>
                  <a:pt x="1876036" y="140940"/>
                  <a:pt x="1880890" y="136010"/>
                </a:cubicBezTo>
                <a:cubicBezTo>
                  <a:pt x="1885743" y="131078"/>
                  <a:pt x="1889487" y="125140"/>
                  <a:pt x="1892121" y="118196"/>
                </a:cubicBezTo>
                <a:cubicBezTo>
                  <a:pt x="1894756" y="111252"/>
                  <a:pt x="1896073" y="103474"/>
                  <a:pt x="1896073" y="94863"/>
                </a:cubicBezTo>
                <a:cubicBezTo>
                  <a:pt x="1896073" y="86252"/>
                  <a:pt x="1894756" y="78439"/>
                  <a:pt x="1892121" y="71425"/>
                </a:cubicBezTo>
                <a:cubicBezTo>
                  <a:pt x="1889487" y="64409"/>
                  <a:pt x="1885743" y="58436"/>
                  <a:pt x="1880890" y="53506"/>
                </a:cubicBezTo>
                <a:cubicBezTo>
                  <a:pt x="1876036" y="48574"/>
                  <a:pt x="1870177" y="44754"/>
                  <a:pt x="1863313" y="42046"/>
                </a:cubicBezTo>
                <a:cubicBezTo>
                  <a:pt x="1856450" y="39337"/>
                  <a:pt x="1848788" y="37983"/>
                  <a:pt x="1840329" y="37983"/>
                </a:cubicBezTo>
                <a:cubicBezTo>
                  <a:pt x="1831872" y="37983"/>
                  <a:pt x="1824246" y="39337"/>
                  <a:pt x="1817450" y="42046"/>
                </a:cubicBezTo>
                <a:cubicBezTo>
                  <a:pt x="1810656" y="44754"/>
                  <a:pt x="1804832" y="48574"/>
                  <a:pt x="1799978" y="53506"/>
                </a:cubicBezTo>
                <a:cubicBezTo>
                  <a:pt x="1795125" y="58436"/>
                  <a:pt x="1791381" y="64409"/>
                  <a:pt x="1788746" y="71425"/>
                </a:cubicBezTo>
                <a:cubicBezTo>
                  <a:pt x="1786112" y="78439"/>
                  <a:pt x="1784795" y="86252"/>
                  <a:pt x="1784795" y="94863"/>
                </a:cubicBezTo>
                <a:close/>
                <a:moveTo>
                  <a:pt x="1915209" y="40868"/>
                </a:moveTo>
                <a:lnTo>
                  <a:pt x="1915209" y="148480"/>
                </a:lnTo>
                <a:lnTo>
                  <a:pt x="1944744" y="148480"/>
                </a:lnTo>
                <a:lnTo>
                  <a:pt x="1944744" y="99966"/>
                </a:lnTo>
                <a:cubicBezTo>
                  <a:pt x="1944744" y="95108"/>
                  <a:pt x="1945229" y="90597"/>
                  <a:pt x="1946200" y="86434"/>
                </a:cubicBezTo>
                <a:cubicBezTo>
                  <a:pt x="1947172" y="82270"/>
                  <a:pt x="1948801" y="78626"/>
                  <a:pt x="1951088" y="75503"/>
                </a:cubicBezTo>
                <a:cubicBezTo>
                  <a:pt x="1953375" y="72380"/>
                  <a:pt x="1956390" y="69916"/>
                  <a:pt x="1960133" y="68112"/>
                </a:cubicBezTo>
                <a:cubicBezTo>
                  <a:pt x="1963878" y="66307"/>
                  <a:pt x="1968455" y="65404"/>
                  <a:pt x="1973863" y="65404"/>
                </a:cubicBezTo>
                <a:cubicBezTo>
                  <a:pt x="1975665" y="65404"/>
                  <a:pt x="1977537" y="65509"/>
                  <a:pt x="1979477" y="65719"/>
                </a:cubicBezTo>
                <a:cubicBezTo>
                  <a:pt x="1981419" y="65926"/>
                  <a:pt x="1983083" y="66168"/>
                  <a:pt x="1984469" y="66445"/>
                </a:cubicBezTo>
                <a:lnTo>
                  <a:pt x="1984469" y="39021"/>
                </a:lnTo>
                <a:cubicBezTo>
                  <a:pt x="1982112" y="38329"/>
                  <a:pt x="1979964" y="37983"/>
                  <a:pt x="1978023" y="37983"/>
                </a:cubicBezTo>
                <a:cubicBezTo>
                  <a:pt x="1974278" y="37983"/>
                  <a:pt x="1970673" y="38538"/>
                  <a:pt x="1967207" y="39646"/>
                </a:cubicBezTo>
                <a:cubicBezTo>
                  <a:pt x="1963742" y="40753"/>
                  <a:pt x="1960483" y="42310"/>
                  <a:pt x="1957432" y="44318"/>
                </a:cubicBezTo>
                <a:cubicBezTo>
                  <a:pt x="1954381" y="46326"/>
                  <a:pt x="1951677" y="48750"/>
                  <a:pt x="1949320" y="51589"/>
                </a:cubicBezTo>
                <a:cubicBezTo>
                  <a:pt x="1946963" y="54429"/>
                  <a:pt x="1945091" y="57510"/>
                  <a:pt x="1943703" y="60834"/>
                </a:cubicBezTo>
                <a:lnTo>
                  <a:pt x="1943287" y="60834"/>
                </a:lnTo>
                <a:lnTo>
                  <a:pt x="1943287" y="40868"/>
                </a:lnTo>
                <a:lnTo>
                  <a:pt x="1915209" y="40868"/>
                </a:lnTo>
                <a:close/>
                <a:moveTo>
                  <a:pt x="2176866" y="148480"/>
                </a:moveTo>
                <a:lnTo>
                  <a:pt x="2210768" y="41030"/>
                </a:lnTo>
                <a:lnTo>
                  <a:pt x="2180402" y="41030"/>
                </a:lnTo>
                <a:lnTo>
                  <a:pt x="2160642" y="113772"/>
                </a:lnTo>
                <a:lnTo>
                  <a:pt x="2160226" y="113772"/>
                </a:lnTo>
                <a:lnTo>
                  <a:pt x="2141923" y="41030"/>
                </a:lnTo>
                <a:lnTo>
                  <a:pt x="2113220" y="41030"/>
                </a:lnTo>
                <a:lnTo>
                  <a:pt x="2095333" y="113978"/>
                </a:lnTo>
                <a:lnTo>
                  <a:pt x="2094917" y="113978"/>
                </a:lnTo>
                <a:lnTo>
                  <a:pt x="2075157" y="41030"/>
                </a:lnTo>
                <a:lnTo>
                  <a:pt x="2043956" y="41030"/>
                </a:lnTo>
                <a:lnTo>
                  <a:pt x="2078068" y="148480"/>
                </a:lnTo>
                <a:lnTo>
                  <a:pt x="2108644" y="148480"/>
                </a:lnTo>
                <a:lnTo>
                  <a:pt x="2126946" y="76363"/>
                </a:lnTo>
                <a:lnTo>
                  <a:pt x="2127362" y="76363"/>
                </a:lnTo>
                <a:lnTo>
                  <a:pt x="2146497" y="148480"/>
                </a:lnTo>
                <a:lnTo>
                  <a:pt x="2176866" y="148480"/>
                </a:lnTo>
                <a:close/>
                <a:moveTo>
                  <a:pt x="2249454" y="94860"/>
                </a:moveTo>
                <a:cubicBezTo>
                  <a:pt x="2249454" y="90560"/>
                  <a:pt x="2249869" y="86331"/>
                  <a:pt x="2250701" y="82171"/>
                </a:cubicBezTo>
                <a:cubicBezTo>
                  <a:pt x="2251533" y="78009"/>
                  <a:pt x="2252953" y="74334"/>
                  <a:pt x="2254963" y="71146"/>
                </a:cubicBezTo>
                <a:cubicBezTo>
                  <a:pt x="2256975" y="67955"/>
                  <a:pt x="2259646" y="65355"/>
                  <a:pt x="2262974" y="63345"/>
                </a:cubicBezTo>
                <a:cubicBezTo>
                  <a:pt x="2266302" y="61332"/>
                  <a:pt x="2270462" y="60326"/>
                  <a:pt x="2275453" y="60326"/>
                </a:cubicBezTo>
                <a:cubicBezTo>
                  <a:pt x="2280446" y="60326"/>
                  <a:pt x="2284641" y="61332"/>
                  <a:pt x="2288037" y="63345"/>
                </a:cubicBezTo>
                <a:cubicBezTo>
                  <a:pt x="2291435" y="65355"/>
                  <a:pt x="2294139" y="67955"/>
                  <a:pt x="2296149" y="71146"/>
                </a:cubicBezTo>
                <a:cubicBezTo>
                  <a:pt x="2298161" y="74334"/>
                  <a:pt x="2299583" y="78009"/>
                  <a:pt x="2300414" y="82171"/>
                </a:cubicBezTo>
                <a:cubicBezTo>
                  <a:pt x="2301246" y="86331"/>
                  <a:pt x="2301662" y="90560"/>
                  <a:pt x="2301662" y="94860"/>
                </a:cubicBezTo>
                <a:cubicBezTo>
                  <a:pt x="2301662" y="99159"/>
                  <a:pt x="2301246" y="103355"/>
                  <a:pt x="2300414" y="107447"/>
                </a:cubicBezTo>
                <a:cubicBezTo>
                  <a:pt x="2299583" y="111537"/>
                  <a:pt x="2298161" y="115212"/>
                  <a:pt x="2296149" y="118472"/>
                </a:cubicBezTo>
                <a:cubicBezTo>
                  <a:pt x="2294139" y="121731"/>
                  <a:pt x="2291435" y="124331"/>
                  <a:pt x="2288037" y="126273"/>
                </a:cubicBezTo>
                <a:cubicBezTo>
                  <a:pt x="2284641" y="128214"/>
                  <a:pt x="2280446" y="129184"/>
                  <a:pt x="2275453" y="129184"/>
                </a:cubicBezTo>
                <a:cubicBezTo>
                  <a:pt x="2270462" y="129184"/>
                  <a:pt x="2266302" y="128214"/>
                  <a:pt x="2262974" y="126273"/>
                </a:cubicBezTo>
                <a:cubicBezTo>
                  <a:pt x="2259646" y="124331"/>
                  <a:pt x="2256975" y="121731"/>
                  <a:pt x="2254963" y="118472"/>
                </a:cubicBezTo>
                <a:cubicBezTo>
                  <a:pt x="2252953" y="115212"/>
                  <a:pt x="2251533" y="111537"/>
                  <a:pt x="2250701" y="107447"/>
                </a:cubicBezTo>
                <a:cubicBezTo>
                  <a:pt x="2249869" y="103355"/>
                  <a:pt x="2249454" y="99159"/>
                  <a:pt x="2249454" y="94860"/>
                </a:cubicBezTo>
                <a:moveTo>
                  <a:pt x="2219919" y="94863"/>
                </a:moveTo>
                <a:cubicBezTo>
                  <a:pt x="2219919" y="103474"/>
                  <a:pt x="2221236" y="111252"/>
                  <a:pt x="2223870" y="118196"/>
                </a:cubicBezTo>
                <a:cubicBezTo>
                  <a:pt x="2226504" y="125140"/>
                  <a:pt x="2230248" y="131078"/>
                  <a:pt x="2235102" y="136010"/>
                </a:cubicBezTo>
                <a:cubicBezTo>
                  <a:pt x="2239956" y="140940"/>
                  <a:pt x="2245780" y="144726"/>
                  <a:pt x="2252574" y="147366"/>
                </a:cubicBezTo>
                <a:cubicBezTo>
                  <a:pt x="2259370" y="150005"/>
                  <a:pt x="2266996" y="151324"/>
                  <a:pt x="2275453" y="151324"/>
                </a:cubicBezTo>
                <a:cubicBezTo>
                  <a:pt x="2283912" y="151324"/>
                  <a:pt x="2291573" y="150005"/>
                  <a:pt x="2298437" y="147366"/>
                </a:cubicBezTo>
                <a:cubicBezTo>
                  <a:pt x="2305301" y="144726"/>
                  <a:pt x="2311160" y="140940"/>
                  <a:pt x="2316013" y="136010"/>
                </a:cubicBezTo>
                <a:cubicBezTo>
                  <a:pt x="2320867" y="131078"/>
                  <a:pt x="2324611" y="125140"/>
                  <a:pt x="2327245" y="118196"/>
                </a:cubicBezTo>
                <a:cubicBezTo>
                  <a:pt x="2329879" y="111252"/>
                  <a:pt x="2331196" y="103474"/>
                  <a:pt x="2331196" y="94863"/>
                </a:cubicBezTo>
                <a:cubicBezTo>
                  <a:pt x="2331196" y="86252"/>
                  <a:pt x="2329879" y="78439"/>
                  <a:pt x="2327245" y="71425"/>
                </a:cubicBezTo>
                <a:cubicBezTo>
                  <a:pt x="2324611" y="64409"/>
                  <a:pt x="2320867" y="58436"/>
                  <a:pt x="2316013" y="53506"/>
                </a:cubicBezTo>
                <a:cubicBezTo>
                  <a:pt x="2311160" y="48574"/>
                  <a:pt x="2305301" y="44754"/>
                  <a:pt x="2298437" y="42046"/>
                </a:cubicBezTo>
                <a:cubicBezTo>
                  <a:pt x="2291573" y="39337"/>
                  <a:pt x="2283912" y="37983"/>
                  <a:pt x="2275453" y="37983"/>
                </a:cubicBezTo>
                <a:cubicBezTo>
                  <a:pt x="2266996" y="37983"/>
                  <a:pt x="2259370" y="39337"/>
                  <a:pt x="2252574" y="42046"/>
                </a:cubicBezTo>
                <a:cubicBezTo>
                  <a:pt x="2245780" y="44754"/>
                  <a:pt x="2239956" y="48574"/>
                  <a:pt x="2235102" y="53506"/>
                </a:cubicBezTo>
                <a:cubicBezTo>
                  <a:pt x="2230248" y="58436"/>
                  <a:pt x="2226504" y="64409"/>
                  <a:pt x="2223870" y="71425"/>
                </a:cubicBezTo>
                <a:cubicBezTo>
                  <a:pt x="2221236" y="78439"/>
                  <a:pt x="2219919" y="86252"/>
                  <a:pt x="2219919" y="94863"/>
                </a:cubicBezTo>
                <a:close/>
                <a:moveTo>
                  <a:pt x="2350332" y="40868"/>
                </a:moveTo>
                <a:lnTo>
                  <a:pt x="2350332" y="148480"/>
                </a:lnTo>
                <a:lnTo>
                  <a:pt x="2379867" y="148480"/>
                </a:lnTo>
                <a:lnTo>
                  <a:pt x="2379867" y="99966"/>
                </a:lnTo>
                <a:cubicBezTo>
                  <a:pt x="2379867" y="95108"/>
                  <a:pt x="2380353" y="90597"/>
                  <a:pt x="2381324" y="86434"/>
                </a:cubicBezTo>
                <a:cubicBezTo>
                  <a:pt x="2382295" y="82270"/>
                  <a:pt x="2383924" y="78626"/>
                  <a:pt x="2386211" y="75503"/>
                </a:cubicBezTo>
                <a:cubicBezTo>
                  <a:pt x="2388499" y="72380"/>
                  <a:pt x="2391514" y="69916"/>
                  <a:pt x="2395257" y="68112"/>
                </a:cubicBezTo>
                <a:cubicBezTo>
                  <a:pt x="2399002" y="66307"/>
                  <a:pt x="2403578" y="65404"/>
                  <a:pt x="2408986" y="65404"/>
                </a:cubicBezTo>
                <a:cubicBezTo>
                  <a:pt x="2410789" y="65404"/>
                  <a:pt x="2412660" y="65509"/>
                  <a:pt x="2414601" y="65719"/>
                </a:cubicBezTo>
                <a:cubicBezTo>
                  <a:pt x="2416543" y="65926"/>
                  <a:pt x="2418207" y="66168"/>
                  <a:pt x="2419593" y="66445"/>
                </a:cubicBezTo>
                <a:lnTo>
                  <a:pt x="2419593" y="39021"/>
                </a:lnTo>
                <a:cubicBezTo>
                  <a:pt x="2417236" y="38329"/>
                  <a:pt x="2415087" y="37983"/>
                  <a:pt x="2413147" y="37983"/>
                </a:cubicBezTo>
                <a:cubicBezTo>
                  <a:pt x="2409402" y="37983"/>
                  <a:pt x="2405797" y="38538"/>
                  <a:pt x="2402331" y="39646"/>
                </a:cubicBezTo>
                <a:cubicBezTo>
                  <a:pt x="2398865" y="40753"/>
                  <a:pt x="2395607" y="42310"/>
                  <a:pt x="2392556" y="44318"/>
                </a:cubicBezTo>
                <a:cubicBezTo>
                  <a:pt x="2389505" y="46326"/>
                  <a:pt x="2386801" y="48750"/>
                  <a:pt x="2384444" y="51589"/>
                </a:cubicBezTo>
                <a:cubicBezTo>
                  <a:pt x="2382087" y="54429"/>
                  <a:pt x="2380214" y="57510"/>
                  <a:pt x="2378826" y="60834"/>
                </a:cubicBezTo>
                <a:lnTo>
                  <a:pt x="2378410" y="60834"/>
                </a:lnTo>
                <a:lnTo>
                  <a:pt x="2378410" y="40868"/>
                </a:lnTo>
                <a:lnTo>
                  <a:pt x="2350332" y="40868"/>
                </a:lnTo>
                <a:close/>
                <a:moveTo>
                  <a:pt x="2433946" y="0"/>
                </a:moveTo>
                <a:lnTo>
                  <a:pt x="2433946" y="148480"/>
                </a:lnTo>
                <a:lnTo>
                  <a:pt x="2463481" y="148480"/>
                </a:lnTo>
                <a:lnTo>
                  <a:pt x="2463481" y="111458"/>
                </a:lnTo>
                <a:lnTo>
                  <a:pt x="2474922" y="100433"/>
                </a:lnTo>
                <a:lnTo>
                  <a:pt x="2504457" y="148480"/>
                </a:lnTo>
                <a:lnTo>
                  <a:pt x="2540231" y="148480"/>
                </a:lnTo>
                <a:lnTo>
                  <a:pt x="2495094" y="80480"/>
                </a:lnTo>
                <a:lnTo>
                  <a:pt x="2535655" y="40967"/>
                </a:lnTo>
                <a:lnTo>
                  <a:pt x="2500712" y="40967"/>
                </a:lnTo>
                <a:lnTo>
                  <a:pt x="2463481" y="79648"/>
                </a:lnTo>
                <a:lnTo>
                  <a:pt x="2463481" y="0"/>
                </a:lnTo>
                <a:lnTo>
                  <a:pt x="2433946" y="0"/>
                </a:lnTo>
                <a:close/>
                <a:moveTo>
                  <a:pt x="2607205" y="74018"/>
                </a:moveTo>
                <a:cubicBezTo>
                  <a:pt x="2607620" y="67084"/>
                  <a:pt x="2609353" y="61330"/>
                  <a:pt x="2612404" y="56756"/>
                </a:cubicBezTo>
                <a:cubicBezTo>
                  <a:pt x="2615455" y="52179"/>
                  <a:pt x="2619337" y="48504"/>
                  <a:pt x="2624052" y="45730"/>
                </a:cubicBezTo>
                <a:cubicBezTo>
                  <a:pt x="2628766" y="42957"/>
                  <a:pt x="2634069" y="40980"/>
                  <a:pt x="2639961" y="39802"/>
                </a:cubicBezTo>
                <a:cubicBezTo>
                  <a:pt x="2645856" y="38623"/>
                  <a:pt x="2651785" y="38034"/>
                  <a:pt x="2657747" y="38034"/>
                </a:cubicBezTo>
                <a:cubicBezTo>
                  <a:pt x="2663155" y="38034"/>
                  <a:pt x="2668632" y="38416"/>
                  <a:pt x="2674178" y="39180"/>
                </a:cubicBezTo>
                <a:cubicBezTo>
                  <a:pt x="2679725" y="39941"/>
                  <a:pt x="2684786" y="41432"/>
                  <a:pt x="2689361" y="43652"/>
                </a:cubicBezTo>
                <a:cubicBezTo>
                  <a:pt x="2693937" y="45869"/>
                  <a:pt x="2697681" y="48954"/>
                  <a:pt x="2700593" y="52906"/>
                </a:cubicBezTo>
                <a:cubicBezTo>
                  <a:pt x="2703506" y="56859"/>
                  <a:pt x="2704963" y="62093"/>
                  <a:pt x="2704963" y="68610"/>
                </a:cubicBezTo>
                <a:lnTo>
                  <a:pt x="2704963" y="124560"/>
                </a:lnTo>
                <a:cubicBezTo>
                  <a:pt x="2704963" y="129413"/>
                  <a:pt x="2705240" y="134059"/>
                  <a:pt x="2705794" y="138496"/>
                </a:cubicBezTo>
                <a:cubicBezTo>
                  <a:pt x="2706349" y="142932"/>
                  <a:pt x="2707319" y="146261"/>
                  <a:pt x="2708705" y="148480"/>
                </a:cubicBezTo>
                <a:lnTo>
                  <a:pt x="2678754" y="148480"/>
                </a:lnTo>
                <a:cubicBezTo>
                  <a:pt x="2678200" y="146817"/>
                  <a:pt x="2677749" y="145119"/>
                  <a:pt x="2677402" y="143386"/>
                </a:cubicBezTo>
                <a:cubicBezTo>
                  <a:pt x="2677055" y="141651"/>
                  <a:pt x="2676813" y="139882"/>
                  <a:pt x="2676675" y="138080"/>
                </a:cubicBezTo>
                <a:cubicBezTo>
                  <a:pt x="2671961" y="142933"/>
                  <a:pt x="2666415" y="146331"/>
                  <a:pt x="2660035" y="148274"/>
                </a:cubicBezTo>
                <a:cubicBezTo>
                  <a:pt x="2653656" y="150214"/>
                  <a:pt x="2647138" y="151184"/>
                  <a:pt x="2640482" y="151184"/>
                </a:cubicBezTo>
                <a:cubicBezTo>
                  <a:pt x="2635353" y="151184"/>
                  <a:pt x="2630569" y="150560"/>
                  <a:pt x="2626130" y="149312"/>
                </a:cubicBezTo>
                <a:cubicBezTo>
                  <a:pt x="2621693" y="148063"/>
                  <a:pt x="2617811" y="146122"/>
                  <a:pt x="2614483" y="143488"/>
                </a:cubicBezTo>
                <a:cubicBezTo>
                  <a:pt x="2611157" y="140854"/>
                  <a:pt x="2608557" y="137526"/>
                  <a:pt x="2606685" y="133506"/>
                </a:cubicBezTo>
                <a:cubicBezTo>
                  <a:pt x="2604812" y="129484"/>
                  <a:pt x="2603876" y="124699"/>
                  <a:pt x="2603876" y="119152"/>
                </a:cubicBezTo>
                <a:cubicBezTo>
                  <a:pt x="2603876" y="113052"/>
                  <a:pt x="2604951" y="108026"/>
                  <a:pt x="2607101" y="104073"/>
                </a:cubicBezTo>
                <a:cubicBezTo>
                  <a:pt x="2609250" y="100121"/>
                  <a:pt x="2612023" y="96966"/>
                  <a:pt x="2615419" y="94609"/>
                </a:cubicBezTo>
                <a:cubicBezTo>
                  <a:pt x="2618817" y="92252"/>
                  <a:pt x="2622700" y="90484"/>
                  <a:pt x="2627067" y="89306"/>
                </a:cubicBezTo>
                <a:cubicBezTo>
                  <a:pt x="2631436" y="88127"/>
                  <a:pt x="2635839" y="87192"/>
                  <a:pt x="2640276" y="86500"/>
                </a:cubicBezTo>
                <a:cubicBezTo>
                  <a:pt x="2644713" y="85806"/>
                  <a:pt x="2649080" y="85251"/>
                  <a:pt x="2653377" y="84834"/>
                </a:cubicBezTo>
                <a:cubicBezTo>
                  <a:pt x="2657676" y="84417"/>
                  <a:pt x="2661490" y="83793"/>
                  <a:pt x="2664818" y="82961"/>
                </a:cubicBezTo>
                <a:cubicBezTo>
                  <a:pt x="2668146" y="82130"/>
                  <a:pt x="2670781" y="80918"/>
                  <a:pt x="2672721" y="79324"/>
                </a:cubicBezTo>
                <a:cubicBezTo>
                  <a:pt x="2674663" y="77729"/>
                  <a:pt x="2675566" y="75406"/>
                  <a:pt x="2675428" y="72355"/>
                </a:cubicBezTo>
                <a:cubicBezTo>
                  <a:pt x="2675428" y="69164"/>
                  <a:pt x="2674907" y="66634"/>
                  <a:pt x="2673867" y="64763"/>
                </a:cubicBezTo>
                <a:cubicBezTo>
                  <a:pt x="2672826" y="62891"/>
                  <a:pt x="2671439" y="61435"/>
                  <a:pt x="2669706" y="60396"/>
                </a:cubicBezTo>
                <a:cubicBezTo>
                  <a:pt x="2667973" y="59355"/>
                  <a:pt x="2665962" y="58661"/>
                  <a:pt x="2663672" y="58314"/>
                </a:cubicBezTo>
                <a:cubicBezTo>
                  <a:pt x="2661385" y="57967"/>
                  <a:pt x="2658925" y="57794"/>
                  <a:pt x="2656290" y="57794"/>
                </a:cubicBezTo>
                <a:cubicBezTo>
                  <a:pt x="2650468" y="57794"/>
                  <a:pt x="2645892" y="59042"/>
                  <a:pt x="2642564" y="61539"/>
                </a:cubicBezTo>
                <a:cubicBezTo>
                  <a:pt x="2639236" y="64035"/>
                  <a:pt x="2637294" y="68195"/>
                  <a:pt x="2636740" y="74018"/>
                </a:cubicBezTo>
                <a:lnTo>
                  <a:pt x="2607205" y="74018"/>
                </a:lnTo>
                <a:moveTo>
                  <a:pt x="2675428" y="95856"/>
                </a:moveTo>
                <a:cubicBezTo>
                  <a:pt x="2674180" y="96967"/>
                  <a:pt x="2672619" y="97835"/>
                  <a:pt x="2670747" y="98459"/>
                </a:cubicBezTo>
                <a:cubicBezTo>
                  <a:pt x="2668874" y="99083"/>
                  <a:pt x="2666863" y="99603"/>
                  <a:pt x="2664713" y="100020"/>
                </a:cubicBezTo>
                <a:cubicBezTo>
                  <a:pt x="2662566" y="100435"/>
                  <a:pt x="2660313" y="100781"/>
                  <a:pt x="2657953" y="101058"/>
                </a:cubicBezTo>
                <a:cubicBezTo>
                  <a:pt x="2655596" y="101335"/>
                  <a:pt x="2653239" y="101681"/>
                  <a:pt x="2650882" y="102096"/>
                </a:cubicBezTo>
                <a:cubicBezTo>
                  <a:pt x="2648665" y="102513"/>
                  <a:pt x="2646481" y="103068"/>
                  <a:pt x="2644332" y="103762"/>
                </a:cubicBezTo>
                <a:cubicBezTo>
                  <a:pt x="2642182" y="104454"/>
                  <a:pt x="2640310" y="105390"/>
                  <a:pt x="2638714" y="106571"/>
                </a:cubicBezTo>
                <a:cubicBezTo>
                  <a:pt x="2637121" y="107749"/>
                  <a:pt x="2635839" y="109240"/>
                  <a:pt x="2634868" y="111043"/>
                </a:cubicBezTo>
                <a:cubicBezTo>
                  <a:pt x="2633896" y="112843"/>
                  <a:pt x="2633411" y="115130"/>
                  <a:pt x="2633411" y="117904"/>
                </a:cubicBezTo>
                <a:cubicBezTo>
                  <a:pt x="2633411" y="120539"/>
                  <a:pt x="2633896" y="122757"/>
                  <a:pt x="2634868" y="124560"/>
                </a:cubicBezTo>
                <a:cubicBezTo>
                  <a:pt x="2635839" y="126362"/>
                  <a:pt x="2637156" y="127784"/>
                  <a:pt x="2638819" y="128825"/>
                </a:cubicBezTo>
                <a:cubicBezTo>
                  <a:pt x="2640484" y="129864"/>
                  <a:pt x="2642425" y="130592"/>
                  <a:pt x="2644643" y="131009"/>
                </a:cubicBezTo>
                <a:cubicBezTo>
                  <a:pt x="2646862" y="131425"/>
                  <a:pt x="2649151" y="131634"/>
                  <a:pt x="2651508" y="131634"/>
                </a:cubicBezTo>
                <a:cubicBezTo>
                  <a:pt x="2657330" y="131634"/>
                  <a:pt x="2661836" y="130664"/>
                  <a:pt x="2665024" y="128724"/>
                </a:cubicBezTo>
                <a:cubicBezTo>
                  <a:pt x="2668215" y="126781"/>
                  <a:pt x="2670573" y="124458"/>
                  <a:pt x="2672099" y="121754"/>
                </a:cubicBezTo>
                <a:cubicBezTo>
                  <a:pt x="2673624" y="119050"/>
                  <a:pt x="2674560" y="116311"/>
                  <a:pt x="2674907" y="113537"/>
                </a:cubicBezTo>
                <a:cubicBezTo>
                  <a:pt x="2675254" y="110763"/>
                  <a:pt x="2675428" y="108545"/>
                  <a:pt x="2675428" y="106882"/>
                </a:cubicBezTo>
                <a:lnTo>
                  <a:pt x="2675428" y="95856"/>
                </a:lnTo>
                <a:close/>
                <a:moveTo>
                  <a:pt x="2727842" y="40944"/>
                </a:moveTo>
                <a:lnTo>
                  <a:pt x="2727842" y="148480"/>
                </a:lnTo>
                <a:lnTo>
                  <a:pt x="2757376" y="148480"/>
                </a:lnTo>
                <a:lnTo>
                  <a:pt x="2757376" y="92121"/>
                </a:lnTo>
                <a:cubicBezTo>
                  <a:pt x="2757376" y="81167"/>
                  <a:pt x="2759179" y="73300"/>
                  <a:pt x="2762784" y="68518"/>
                </a:cubicBezTo>
                <a:cubicBezTo>
                  <a:pt x="2766390" y="63734"/>
                  <a:pt x="2772214" y="61342"/>
                  <a:pt x="2780256" y="61342"/>
                </a:cubicBezTo>
                <a:cubicBezTo>
                  <a:pt x="2787329" y="61342"/>
                  <a:pt x="2792251" y="63526"/>
                  <a:pt x="2795023" y="67893"/>
                </a:cubicBezTo>
                <a:cubicBezTo>
                  <a:pt x="2797797" y="72260"/>
                  <a:pt x="2799184" y="78880"/>
                  <a:pt x="2799184" y="87754"/>
                </a:cubicBezTo>
                <a:lnTo>
                  <a:pt x="2799184" y="148480"/>
                </a:lnTo>
                <a:lnTo>
                  <a:pt x="2828719" y="148480"/>
                </a:lnTo>
                <a:lnTo>
                  <a:pt x="2828719" y="82308"/>
                </a:lnTo>
                <a:cubicBezTo>
                  <a:pt x="2828719" y="75649"/>
                  <a:pt x="2828129" y="69580"/>
                  <a:pt x="2826951" y="64100"/>
                </a:cubicBezTo>
                <a:cubicBezTo>
                  <a:pt x="2825772" y="58620"/>
                  <a:pt x="2823726" y="53973"/>
                  <a:pt x="2820813" y="50158"/>
                </a:cubicBezTo>
                <a:cubicBezTo>
                  <a:pt x="2817902" y="46343"/>
                  <a:pt x="2813915" y="43361"/>
                  <a:pt x="2808854" y="41211"/>
                </a:cubicBezTo>
                <a:cubicBezTo>
                  <a:pt x="2803793" y="39059"/>
                  <a:pt x="2797310" y="37983"/>
                  <a:pt x="2789406" y="37983"/>
                </a:cubicBezTo>
                <a:cubicBezTo>
                  <a:pt x="2783166" y="37983"/>
                  <a:pt x="2777065" y="39408"/>
                  <a:pt x="2771103" y="42258"/>
                </a:cubicBezTo>
                <a:cubicBezTo>
                  <a:pt x="2765140" y="45108"/>
                  <a:pt x="2760288" y="49662"/>
                  <a:pt x="2756545" y="55918"/>
                </a:cubicBezTo>
                <a:lnTo>
                  <a:pt x="2755920" y="55918"/>
                </a:lnTo>
                <a:lnTo>
                  <a:pt x="2755920" y="40944"/>
                </a:lnTo>
                <a:lnTo>
                  <a:pt x="2727842" y="40944"/>
                </a:lnTo>
                <a:close/>
                <a:moveTo>
                  <a:pt x="2927517" y="94444"/>
                </a:moveTo>
                <a:cubicBezTo>
                  <a:pt x="2927517" y="98881"/>
                  <a:pt x="2927101" y="103180"/>
                  <a:pt x="2926270" y="107342"/>
                </a:cubicBezTo>
                <a:cubicBezTo>
                  <a:pt x="2925438" y="111502"/>
                  <a:pt x="2924051" y="115212"/>
                  <a:pt x="2922109" y="118472"/>
                </a:cubicBezTo>
                <a:cubicBezTo>
                  <a:pt x="2920167" y="121731"/>
                  <a:pt x="2917566" y="124331"/>
                  <a:pt x="2914308" y="126273"/>
                </a:cubicBezTo>
                <a:cubicBezTo>
                  <a:pt x="2911050" y="128214"/>
                  <a:pt x="2906994" y="129184"/>
                  <a:pt x="2902140" y="129184"/>
                </a:cubicBezTo>
                <a:cubicBezTo>
                  <a:pt x="2897565" y="129184"/>
                  <a:pt x="2893648" y="128179"/>
                  <a:pt x="2890388" y="126169"/>
                </a:cubicBezTo>
                <a:cubicBezTo>
                  <a:pt x="2887129" y="124157"/>
                  <a:pt x="2884425" y="121521"/>
                  <a:pt x="2882275" y="118263"/>
                </a:cubicBezTo>
                <a:cubicBezTo>
                  <a:pt x="2880128" y="115002"/>
                  <a:pt x="2878569" y="111292"/>
                  <a:pt x="2877597" y="107133"/>
                </a:cubicBezTo>
                <a:cubicBezTo>
                  <a:pt x="2876626" y="102973"/>
                  <a:pt x="2876141" y="98812"/>
                  <a:pt x="2876141" y="94650"/>
                </a:cubicBezTo>
                <a:cubicBezTo>
                  <a:pt x="2876141" y="90213"/>
                  <a:pt x="2876591" y="85949"/>
                  <a:pt x="2877493" y="81857"/>
                </a:cubicBezTo>
                <a:cubicBezTo>
                  <a:pt x="2878394" y="77765"/>
                  <a:pt x="2879850" y="74125"/>
                  <a:pt x="2881860" y="70936"/>
                </a:cubicBezTo>
                <a:cubicBezTo>
                  <a:pt x="2883872" y="67746"/>
                  <a:pt x="2886541" y="65180"/>
                  <a:pt x="2889867" y="63240"/>
                </a:cubicBezTo>
                <a:cubicBezTo>
                  <a:pt x="2893195" y="61298"/>
                  <a:pt x="2897286" y="60326"/>
                  <a:pt x="2902140" y="60326"/>
                </a:cubicBezTo>
                <a:cubicBezTo>
                  <a:pt x="2906994" y="60326"/>
                  <a:pt x="2911015" y="61298"/>
                  <a:pt x="2914203" y="63240"/>
                </a:cubicBezTo>
                <a:cubicBezTo>
                  <a:pt x="2917394" y="65180"/>
                  <a:pt x="2919994" y="67711"/>
                  <a:pt x="2922004" y="70831"/>
                </a:cubicBezTo>
                <a:cubicBezTo>
                  <a:pt x="2924016" y="73952"/>
                  <a:pt x="2925438" y="77559"/>
                  <a:pt x="2926270" y="81651"/>
                </a:cubicBezTo>
                <a:cubicBezTo>
                  <a:pt x="2927101" y="85741"/>
                  <a:pt x="2927517" y="90005"/>
                  <a:pt x="2927517" y="94444"/>
                </a:cubicBezTo>
                <a:moveTo>
                  <a:pt x="2927933" y="134881"/>
                </a:moveTo>
                <a:lnTo>
                  <a:pt x="2927933" y="148617"/>
                </a:lnTo>
                <a:lnTo>
                  <a:pt x="2956011" y="148617"/>
                </a:lnTo>
                <a:lnTo>
                  <a:pt x="2956011" y="0"/>
                </a:lnTo>
                <a:lnTo>
                  <a:pt x="2926476" y="0"/>
                </a:lnTo>
                <a:lnTo>
                  <a:pt x="2926476" y="54061"/>
                </a:lnTo>
                <a:lnTo>
                  <a:pt x="2926060" y="54061"/>
                </a:lnTo>
                <a:cubicBezTo>
                  <a:pt x="2922732" y="48772"/>
                  <a:pt x="2918191" y="44770"/>
                  <a:pt x="2912436" y="42055"/>
                </a:cubicBezTo>
                <a:cubicBezTo>
                  <a:pt x="2906683" y="39341"/>
                  <a:pt x="2900617" y="37983"/>
                  <a:pt x="2894237" y="37983"/>
                </a:cubicBezTo>
                <a:cubicBezTo>
                  <a:pt x="2886333" y="37983"/>
                  <a:pt x="2879399" y="39546"/>
                  <a:pt x="2873437" y="42671"/>
                </a:cubicBezTo>
                <a:cubicBezTo>
                  <a:pt x="2867474" y="45796"/>
                  <a:pt x="2862517" y="49928"/>
                  <a:pt x="2858564" y="55068"/>
                </a:cubicBezTo>
                <a:cubicBezTo>
                  <a:pt x="2854614" y="60207"/>
                  <a:pt x="2851633" y="66145"/>
                  <a:pt x="2849621" y="72882"/>
                </a:cubicBezTo>
                <a:cubicBezTo>
                  <a:pt x="2847611" y="79618"/>
                  <a:pt x="2846606" y="86598"/>
                  <a:pt x="2846606" y="93819"/>
                </a:cubicBezTo>
                <a:cubicBezTo>
                  <a:pt x="2846606" y="101319"/>
                  <a:pt x="2847611" y="108543"/>
                  <a:pt x="2849621" y="115489"/>
                </a:cubicBezTo>
                <a:cubicBezTo>
                  <a:pt x="2851633" y="122433"/>
                  <a:pt x="2854614" y="128580"/>
                  <a:pt x="2858564" y="133929"/>
                </a:cubicBezTo>
                <a:cubicBezTo>
                  <a:pt x="2862517" y="139275"/>
                  <a:pt x="2867543" y="143511"/>
                  <a:pt x="2873643" y="146636"/>
                </a:cubicBezTo>
                <a:cubicBezTo>
                  <a:pt x="2879745" y="149761"/>
                  <a:pt x="2886818" y="151324"/>
                  <a:pt x="2894863" y="151324"/>
                </a:cubicBezTo>
                <a:cubicBezTo>
                  <a:pt x="2901934" y="151324"/>
                  <a:pt x="2908277" y="150041"/>
                  <a:pt x="2913892" y="147474"/>
                </a:cubicBezTo>
                <a:cubicBezTo>
                  <a:pt x="2919510" y="144905"/>
                  <a:pt x="2924051" y="140708"/>
                  <a:pt x="2927517" y="134881"/>
                </a:cubicBezTo>
                <a:lnTo>
                  <a:pt x="2927933" y="134881"/>
                </a:lnTo>
                <a:close/>
                <a:moveTo>
                  <a:pt x="3062294" y="94860"/>
                </a:moveTo>
                <a:cubicBezTo>
                  <a:pt x="3062294" y="90560"/>
                  <a:pt x="3062710" y="86331"/>
                  <a:pt x="3063542" y="82171"/>
                </a:cubicBezTo>
                <a:cubicBezTo>
                  <a:pt x="3064373" y="78009"/>
                  <a:pt x="3065794" y="74334"/>
                  <a:pt x="3067804" y="71146"/>
                </a:cubicBezTo>
                <a:cubicBezTo>
                  <a:pt x="3069816" y="67955"/>
                  <a:pt x="3072486" y="65355"/>
                  <a:pt x="3075815" y="63345"/>
                </a:cubicBezTo>
                <a:cubicBezTo>
                  <a:pt x="3079143" y="61332"/>
                  <a:pt x="3083302" y="60326"/>
                  <a:pt x="3088294" y="60326"/>
                </a:cubicBezTo>
                <a:cubicBezTo>
                  <a:pt x="3093287" y="60326"/>
                  <a:pt x="3097482" y="61332"/>
                  <a:pt x="3100878" y="63345"/>
                </a:cubicBezTo>
                <a:cubicBezTo>
                  <a:pt x="3104276" y="65355"/>
                  <a:pt x="3106980" y="67955"/>
                  <a:pt x="3108990" y="71146"/>
                </a:cubicBezTo>
                <a:cubicBezTo>
                  <a:pt x="3111002" y="74334"/>
                  <a:pt x="3112424" y="78009"/>
                  <a:pt x="3113255" y="82171"/>
                </a:cubicBezTo>
                <a:cubicBezTo>
                  <a:pt x="3114087" y="86331"/>
                  <a:pt x="3114502" y="90560"/>
                  <a:pt x="3114502" y="94860"/>
                </a:cubicBezTo>
                <a:cubicBezTo>
                  <a:pt x="3114502" y="99159"/>
                  <a:pt x="3114087" y="103355"/>
                  <a:pt x="3113255" y="107447"/>
                </a:cubicBezTo>
                <a:cubicBezTo>
                  <a:pt x="3112424" y="111537"/>
                  <a:pt x="3111002" y="115212"/>
                  <a:pt x="3108990" y="118472"/>
                </a:cubicBezTo>
                <a:cubicBezTo>
                  <a:pt x="3106980" y="121731"/>
                  <a:pt x="3104276" y="124331"/>
                  <a:pt x="3100878" y="126273"/>
                </a:cubicBezTo>
                <a:cubicBezTo>
                  <a:pt x="3097482" y="128214"/>
                  <a:pt x="3093287" y="129184"/>
                  <a:pt x="3088294" y="129184"/>
                </a:cubicBezTo>
                <a:cubicBezTo>
                  <a:pt x="3083302" y="129184"/>
                  <a:pt x="3079143" y="128214"/>
                  <a:pt x="3075815" y="126273"/>
                </a:cubicBezTo>
                <a:cubicBezTo>
                  <a:pt x="3072486" y="124331"/>
                  <a:pt x="3069816" y="121731"/>
                  <a:pt x="3067804" y="118472"/>
                </a:cubicBezTo>
                <a:cubicBezTo>
                  <a:pt x="3065794" y="115212"/>
                  <a:pt x="3064373" y="111537"/>
                  <a:pt x="3063542" y="107447"/>
                </a:cubicBezTo>
                <a:cubicBezTo>
                  <a:pt x="3062710" y="103355"/>
                  <a:pt x="3062294" y="99159"/>
                  <a:pt x="3062294" y="94860"/>
                </a:cubicBezTo>
                <a:moveTo>
                  <a:pt x="3032760" y="94863"/>
                </a:moveTo>
                <a:cubicBezTo>
                  <a:pt x="3032760" y="103474"/>
                  <a:pt x="3034077" y="111252"/>
                  <a:pt x="3036711" y="118196"/>
                </a:cubicBezTo>
                <a:cubicBezTo>
                  <a:pt x="3039345" y="125140"/>
                  <a:pt x="3043089" y="131078"/>
                  <a:pt x="3047943" y="136010"/>
                </a:cubicBezTo>
                <a:cubicBezTo>
                  <a:pt x="3052797" y="140940"/>
                  <a:pt x="3058620" y="144726"/>
                  <a:pt x="3065414" y="147366"/>
                </a:cubicBezTo>
                <a:cubicBezTo>
                  <a:pt x="3072210" y="150005"/>
                  <a:pt x="3079837" y="151324"/>
                  <a:pt x="3088294" y="151324"/>
                </a:cubicBezTo>
                <a:cubicBezTo>
                  <a:pt x="3096753" y="151324"/>
                  <a:pt x="3104414" y="150005"/>
                  <a:pt x="3111278" y="147366"/>
                </a:cubicBezTo>
                <a:cubicBezTo>
                  <a:pt x="3118142" y="144726"/>
                  <a:pt x="3124000" y="140940"/>
                  <a:pt x="3128854" y="136010"/>
                </a:cubicBezTo>
                <a:cubicBezTo>
                  <a:pt x="3133708" y="131078"/>
                  <a:pt x="3137452" y="125140"/>
                  <a:pt x="3140086" y="118196"/>
                </a:cubicBezTo>
                <a:cubicBezTo>
                  <a:pt x="3142720" y="111252"/>
                  <a:pt x="3144037" y="103474"/>
                  <a:pt x="3144037" y="94863"/>
                </a:cubicBezTo>
                <a:cubicBezTo>
                  <a:pt x="3144037" y="86252"/>
                  <a:pt x="3142720" y="78439"/>
                  <a:pt x="3140086" y="71425"/>
                </a:cubicBezTo>
                <a:cubicBezTo>
                  <a:pt x="3137452" y="64409"/>
                  <a:pt x="3133708" y="58436"/>
                  <a:pt x="3128854" y="53506"/>
                </a:cubicBezTo>
                <a:cubicBezTo>
                  <a:pt x="3124000" y="48574"/>
                  <a:pt x="3118142" y="44754"/>
                  <a:pt x="3111278" y="42046"/>
                </a:cubicBezTo>
                <a:cubicBezTo>
                  <a:pt x="3104414" y="39337"/>
                  <a:pt x="3096753" y="37983"/>
                  <a:pt x="3088294" y="37983"/>
                </a:cubicBezTo>
                <a:cubicBezTo>
                  <a:pt x="3079837" y="37983"/>
                  <a:pt x="3072210" y="39337"/>
                  <a:pt x="3065414" y="42046"/>
                </a:cubicBezTo>
                <a:cubicBezTo>
                  <a:pt x="3058620" y="44754"/>
                  <a:pt x="3052797" y="48574"/>
                  <a:pt x="3047943" y="53506"/>
                </a:cubicBezTo>
                <a:cubicBezTo>
                  <a:pt x="3043089" y="58436"/>
                  <a:pt x="3039345" y="64409"/>
                  <a:pt x="3036711" y="71425"/>
                </a:cubicBezTo>
                <a:cubicBezTo>
                  <a:pt x="3034077" y="78439"/>
                  <a:pt x="3032760" y="86252"/>
                  <a:pt x="3032760" y="94863"/>
                </a:cubicBezTo>
                <a:close/>
                <a:moveTo>
                  <a:pt x="3264050" y="148366"/>
                </a:moveTo>
                <a:lnTo>
                  <a:pt x="3264050" y="41030"/>
                </a:lnTo>
                <a:lnTo>
                  <a:pt x="3234515" y="41030"/>
                </a:lnTo>
                <a:lnTo>
                  <a:pt x="3234515" y="97259"/>
                </a:lnTo>
                <a:cubicBezTo>
                  <a:pt x="3234515" y="108185"/>
                  <a:pt x="3232713" y="116035"/>
                  <a:pt x="3229107" y="120808"/>
                </a:cubicBezTo>
                <a:cubicBezTo>
                  <a:pt x="3225502" y="125579"/>
                  <a:pt x="3219678" y="127965"/>
                  <a:pt x="3211636" y="127965"/>
                </a:cubicBezTo>
                <a:cubicBezTo>
                  <a:pt x="3204563" y="127965"/>
                  <a:pt x="3199639" y="125787"/>
                  <a:pt x="3196865" y="121430"/>
                </a:cubicBezTo>
                <a:cubicBezTo>
                  <a:pt x="3194093" y="117072"/>
                  <a:pt x="3192708" y="110466"/>
                  <a:pt x="3192708" y="101614"/>
                </a:cubicBezTo>
                <a:lnTo>
                  <a:pt x="3192708" y="41030"/>
                </a:lnTo>
                <a:lnTo>
                  <a:pt x="3163173" y="41030"/>
                </a:lnTo>
                <a:lnTo>
                  <a:pt x="3163173" y="107085"/>
                </a:lnTo>
                <a:cubicBezTo>
                  <a:pt x="3163173" y="113731"/>
                  <a:pt x="3163762" y="119790"/>
                  <a:pt x="3164941" y="125261"/>
                </a:cubicBezTo>
                <a:cubicBezTo>
                  <a:pt x="3166119" y="130730"/>
                  <a:pt x="3168164" y="135369"/>
                  <a:pt x="3171075" y="139178"/>
                </a:cubicBezTo>
                <a:cubicBezTo>
                  <a:pt x="3173989" y="142986"/>
                  <a:pt x="3177976" y="145929"/>
                  <a:pt x="3183037" y="148007"/>
                </a:cubicBezTo>
                <a:cubicBezTo>
                  <a:pt x="3188098" y="150083"/>
                  <a:pt x="3194581" y="151121"/>
                  <a:pt x="3202486" y="151121"/>
                </a:cubicBezTo>
                <a:cubicBezTo>
                  <a:pt x="3208725" y="151121"/>
                  <a:pt x="3214826" y="149731"/>
                  <a:pt x="3220789" y="146950"/>
                </a:cubicBezTo>
                <a:cubicBezTo>
                  <a:pt x="3226751" y="144168"/>
                  <a:pt x="3231604" y="139648"/>
                  <a:pt x="3235347" y="133389"/>
                </a:cubicBezTo>
                <a:lnTo>
                  <a:pt x="3235972" y="133389"/>
                </a:lnTo>
                <a:lnTo>
                  <a:pt x="3235972" y="148366"/>
                </a:lnTo>
                <a:lnTo>
                  <a:pt x="3264050" y="148366"/>
                </a:lnTo>
                <a:close/>
                <a:moveTo>
                  <a:pt x="3286513" y="40868"/>
                </a:moveTo>
                <a:lnTo>
                  <a:pt x="3286513" y="148480"/>
                </a:lnTo>
                <a:lnTo>
                  <a:pt x="3316048" y="148480"/>
                </a:lnTo>
                <a:lnTo>
                  <a:pt x="3316048" y="99966"/>
                </a:lnTo>
                <a:cubicBezTo>
                  <a:pt x="3316048" y="95108"/>
                  <a:pt x="3316534" y="90597"/>
                  <a:pt x="3317505" y="86434"/>
                </a:cubicBezTo>
                <a:cubicBezTo>
                  <a:pt x="3318476" y="82270"/>
                  <a:pt x="3320105" y="78626"/>
                  <a:pt x="3322392" y="75503"/>
                </a:cubicBezTo>
                <a:cubicBezTo>
                  <a:pt x="3324680" y="72380"/>
                  <a:pt x="3327695" y="69916"/>
                  <a:pt x="3331438" y="68112"/>
                </a:cubicBezTo>
                <a:cubicBezTo>
                  <a:pt x="3335183" y="66307"/>
                  <a:pt x="3339759" y="65404"/>
                  <a:pt x="3345167" y="65404"/>
                </a:cubicBezTo>
                <a:cubicBezTo>
                  <a:pt x="3346970" y="65404"/>
                  <a:pt x="3348841" y="65509"/>
                  <a:pt x="3350782" y="65719"/>
                </a:cubicBezTo>
                <a:cubicBezTo>
                  <a:pt x="3352724" y="65926"/>
                  <a:pt x="3354388" y="66168"/>
                  <a:pt x="3355774" y="66445"/>
                </a:cubicBezTo>
                <a:lnTo>
                  <a:pt x="3355774" y="39021"/>
                </a:lnTo>
                <a:cubicBezTo>
                  <a:pt x="3353417" y="38329"/>
                  <a:pt x="3351268" y="37983"/>
                  <a:pt x="3349328" y="37983"/>
                </a:cubicBezTo>
                <a:cubicBezTo>
                  <a:pt x="3345583" y="37983"/>
                  <a:pt x="3341978" y="38538"/>
                  <a:pt x="3338512" y="39646"/>
                </a:cubicBezTo>
                <a:cubicBezTo>
                  <a:pt x="3335046" y="40753"/>
                  <a:pt x="3331788" y="42310"/>
                  <a:pt x="3328737" y="44318"/>
                </a:cubicBezTo>
                <a:cubicBezTo>
                  <a:pt x="3325686" y="46326"/>
                  <a:pt x="3322982" y="48750"/>
                  <a:pt x="3320625" y="51589"/>
                </a:cubicBezTo>
                <a:cubicBezTo>
                  <a:pt x="3318268" y="54429"/>
                  <a:pt x="3316395" y="57510"/>
                  <a:pt x="3315007" y="60834"/>
                </a:cubicBezTo>
                <a:lnTo>
                  <a:pt x="3314591" y="60834"/>
                </a:lnTo>
                <a:lnTo>
                  <a:pt x="3314591" y="40868"/>
                </a:lnTo>
                <a:lnTo>
                  <a:pt x="3286513" y="40868"/>
                </a:lnTo>
                <a:close/>
                <a:moveTo>
                  <a:pt x="3479532" y="129184"/>
                </a:moveTo>
                <a:cubicBezTo>
                  <a:pt x="3474816" y="129184"/>
                  <a:pt x="3470794" y="128214"/>
                  <a:pt x="3467465" y="126273"/>
                </a:cubicBezTo>
                <a:cubicBezTo>
                  <a:pt x="3464139" y="124331"/>
                  <a:pt x="3461470" y="121800"/>
                  <a:pt x="3459458" y="118679"/>
                </a:cubicBezTo>
                <a:cubicBezTo>
                  <a:pt x="3457448" y="115558"/>
                  <a:pt x="3455992" y="111918"/>
                  <a:pt x="3455091" y="107758"/>
                </a:cubicBezTo>
                <a:cubicBezTo>
                  <a:pt x="3454190" y="103596"/>
                  <a:pt x="3453739" y="99365"/>
                  <a:pt x="3453739" y="95066"/>
                </a:cubicBezTo>
                <a:cubicBezTo>
                  <a:pt x="3453739" y="90629"/>
                  <a:pt x="3454155" y="86331"/>
                  <a:pt x="3454986" y="82171"/>
                </a:cubicBezTo>
                <a:cubicBezTo>
                  <a:pt x="3455818" y="78009"/>
                  <a:pt x="3457239" y="74334"/>
                  <a:pt x="3459249" y="71146"/>
                </a:cubicBezTo>
                <a:cubicBezTo>
                  <a:pt x="3461261" y="67955"/>
                  <a:pt x="3463896" y="65355"/>
                  <a:pt x="3467154" y="63345"/>
                </a:cubicBezTo>
                <a:cubicBezTo>
                  <a:pt x="3470413" y="61332"/>
                  <a:pt x="3474469" y="60326"/>
                  <a:pt x="3479323" y="60326"/>
                </a:cubicBezTo>
                <a:cubicBezTo>
                  <a:pt x="3484039" y="60326"/>
                  <a:pt x="3488026" y="61332"/>
                  <a:pt x="3491284" y="63345"/>
                </a:cubicBezTo>
                <a:cubicBezTo>
                  <a:pt x="3494543" y="65355"/>
                  <a:pt x="3497212" y="67990"/>
                  <a:pt x="3499292" y="71250"/>
                </a:cubicBezTo>
                <a:cubicBezTo>
                  <a:pt x="3501372" y="74509"/>
                  <a:pt x="3502862" y="78218"/>
                  <a:pt x="3503764" y="82378"/>
                </a:cubicBezTo>
                <a:cubicBezTo>
                  <a:pt x="3504665" y="86537"/>
                  <a:pt x="3505116" y="90767"/>
                  <a:pt x="3505116" y="95066"/>
                </a:cubicBezTo>
                <a:cubicBezTo>
                  <a:pt x="3505116" y="99365"/>
                  <a:pt x="3504700" y="103596"/>
                  <a:pt x="3503868" y="107758"/>
                </a:cubicBezTo>
                <a:cubicBezTo>
                  <a:pt x="3503037" y="111918"/>
                  <a:pt x="3501615" y="115558"/>
                  <a:pt x="3499603" y="118679"/>
                </a:cubicBezTo>
                <a:cubicBezTo>
                  <a:pt x="3497593" y="121800"/>
                  <a:pt x="3494959" y="124331"/>
                  <a:pt x="3491700" y="126273"/>
                </a:cubicBezTo>
                <a:cubicBezTo>
                  <a:pt x="3488442" y="128214"/>
                  <a:pt x="3484386" y="129184"/>
                  <a:pt x="3479532" y="129184"/>
                </a:cubicBezTo>
                <a:moveTo>
                  <a:pt x="3425245" y="40963"/>
                </a:moveTo>
                <a:lnTo>
                  <a:pt x="3425245" y="186057"/>
                </a:lnTo>
                <a:lnTo>
                  <a:pt x="3454780" y="186057"/>
                </a:lnTo>
                <a:lnTo>
                  <a:pt x="3454780" y="135242"/>
                </a:lnTo>
                <a:lnTo>
                  <a:pt x="3455196" y="135242"/>
                </a:lnTo>
                <a:cubicBezTo>
                  <a:pt x="3458801" y="140534"/>
                  <a:pt x="3463412" y="144537"/>
                  <a:pt x="3469027" y="147252"/>
                </a:cubicBezTo>
                <a:cubicBezTo>
                  <a:pt x="3474642" y="149966"/>
                  <a:pt x="3480778" y="151324"/>
                  <a:pt x="3487435" y="151324"/>
                </a:cubicBezTo>
                <a:cubicBezTo>
                  <a:pt x="3495339" y="151324"/>
                  <a:pt x="3502238" y="149796"/>
                  <a:pt x="3508131" y="146741"/>
                </a:cubicBezTo>
                <a:cubicBezTo>
                  <a:pt x="3514023" y="143686"/>
                  <a:pt x="3518946" y="139588"/>
                  <a:pt x="3522898" y="134449"/>
                </a:cubicBezTo>
                <a:cubicBezTo>
                  <a:pt x="3526850" y="129310"/>
                  <a:pt x="3529797" y="123407"/>
                  <a:pt x="3531737" y="116740"/>
                </a:cubicBezTo>
                <a:cubicBezTo>
                  <a:pt x="3533679" y="110073"/>
                  <a:pt x="3534650" y="103127"/>
                  <a:pt x="3534650" y="95904"/>
                </a:cubicBezTo>
                <a:cubicBezTo>
                  <a:pt x="3534650" y="88264"/>
                  <a:pt x="3533679" y="80937"/>
                  <a:pt x="3531737" y="73923"/>
                </a:cubicBezTo>
                <a:cubicBezTo>
                  <a:pt x="3529797" y="66909"/>
                  <a:pt x="3526815" y="60763"/>
                  <a:pt x="3522793" y="55486"/>
                </a:cubicBezTo>
                <a:cubicBezTo>
                  <a:pt x="3518773" y="50207"/>
                  <a:pt x="3513712" y="45971"/>
                  <a:pt x="3507610" y="42776"/>
                </a:cubicBezTo>
                <a:cubicBezTo>
                  <a:pt x="3501510" y="39581"/>
                  <a:pt x="3494231" y="37983"/>
                  <a:pt x="3485772" y="37983"/>
                </a:cubicBezTo>
                <a:cubicBezTo>
                  <a:pt x="3479115" y="37983"/>
                  <a:pt x="3473013" y="39306"/>
                  <a:pt x="3467465" y="41950"/>
                </a:cubicBezTo>
                <a:cubicBezTo>
                  <a:pt x="3461920" y="44595"/>
                  <a:pt x="3457344" y="48842"/>
                  <a:pt x="3453739" y="54690"/>
                </a:cubicBezTo>
                <a:lnTo>
                  <a:pt x="3453323" y="54690"/>
                </a:lnTo>
                <a:lnTo>
                  <a:pt x="3453323" y="40963"/>
                </a:lnTo>
                <a:lnTo>
                  <a:pt x="3425245" y="40963"/>
                </a:lnTo>
                <a:close/>
                <a:moveTo>
                  <a:pt x="3551082" y="74018"/>
                </a:moveTo>
                <a:cubicBezTo>
                  <a:pt x="3551497" y="67084"/>
                  <a:pt x="3553230" y="61330"/>
                  <a:pt x="3556281" y="56756"/>
                </a:cubicBezTo>
                <a:cubicBezTo>
                  <a:pt x="3559332" y="52179"/>
                  <a:pt x="3563214" y="48504"/>
                  <a:pt x="3567928" y="45730"/>
                </a:cubicBezTo>
                <a:cubicBezTo>
                  <a:pt x="3572642" y="42957"/>
                  <a:pt x="3577946" y="40980"/>
                  <a:pt x="3583838" y="39802"/>
                </a:cubicBezTo>
                <a:cubicBezTo>
                  <a:pt x="3589733" y="38623"/>
                  <a:pt x="3595662" y="38034"/>
                  <a:pt x="3601624" y="38034"/>
                </a:cubicBezTo>
                <a:cubicBezTo>
                  <a:pt x="3607032" y="38034"/>
                  <a:pt x="3612509" y="38416"/>
                  <a:pt x="3618054" y="39180"/>
                </a:cubicBezTo>
                <a:cubicBezTo>
                  <a:pt x="3623602" y="39941"/>
                  <a:pt x="3628663" y="41432"/>
                  <a:pt x="3633238" y="43652"/>
                </a:cubicBezTo>
                <a:cubicBezTo>
                  <a:pt x="3637814" y="45869"/>
                  <a:pt x="3641558" y="48954"/>
                  <a:pt x="3644469" y="52906"/>
                </a:cubicBezTo>
                <a:cubicBezTo>
                  <a:pt x="3647383" y="56859"/>
                  <a:pt x="3648840" y="62093"/>
                  <a:pt x="3648840" y="68610"/>
                </a:cubicBezTo>
                <a:lnTo>
                  <a:pt x="3648840" y="124560"/>
                </a:lnTo>
                <a:cubicBezTo>
                  <a:pt x="3648840" y="129413"/>
                  <a:pt x="3649117" y="134059"/>
                  <a:pt x="3649671" y="138496"/>
                </a:cubicBezTo>
                <a:cubicBezTo>
                  <a:pt x="3650225" y="142932"/>
                  <a:pt x="3651196" y="146261"/>
                  <a:pt x="3652581" y="148480"/>
                </a:cubicBezTo>
                <a:lnTo>
                  <a:pt x="3622631" y="148480"/>
                </a:lnTo>
                <a:cubicBezTo>
                  <a:pt x="3622077" y="146817"/>
                  <a:pt x="3621626" y="145119"/>
                  <a:pt x="3621279" y="143386"/>
                </a:cubicBezTo>
                <a:cubicBezTo>
                  <a:pt x="3620932" y="141651"/>
                  <a:pt x="3620690" y="139882"/>
                  <a:pt x="3620552" y="138080"/>
                </a:cubicBezTo>
                <a:cubicBezTo>
                  <a:pt x="3615838" y="142933"/>
                  <a:pt x="3610291" y="146331"/>
                  <a:pt x="3603912" y="148274"/>
                </a:cubicBezTo>
                <a:cubicBezTo>
                  <a:pt x="3597533" y="150214"/>
                  <a:pt x="3591015" y="151184"/>
                  <a:pt x="3584359" y="151184"/>
                </a:cubicBezTo>
                <a:cubicBezTo>
                  <a:pt x="3579230" y="151184"/>
                  <a:pt x="3574446" y="150560"/>
                  <a:pt x="3570007" y="149312"/>
                </a:cubicBezTo>
                <a:cubicBezTo>
                  <a:pt x="3565570" y="148063"/>
                  <a:pt x="3561688" y="146122"/>
                  <a:pt x="3558360" y="143488"/>
                </a:cubicBezTo>
                <a:cubicBezTo>
                  <a:pt x="3555033" y="140854"/>
                  <a:pt x="3552434" y="137526"/>
                  <a:pt x="3550562" y="133506"/>
                </a:cubicBezTo>
                <a:cubicBezTo>
                  <a:pt x="3548689" y="129484"/>
                  <a:pt x="3547753" y="124699"/>
                  <a:pt x="3547753" y="119152"/>
                </a:cubicBezTo>
                <a:cubicBezTo>
                  <a:pt x="3547753" y="113052"/>
                  <a:pt x="3548828" y="108026"/>
                  <a:pt x="3550977" y="104073"/>
                </a:cubicBezTo>
                <a:cubicBezTo>
                  <a:pt x="3553127" y="100121"/>
                  <a:pt x="3555900" y="96966"/>
                  <a:pt x="3559296" y="94609"/>
                </a:cubicBezTo>
                <a:cubicBezTo>
                  <a:pt x="3562694" y="92252"/>
                  <a:pt x="3566576" y="90484"/>
                  <a:pt x="3570943" y="89306"/>
                </a:cubicBezTo>
                <a:cubicBezTo>
                  <a:pt x="3575313" y="88127"/>
                  <a:pt x="3579716" y="87192"/>
                  <a:pt x="3584153" y="86500"/>
                </a:cubicBezTo>
                <a:cubicBezTo>
                  <a:pt x="3588589" y="85806"/>
                  <a:pt x="3592956" y="85251"/>
                  <a:pt x="3597254" y="84834"/>
                </a:cubicBezTo>
                <a:cubicBezTo>
                  <a:pt x="3601553" y="84417"/>
                  <a:pt x="3605367" y="83793"/>
                  <a:pt x="3608695" y="82961"/>
                </a:cubicBezTo>
                <a:cubicBezTo>
                  <a:pt x="3612023" y="82130"/>
                  <a:pt x="3614657" y="80918"/>
                  <a:pt x="3616598" y="79324"/>
                </a:cubicBezTo>
                <a:cubicBezTo>
                  <a:pt x="3618540" y="77729"/>
                  <a:pt x="3619442" y="75406"/>
                  <a:pt x="3619305" y="72355"/>
                </a:cubicBezTo>
                <a:cubicBezTo>
                  <a:pt x="3619305" y="69164"/>
                  <a:pt x="3618784" y="66634"/>
                  <a:pt x="3617743" y="64763"/>
                </a:cubicBezTo>
                <a:cubicBezTo>
                  <a:pt x="3616702" y="62891"/>
                  <a:pt x="3615315" y="61435"/>
                  <a:pt x="3613583" y="60396"/>
                </a:cubicBezTo>
                <a:cubicBezTo>
                  <a:pt x="3611850" y="59355"/>
                  <a:pt x="3609839" y="58661"/>
                  <a:pt x="3607549" y="58314"/>
                </a:cubicBezTo>
                <a:cubicBezTo>
                  <a:pt x="3605262" y="57967"/>
                  <a:pt x="3602801" y="57794"/>
                  <a:pt x="3600167" y="57794"/>
                </a:cubicBezTo>
                <a:cubicBezTo>
                  <a:pt x="3594344" y="57794"/>
                  <a:pt x="3589769" y="59042"/>
                  <a:pt x="3586441" y="61539"/>
                </a:cubicBezTo>
                <a:cubicBezTo>
                  <a:pt x="3583113" y="64035"/>
                  <a:pt x="3581171" y="68195"/>
                  <a:pt x="3580617" y="74018"/>
                </a:cubicBezTo>
                <a:lnTo>
                  <a:pt x="3551082" y="74018"/>
                </a:lnTo>
                <a:moveTo>
                  <a:pt x="3619305" y="95856"/>
                </a:moveTo>
                <a:cubicBezTo>
                  <a:pt x="3618056" y="96967"/>
                  <a:pt x="3616496" y="97835"/>
                  <a:pt x="3614624" y="98459"/>
                </a:cubicBezTo>
                <a:cubicBezTo>
                  <a:pt x="3612751" y="99083"/>
                  <a:pt x="3610740" y="99603"/>
                  <a:pt x="3608590" y="100020"/>
                </a:cubicBezTo>
                <a:cubicBezTo>
                  <a:pt x="3606443" y="100435"/>
                  <a:pt x="3604189" y="100781"/>
                  <a:pt x="3601830" y="101058"/>
                </a:cubicBezTo>
                <a:cubicBezTo>
                  <a:pt x="3599473" y="101335"/>
                  <a:pt x="3597116" y="101681"/>
                  <a:pt x="3594759" y="102096"/>
                </a:cubicBezTo>
                <a:cubicBezTo>
                  <a:pt x="3592542" y="102513"/>
                  <a:pt x="3590358" y="103068"/>
                  <a:pt x="3588209" y="103762"/>
                </a:cubicBezTo>
                <a:cubicBezTo>
                  <a:pt x="3586059" y="104454"/>
                  <a:pt x="3584186" y="105390"/>
                  <a:pt x="3582591" y="106571"/>
                </a:cubicBezTo>
                <a:cubicBezTo>
                  <a:pt x="3580998" y="107749"/>
                  <a:pt x="3579716" y="109240"/>
                  <a:pt x="3578744" y="111043"/>
                </a:cubicBezTo>
                <a:cubicBezTo>
                  <a:pt x="3577773" y="112843"/>
                  <a:pt x="3577288" y="115130"/>
                  <a:pt x="3577288" y="117904"/>
                </a:cubicBezTo>
                <a:cubicBezTo>
                  <a:pt x="3577288" y="120539"/>
                  <a:pt x="3577773" y="122757"/>
                  <a:pt x="3578744" y="124560"/>
                </a:cubicBezTo>
                <a:cubicBezTo>
                  <a:pt x="3579716" y="126362"/>
                  <a:pt x="3581033" y="127784"/>
                  <a:pt x="3582696" y="128825"/>
                </a:cubicBezTo>
                <a:cubicBezTo>
                  <a:pt x="3584361" y="129864"/>
                  <a:pt x="3586302" y="130592"/>
                  <a:pt x="3588520" y="131009"/>
                </a:cubicBezTo>
                <a:cubicBezTo>
                  <a:pt x="3590739" y="131425"/>
                  <a:pt x="3593027" y="131634"/>
                  <a:pt x="3595384" y="131634"/>
                </a:cubicBezTo>
                <a:cubicBezTo>
                  <a:pt x="3601207" y="131634"/>
                  <a:pt x="3605713" y="130664"/>
                  <a:pt x="3608901" y="128724"/>
                </a:cubicBezTo>
                <a:cubicBezTo>
                  <a:pt x="3612092" y="126781"/>
                  <a:pt x="3614450" y="124458"/>
                  <a:pt x="3615976" y="121754"/>
                </a:cubicBezTo>
                <a:cubicBezTo>
                  <a:pt x="3617501" y="119050"/>
                  <a:pt x="3618437" y="116311"/>
                  <a:pt x="3618784" y="113537"/>
                </a:cubicBezTo>
                <a:cubicBezTo>
                  <a:pt x="3619131" y="110763"/>
                  <a:pt x="3619305" y="108545"/>
                  <a:pt x="3619305" y="106882"/>
                </a:cubicBezTo>
                <a:lnTo>
                  <a:pt x="3619305" y="95856"/>
                </a:lnTo>
                <a:close/>
                <a:moveTo>
                  <a:pt x="3671718" y="40868"/>
                </a:moveTo>
                <a:lnTo>
                  <a:pt x="3671718" y="148480"/>
                </a:lnTo>
                <a:lnTo>
                  <a:pt x="3701253" y="148480"/>
                </a:lnTo>
                <a:lnTo>
                  <a:pt x="3701253" y="99966"/>
                </a:lnTo>
                <a:cubicBezTo>
                  <a:pt x="3701253" y="95108"/>
                  <a:pt x="3701738" y="90597"/>
                  <a:pt x="3702710" y="86434"/>
                </a:cubicBezTo>
                <a:cubicBezTo>
                  <a:pt x="3703681" y="82270"/>
                  <a:pt x="3705310" y="78626"/>
                  <a:pt x="3707597" y="75503"/>
                </a:cubicBezTo>
                <a:cubicBezTo>
                  <a:pt x="3709884" y="72380"/>
                  <a:pt x="3712899" y="69916"/>
                  <a:pt x="3716642" y="68112"/>
                </a:cubicBezTo>
                <a:cubicBezTo>
                  <a:pt x="3720387" y="66307"/>
                  <a:pt x="3724964" y="65404"/>
                  <a:pt x="3730372" y="65404"/>
                </a:cubicBezTo>
                <a:cubicBezTo>
                  <a:pt x="3732175" y="65404"/>
                  <a:pt x="3734046" y="65509"/>
                  <a:pt x="3735986" y="65719"/>
                </a:cubicBezTo>
                <a:cubicBezTo>
                  <a:pt x="3737929" y="65926"/>
                  <a:pt x="3739593" y="66168"/>
                  <a:pt x="3740979" y="66445"/>
                </a:cubicBezTo>
                <a:lnTo>
                  <a:pt x="3740979" y="39021"/>
                </a:lnTo>
                <a:cubicBezTo>
                  <a:pt x="3738622" y="38329"/>
                  <a:pt x="3736473" y="37983"/>
                  <a:pt x="3734533" y="37983"/>
                </a:cubicBezTo>
                <a:cubicBezTo>
                  <a:pt x="3730788" y="37983"/>
                  <a:pt x="3727182" y="38538"/>
                  <a:pt x="3723717" y="39646"/>
                </a:cubicBezTo>
                <a:cubicBezTo>
                  <a:pt x="3720251" y="40753"/>
                  <a:pt x="3716992" y="42310"/>
                  <a:pt x="3713941" y="44318"/>
                </a:cubicBezTo>
                <a:cubicBezTo>
                  <a:pt x="3710890" y="46326"/>
                  <a:pt x="3708186" y="48750"/>
                  <a:pt x="3705829" y="51589"/>
                </a:cubicBezTo>
                <a:cubicBezTo>
                  <a:pt x="3703472" y="54429"/>
                  <a:pt x="3701600" y="57510"/>
                  <a:pt x="3700212" y="60834"/>
                </a:cubicBezTo>
                <a:lnTo>
                  <a:pt x="3699796" y="60834"/>
                </a:lnTo>
                <a:lnTo>
                  <a:pt x="3699796" y="40868"/>
                </a:lnTo>
                <a:lnTo>
                  <a:pt x="3671718" y="40868"/>
                </a:lnTo>
                <a:close/>
                <a:moveTo>
                  <a:pt x="3775507" y="113544"/>
                </a:moveTo>
                <a:lnTo>
                  <a:pt x="3747429" y="113544"/>
                </a:lnTo>
                <a:cubicBezTo>
                  <a:pt x="3747706" y="120742"/>
                  <a:pt x="3749335" y="126728"/>
                  <a:pt x="3752317" y="131504"/>
                </a:cubicBezTo>
                <a:cubicBezTo>
                  <a:pt x="3755298" y="136277"/>
                  <a:pt x="3759111" y="140117"/>
                  <a:pt x="3763755" y="143024"/>
                </a:cubicBezTo>
                <a:cubicBezTo>
                  <a:pt x="3768401" y="145932"/>
                  <a:pt x="3773705" y="148007"/>
                  <a:pt x="3779668" y="149251"/>
                </a:cubicBezTo>
                <a:cubicBezTo>
                  <a:pt x="3785630" y="150498"/>
                  <a:pt x="3791731" y="151121"/>
                  <a:pt x="3797971" y="151121"/>
                </a:cubicBezTo>
                <a:cubicBezTo>
                  <a:pt x="3804071" y="151121"/>
                  <a:pt x="3810067" y="150530"/>
                  <a:pt x="3815960" y="149350"/>
                </a:cubicBezTo>
                <a:cubicBezTo>
                  <a:pt x="3821854" y="148171"/>
                  <a:pt x="3827089" y="146125"/>
                  <a:pt x="3831663" y="143212"/>
                </a:cubicBezTo>
                <a:cubicBezTo>
                  <a:pt x="3836240" y="140298"/>
                  <a:pt x="3839949" y="136448"/>
                  <a:pt x="3842790" y="131662"/>
                </a:cubicBezTo>
                <a:cubicBezTo>
                  <a:pt x="3845634" y="126876"/>
                  <a:pt x="3847056" y="120946"/>
                  <a:pt x="3847056" y="113870"/>
                </a:cubicBezTo>
                <a:cubicBezTo>
                  <a:pt x="3847056" y="108877"/>
                  <a:pt x="3846085" y="104681"/>
                  <a:pt x="3844142" y="101283"/>
                </a:cubicBezTo>
                <a:cubicBezTo>
                  <a:pt x="3842202" y="97883"/>
                  <a:pt x="3839637" y="95039"/>
                  <a:pt x="3836446" y="92749"/>
                </a:cubicBezTo>
                <a:cubicBezTo>
                  <a:pt x="3833257" y="90460"/>
                  <a:pt x="3829618" y="88622"/>
                  <a:pt x="3825528" y="87236"/>
                </a:cubicBezTo>
                <a:cubicBezTo>
                  <a:pt x="3821438" y="85849"/>
                  <a:pt x="3817244" y="84669"/>
                  <a:pt x="3812944" y="83698"/>
                </a:cubicBezTo>
                <a:cubicBezTo>
                  <a:pt x="3808785" y="82727"/>
                  <a:pt x="3804694" y="81825"/>
                  <a:pt x="3800672" y="80994"/>
                </a:cubicBezTo>
                <a:cubicBezTo>
                  <a:pt x="3796652" y="80160"/>
                  <a:pt x="3793081" y="79224"/>
                  <a:pt x="3789960" y="78185"/>
                </a:cubicBezTo>
                <a:cubicBezTo>
                  <a:pt x="3786842" y="77144"/>
                  <a:pt x="3784311" y="75791"/>
                  <a:pt x="3782369" y="74126"/>
                </a:cubicBezTo>
                <a:cubicBezTo>
                  <a:pt x="3780429" y="72461"/>
                  <a:pt x="3779458" y="70310"/>
                  <a:pt x="3779458" y="67674"/>
                </a:cubicBezTo>
                <a:cubicBezTo>
                  <a:pt x="3779458" y="65454"/>
                  <a:pt x="3780013" y="63685"/>
                  <a:pt x="3781121" y="62367"/>
                </a:cubicBezTo>
                <a:cubicBezTo>
                  <a:pt x="3782232" y="61049"/>
                  <a:pt x="3783584" y="60044"/>
                  <a:pt x="3785177" y="59352"/>
                </a:cubicBezTo>
                <a:cubicBezTo>
                  <a:pt x="3786773" y="58658"/>
                  <a:pt x="3788541" y="58207"/>
                  <a:pt x="3790481" y="58000"/>
                </a:cubicBezTo>
                <a:cubicBezTo>
                  <a:pt x="3792423" y="57791"/>
                  <a:pt x="3794226" y="57686"/>
                  <a:pt x="3795889" y="57686"/>
                </a:cubicBezTo>
                <a:cubicBezTo>
                  <a:pt x="3801157" y="57686"/>
                  <a:pt x="3805733" y="58696"/>
                  <a:pt x="3809615" y="60717"/>
                </a:cubicBezTo>
                <a:cubicBezTo>
                  <a:pt x="3813498" y="62735"/>
                  <a:pt x="3815647" y="66600"/>
                  <a:pt x="3816064" y="72310"/>
                </a:cubicBezTo>
                <a:lnTo>
                  <a:pt x="3844145" y="72310"/>
                </a:lnTo>
                <a:cubicBezTo>
                  <a:pt x="3843591" y="65654"/>
                  <a:pt x="3841892" y="60141"/>
                  <a:pt x="3839048" y="55772"/>
                </a:cubicBezTo>
                <a:cubicBezTo>
                  <a:pt x="3836207" y="51403"/>
                  <a:pt x="3832636" y="47901"/>
                  <a:pt x="3828337" y="45267"/>
                </a:cubicBezTo>
                <a:cubicBezTo>
                  <a:pt x="3824040" y="42631"/>
                  <a:pt x="3819152" y="40758"/>
                  <a:pt x="3813674" y="39649"/>
                </a:cubicBezTo>
                <a:cubicBezTo>
                  <a:pt x="3808197" y="38539"/>
                  <a:pt x="3802546" y="37983"/>
                  <a:pt x="3796724" y="37983"/>
                </a:cubicBezTo>
                <a:cubicBezTo>
                  <a:pt x="3790899" y="37983"/>
                  <a:pt x="3785212" y="38504"/>
                  <a:pt x="3779665" y="39545"/>
                </a:cubicBezTo>
                <a:cubicBezTo>
                  <a:pt x="3774119" y="40584"/>
                  <a:pt x="3769128" y="42386"/>
                  <a:pt x="3764691" y="44953"/>
                </a:cubicBezTo>
                <a:cubicBezTo>
                  <a:pt x="3760254" y="47519"/>
                  <a:pt x="3756684" y="51022"/>
                  <a:pt x="3753980" y="55461"/>
                </a:cubicBezTo>
                <a:cubicBezTo>
                  <a:pt x="3751276" y="59900"/>
                  <a:pt x="3749924" y="65588"/>
                  <a:pt x="3749924" y="72526"/>
                </a:cubicBezTo>
                <a:cubicBezTo>
                  <a:pt x="3749924" y="77242"/>
                  <a:pt x="3750894" y="81231"/>
                  <a:pt x="3752834" y="84491"/>
                </a:cubicBezTo>
                <a:cubicBezTo>
                  <a:pt x="3754776" y="87750"/>
                  <a:pt x="3757342" y="90455"/>
                  <a:pt x="3760530" y="92606"/>
                </a:cubicBezTo>
                <a:cubicBezTo>
                  <a:pt x="3763721" y="94756"/>
                  <a:pt x="3767361" y="96490"/>
                  <a:pt x="3771451" y="97808"/>
                </a:cubicBezTo>
                <a:cubicBezTo>
                  <a:pt x="3775541" y="99126"/>
                  <a:pt x="3779736" y="100271"/>
                  <a:pt x="3784035" y="101242"/>
                </a:cubicBezTo>
                <a:cubicBezTo>
                  <a:pt x="3794572" y="103462"/>
                  <a:pt x="3802786" y="105681"/>
                  <a:pt x="3808679" y="107901"/>
                </a:cubicBezTo>
                <a:cubicBezTo>
                  <a:pt x="3814574" y="110120"/>
                  <a:pt x="3817521" y="113449"/>
                  <a:pt x="3817521" y="117888"/>
                </a:cubicBezTo>
                <a:cubicBezTo>
                  <a:pt x="3817521" y="120523"/>
                  <a:pt x="3816897" y="122707"/>
                  <a:pt x="3815649" y="124442"/>
                </a:cubicBezTo>
                <a:cubicBezTo>
                  <a:pt x="3814400" y="126177"/>
                  <a:pt x="3812840" y="127565"/>
                  <a:pt x="3810967" y="128606"/>
                </a:cubicBezTo>
                <a:cubicBezTo>
                  <a:pt x="3809097" y="129645"/>
                  <a:pt x="3807017" y="130408"/>
                  <a:pt x="3804728" y="130894"/>
                </a:cubicBezTo>
                <a:cubicBezTo>
                  <a:pt x="3802440" y="131379"/>
                  <a:pt x="3800257" y="131621"/>
                  <a:pt x="3798177" y="131621"/>
                </a:cubicBezTo>
                <a:cubicBezTo>
                  <a:pt x="3795266" y="131621"/>
                  <a:pt x="3792458" y="131275"/>
                  <a:pt x="3789754" y="130583"/>
                </a:cubicBezTo>
                <a:cubicBezTo>
                  <a:pt x="3787050" y="129889"/>
                  <a:pt x="3784658" y="128816"/>
                  <a:pt x="3782578" y="127362"/>
                </a:cubicBezTo>
                <a:cubicBezTo>
                  <a:pt x="3780498" y="125906"/>
                  <a:pt x="3778799" y="124036"/>
                  <a:pt x="3777481" y="121751"/>
                </a:cubicBezTo>
                <a:cubicBezTo>
                  <a:pt x="3776165" y="119466"/>
                  <a:pt x="3775507" y="116730"/>
                  <a:pt x="3775507" y="113544"/>
                </a:cubicBezTo>
                <a:close/>
                <a:moveTo>
                  <a:pt x="3936701" y="83279"/>
                </a:moveTo>
                <a:lnTo>
                  <a:pt x="3888657" y="83279"/>
                </a:lnTo>
                <a:cubicBezTo>
                  <a:pt x="3888794" y="81193"/>
                  <a:pt x="3889244" y="78828"/>
                  <a:pt x="3890006" y="76186"/>
                </a:cubicBezTo>
                <a:cubicBezTo>
                  <a:pt x="3890770" y="73541"/>
                  <a:pt x="3892088" y="71037"/>
                  <a:pt x="3893960" y="68673"/>
                </a:cubicBezTo>
                <a:cubicBezTo>
                  <a:pt x="3895833" y="66308"/>
                  <a:pt x="3898328" y="64325"/>
                  <a:pt x="3901447" y="62726"/>
                </a:cubicBezTo>
                <a:cubicBezTo>
                  <a:pt x="3904568" y="61126"/>
                  <a:pt x="3908485" y="60326"/>
                  <a:pt x="3913199" y="60326"/>
                </a:cubicBezTo>
                <a:cubicBezTo>
                  <a:pt x="3920410" y="60326"/>
                  <a:pt x="3925783" y="62274"/>
                  <a:pt x="3929319" y="66169"/>
                </a:cubicBezTo>
                <a:cubicBezTo>
                  <a:pt x="3932854" y="70064"/>
                  <a:pt x="3935315" y="75768"/>
                  <a:pt x="3936701" y="83279"/>
                </a:cubicBezTo>
                <a:moveTo>
                  <a:pt x="3888657" y="101966"/>
                </a:moveTo>
                <a:lnTo>
                  <a:pt x="3966239" y="101966"/>
                </a:lnTo>
                <a:cubicBezTo>
                  <a:pt x="3966793" y="93629"/>
                  <a:pt x="3966099" y="85640"/>
                  <a:pt x="3964157" y="77998"/>
                </a:cubicBezTo>
                <a:cubicBezTo>
                  <a:pt x="3962217" y="70355"/>
                  <a:pt x="3959062" y="63548"/>
                  <a:pt x="3954693" y="57575"/>
                </a:cubicBezTo>
                <a:cubicBezTo>
                  <a:pt x="3950326" y="51600"/>
                  <a:pt x="3944744" y="46841"/>
                  <a:pt x="3937948" y="43299"/>
                </a:cubicBezTo>
                <a:cubicBezTo>
                  <a:pt x="3931154" y="39755"/>
                  <a:pt x="3923182" y="37983"/>
                  <a:pt x="3914031" y="37983"/>
                </a:cubicBezTo>
                <a:cubicBezTo>
                  <a:pt x="3905849" y="37983"/>
                  <a:pt x="3898396" y="39442"/>
                  <a:pt x="3891672" y="42360"/>
                </a:cubicBezTo>
                <a:cubicBezTo>
                  <a:pt x="3884948" y="45275"/>
                  <a:pt x="3879159" y="49268"/>
                  <a:pt x="3874305" y="54338"/>
                </a:cubicBezTo>
                <a:cubicBezTo>
                  <a:pt x="3869452" y="59407"/>
                  <a:pt x="3865708" y="65415"/>
                  <a:pt x="3863073" y="72361"/>
                </a:cubicBezTo>
                <a:cubicBezTo>
                  <a:pt x="3860439" y="79305"/>
                  <a:pt x="3859122" y="86806"/>
                  <a:pt x="3859122" y="94863"/>
                </a:cubicBezTo>
                <a:cubicBezTo>
                  <a:pt x="3859122" y="103195"/>
                  <a:pt x="3860404" y="110834"/>
                  <a:pt x="3862969" y="117781"/>
                </a:cubicBezTo>
                <a:cubicBezTo>
                  <a:pt x="3865535" y="124725"/>
                  <a:pt x="3869175" y="130698"/>
                  <a:pt x="3873890" y="135699"/>
                </a:cubicBezTo>
                <a:cubicBezTo>
                  <a:pt x="3878604" y="140699"/>
                  <a:pt x="3884358" y="144553"/>
                  <a:pt x="3891151" y="147261"/>
                </a:cubicBezTo>
                <a:cubicBezTo>
                  <a:pt x="3897945" y="149970"/>
                  <a:pt x="3905572" y="151324"/>
                  <a:pt x="3914031" y="151324"/>
                </a:cubicBezTo>
                <a:cubicBezTo>
                  <a:pt x="3926233" y="151324"/>
                  <a:pt x="3936632" y="148553"/>
                  <a:pt x="3945229" y="143012"/>
                </a:cubicBezTo>
                <a:cubicBezTo>
                  <a:pt x="3953828" y="137470"/>
                  <a:pt x="3960207" y="128257"/>
                  <a:pt x="3964366" y="115372"/>
                </a:cubicBezTo>
                <a:lnTo>
                  <a:pt x="3938367" y="115372"/>
                </a:lnTo>
                <a:cubicBezTo>
                  <a:pt x="3937396" y="118670"/>
                  <a:pt x="3934761" y="121797"/>
                  <a:pt x="3930461" y="124753"/>
                </a:cubicBezTo>
                <a:cubicBezTo>
                  <a:pt x="3926164" y="127707"/>
                  <a:pt x="3921034" y="129184"/>
                  <a:pt x="3915072" y="129184"/>
                </a:cubicBezTo>
                <a:cubicBezTo>
                  <a:pt x="3906753" y="129184"/>
                  <a:pt x="3900373" y="127037"/>
                  <a:pt x="3895934" y="122744"/>
                </a:cubicBezTo>
                <a:cubicBezTo>
                  <a:pt x="3891497" y="118449"/>
                  <a:pt x="3889072" y="111523"/>
                  <a:pt x="3888657" y="101966"/>
                </a:cubicBezTo>
                <a:close/>
                <a:moveTo>
                  <a:pt x="3983709" y="40868"/>
                </a:moveTo>
                <a:lnTo>
                  <a:pt x="3983709" y="148480"/>
                </a:lnTo>
                <a:lnTo>
                  <a:pt x="4013244" y="148480"/>
                </a:lnTo>
                <a:lnTo>
                  <a:pt x="4013244" y="99966"/>
                </a:lnTo>
                <a:cubicBezTo>
                  <a:pt x="4013244" y="95108"/>
                  <a:pt x="4013729" y="90597"/>
                  <a:pt x="4014701" y="86434"/>
                </a:cubicBezTo>
                <a:cubicBezTo>
                  <a:pt x="4015672" y="82270"/>
                  <a:pt x="4017301" y="78626"/>
                  <a:pt x="4019588" y="75503"/>
                </a:cubicBezTo>
                <a:cubicBezTo>
                  <a:pt x="4021875" y="72380"/>
                  <a:pt x="4024890" y="69916"/>
                  <a:pt x="4028633" y="68112"/>
                </a:cubicBezTo>
                <a:cubicBezTo>
                  <a:pt x="4032378" y="66307"/>
                  <a:pt x="4036955" y="65404"/>
                  <a:pt x="4042363" y="65404"/>
                </a:cubicBezTo>
                <a:cubicBezTo>
                  <a:pt x="4044166" y="65404"/>
                  <a:pt x="4046037" y="65509"/>
                  <a:pt x="4047977" y="65719"/>
                </a:cubicBezTo>
                <a:cubicBezTo>
                  <a:pt x="4049920" y="65926"/>
                  <a:pt x="4051584" y="66168"/>
                  <a:pt x="4052970" y="66445"/>
                </a:cubicBezTo>
                <a:lnTo>
                  <a:pt x="4052970" y="39021"/>
                </a:lnTo>
                <a:cubicBezTo>
                  <a:pt x="4050613" y="38329"/>
                  <a:pt x="4048464" y="37983"/>
                  <a:pt x="4046524" y="37983"/>
                </a:cubicBezTo>
                <a:cubicBezTo>
                  <a:pt x="4042779" y="37983"/>
                  <a:pt x="4039173" y="38538"/>
                  <a:pt x="4035708" y="39646"/>
                </a:cubicBezTo>
                <a:cubicBezTo>
                  <a:pt x="4032242" y="40753"/>
                  <a:pt x="4028983" y="42310"/>
                  <a:pt x="4025932" y="44318"/>
                </a:cubicBezTo>
                <a:cubicBezTo>
                  <a:pt x="4022881" y="46326"/>
                  <a:pt x="4020177" y="48750"/>
                  <a:pt x="4017820" y="51589"/>
                </a:cubicBezTo>
                <a:cubicBezTo>
                  <a:pt x="4015463" y="54429"/>
                  <a:pt x="4013591" y="57510"/>
                  <a:pt x="4012203" y="60834"/>
                </a:cubicBezTo>
                <a:lnTo>
                  <a:pt x="4011787" y="60834"/>
                </a:lnTo>
                <a:lnTo>
                  <a:pt x="4011787" y="40868"/>
                </a:lnTo>
                <a:lnTo>
                  <a:pt x="3983709" y="40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A69B5-1445-468C-B4F8-BA3FC011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438" y="1187562"/>
            <a:ext cx="9427493" cy="943913"/>
          </a:xfrm>
          <a:custGeom xmlns:a="http://schemas.openxmlformats.org/drawingml/2006/main">
            <a:pathLst>
              <a:path w="9427493" h="943913" fill="none">
                <a:moveTo>
                  <a:pt x="0" y="0"/>
                </a:moveTo>
                <a:lnTo>
                  <a:pt x="9427493" y="0"/>
                </a:lnTo>
                <a:lnTo>
                  <a:pt x="9427493" y="943913"/>
                </a:lnTo>
                <a:lnTo>
                  <a:pt x="0" y="9439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5" name="Text Physical">
            <a:extLst xmlns:a="http://schemas.openxmlformats.org/drawingml/2006/main">
              <a:ext uri="{FF2B5EF4-FFF2-40B4-BE49-F238E27FC236}">
                <a16:creationId xmlns:a16="http://schemas.microsoft.com/office/drawing/2014/main" id="{43D5986D-6B8F-4895-A2C5-6B147D04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539" y="3128056"/>
            <a:ext cx="1051838" cy="244200"/>
          </a:xfrm>
          <a:custGeom xmlns:a="http://schemas.openxmlformats.org/drawingml/2006/main">
            <a:pathLst>
              <a:path w="1051838" h="244200">
                <a:moveTo>
                  <a:pt x="42859" y="91708"/>
                </a:moveTo>
                <a:lnTo>
                  <a:pt x="42859" y="33324"/>
                </a:lnTo>
                <a:lnTo>
                  <a:pt x="76163" y="33324"/>
                </a:lnTo>
                <a:cubicBezTo>
                  <a:pt x="81078" y="33324"/>
                  <a:pt x="85810" y="33688"/>
                  <a:pt x="90359" y="34416"/>
                </a:cubicBezTo>
                <a:cubicBezTo>
                  <a:pt x="94907" y="35143"/>
                  <a:pt x="98910" y="36553"/>
                  <a:pt x="102368" y="38644"/>
                </a:cubicBezTo>
                <a:cubicBezTo>
                  <a:pt x="105828" y="40735"/>
                  <a:pt x="108604" y="43691"/>
                  <a:pt x="110695" y="47512"/>
                </a:cubicBezTo>
                <a:cubicBezTo>
                  <a:pt x="112789" y="51330"/>
                  <a:pt x="113836" y="56332"/>
                  <a:pt x="113836" y="62516"/>
                </a:cubicBezTo>
                <a:cubicBezTo>
                  <a:pt x="113836" y="68701"/>
                  <a:pt x="112789" y="73703"/>
                  <a:pt x="110695" y="77525"/>
                </a:cubicBezTo>
                <a:cubicBezTo>
                  <a:pt x="108604" y="81343"/>
                  <a:pt x="105828" y="84298"/>
                  <a:pt x="102368" y="86389"/>
                </a:cubicBezTo>
                <a:cubicBezTo>
                  <a:pt x="98910" y="88480"/>
                  <a:pt x="94907" y="89889"/>
                  <a:pt x="90359" y="90617"/>
                </a:cubicBezTo>
                <a:cubicBezTo>
                  <a:pt x="85810" y="91345"/>
                  <a:pt x="81078" y="91708"/>
                  <a:pt x="76163" y="91708"/>
                </a:cubicBezTo>
                <a:lnTo>
                  <a:pt x="42859" y="91708"/>
                </a:lnTo>
                <a:moveTo>
                  <a:pt x="0" y="0"/>
                </a:moveTo>
                <a:lnTo>
                  <a:pt x="0" y="194880"/>
                </a:lnTo>
                <a:lnTo>
                  <a:pt x="42859" y="194880"/>
                </a:lnTo>
                <a:lnTo>
                  <a:pt x="42859" y="125033"/>
                </a:lnTo>
                <a:lnTo>
                  <a:pt x="87905" y="125033"/>
                </a:lnTo>
                <a:cubicBezTo>
                  <a:pt x="100096" y="125033"/>
                  <a:pt x="110468" y="123258"/>
                  <a:pt x="119022" y="119709"/>
                </a:cubicBezTo>
                <a:cubicBezTo>
                  <a:pt x="127578" y="116160"/>
                  <a:pt x="134540" y="111474"/>
                  <a:pt x="139908" y="105650"/>
                </a:cubicBezTo>
                <a:cubicBezTo>
                  <a:pt x="145278" y="99827"/>
                  <a:pt x="149191" y="93138"/>
                  <a:pt x="151646" y="85585"/>
                </a:cubicBezTo>
                <a:cubicBezTo>
                  <a:pt x="154104" y="78031"/>
                  <a:pt x="155333" y="70342"/>
                  <a:pt x="155333" y="62516"/>
                </a:cubicBezTo>
                <a:cubicBezTo>
                  <a:pt x="155333" y="54507"/>
                  <a:pt x="154104" y="46772"/>
                  <a:pt x="151646" y="39310"/>
                </a:cubicBezTo>
                <a:cubicBezTo>
                  <a:pt x="149191" y="31848"/>
                  <a:pt x="145278" y="25206"/>
                  <a:pt x="139908" y="19382"/>
                </a:cubicBezTo>
                <a:cubicBezTo>
                  <a:pt x="134540" y="13559"/>
                  <a:pt x="127579" y="8873"/>
                  <a:pt x="119026" y="5324"/>
                </a:cubicBezTo>
                <a:cubicBezTo>
                  <a:pt x="110473" y="1775"/>
                  <a:pt x="100099" y="0"/>
                  <a:pt x="87905" y="0"/>
                </a:cubicBezTo>
                <a:lnTo>
                  <a:pt x="0" y="0"/>
                </a:lnTo>
                <a:close/>
                <a:moveTo>
                  <a:pt x="177991" y="0"/>
                </a:moveTo>
                <a:lnTo>
                  <a:pt x="177991" y="194880"/>
                </a:lnTo>
                <a:lnTo>
                  <a:pt x="216755" y="194880"/>
                </a:lnTo>
                <a:lnTo>
                  <a:pt x="216755" y="120909"/>
                </a:lnTo>
                <a:cubicBezTo>
                  <a:pt x="216755" y="106532"/>
                  <a:pt x="219121" y="96206"/>
                  <a:pt x="223853" y="89930"/>
                </a:cubicBezTo>
                <a:cubicBezTo>
                  <a:pt x="228586" y="83651"/>
                  <a:pt x="236229" y="80511"/>
                  <a:pt x="246785" y="80511"/>
                </a:cubicBezTo>
                <a:cubicBezTo>
                  <a:pt x="256068" y="80511"/>
                  <a:pt x="262529" y="83377"/>
                  <a:pt x="266167" y="89109"/>
                </a:cubicBezTo>
                <a:cubicBezTo>
                  <a:pt x="269808" y="94841"/>
                  <a:pt x="271628" y="103530"/>
                  <a:pt x="271628" y="115177"/>
                </a:cubicBezTo>
                <a:lnTo>
                  <a:pt x="271628" y="194880"/>
                </a:lnTo>
                <a:lnTo>
                  <a:pt x="310392" y="194880"/>
                </a:lnTo>
                <a:lnTo>
                  <a:pt x="310392" y="108029"/>
                </a:lnTo>
                <a:cubicBezTo>
                  <a:pt x="310392" y="99290"/>
                  <a:pt x="309619" y="91324"/>
                  <a:pt x="308072" y="84131"/>
                </a:cubicBezTo>
                <a:cubicBezTo>
                  <a:pt x="306525" y="76939"/>
                  <a:pt x="303840" y="70839"/>
                  <a:pt x="300016" y="65832"/>
                </a:cubicBezTo>
                <a:cubicBezTo>
                  <a:pt x="296195" y="60825"/>
                  <a:pt x="290963" y="56911"/>
                  <a:pt x="284320" y="54089"/>
                </a:cubicBezTo>
                <a:cubicBezTo>
                  <a:pt x="277678" y="51265"/>
                  <a:pt x="269170" y="49853"/>
                  <a:pt x="258798" y="49853"/>
                </a:cubicBezTo>
                <a:cubicBezTo>
                  <a:pt x="251517" y="49853"/>
                  <a:pt x="244054" y="51723"/>
                  <a:pt x="236408" y="55464"/>
                </a:cubicBezTo>
                <a:cubicBezTo>
                  <a:pt x="228766" y="59205"/>
                  <a:pt x="222489" y="65181"/>
                  <a:pt x="217576" y="73392"/>
                </a:cubicBezTo>
                <a:lnTo>
                  <a:pt x="216755" y="73392"/>
                </a:lnTo>
                <a:lnTo>
                  <a:pt x="216755" y="0"/>
                </a:lnTo>
                <a:lnTo>
                  <a:pt x="177991" y="0"/>
                </a:lnTo>
                <a:close/>
                <a:moveTo>
                  <a:pt x="409490" y="212292"/>
                </a:moveTo>
                <a:lnTo>
                  <a:pt x="468453" y="53852"/>
                </a:lnTo>
                <a:lnTo>
                  <a:pt x="428326" y="53852"/>
                </a:lnTo>
                <a:lnTo>
                  <a:pt x="397476" y="150388"/>
                </a:lnTo>
                <a:lnTo>
                  <a:pt x="396931" y="150388"/>
                </a:lnTo>
                <a:lnTo>
                  <a:pt x="364989" y="53852"/>
                </a:lnTo>
                <a:lnTo>
                  <a:pt x="323767" y="53852"/>
                </a:lnTo>
                <a:lnTo>
                  <a:pt x="373179" y="186137"/>
                </a:lnTo>
                <a:cubicBezTo>
                  <a:pt x="374273" y="188864"/>
                  <a:pt x="374820" y="191773"/>
                  <a:pt x="374820" y="194863"/>
                </a:cubicBezTo>
                <a:cubicBezTo>
                  <a:pt x="374820" y="199046"/>
                  <a:pt x="373591" y="202864"/>
                  <a:pt x="371134" y="206319"/>
                </a:cubicBezTo>
                <a:cubicBezTo>
                  <a:pt x="368676" y="209773"/>
                  <a:pt x="364899" y="211774"/>
                  <a:pt x="359803" y="212321"/>
                </a:cubicBezTo>
                <a:cubicBezTo>
                  <a:pt x="355982" y="212502"/>
                  <a:pt x="352160" y="212410"/>
                  <a:pt x="348336" y="212046"/>
                </a:cubicBezTo>
                <a:cubicBezTo>
                  <a:pt x="344514" y="211682"/>
                  <a:pt x="340785" y="211319"/>
                  <a:pt x="337147" y="210955"/>
                </a:cubicBezTo>
                <a:lnTo>
                  <a:pt x="337147" y="242867"/>
                </a:lnTo>
                <a:cubicBezTo>
                  <a:pt x="341149" y="243222"/>
                  <a:pt x="345106" y="243534"/>
                  <a:pt x="349019" y="243800"/>
                </a:cubicBezTo>
                <a:cubicBezTo>
                  <a:pt x="352932" y="244067"/>
                  <a:pt x="356890" y="244200"/>
                  <a:pt x="360895" y="244200"/>
                </a:cubicBezTo>
                <a:cubicBezTo>
                  <a:pt x="374180" y="244200"/>
                  <a:pt x="384553" y="241745"/>
                  <a:pt x="392015" y="236835"/>
                </a:cubicBezTo>
                <a:cubicBezTo>
                  <a:pt x="399477" y="231928"/>
                  <a:pt x="405302" y="223747"/>
                  <a:pt x="409490" y="212292"/>
                </a:cubicBezTo>
                <a:close/>
                <a:moveTo>
                  <a:pt x="511588" y="149026"/>
                </a:moveTo>
                <a:lnTo>
                  <a:pt x="474735" y="149026"/>
                </a:lnTo>
                <a:cubicBezTo>
                  <a:pt x="475099" y="158473"/>
                  <a:pt x="477237" y="166331"/>
                  <a:pt x="481150" y="172599"/>
                </a:cubicBezTo>
                <a:cubicBezTo>
                  <a:pt x="485063" y="178864"/>
                  <a:pt x="490067" y="183904"/>
                  <a:pt x="496163" y="187720"/>
                </a:cubicBezTo>
                <a:cubicBezTo>
                  <a:pt x="502261" y="191535"/>
                  <a:pt x="509223" y="194259"/>
                  <a:pt x="517049" y="195892"/>
                </a:cubicBezTo>
                <a:cubicBezTo>
                  <a:pt x="524874" y="197528"/>
                  <a:pt x="532882" y="198346"/>
                  <a:pt x="541071" y="198346"/>
                </a:cubicBezTo>
                <a:cubicBezTo>
                  <a:pt x="549077" y="198346"/>
                  <a:pt x="556947" y="197571"/>
                  <a:pt x="564681" y="196021"/>
                </a:cubicBezTo>
                <a:cubicBezTo>
                  <a:pt x="572418" y="194475"/>
                  <a:pt x="579289" y="191789"/>
                  <a:pt x="585293" y="187965"/>
                </a:cubicBezTo>
                <a:cubicBezTo>
                  <a:pt x="591299" y="184141"/>
                  <a:pt x="596167" y="179089"/>
                  <a:pt x="599897" y="172807"/>
                </a:cubicBezTo>
                <a:cubicBezTo>
                  <a:pt x="603629" y="166525"/>
                  <a:pt x="605495" y="158741"/>
                  <a:pt x="605495" y="149455"/>
                </a:cubicBezTo>
                <a:cubicBezTo>
                  <a:pt x="605495" y="142901"/>
                  <a:pt x="604221" y="137394"/>
                  <a:pt x="601671" y="132935"/>
                </a:cubicBezTo>
                <a:cubicBezTo>
                  <a:pt x="599125" y="128472"/>
                  <a:pt x="595758" y="124738"/>
                  <a:pt x="591570" y="121733"/>
                </a:cubicBezTo>
                <a:cubicBezTo>
                  <a:pt x="587385" y="118729"/>
                  <a:pt x="582609" y="116317"/>
                  <a:pt x="577241" y="114498"/>
                </a:cubicBezTo>
                <a:cubicBezTo>
                  <a:pt x="571873" y="112676"/>
                  <a:pt x="566367" y="111128"/>
                  <a:pt x="560724" y="109853"/>
                </a:cubicBezTo>
                <a:cubicBezTo>
                  <a:pt x="555265" y="108579"/>
                  <a:pt x="549895" y="107396"/>
                  <a:pt x="544616" y="106304"/>
                </a:cubicBezTo>
                <a:cubicBezTo>
                  <a:pt x="539340" y="105210"/>
                  <a:pt x="534654" y="103981"/>
                  <a:pt x="530557" y="102618"/>
                </a:cubicBezTo>
                <a:cubicBezTo>
                  <a:pt x="526464" y="101252"/>
                  <a:pt x="523143" y="99476"/>
                  <a:pt x="520594" y="97290"/>
                </a:cubicBezTo>
                <a:cubicBezTo>
                  <a:pt x="518047" y="95105"/>
                  <a:pt x="516774" y="92282"/>
                  <a:pt x="516774" y="88822"/>
                </a:cubicBezTo>
                <a:cubicBezTo>
                  <a:pt x="516774" y="85908"/>
                  <a:pt x="517501" y="83587"/>
                  <a:pt x="518956" y="81857"/>
                </a:cubicBezTo>
                <a:cubicBezTo>
                  <a:pt x="520414" y="80127"/>
                  <a:pt x="522189" y="78808"/>
                  <a:pt x="524280" y="77900"/>
                </a:cubicBezTo>
                <a:cubicBezTo>
                  <a:pt x="526374" y="76989"/>
                  <a:pt x="528694" y="76397"/>
                  <a:pt x="531241" y="76125"/>
                </a:cubicBezTo>
                <a:cubicBezTo>
                  <a:pt x="533790" y="75850"/>
                  <a:pt x="536156" y="75713"/>
                  <a:pt x="538339" y="75713"/>
                </a:cubicBezTo>
                <a:cubicBezTo>
                  <a:pt x="545253" y="75713"/>
                  <a:pt x="551259" y="77039"/>
                  <a:pt x="556355" y="79691"/>
                </a:cubicBezTo>
                <a:cubicBezTo>
                  <a:pt x="561450" y="82340"/>
                  <a:pt x="564272" y="87412"/>
                  <a:pt x="564819" y="94907"/>
                </a:cubicBezTo>
                <a:lnTo>
                  <a:pt x="601676" y="94907"/>
                </a:lnTo>
                <a:cubicBezTo>
                  <a:pt x="600948" y="86171"/>
                  <a:pt x="598718" y="78935"/>
                  <a:pt x="594986" y="73201"/>
                </a:cubicBezTo>
                <a:cubicBezTo>
                  <a:pt x="591256" y="67466"/>
                  <a:pt x="586570" y="62870"/>
                  <a:pt x="580927" y="59413"/>
                </a:cubicBezTo>
                <a:cubicBezTo>
                  <a:pt x="575287" y="55953"/>
                  <a:pt x="568872" y="53495"/>
                  <a:pt x="561682" y="52040"/>
                </a:cubicBezTo>
                <a:cubicBezTo>
                  <a:pt x="554493" y="50582"/>
                  <a:pt x="547077" y="49853"/>
                  <a:pt x="539434" y="49853"/>
                </a:cubicBezTo>
                <a:cubicBezTo>
                  <a:pt x="531789" y="49853"/>
                  <a:pt x="524326" y="50536"/>
                  <a:pt x="517044" y="51902"/>
                </a:cubicBezTo>
                <a:cubicBezTo>
                  <a:pt x="509766" y="53266"/>
                  <a:pt x="503215" y="55632"/>
                  <a:pt x="497392" y="59001"/>
                </a:cubicBezTo>
                <a:cubicBezTo>
                  <a:pt x="491568" y="62369"/>
                  <a:pt x="486882" y="66966"/>
                  <a:pt x="483333" y="72793"/>
                </a:cubicBezTo>
                <a:cubicBezTo>
                  <a:pt x="479784" y="78619"/>
                  <a:pt x="478009" y="86085"/>
                  <a:pt x="478009" y="95191"/>
                </a:cubicBezTo>
                <a:cubicBezTo>
                  <a:pt x="478009" y="101381"/>
                  <a:pt x="479283" y="106615"/>
                  <a:pt x="481829" y="110895"/>
                </a:cubicBezTo>
                <a:cubicBezTo>
                  <a:pt x="484378" y="115171"/>
                  <a:pt x="487746" y="118722"/>
                  <a:pt x="491930" y="121546"/>
                </a:cubicBezTo>
                <a:cubicBezTo>
                  <a:pt x="496118" y="124367"/>
                  <a:pt x="500896" y="126643"/>
                  <a:pt x="506264" y="128373"/>
                </a:cubicBezTo>
                <a:cubicBezTo>
                  <a:pt x="511632" y="130103"/>
                  <a:pt x="517137" y="131606"/>
                  <a:pt x="522780" y="132880"/>
                </a:cubicBezTo>
                <a:cubicBezTo>
                  <a:pt x="536610" y="135793"/>
                  <a:pt x="547392" y="138707"/>
                  <a:pt x="555126" y="141620"/>
                </a:cubicBezTo>
                <a:cubicBezTo>
                  <a:pt x="562863" y="144533"/>
                  <a:pt x="566731" y="148902"/>
                  <a:pt x="566731" y="154729"/>
                </a:cubicBezTo>
                <a:cubicBezTo>
                  <a:pt x="566731" y="158186"/>
                  <a:pt x="565912" y="161053"/>
                  <a:pt x="564273" y="163330"/>
                </a:cubicBezTo>
                <a:cubicBezTo>
                  <a:pt x="562635" y="165608"/>
                  <a:pt x="560587" y="167429"/>
                  <a:pt x="558129" y="168796"/>
                </a:cubicBezTo>
                <a:cubicBezTo>
                  <a:pt x="555674" y="170159"/>
                  <a:pt x="552944" y="171160"/>
                  <a:pt x="549940" y="171799"/>
                </a:cubicBezTo>
                <a:cubicBezTo>
                  <a:pt x="546938" y="172435"/>
                  <a:pt x="544072" y="172753"/>
                  <a:pt x="541342" y="172753"/>
                </a:cubicBezTo>
                <a:cubicBezTo>
                  <a:pt x="537521" y="172753"/>
                  <a:pt x="533836" y="172299"/>
                  <a:pt x="530287" y="171391"/>
                </a:cubicBezTo>
                <a:cubicBezTo>
                  <a:pt x="526738" y="170480"/>
                  <a:pt x="523598" y="169071"/>
                  <a:pt x="520868" y="167163"/>
                </a:cubicBezTo>
                <a:cubicBezTo>
                  <a:pt x="518139" y="165252"/>
                  <a:pt x="515909" y="162797"/>
                  <a:pt x="514179" y="159798"/>
                </a:cubicBezTo>
                <a:cubicBezTo>
                  <a:pt x="512451" y="156799"/>
                  <a:pt x="511588" y="153208"/>
                  <a:pt x="511588" y="149026"/>
                </a:cubicBezTo>
                <a:close/>
                <a:moveTo>
                  <a:pt x="668011" y="31991"/>
                </a:moveTo>
                <a:lnTo>
                  <a:pt x="668011" y="0"/>
                </a:lnTo>
                <a:lnTo>
                  <a:pt x="629246" y="0"/>
                </a:lnTo>
                <a:lnTo>
                  <a:pt x="629246" y="31991"/>
                </a:lnTo>
                <a:lnTo>
                  <a:pt x="668011" y="31991"/>
                </a:lnTo>
                <a:moveTo>
                  <a:pt x="629246" y="53744"/>
                </a:moveTo>
                <a:lnTo>
                  <a:pt x="629246" y="194880"/>
                </a:lnTo>
                <a:lnTo>
                  <a:pt x="668011" y="194880"/>
                </a:lnTo>
                <a:lnTo>
                  <a:pt x="668011" y="53744"/>
                </a:lnTo>
                <a:lnTo>
                  <a:pt x="629246" y="53744"/>
                </a:lnTo>
                <a:close/>
                <a:moveTo>
                  <a:pt x="794682" y="103438"/>
                </a:moveTo>
                <a:lnTo>
                  <a:pt x="832626" y="103438"/>
                </a:lnTo>
                <a:cubicBezTo>
                  <a:pt x="832081" y="94324"/>
                  <a:pt x="829897" y="86442"/>
                  <a:pt x="826073" y="79791"/>
                </a:cubicBezTo>
                <a:cubicBezTo>
                  <a:pt x="822252" y="73137"/>
                  <a:pt x="817292" y="67577"/>
                  <a:pt x="811194" y="63112"/>
                </a:cubicBezTo>
                <a:cubicBezTo>
                  <a:pt x="805098" y="58646"/>
                  <a:pt x="798184" y="55321"/>
                  <a:pt x="790450" y="53135"/>
                </a:cubicBezTo>
                <a:cubicBezTo>
                  <a:pt x="782716" y="50947"/>
                  <a:pt x="774662" y="49853"/>
                  <a:pt x="766289" y="49853"/>
                </a:cubicBezTo>
                <a:cubicBezTo>
                  <a:pt x="754823" y="49853"/>
                  <a:pt x="744630" y="51768"/>
                  <a:pt x="735710" y="55597"/>
                </a:cubicBezTo>
                <a:cubicBezTo>
                  <a:pt x="726793" y="59424"/>
                  <a:pt x="719241" y="64756"/>
                  <a:pt x="713054" y="71593"/>
                </a:cubicBezTo>
                <a:cubicBezTo>
                  <a:pt x="706867" y="78430"/>
                  <a:pt x="702181" y="86543"/>
                  <a:pt x="698995" y="95932"/>
                </a:cubicBezTo>
                <a:cubicBezTo>
                  <a:pt x="695810" y="105318"/>
                  <a:pt x="694217" y="115481"/>
                  <a:pt x="694217" y="126420"/>
                </a:cubicBezTo>
                <a:cubicBezTo>
                  <a:pt x="694217" y="136995"/>
                  <a:pt x="695946" y="146703"/>
                  <a:pt x="699404" y="155545"/>
                </a:cubicBezTo>
                <a:cubicBezTo>
                  <a:pt x="702861" y="164384"/>
                  <a:pt x="707683" y="171995"/>
                  <a:pt x="713870" y="178376"/>
                </a:cubicBezTo>
                <a:cubicBezTo>
                  <a:pt x="720060" y="184758"/>
                  <a:pt x="727568" y="189726"/>
                  <a:pt x="736393" y="193281"/>
                </a:cubicBezTo>
                <a:cubicBezTo>
                  <a:pt x="745222" y="196835"/>
                  <a:pt x="754913" y="198612"/>
                  <a:pt x="765469" y="198612"/>
                </a:cubicBezTo>
                <a:cubicBezTo>
                  <a:pt x="784214" y="198612"/>
                  <a:pt x="799591" y="193679"/>
                  <a:pt x="811602" y="183812"/>
                </a:cubicBezTo>
                <a:cubicBezTo>
                  <a:pt x="823615" y="173943"/>
                  <a:pt x="830897" y="159636"/>
                  <a:pt x="833446" y="140891"/>
                </a:cubicBezTo>
                <a:lnTo>
                  <a:pt x="796044" y="140891"/>
                </a:lnTo>
                <a:cubicBezTo>
                  <a:pt x="794772" y="149627"/>
                  <a:pt x="791633" y="156589"/>
                  <a:pt x="786626" y="161777"/>
                </a:cubicBezTo>
                <a:cubicBezTo>
                  <a:pt x="781621" y="166961"/>
                  <a:pt x="774479" y="169554"/>
                  <a:pt x="765198" y="169554"/>
                </a:cubicBezTo>
                <a:cubicBezTo>
                  <a:pt x="759191" y="169554"/>
                  <a:pt x="754094" y="168189"/>
                  <a:pt x="749906" y="165459"/>
                </a:cubicBezTo>
                <a:cubicBezTo>
                  <a:pt x="745721" y="162729"/>
                  <a:pt x="742400" y="159226"/>
                  <a:pt x="739942" y="154949"/>
                </a:cubicBezTo>
                <a:cubicBezTo>
                  <a:pt x="737488" y="150670"/>
                  <a:pt x="735713" y="145891"/>
                  <a:pt x="734619" y="140612"/>
                </a:cubicBezTo>
                <a:cubicBezTo>
                  <a:pt x="733528" y="135332"/>
                  <a:pt x="732982" y="130145"/>
                  <a:pt x="732982" y="125049"/>
                </a:cubicBezTo>
                <a:cubicBezTo>
                  <a:pt x="732982" y="119770"/>
                  <a:pt x="733528" y="114447"/>
                  <a:pt x="734619" y="109079"/>
                </a:cubicBezTo>
                <a:cubicBezTo>
                  <a:pt x="735713" y="103708"/>
                  <a:pt x="737579" y="98792"/>
                  <a:pt x="740217" y="94333"/>
                </a:cubicBezTo>
                <a:cubicBezTo>
                  <a:pt x="742856" y="89873"/>
                  <a:pt x="746267" y="86232"/>
                  <a:pt x="750452" y="83411"/>
                </a:cubicBezTo>
                <a:cubicBezTo>
                  <a:pt x="754640" y="80589"/>
                  <a:pt x="759827" y="79178"/>
                  <a:pt x="766015" y="79178"/>
                </a:cubicBezTo>
                <a:cubicBezTo>
                  <a:pt x="782577" y="79178"/>
                  <a:pt x="792132" y="87265"/>
                  <a:pt x="794682" y="103438"/>
                </a:cubicBezTo>
                <a:close/>
                <a:moveTo>
                  <a:pt x="853647" y="97148"/>
                </a:moveTo>
                <a:cubicBezTo>
                  <a:pt x="854192" y="88048"/>
                  <a:pt x="856466" y="80496"/>
                  <a:pt x="860471" y="74492"/>
                </a:cubicBezTo>
                <a:cubicBezTo>
                  <a:pt x="864475" y="68485"/>
                  <a:pt x="869571" y="63662"/>
                  <a:pt x="875758" y="60021"/>
                </a:cubicBezTo>
                <a:cubicBezTo>
                  <a:pt x="881945" y="56380"/>
                  <a:pt x="888906" y="53787"/>
                  <a:pt x="896640" y="52240"/>
                </a:cubicBezTo>
                <a:cubicBezTo>
                  <a:pt x="904377" y="50693"/>
                  <a:pt x="912158" y="49920"/>
                  <a:pt x="919984" y="49920"/>
                </a:cubicBezTo>
                <a:cubicBezTo>
                  <a:pt x="927082" y="49920"/>
                  <a:pt x="934270" y="50421"/>
                  <a:pt x="941548" y="51423"/>
                </a:cubicBezTo>
                <a:cubicBezTo>
                  <a:pt x="948830" y="52423"/>
                  <a:pt x="955472" y="54380"/>
                  <a:pt x="961476" y="57293"/>
                </a:cubicBezTo>
                <a:cubicBezTo>
                  <a:pt x="967483" y="60203"/>
                  <a:pt x="972397" y="64252"/>
                  <a:pt x="976218" y="69439"/>
                </a:cubicBezTo>
                <a:cubicBezTo>
                  <a:pt x="980042" y="74627"/>
                  <a:pt x="981954" y="81497"/>
                  <a:pt x="981954" y="90050"/>
                </a:cubicBezTo>
                <a:lnTo>
                  <a:pt x="981954" y="163485"/>
                </a:lnTo>
                <a:cubicBezTo>
                  <a:pt x="981954" y="169855"/>
                  <a:pt x="982318" y="175952"/>
                  <a:pt x="983046" y="181775"/>
                </a:cubicBezTo>
                <a:cubicBezTo>
                  <a:pt x="983773" y="187599"/>
                  <a:pt x="985046" y="191967"/>
                  <a:pt x="986865" y="194880"/>
                </a:cubicBezTo>
                <a:lnTo>
                  <a:pt x="947555" y="194880"/>
                </a:lnTo>
                <a:cubicBezTo>
                  <a:pt x="946828" y="192697"/>
                  <a:pt x="946236" y="190469"/>
                  <a:pt x="945781" y="188194"/>
                </a:cubicBezTo>
                <a:cubicBezTo>
                  <a:pt x="945325" y="185917"/>
                  <a:pt x="945007" y="183596"/>
                  <a:pt x="944827" y="181230"/>
                </a:cubicBezTo>
                <a:cubicBezTo>
                  <a:pt x="938640" y="187600"/>
                  <a:pt x="931360" y="192060"/>
                  <a:pt x="922987" y="194609"/>
                </a:cubicBezTo>
                <a:cubicBezTo>
                  <a:pt x="914614" y="197156"/>
                  <a:pt x="906060" y="198429"/>
                  <a:pt x="897323" y="198429"/>
                </a:cubicBezTo>
                <a:cubicBezTo>
                  <a:pt x="890592" y="198429"/>
                  <a:pt x="884313" y="197610"/>
                  <a:pt x="878487" y="195971"/>
                </a:cubicBezTo>
                <a:cubicBezTo>
                  <a:pt x="872663" y="194333"/>
                  <a:pt x="867567" y="191785"/>
                  <a:pt x="863199" y="188328"/>
                </a:cubicBezTo>
                <a:cubicBezTo>
                  <a:pt x="858834" y="184870"/>
                  <a:pt x="855422" y="180503"/>
                  <a:pt x="852964" y="175227"/>
                </a:cubicBezTo>
                <a:cubicBezTo>
                  <a:pt x="850507" y="169948"/>
                  <a:pt x="849278" y="163668"/>
                  <a:pt x="849278" y="156386"/>
                </a:cubicBezTo>
                <a:cubicBezTo>
                  <a:pt x="849278" y="148380"/>
                  <a:pt x="850689" y="141784"/>
                  <a:pt x="853510" y="136596"/>
                </a:cubicBezTo>
                <a:cubicBezTo>
                  <a:pt x="856331" y="131409"/>
                  <a:pt x="859971" y="127268"/>
                  <a:pt x="864428" y="124174"/>
                </a:cubicBezTo>
                <a:cubicBezTo>
                  <a:pt x="868888" y="121081"/>
                  <a:pt x="873984" y="118761"/>
                  <a:pt x="879715" y="117214"/>
                </a:cubicBezTo>
                <a:cubicBezTo>
                  <a:pt x="885450" y="115667"/>
                  <a:pt x="891229" y="114440"/>
                  <a:pt x="897052" y="113531"/>
                </a:cubicBezTo>
                <a:cubicBezTo>
                  <a:pt x="902876" y="112621"/>
                  <a:pt x="908607" y="111892"/>
                  <a:pt x="914248" y="111345"/>
                </a:cubicBezTo>
                <a:cubicBezTo>
                  <a:pt x="919891" y="110798"/>
                  <a:pt x="924896" y="109978"/>
                  <a:pt x="929264" y="108887"/>
                </a:cubicBezTo>
                <a:cubicBezTo>
                  <a:pt x="933633" y="107796"/>
                  <a:pt x="937090" y="106204"/>
                  <a:pt x="939637" y="104113"/>
                </a:cubicBezTo>
                <a:cubicBezTo>
                  <a:pt x="942186" y="102019"/>
                  <a:pt x="943370" y="98970"/>
                  <a:pt x="943190" y="94966"/>
                </a:cubicBezTo>
                <a:cubicBezTo>
                  <a:pt x="943190" y="90778"/>
                  <a:pt x="942507" y="87457"/>
                  <a:pt x="941140" y="85002"/>
                </a:cubicBezTo>
                <a:cubicBezTo>
                  <a:pt x="939774" y="82544"/>
                  <a:pt x="937954" y="80634"/>
                  <a:pt x="935679" y="79270"/>
                </a:cubicBezTo>
                <a:cubicBezTo>
                  <a:pt x="933405" y="77904"/>
                  <a:pt x="930765" y="76993"/>
                  <a:pt x="927761" y="76537"/>
                </a:cubicBezTo>
                <a:cubicBezTo>
                  <a:pt x="924759" y="76082"/>
                  <a:pt x="921529" y="75854"/>
                  <a:pt x="918072" y="75854"/>
                </a:cubicBezTo>
                <a:cubicBezTo>
                  <a:pt x="910429" y="75854"/>
                  <a:pt x="904424" y="77493"/>
                  <a:pt x="900056" y="80770"/>
                </a:cubicBezTo>
                <a:cubicBezTo>
                  <a:pt x="895687" y="84046"/>
                  <a:pt x="893139" y="89506"/>
                  <a:pt x="892412" y="97148"/>
                </a:cubicBezTo>
                <a:lnTo>
                  <a:pt x="853647" y="97148"/>
                </a:lnTo>
                <a:moveTo>
                  <a:pt x="943190" y="125811"/>
                </a:moveTo>
                <a:cubicBezTo>
                  <a:pt x="941551" y="127269"/>
                  <a:pt x="939503" y="128408"/>
                  <a:pt x="937046" y="129227"/>
                </a:cubicBezTo>
                <a:cubicBezTo>
                  <a:pt x="934588" y="130046"/>
                  <a:pt x="931948" y="130730"/>
                  <a:pt x="929127" y="131277"/>
                </a:cubicBezTo>
                <a:cubicBezTo>
                  <a:pt x="926308" y="131821"/>
                  <a:pt x="923351" y="132275"/>
                  <a:pt x="920254" y="132639"/>
                </a:cubicBezTo>
                <a:cubicBezTo>
                  <a:pt x="917161" y="133003"/>
                  <a:pt x="914067" y="133457"/>
                  <a:pt x="910974" y="134001"/>
                </a:cubicBezTo>
                <a:cubicBezTo>
                  <a:pt x="908063" y="134548"/>
                  <a:pt x="905197" y="135277"/>
                  <a:pt x="902376" y="136188"/>
                </a:cubicBezTo>
                <a:cubicBezTo>
                  <a:pt x="899554" y="137096"/>
                  <a:pt x="897097" y="138325"/>
                  <a:pt x="895003" y="139874"/>
                </a:cubicBezTo>
                <a:cubicBezTo>
                  <a:pt x="892912" y="141421"/>
                  <a:pt x="891229" y="143378"/>
                  <a:pt x="889954" y="145744"/>
                </a:cubicBezTo>
                <a:cubicBezTo>
                  <a:pt x="888680" y="148107"/>
                  <a:pt x="888042" y="151109"/>
                  <a:pt x="888042" y="154749"/>
                </a:cubicBezTo>
                <a:cubicBezTo>
                  <a:pt x="888042" y="158207"/>
                  <a:pt x="888680" y="161119"/>
                  <a:pt x="889954" y="163485"/>
                </a:cubicBezTo>
                <a:cubicBezTo>
                  <a:pt x="891229" y="165851"/>
                  <a:pt x="892958" y="167717"/>
                  <a:pt x="895140" y="169083"/>
                </a:cubicBezTo>
                <a:cubicBezTo>
                  <a:pt x="897326" y="170447"/>
                  <a:pt x="899874" y="171402"/>
                  <a:pt x="902784" y="171949"/>
                </a:cubicBezTo>
                <a:cubicBezTo>
                  <a:pt x="905697" y="172496"/>
                  <a:pt x="908701" y="172769"/>
                  <a:pt x="911794" y="172769"/>
                </a:cubicBezTo>
                <a:cubicBezTo>
                  <a:pt x="919436" y="172769"/>
                  <a:pt x="925350" y="171496"/>
                  <a:pt x="929535" y="168950"/>
                </a:cubicBezTo>
                <a:cubicBezTo>
                  <a:pt x="933723" y="166400"/>
                  <a:pt x="936818" y="163351"/>
                  <a:pt x="938820" y="159802"/>
                </a:cubicBezTo>
                <a:cubicBezTo>
                  <a:pt x="940822" y="156253"/>
                  <a:pt x="942051" y="152658"/>
                  <a:pt x="942507" y="149018"/>
                </a:cubicBezTo>
                <a:cubicBezTo>
                  <a:pt x="942962" y="145377"/>
                  <a:pt x="943190" y="142465"/>
                  <a:pt x="943190" y="140283"/>
                </a:cubicBezTo>
                <a:lnTo>
                  <a:pt x="943190" y="125811"/>
                </a:lnTo>
                <a:close/>
                <a:moveTo>
                  <a:pt x="1013073" y="0"/>
                </a:moveTo>
                <a:lnTo>
                  <a:pt x="1013073" y="194880"/>
                </a:lnTo>
                <a:lnTo>
                  <a:pt x="1051838" y="194880"/>
                </a:lnTo>
                <a:lnTo>
                  <a:pt x="1051838" y="0"/>
                </a:lnTo>
                <a:lnTo>
                  <a:pt x="101307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Text Layer">
            <a:extLst xmlns:a="http://schemas.openxmlformats.org/drawingml/2006/main">
              <a:ext uri="{FF2B5EF4-FFF2-40B4-BE49-F238E27FC236}">
                <a16:creationId xmlns:a16="http://schemas.microsoft.com/office/drawing/2014/main" id="{7AAA776A-6A4A-4F4F-839C-E641638D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892" y="3460966"/>
            <a:ext cx="703772" cy="244200"/>
          </a:xfrm>
          <a:custGeom xmlns:a="http://schemas.openxmlformats.org/drawingml/2006/main">
            <a:pathLst>
              <a:path w="703772" h="244200">
                <a:moveTo>
                  <a:pt x="0" y="0"/>
                </a:moveTo>
                <a:lnTo>
                  <a:pt x="0" y="194880"/>
                </a:lnTo>
                <a:lnTo>
                  <a:pt x="137862" y="194880"/>
                </a:lnTo>
                <a:lnTo>
                  <a:pt x="137862" y="158890"/>
                </a:lnTo>
                <a:lnTo>
                  <a:pt x="42859" y="158890"/>
                </a:lnTo>
                <a:lnTo>
                  <a:pt x="42859" y="0"/>
                </a:lnTo>
                <a:lnTo>
                  <a:pt x="0" y="0"/>
                </a:lnTo>
                <a:close/>
                <a:moveTo>
                  <a:pt x="156153" y="97148"/>
                </a:moveTo>
                <a:cubicBezTo>
                  <a:pt x="156697" y="88048"/>
                  <a:pt x="158971" y="80496"/>
                  <a:pt x="162976" y="74492"/>
                </a:cubicBezTo>
                <a:cubicBezTo>
                  <a:pt x="166980" y="68485"/>
                  <a:pt x="172076" y="63662"/>
                  <a:pt x="178263" y="60021"/>
                </a:cubicBezTo>
                <a:cubicBezTo>
                  <a:pt x="184450" y="56380"/>
                  <a:pt x="191411" y="53787"/>
                  <a:pt x="199145" y="52240"/>
                </a:cubicBezTo>
                <a:cubicBezTo>
                  <a:pt x="206882" y="50693"/>
                  <a:pt x="214663" y="49920"/>
                  <a:pt x="222489" y="49920"/>
                </a:cubicBezTo>
                <a:cubicBezTo>
                  <a:pt x="229587" y="49920"/>
                  <a:pt x="236775" y="50421"/>
                  <a:pt x="244054" y="51423"/>
                </a:cubicBezTo>
                <a:cubicBezTo>
                  <a:pt x="251335" y="52423"/>
                  <a:pt x="257978" y="54380"/>
                  <a:pt x="263981" y="57293"/>
                </a:cubicBezTo>
                <a:cubicBezTo>
                  <a:pt x="269988" y="60203"/>
                  <a:pt x="274902" y="64252"/>
                  <a:pt x="278723" y="69439"/>
                </a:cubicBezTo>
                <a:cubicBezTo>
                  <a:pt x="282547" y="74627"/>
                  <a:pt x="284459" y="81497"/>
                  <a:pt x="284459" y="90050"/>
                </a:cubicBezTo>
                <a:lnTo>
                  <a:pt x="284459" y="163485"/>
                </a:lnTo>
                <a:cubicBezTo>
                  <a:pt x="284459" y="169855"/>
                  <a:pt x="284823" y="175952"/>
                  <a:pt x="285551" y="181775"/>
                </a:cubicBezTo>
                <a:cubicBezTo>
                  <a:pt x="286278" y="187599"/>
                  <a:pt x="287551" y="191967"/>
                  <a:pt x="289370" y="194880"/>
                </a:cubicBezTo>
                <a:lnTo>
                  <a:pt x="250060" y="194880"/>
                </a:lnTo>
                <a:cubicBezTo>
                  <a:pt x="249333" y="192697"/>
                  <a:pt x="248741" y="190469"/>
                  <a:pt x="248286" y="188194"/>
                </a:cubicBezTo>
                <a:cubicBezTo>
                  <a:pt x="247830" y="185917"/>
                  <a:pt x="247512" y="183596"/>
                  <a:pt x="247332" y="181230"/>
                </a:cubicBezTo>
                <a:cubicBezTo>
                  <a:pt x="241145" y="187600"/>
                  <a:pt x="233865" y="192060"/>
                  <a:pt x="225492" y="194609"/>
                </a:cubicBezTo>
                <a:cubicBezTo>
                  <a:pt x="217119" y="197156"/>
                  <a:pt x="208565" y="198429"/>
                  <a:pt x="199828" y="198429"/>
                </a:cubicBezTo>
                <a:cubicBezTo>
                  <a:pt x="193097" y="198429"/>
                  <a:pt x="186818" y="197610"/>
                  <a:pt x="180992" y="195971"/>
                </a:cubicBezTo>
                <a:cubicBezTo>
                  <a:pt x="175168" y="194333"/>
                  <a:pt x="170072" y="191785"/>
                  <a:pt x="165704" y="188328"/>
                </a:cubicBezTo>
                <a:cubicBezTo>
                  <a:pt x="161339" y="184870"/>
                  <a:pt x="157927" y="180503"/>
                  <a:pt x="155469" y="175227"/>
                </a:cubicBezTo>
                <a:cubicBezTo>
                  <a:pt x="153012" y="169948"/>
                  <a:pt x="151783" y="163668"/>
                  <a:pt x="151783" y="156386"/>
                </a:cubicBezTo>
                <a:cubicBezTo>
                  <a:pt x="151783" y="148380"/>
                  <a:pt x="153194" y="141784"/>
                  <a:pt x="156015" y="136596"/>
                </a:cubicBezTo>
                <a:cubicBezTo>
                  <a:pt x="158837" y="131409"/>
                  <a:pt x="162476" y="127268"/>
                  <a:pt x="166933" y="124174"/>
                </a:cubicBezTo>
                <a:cubicBezTo>
                  <a:pt x="171393" y="121081"/>
                  <a:pt x="176489" y="118761"/>
                  <a:pt x="182220" y="117214"/>
                </a:cubicBezTo>
                <a:cubicBezTo>
                  <a:pt x="187955" y="115667"/>
                  <a:pt x="193734" y="114440"/>
                  <a:pt x="199557" y="113531"/>
                </a:cubicBezTo>
                <a:cubicBezTo>
                  <a:pt x="205381" y="112621"/>
                  <a:pt x="211113" y="111892"/>
                  <a:pt x="216753" y="111345"/>
                </a:cubicBezTo>
                <a:cubicBezTo>
                  <a:pt x="222396" y="110798"/>
                  <a:pt x="227401" y="109978"/>
                  <a:pt x="231769" y="108887"/>
                </a:cubicBezTo>
                <a:cubicBezTo>
                  <a:pt x="236138" y="107796"/>
                  <a:pt x="239595" y="106204"/>
                  <a:pt x="242142" y="104113"/>
                </a:cubicBezTo>
                <a:cubicBezTo>
                  <a:pt x="244691" y="102019"/>
                  <a:pt x="245875" y="98970"/>
                  <a:pt x="245695" y="94966"/>
                </a:cubicBezTo>
                <a:cubicBezTo>
                  <a:pt x="245695" y="90778"/>
                  <a:pt x="245012" y="87457"/>
                  <a:pt x="243645" y="85002"/>
                </a:cubicBezTo>
                <a:cubicBezTo>
                  <a:pt x="242279" y="82544"/>
                  <a:pt x="240459" y="80634"/>
                  <a:pt x="238184" y="79270"/>
                </a:cubicBezTo>
                <a:cubicBezTo>
                  <a:pt x="235910" y="77904"/>
                  <a:pt x="233270" y="76993"/>
                  <a:pt x="230266" y="76537"/>
                </a:cubicBezTo>
                <a:cubicBezTo>
                  <a:pt x="227264" y="76082"/>
                  <a:pt x="224034" y="75854"/>
                  <a:pt x="220577" y="75854"/>
                </a:cubicBezTo>
                <a:cubicBezTo>
                  <a:pt x="212934" y="75854"/>
                  <a:pt x="206929" y="77493"/>
                  <a:pt x="202561" y="80770"/>
                </a:cubicBezTo>
                <a:cubicBezTo>
                  <a:pt x="198193" y="84046"/>
                  <a:pt x="195645" y="89506"/>
                  <a:pt x="194917" y="97148"/>
                </a:cubicBezTo>
                <a:lnTo>
                  <a:pt x="156153" y="97148"/>
                </a:lnTo>
                <a:moveTo>
                  <a:pt x="245695" y="125811"/>
                </a:moveTo>
                <a:cubicBezTo>
                  <a:pt x="244056" y="127269"/>
                  <a:pt x="242008" y="128408"/>
                  <a:pt x="239551" y="129227"/>
                </a:cubicBezTo>
                <a:cubicBezTo>
                  <a:pt x="237093" y="130046"/>
                  <a:pt x="234453" y="130730"/>
                  <a:pt x="231632" y="131277"/>
                </a:cubicBezTo>
                <a:cubicBezTo>
                  <a:pt x="228813" y="131821"/>
                  <a:pt x="225856" y="132275"/>
                  <a:pt x="222759" y="132639"/>
                </a:cubicBezTo>
                <a:cubicBezTo>
                  <a:pt x="219666" y="133003"/>
                  <a:pt x="216572" y="133457"/>
                  <a:pt x="213479" y="134001"/>
                </a:cubicBezTo>
                <a:cubicBezTo>
                  <a:pt x="210568" y="134548"/>
                  <a:pt x="207702" y="135277"/>
                  <a:pt x="204881" y="136188"/>
                </a:cubicBezTo>
                <a:cubicBezTo>
                  <a:pt x="202060" y="137096"/>
                  <a:pt x="199602" y="138325"/>
                  <a:pt x="197508" y="139874"/>
                </a:cubicBezTo>
                <a:cubicBezTo>
                  <a:pt x="195417" y="141421"/>
                  <a:pt x="193734" y="143378"/>
                  <a:pt x="192459" y="145744"/>
                </a:cubicBezTo>
                <a:cubicBezTo>
                  <a:pt x="191185" y="148107"/>
                  <a:pt x="190547" y="151109"/>
                  <a:pt x="190547" y="154749"/>
                </a:cubicBezTo>
                <a:cubicBezTo>
                  <a:pt x="190547" y="158207"/>
                  <a:pt x="191185" y="161119"/>
                  <a:pt x="192459" y="163485"/>
                </a:cubicBezTo>
                <a:cubicBezTo>
                  <a:pt x="193734" y="165851"/>
                  <a:pt x="195463" y="167717"/>
                  <a:pt x="197645" y="169083"/>
                </a:cubicBezTo>
                <a:cubicBezTo>
                  <a:pt x="199831" y="170447"/>
                  <a:pt x="202379" y="171402"/>
                  <a:pt x="205289" y="171949"/>
                </a:cubicBezTo>
                <a:cubicBezTo>
                  <a:pt x="208202" y="172496"/>
                  <a:pt x="211206" y="172769"/>
                  <a:pt x="214299" y="172769"/>
                </a:cubicBezTo>
                <a:cubicBezTo>
                  <a:pt x="221942" y="172769"/>
                  <a:pt x="227855" y="171496"/>
                  <a:pt x="232040" y="168950"/>
                </a:cubicBezTo>
                <a:cubicBezTo>
                  <a:pt x="236228" y="166400"/>
                  <a:pt x="239323" y="163351"/>
                  <a:pt x="241325" y="159802"/>
                </a:cubicBezTo>
                <a:cubicBezTo>
                  <a:pt x="243327" y="156253"/>
                  <a:pt x="244556" y="152658"/>
                  <a:pt x="245012" y="149018"/>
                </a:cubicBezTo>
                <a:cubicBezTo>
                  <a:pt x="245467" y="145377"/>
                  <a:pt x="245695" y="142465"/>
                  <a:pt x="245695" y="140283"/>
                </a:cubicBezTo>
                <a:lnTo>
                  <a:pt x="245695" y="125811"/>
                </a:lnTo>
                <a:close/>
                <a:moveTo>
                  <a:pt x="384101" y="212292"/>
                </a:moveTo>
                <a:lnTo>
                  <a:pt x="443065" y="53852"/>
                </a:lnTo>
                <a:lnTo>
                  <a:pt x="402938" y="53852"/>
                </a:lnTo>
                <a:lnTo>
                  <a:pt x="372088" y="150388"/>
                </a:lnTo>
                <a:lnTo>
                  <a:pt x="371542" y="150388"/>
                </a:lnTo>
                <a:lnTo>
                  <a:pt x="339601" y="53852"/>
                </a:lnTo>
                <a:lnTo>
                  <a:pt x="298379" y="53852"/>
                </a:lnTo>
                <a:lnTo>
                  <a:pt x="347791" y="186137"/>
                </a:lnTo>
                <a:cubicBezTo>
                  <a:pt x="348885" y="188864"/>
                  <a:pt x="349432" y="191773"/>
                  <a:pt x="349432" y="194863"/>
                </a:cubicBezTo>
                <a:cubicBezTo>
                  <a:pt x="349432" y="199046"/>
                  <a:pt x="348203" y="202864"/>
                  <a:pt x="345745" y="206319"/>
                </a:cubicBezTo>
                <a:cubicBezTo>
                  <a:pt x="343288" y="209773"/>
                  <a:pt x="339511" y="211774"/>
                  <a:pt x="334415" y="212321"/>
                </a:cubicBezTo>
                <a:cubicBezTo>
                  <a:pt x="330594" y="212502"/>
                  <a:pt x="326771" y="212410"/>
                  <a:pt x="322947" y="212046"/>
                </a:cubicBezTo>
                <a:cubicBezTo>
                  <a:pt x="319126" y="211682"/>
                  <a:pt x="315397" y="211319"/>
                  <a:pt x="311759" y="210955"/>
                </a:cubicBezTo>
                <a:lnTo>
                  <a:pt x="311759" y="242867"/>
                </a:lnTo>
                <a:cubicBezTo>
                  <a:pt x="315760" y="243222"/>
                  <a:pt x="319718" y="243534"/>
                  <a:pt x="323630" y="243800"/>
                </a:cubicBezTo>
                <a:cubicBezTo>
                  <a:pt x="327543" y="244067"/>
                  <a:pt x="331502" y="244200"/>
                  <a:pt x="335506" y="244200"/>
                </a:cubicBezTo>
                <a:cubicBezTo>
                  <a:pt x="348792" y="244200"/>
                  <a:pt x="359165" y="241745"/>
                  <a:pt x="366627" y="236835"/>
                </a:cubicBezTo>
                <a:cubicBezTo>
                  <a:pt x="374089" y="231928"/>
                  <a:pt x="379914" y="223747"/>
                  <a:pt x="384101" y="212292"/>
                </a:cubicBezTo>
                <a:close/>
                <a:moveTo>
                  <a:pt x="551169" y="109303"/>
                </a:moveTo>
                <a:lnTo>
                  <a:pt x="488111" y="109303"/>
                </a:lnTo>
                <a:cubicBezTo>
                  <a:pt x="488292" y="106565"/>
                  <a:pt x="488882" y="103462"/>
                  <a:pt x="489882" y="99994"/>
                </a:cubicBezTo>
                <a:cubicBezTo>
                  <a:pt x="490884" y="96522"/>
                  <a:pt x="492614" y="93236"/>
                  <a:pt x="495072" y="90134"/>
                </a:cubicBezTo>
                <a:cubicBezTo>
                  <a:pt x="497530" y="87029"/>
                  <a:pt x="500805" y="84427"/>
                  <a:pt x="504898" y="82328"/>
                </a:cubicBezTo>
                <a:cubicBezTo>
                  <a:pt x="508995" y="80228"/>
                  <a:pt x="514136" y="79178"/>
                  <a:pt x="520323" y="79178"/>
                </a:cubicBezTo>
                <a:cubicBezTo>
                  <a:pt x="529787" y="79178"/>
                  <a:pt x="536840" y="81735"/>
                  <a:pt x="541480" y="86847"/>
                </a:cubicBezTo>
                <a:cubicBezTo>
                  <a:pt x="546121" y="91960"/>
                  <a:pt x="549350" y="99445"/>
                  <a:pt x="551169" y="109303"/>
                </a:cubicBezTo>
                <a:moveTo>
                  <a:pt x="488111" y="133830"/>
                </a:moveTo>
                <a:lnTo>
                  <a:pt x="589938" y="133830"/>
                </a:lnTo>
                <a:cubicBezTo>
                  <a:pt x="590665" y="122889"/>
                  <a:pt x="589754" y="112403"/>
                  <a:pt x="587205" y="102372"/>
                </a:cubicBezTo>
                <a:cubicBezTo>
                  <a:pt x="584659" y="92341"/>
                  <a:pt x="580518" y="83406"/>
                  <a:pt x="574784" y="75567"/>
                </a:cubicBezTo>
                <a:cubicBezTo>
                  <a:pt x="569052" y="67725"/>
                  <a:pt x="561726" y="61479"/>
                  <a:pt x="552806" y="56830"/>
                </a:cubicBezTo>
                <a:cubicBezTo>
                  <a:pt x="543889" y="52179"/>
                  <a:pt x="533425" y="49853"/>
                  <a:pt x="521415" y="49853"/>
                </a:cubicBezTo>
                <a:cubicBezTo>
                  <a:pt x="510676" y="49853"/>
                  <a:pt x="500894" y="51768"/>
                  <a:pt x="492069" y="55597"/>
                </a:cubicBezTo>
                <a:cubicBezTo>
                  <a:pt x="483243" y="59424"/>
                  <a:pt x="475645" y="64664"/>
                  <a:pt x="469275" y="71318"/>
                </a:cubicBezTo>
                <a:cubicBezTo>
                  <a:pt x="462904" y="77972"/>
                  <a:pt x="457990" y="85857"/>
                  <a:pt x="454533" y="94974"/>
                </a:cubicBezTo>
                <a:cubicBezTo>
                  <a:pt x="451076" y="104088"/>
                  <a:pt x="449347" y="113933"/>
                  <a:pt x="449347" y="124508"/>
                </a:cubicBezTo>
                <a:cubicBezTo>
                  <a:pt x="449347" y="135444"/>
                  <a:pt x="451030" y="145470"/>
                  <a:pt x="454396" y="154587"/>
                </a:cubicBezTo>
                <a:cubicBezTo>
                  <a:pt x="457764" y="163701"/>
                  <a:pt x="462542" y="171541"/>
                  <a:pt x="468729" y="178106"/>
                </a:cubicBezTo>
                <a:cubicBezTo>
                  <a:pt x="474916" y="184668"/>
                  <a:pt x="482468" y="189726"/>
                  <a:pt x="491385" y="193281"/>
                </a:cubicBezTo>
                <a:cubicBezTo>
                  <a:pt x="500302" y="196835"/>
                  <a:pt x="510312" y="198612"/>
                  <a:pt x="521415" y="198612"/>
                </a:cubicBezTo>
                <a:cubicBezTo>
                  <a:pt x="537430" y="198612"/>
                  <a:pt x="551079" y="194976"/>
                  <a:pt x="562362" y="187703"/>
                </a:cubicBezTo>
                <a:cubicBezTo>
                  <a:pt x="573648" y="180430"/>
                  <a:pt x="582020" y="168337"/>
                  <a:pt x="587480" y="151425"/>
                </a:cubicBezTo>
                <a:lnTo>
                  <a:pt x="553356" y="151425"/>
                </a:lnTo>
                <a:cubicBezTo>
                  <a:pt x="552081" y="155755"/>
                  <a:pt x="548623" y="159859"/>
                  <a:pt x="542980" y="163739"/>
                </a:cubicBezTo>
                <a:cubicBezTo>
                  <a:pt x="537340" y="167615"/>
                  <a:pt x="530607" y="169554"/>
                  <a:pt x="522781" y="169554"/>
                </a:cubicBezTo>
                <a:cubicBezTo>
                  <a:pt x="511862" y="169554"/>
                  <a:pt x="503489" y="166736"/>
                  <a:pt x="497663" y="161102"/>
                </a:cubicBezTo>
                <a:cubicBezTo>
                  <a:pt x="491839" y="155464"/>
                  <a:pt x="488656" y="146374"/>
                  <a:pt x="488111" y="133830"/>
                </a:cubicBezTo>
                <a:close/>
                <a:moveTo>
                  <a:pt x="612868" y="53640"/>
                </a:moveTo>
                <a:lnTo>
                  <a:pt x="612868" y="194880"/>
                </a:lnTo>
                <a:lnTo>
                  <a:pt x="651632" y="194880"/>
                </a:lnTo>
                <a:lnTo>
                  <a:pt x="651632" y="131206"/>
                </a:lnTo>
                <a:cubicBezTo>
                  <a:pt x="651632" y="124830"/>
                  <a:pt x="652269" y="118909"/>
                  <a:pt x="653544" y="113444"/>
                </a:cubicBezTo>
                <a:cubicBezTo>
                  <a:pt x="654819" y="107979"/>
                  <a:pt x="656957" y="103197"/>
                  <a:pt x="659959" y="99098"/>
                </a:cubicBezTo>
                <a:cubicBezTo>
                  <a:pt x="662961" y="94999"/>
                  <a:pt x="666918" y="91765"/>
                  <a:pt x="671831" y="89396"/>
                </a:cubicBezTo>
                <a:cubicBezTo>
                  <a:pt x="676746" y="87028"/>
                  <a:pt x="682753" y="85843"/>
                  <a:pt x="689851" y="85843"/>
                </a:cubicBezTo>
                <a:cubicBezTo>
                  <a:pt x="692217" y="85843"/>
                  <a:pt x="694673" y="85981"/>
                  <a:pt x="697220" y="86256"/>
                </a:cubicBezTo>
                <a:cubicBezTo>
                  <a:pt x="699769" y="86528"/>
                  <a:pt x="701953" y="86846"/>
                  <a:pt x="703772" y="87210"/>
                </a:cubicBezTo>
                <a:lnTo>
                  <a:pt x="703772" y="51215"/>
                </a:lnTo>
                <a:cubicBezTo>
                  <a:pt x="700678" y="50307"/>
                  <a:pt x="697858" y="49853"/>
                  <a:pt x="695312" y="49853"/>
                </a:cubicBezTo>
                <a:cubicBezTo>
                  <a:pt x="690396" y="49853"/>
                  <a:pt x="685664" y="50581"/>
                  <a:pt x="681116" y="52036"/>
                </a:cubicBezTo>
                <a:cubicBezTo>
                  <a:pt x="676567" y="53488"/>
                  <a:pt x="672290" y="55532"/>
                  <a:pt x="668286" y="58167"/>
                </a:cubicBezTo>
                <a:cubicBezTo>
                  <a:pt x="664281" y="60803"/>
                  <a:pt x="660732" y="63984"/>
                  <a:pt x="657639" y="67711"/>
                </a:cubicBezTo>
                <a:cubicBezTo>
                  <a:pt x="654545" y="71437"/>
                  <a:pt x="652087" y="75482"/>
                  <a:pt x="650266" y="79845"/>
                </a:cubicBezTo>
                <a:lnTo>
                  <a:pt x="649720" y="79845"/>
                </a:lnTo>
                <a:lnTo>
                  <a:pt x="649720" y="53640"/>
                </a:lnTo>
                <a:lnTo>
                  <a:pt x="612868" y="53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8DF6E-F012-4A93-B7BD-22E62B03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438" y="2479046"/>
            <a:ext cx="9427493" cy="1725339"/>
          </a:xfrm>
          <a:custGeom xmlns:a="http://schemas.openxmlformats.org/drawingml/2006/main">
            <a:pathLst>
              <a:path w="9427493" h="1725339" fill="none">
                <a:moveTo>
                  <a:pt x="0" y="0"/>
                </a:moveTo>
                <a:lnTo>
                  <a:pt x="9427493" y="0"/>
                </a:lnTo>
                <a:lnTo>
                  <a:pt x="9427493" y="1725339"/>
                </a:lnTo>
                <a:lnTo>
                  <a:pt x="0" y="17253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8" name="Text Encap.Layer">
            <a:extLst xmlns:a="http://schemas.openxmlformats.org/drawingml/2006/main">
              <a:ext uri="{FF2B5EF4-FFF2-40B4-BE49-F238E27FC236}">
                <a16:creationId xmlns:a16="http://schemas.microsoft.com/office/drawing/2014/main" id="{9BB35744-AD2F-4D20-9A15-0ED89E83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1" y="357874"/>
            <a:ext cx="1674532" cy="244200"/>
          </a:xfrm>
          <a:custGeom xmlns:a="http://schemas.openxmlformats.org/drawingml/2006/main">
            <a:pathLst>
              <a:path w="1674532" h="244200">
                <a:moveTo>
                  <a:pt x="0" y="0"/>
                </a:moveTo>
                <a:lnTo>
                  <a:pt x="0" y="194880"/>
                </a:lnTo>
                <a:lnTo>
                  <a:pt x="147960" y="194880"/>
                </a:lnTo>
                <a:lnTo>
                  <a:pt x="147960" y="158890"/>
                </a:lnTo>
                <a:lnTo>
                  <a:pt x="42859" y="158890"/>
                </a:lnTo>
                <a:lnTo>
                  <a:pt x="42859" y="111170"/>
                </a:lnTo>
                <a:lnTo>
                  <a:pt x="137317" y="111170"/>
                </a:lnTo>
                <a:lnTo>
                  <a:pt x="137317" y="77845"/>
                </a:lnTo>
                <a:lnTo>
                  <a:pt x="42859" y="77845"/>
                </a:lnTo>
                <a:lnTo>
                  <a:pt x="42859" y="35990"/>
                </a:lnTo>
                <a:lnTo>
                  <a:pt x="145777" y="35990"/>
                </a:lnTo>
                <a:lnTo>
                  <a:pt x="145777" y="0"/>
                </a:lnTo>
                <a:lnTo>
                  <a:pt x="0" y="0"/>
                </a:lnTo>
                <a:close/>
                <a:moveTo>
                  <a:pt x="172804" y="53739"/>
                </a:moveTo>
                <a:lnTo>
                  <a:pt x="172804" y="194880"/>
                </a:lnTo>
                <a:lnTo>
                  <a:pt x="211569" y="194880"/>
                </a:lnTo>
                <a:lnTo>
                  <a:pt x="211569" y="120909"/>
                </a:lnTo>
                <a:cubicBezTo>
                  <a:pt x="211569" y="106532"/>
                  <a:pt x="213935" y="96206"/>
                  <a:pt x="218667" y="89930"/>
                </a:cubicBezTo>
                <a:cubicBezTo>
                  <a:pt x="223399" y="83651"/>
                  <a:pt x="231042" y="80511"/>
                  <a:pt x="241598" y="80511"/>
                </a:cubicBezTo>
                <a:cubicBezTo>
                  <a:pt x="250882" y="80511"/>
                  <a:pt x="257342" y="83377"/>
                  <a:pt x="260980" y="89109"/>
                </a:cubicBezTo>
                <a:cubicBezTo>
                  <a:pt x="264621" y="94841"/>
                  <a:pt x="266441" y="103530"/>
                  <a:pt x="266441" y="115177"/>
                </a:cubicBezTo>
                <a:lnTo>
                  <a:pt x="266441" y="194880"/>
                </a:lnTo>
                <a:lnTo>
                  <a:pt x="305206" y="194880"/>
                </a:lnTo>
                <a:lnTo>
                  <a:pt x="305206" y="108029"/>
                </a:lnTo>
                <a:cubicBezTo>
                  <a:pt x="305206" y="99290"/>
                  <a:pt x="304432" y="91324"/>
                  <a:pt x="302885" y="84131"/>
                </a:cubicBezTo>
                <a:cubicBezTo>
                  <a:pt x="301339" y="76939"/>
                  <a:pt x="298653" y="70839"/>
                  <a:pt x="294829" y="65832"/>
                </a:cubicBezTo>
                <a:cubicBezTo>
                  <a:pt x="291008" y="60825"/>
                  <a:pt x="285776" y="56911"/>
                  <a:pt x="279134" y="54089"/>
                </a:cubicBezTo>
                <a:cubicBezTo>
                  <a:pt x="272491" y="51265"/>
                  <a:pt x="263982" y="49853"/>
                  <a:pt x="253607" y="49853"/>
                </a:cubicBezTo>
                <a:cubicBezTo>
                  <a:pt x="245418" y="49853"/>
                  <a:pt x="237410" y="51723"/>
                  <a:pt x="229585" y="55464"/>
                </a:cubicBezTo>
                <a:cubicBezTo>
                  <a:pt x="221759" y="59205"/>
                  <a:pt x="215390" y="65181"/>
                  <a:pt x="210477" y="73392"/>
                </a:cubicBezTo>
                <a:lnTo>
                  <a:pt x="209657" y="73392"/>
                </a:lnTo>
                <a:lnTo>
                  <a:pt x="209657" y="53739"/>
                </a:lnTo>
                <a:lnTo>
                  <a:pt x="172804" y="53739"/>
                </a:lnTo>
                <a:close/>
                <a:moveTo>
                  <a:pt x="430783" y="103438"/>
                </a:moveTo>
                <a:lnTo>
                  <a:pt x="468727" y="103438"/>
                </a:lnTo>
                <a:cubicBezTo>
                  <a:pt x="468183" y="94324"/>
                  <a:pt x="465998" y="86442"/>
                  <a:pt x="462175" y="79791"/>
                </a:cubicBezTo>
                <a:cubicBezTo>
                  <a:pt x="458353" y="73137"/>
                  <a:pt x="453394" y="67577"/>
                  <a:pt x="447295" y="63112"/>
                </a:cubicBezTo>
                <a:cubicBezTo>
                  <a:pt x="441200" y="58646"/>
                  <a:pt x="434285" y="55321"/>
                  <a:pt x="426551" y="53135"/>
                </a:cubicBezTo>
                <a:cubicBezTo>
                  <a:pt x="418817" y="50947"/>
                  <a:pt x="410764" y="49853"/>
                  <a:pt x="402391" y="49853"/>
                </a:cubicBezTo>
                <a:cubicBezTo>
                  <a:pt x="390925" y="49853"/>
                  <a:pt x="380731" y="51768"/>
                  <a:pt x="371812" y="55597"/>
                </a:cubicBezTo>
                <a:cubicBezTo>
                  <a:pt x="362895" y="59424"/>
                  <a:pt x="355343" y="64756"/>
                  <a:pt x="349155" y="71593"/>
                </a:cubicBezTo>
                <a:cubicBezTo>
                  <a:pt x="342968" y="78430"/>
                  <a:pt x="338282" y="86543"/>
                  <a:pt x="335097" y="95932"/>
                </a:cubicBezTo>
                <a:cubicBezTo>
                  <a:pt x="331911" y="105318"/>
                  <a:pt x="330319" y="115481"/>
                  <a:pt x="330319" y="126420"/>
                </a:cubicBezTo>
                <a:cubicBezTo>
                  <a:pt x="330319" y="136995"/>
                  <a:pt x="332048" y="146703"/>
                  <a:pt x="335505" y="155545"/>
                </a:cubicBezTo>
                <a:cubicBezTo>
                  <a:pt x="338962" y="164384"/>
                  <a:pt x="343785" y="171995"/>
                  <a:pt x="349972" y="178376"/>
                </a:cubicBezTo>
                <a:cubicBezTo>
                  <a:pt x="356162" y="184758"/>
                  <a:pt x="363669" y="189726"/>
                  <a:pt x="372495" y="193281"/>
                </a:cubicBezTo>
                <a:cubicBezTo>
                  <a:pt x="381323" y="196835"/>
                  <a:pt x="391015" y="198612"/>
                  <a:pt x="401570" y="198612"/>
                </a:cubicBezTo>
                <a:cubicBezTo>
                  <a:pt x="420315" y="198612"/>
                  <a:pt x="435693" y="193679"/>
                  <a:pt x="447703" y="183812"/>
                </a:cubicBezTo>
                <a:cubicBezTo>
                  <a:pt x="459717" y="173943"/>
                  <a:pt x="466998" y="159636"/>
                  <a:pt x="469548" y="140891"/>
                </a:cubicBezTo>
                <a:lnTo>
                  <a:pt x="432145" y="140891"/>
                </a:lnTo>
                <a:cubicBezTo>
                  <a:pt x="430873" y="149627"/>
                  <a:pt x="427734" y="156589"/>
                  <a:pt x="422727" y="161777"/>
                </a:cubicBezTo>
                <a:cubicBezTo>
                  <a:pt x="417723" y="166961"/>
                  <a:pt x="410580" y="169554"/>
                  <a:pt x="401299" y="169554"/>
                </a:cubicBezTo>
                <a:cubicBezTo>
                  <a:pt x="395293" y="169554"/>
                  <a:pt x="390196" y="168189"/>
                  <a:pt x="386008" y="165459"/>
                </a:cubicBezTo>
                <a:cubicBezTo>
                  <a:pt x="381823" y="162729"/>
                  <a:pt x="378502" y="159226"/>
                  <a:pt x="376044" y="154949"/>
                </a:cubicBezTo>
                <a:cubicBezTo>
                  <a:pt x="373589" y="150670"/>
                  <a:pt x="371814" y="145891"/>
                  <a:pt x="370720" y="140612"/>
                </a:cubicBezTo>
                <a:cubicBezTo>
                  <a:pt x="369629" y="135332"/>
                  <a:pt x="369083" y="130145"/>
                  <a:pt x="369083" y="125049"/>
                </a:cubicBezTo>
                <a:cubicBezTo>
                  <a:pt x="369083" y="119770"/>
                  <a:pt x="369629" y="114447"/>
                  <a:pt x="370720" y="109079"/>
                </a:cubicBezTo>
                <a:cubicBezTo>
                  <a:pt x="371814" y="103708"/>
                  <a:pt x="373681" y="98792"/>
                  <a:pt x="376319" y="94333"/>
                </a:cubicBezTo>
                <a:cubicBezTo>
                  <a:pt x="378957" y="89873"/>
                  <a:pt x="382369" y="86232"/>
                  <a:pt x="386554" y="83411"/>
                </a:cubicBezTo>
                <a:cubicBezTo>
                  <a:pt x="390741" y="80589"/>
                  <a:pt x="395929" y="79178"/>
                  <a:pt x="402116" y="79178"/>
                </a:cubicBezTo>
                <a:cubicBezTo>
                  <a:pt x="418678" y="79178"/>
                  <a:pt x="428234" y="87265"/>
                  <a:pt x="430783" y="103438"/>
                </a:cubicBezTo>
                <a:close/>
                <a:moveTo>
                  <a:pt x="489749" y="97148"/>
                </a:moveTo>
                <a:cubicBezTo>
                  <a:pt x="490293" y="88048"/>
                  <a:pt x="492568" y="80496"/>
                  <a:pt x="496572" y="74492"/>
                </a:cubicBezTo>
                <a:cubicBezTo>
                  <a:pt x="500577" y="68485"/>
                  <a:pt x="505672" y="63662"/>
                  <a:pt x="511860" y="60021"/>
                </a:cubicBezTo>
                <a:cubicBezTo>
                  <a:pt x="518047" y="56380"/>
                  <a:pt x="525007" y="53787"/>
                  <a:pt x="532741" y="52240"/>
                </a:cubicBezTo>
                <a:cubicBezTo>
                  <a:pt x="540478" y="50693"/>
                  <a:pt x="548259" y="49920"/>
                  <a:pt x="556085" y="49920"/>
                </a:cubicBezTo>
                <a:cubicBezTo>
                  <a:pt x="563183" y="49920"/>
                  <a:pt x="570371" y="50421"/>
                  <a:pt x="577650" y="51423"/>
                </a:cubicBezTo>
                <a:cubicBezTo>
                  <a:pt x="584931" y="52423"/>
                  <a:pt x="591574" y="54380"/>
                  <a:pt x="597578" y="57293"/>
                </a:cubicBezTo>
                <a:cubicBezTo>
                  <a:pt x="603585" y="60203"/>
                  <a:pt x="608498" y="64252"/>
                  <a:pt x="612320" y="69439"/>
                </a:cubicBezTo>
                <a:cubicBezTo>
                  <a:pt x="616144" y="74627"/>
                  <a:pt x="618056" y="81497"/>
                  <a:pt x="618056" y="90050"/>
                </a:cubicBezTo>
                <a:lnTo>
                  <a:pt x="618056" y="163485"/>
                </a:lnTo>
                <a:cubicBezTo>
                  <a:pt x="618056" y="169855"/>
                  <a:pt x="618419" y="175952"/>
                  <a:pt x="619147" y="181775"/>
                </a:cubicBezTo>
                <a:cubicBezTo>
                  <a:pt x="619875" y="187599"/>
                  <a:pt x="621148" y="191967"/>
                  <a:pt x="622967" y="194880"/>
                </a:cubicBezTo>
                <a:lnTo>
                  <a:pt x="583657" y="194880"/>
                </a:lnTo>
                <a:cubicBezTo>
                  <a:pt x="582929" y="192697"/>
                  <a:pt x="582338" y="190469"/>
                  <a:pt x="581882" y="188194"/>
                </a:cubicBezTo>
                <a:cubicBezTo>
                  <a:pt x="581427" y="185917"/>
                  <a:pt x="581109" y="183596"/>
                  <a:pt x="580928" y="181230"/>
                </a:cubicBezTo>
                <a:cubicBezTo>
                  <a:pt x="574741" y="187600"/>
                  <a:pt x="567461" y="192060"/>
                  <a:pt x="559088" y="194609"/>
                </a:cubicBezTo>
                <a:cubicBezTo>
                  <a:pt x="550716" y="197156"/>
                  <a:pt x="542161" y="198429"/>
                  <a:pt x="533424" y="198429"/>
                </a:cubicBezTo>
                <a:cubicBezTo>
                  <a:pt x="526693" y="198429"/>
                  <a:pt x="520414" y="197610"/>
                  <a:pt x="514588" y="195971"/>
                </a:cubicBezTo>
                <a:cubicBezTo>
                  <a:pt x="508765" y="194333"/>
                  <a:pt x="503669" y="191785"/>
                  <a:pt x="499300" y="188328"/>
                </a:cubicBezTo>
                <a:cubicBezTo>
                  <a:pt x="494935" y="184870"/>
                  <a:pt x="491523" y="180503"/>
                  <a:pt x="489066" y="175227"/>
                </a:cubicBezTo>
                <a:cubicBezTo>
                  <a:pt x="486608" y="169948"/>
                  <a:pt x="485379" y="163668"/>
                  <a:pt x="485379" y="156386"/>
                </a:cubicBezTo>
                <a:cubicBezTo>
                  <a:pt x="485379" y="148380"/>
                  <a:pt x="486790" y="141784"/>
                  <a:pt x="489611" y="136596"/>
                </a:cubicBezTo>
                <a:cubicBezTo>
                  <a:pt x="492433" y="131409"/>
                  <a:pt x="496072" y="127268"/>
                  <a:pt x="500529" y="124174"/>
                </a:cubicBezTo>
                <a:cubicBezTo>
                  <a:pt x="504989" y="121081"/>
                  <a:pt x="510085" y="118761"/>
                  <a:pt x="515817" y="117214"/>
                </a:cubicBezTo>
                <a:cubicBezTo>
                  <a:pt x="521551" y="115667"/>
                  <a:pt x="527330" y="114440"/>
                  <a:pt x="533154" y="113531"/>
                </a:cubicBezTo>
                <a:cubicBezTo>
                  <a:pt x="538977" y="112621"/>
                  <a:pt x="544709" y="111892"/>
                  <a:pt x="550349" y="111345"/>
                </a:cubicBezTo>
                <a:cubicBezTo>
                  <a:pt x="555992" y="110798"/>
                  <a:pt x="560998" y="109978"/>
                  <a:pt x="565366" y="108887"/>
                </a:cubicBezTo>
                <a:cubicBezTo>
                  <a:pt x="569734" y="107796"/>
                  <a:pt x="573191" y="106204"/>
                  <a:pt x="575738" y="104113"/>
                </a:cubicBezTo>
                <a:cubicBezTo>
                  <a:pt x="578287" y="102019"/>
                  <a:pt x="579472" y="98970"/>
                  <a:pt x="579291" y="94966"/>
                </a:cubicBezTo>
                <a:cubicBezTo>
                  <a:pt x="579291" y="90778"/>
                  <a:pt x="578608" y="87457"/>
                  <a:pt x="577242" y="85002"/>
                </a:cubicBezTo>
                <a:cubicBezTo>
                  <a:pt x="575875" y="82544"/>
                  <a:pt x="574055" y="80634"/>
                  <a:pt x="571781" y="79270"/>
                </a:cubicBezTo>
                <a:cubicBezTo>
                  <a:pt x="569506" y="77904"/>
                  <a:pt x="566867" y="76993"/>
                  <a:pt x="563862" y="76537"/>
                </a:cubicBezTo>
                <a:cubicBezTo>
                  <a:pt x="560860" y="76082"/>
                  <a:pt x="557630" y="75854"/>
                  <a:pt x="554173" y="75854"/>
                </a:cubicBezTo>
                <a:cubicBezTo>
                  <a:pt x="546531" y="75854"/>
                  <a:pt x="540525" y="77493"/>
                  <a:pt x="536157" y="80770"/>
                </a:cubicBezTo>
                <a:cubicBezTo>
                  <a:pt x="531789" y="84046"/>
                  <a:pt x="529241" y="89506"/>
                  <a:pt x="528513" y="97148"/>
                </a:cubicBezTo>
                <a:lnTo>
                  <a:pt x="489749" y="97148"/>
                </a:lnTo>
                <a:moveTo>
                  <a:pt x="579291" y="125811"/>
                </a:moveTo>
                <a:cubicBezTo>
                  <a:pt x="577653" y="127269"/>
                  <a:pt x="575605" y="128408"/>
                  <a:pt x="573147" y="129227"/>
                </a:cubicBezTo>
                <a:cubicBezTo>
                  <a:pt x="570689" y="130046"/>
                  <a:pt x="568050" y="130730"/>
                  <a:pt x="565228" y="131277"/>
                </a:cubicBezTo>
                <a:cubicBezTo>
                  <a:pt x="562410" y="131821"/>
                  <a:pt x="559452" y="132275"/>
                  <a:pt x="556356" y="132639"/>
                </a:cubicBezTo>
                <a:cubicBezTo>
                  <a:pt x="553262" y="133003"/>
                  <a:pt x="550169" y="133457"/>
                  <a:pt x="547075" y="134001"/>
                </a:cubicBezTo>
                <a:cubicBezTo>
                  <a:pt x="544165" y="134548"/>
                  <a:pt x="541299" y="135277"/>
                  <a:pt x="538477" y="136188"/>
                </a:cubicBezTo>
                <a:cubicBezTo>
                  <a:pt x="535656" y="137096"/>
                  <a:pt x="533198" y="138325"/>
                  <a:pt x="531104" y="139874"/>
                </a:cubicBezTo>
                <a:cubicBezTo>
                  <a:pt x="529013" y="141421"/>
                  <a:pt x="527330" y="143378"/>
                  <a:pt x="526056" y="145744"/>
                </a:cubicBezTo>
                <a:cubicBezTo>
                  <a:pt x="524781" y="148107"/>
                  <a:pt x="524144" y="151109"/>
                  <a:pt x="524144" y="154749"/>
                </a:cubicBezTo>
                <a:cubicBezTo>
                  <a:pt x="524144" y="158207"/>
                  <a:pt x="524781" y="161119"/>
                  <a:pt x="526056" y="163485"/>
                </a:cubicBezTo>
                <a:cubicBezTo>
                  <a:pt x="527330" y="165851"/>
                  <a:pt x="529059" y="167717"/>
                  <a:pt x="531242" y="169083"/>
                </a:cubicBezTo>
                <a:cubicBezTo>
                  <a:pt x="533427" y="170447"/>
                  <a:pt x="535975" y="171402"/>
                  <a:pt x="538886" y="171949"/>
                </a:cubicBezTo>
                <a:cubicBezTo>
                  <a:pt x="541799" y="172496"/>
                  <a:pt x="544802" y="172769"/>
                  <a:pt x="547896" y="172769"/>
                </a:cubicBezTo>
                <a:cubicBezTo>
                  <a:pt x="555538" y="172769"/>
                  <a:pt x="561452" y="171496"/>
                  <a:pt x="565637" y="168950"/>
                </a:cubicBezTo>
                <a:cubicBezTo>
                  <a:pt x="569824" y="166400"/>
                  <a:pt x="572919" y="163351"/>
                  <a:pt x="574921" y="159802"/>
                </a:cubicBezTo>
                <a:cubicBezTo>
                  <a:pt x="576924" y="156253"/>
                  <a:pt x="578153" y="152658"/>
                  <a:pt x="578608" y="149018"/>
                </a:cubicBezTo>
                <a:cubicBezTo>
                  <a:pt x="579063" y="145377"/>
                  <a:pt x="579291" y="142465"/>
                  <a:pt x="579291" y="140283"/>
                </a:cubicBezTo>
                <a:lnTo>
                  <a:pt x="579291" y="125811"/>
                </a:lnTo>
                <a:close/>
                <a:moveTo>
                  <a:pt x="719335" y="169554"/>
                </a:moveTo>
                <a:cubicBezTo>
                  <a:pt x="713145" y="169554"/>
                  <a:pt x="707866" y="168280"/>
                  <a:pt x="703497" y="165734"/>
                </a:cubicBezTo>
                <a:cubicBezTo>
                  <a:pt x="699132" y="163185"/>
                  <a:pt x="695629" y="159862"/>
                  <a:pt x="692988" y="155766"/>
                </a:cubicBezTo>
                <a:cubicBezTo>
                  <a:pt x="690350" y="151670"/>
                  <a:pt x="688439" y="146892"/>
                  <a:pt x="687256" y="141432"/>
                </a:cubicBezTo>
                <a:cubicBezTo>
                  <a:pt x="686073" y="135970"/>
                  <a:pt x="685482" y="130417"/>
                  <a:pt x="685482" y="124774"/>
                </a:cubicBezTo>
                <a:cubicBezTo>
                  <a:pt x="685482" y="118951"/>
                  <a:pt x="686027" y="113309"/>
                  <a:pt x="687119" y="107850"/>
                </a:cubicBezTo>
                <a:cubicBezTo>
                  <a:pt x="688210" y="102387"/>
                  <a:pt x="690075" y="97564"/>
                  <a:pt x="692713" y="93379"/>
                </a:cubicBezTo>
                <a:cubicBezTo>
                  <a:pt x="695354" y="89191"/>
                  <a:pt x="698813" y="85778"/>
                  <a:pt x="703089" y="83140"/>
                </a:cubicBezTo>
                <a:cubicBezTo>
                  <a:pt x="707366" y="80499"/>
                  <a:pt x="712689" y="79178"/>
                  <a:pt x="719060" y="79178"/>
                </a:cubicBezTo>
                <a:cubicBezTo>
                  <a:pt x="725250" y="79178"/>
                  <a:pt x="730483" y="80499"/>
                  <a:pt x="734760" y="83140"/>
                </a:cubicBezTo>
                <a:cubicBezTo>
                  <a:pt x="739036" y="85778"/>
                  <a:pt x="742540" y="89237"/>
                  <a:pt x="745269" y="93516"/>
                </a:cubicBezTo>
                <a:cubicBezTo>
                  <a:pt x="747999" y="97793"/>
                  <a:pt x="749956" y="102661"/>
                  <a:pt x="751139" y="108120"/>
                </a:cubicBezTo>
                <a:cubicBezTo>
                  <a:pt x="752322" y="113580"/>
                  <a:pt x="752913" y="119131"/>
                  <a:pt x="752913" y="124774"/>
                </a:cubicBezTo>
                <a:cubicBezTo>
                  <a:pt x="752913" y="130417"/>
                  <a:pt x="752367" y="135970"/>
                  <a:pt x="751276" y="141432"/>
                </a:cubicBezTo>
                <a:cubicBezTo>
                  <a:pt x="750185" y="146892"/>
                  <a:pt x="748319" y="151670"/>
                  <a:pt x="745678" y="155766"/>
                </a:cubicBezTo>
                <a:cubicBezTo>
                  <a:pt x="743039" y="159862"/>
                  <a:pt x="739582" y="163185"/>
                  <a:pt x="735305" y="165734"/>
                </a:cubicBezTo>
                <a:cubicBezTo>
                  <a:pt x="731029" y="168280"/>
                  <a:pt x="725705" y="169554"/>
                  <a:pt x="719335" y="169554"/>
                </a:cubicBezTo>
                <a:moveTo>
                  <a:pt x="648083" y="53764"/>
                </a:moveTo>
                <a:lnTo>
                  <a:pt x="648083" y="244200"/>
                </a:lnTo>
                <a:lnTo>
                  <a:pt x="686848" y="244200"/>
                </a:lnTo>
                <a:lnTo>
                  <a:pt x="686848" y="177506"/>
                </a:lnTo>
                <a:lnTo>
                  <a:pt x="687394" y="177506"/>
                </a:lnTo>
                <a:cubicBezTo>
                  <a:pt x="692126" y="184451"/>
                  <a:pt x="698177" y="189705"/>
                  <a:pt x="705547" y="193268"/>
                </a:cubicBezTo>
                <a:cubicBezTo>
                  <a:pt x="712917" y="196831"/>
                  <a:pt x="720970" y="198612"/>
                  <a:pt x="729707" y="198612"/>
                </a:cubicBezTo>
                <a:cubicBezTo>
                  <a:pt x="740082" y="198612"/>
                  <a:pt x="749136" y="196607"/>
                  <a:pt x="756870" y="192597"/>
                </a:cubicBezTo>
                <a:cubicBezTo>
                  <a:pt x="764604" y="188587"/>
                  <a:pt x="771065" y="183210"/>
                  <a:pt x="776253" y="176464"/>
                </a:cubicBezTo>
                <a:cubicBezTo>
                  <a:pt x="781440" y="169719"/>
                  <a:pt x="785307" y="161971"/>
                  <a:pt x="787854" y="153221"/>
                </a:cubicBezTo>
                <a:cubicBezTo>
                  <a:pt x="790403" y="144470"/>
                  <a:pt x="791678" y="135355"/>
                  <a:pt x="791678" y="125874"/>
                </a:cubicBezTo>
                <a:cubicBezTo>
                  <a:pt x="791678" y="115846"/>
                  <a:pt x="790403" y="106229"/>
                  <a:pt x="787854" y="97024"/>
                </a:cubicBezTo>
                <a:cubicBezTo>
                  <a:pt x="785307" y="87818"/>
                  <a:pt x="781394" y="79752"/>
                  <a:pt x="776115" y="72826"/>
                </a:cubicBezTo>
                <a:cubicBezTo>
                  <a:pt x="770839" y="65897"/>
                  <a:pt x="764196" y="60336"/>
                  <a:pt x="756187" y="56143"/>
                </a:cubicBezTo>
                <a:cubicBezTo>
                  <a:pt x="748181" y="51950"/>
                  <a:pt x="738627" y="49853"/>
                  <a:pt x="727524" y="49853"/>
                </a:cubicBezTo>
                <a:cubicBezTo>
                  <a:pt x="718788" y="49853"/>
                  <a:pt x="710779" y="51589"/>
                  <a:pt x="703497" y="55060"/>
                </a:cubicBezTo>
                <a:cubicBezTo>
                  <a:pt x="696219" y="58531"/>
                  <a:pt x="690214" y="64105"/>
                  <a:pt x="685482" y="71780"/>
                </a:cubicBezTo>
                <a:lnTo>
                  <a:pt x="684936" y="71780"/>
                </a:lnTo>
                <a:lnTo>
                  <a:pt x="684936" y="53764"/>
                </a:lnTo>
                <a:lnTo>
                  <a:pt x="648083" y="53764"/>
                </a:lnTo>
                <a:close/>
                <a:moveTo>
                  <a:pt x="816519" y="152758"/>
                </a:moveTo>
                <a:lnTo>
                  <a:pt x="816519" y="194880"/>
                </a:lnTo>
                <a:lnTo>
                  <a:pt x="859378" y="194880"/>
                </a:lnTo>
                <a:lnTo>
                  <a:pt x="859378" y="152758"/>
                </a:lnTo>
                <a:lnTo>
                  <a:pt x="816519" y="152758"/>
                </a:lnTo>
                <a:close/>
                <a:moveTo>
                  <a:pt x="970760" y="0"/>
                </a:moveTo>
                <a:lnTo>
                  <a:pt x="970760" y="194880"/>
                </a:lnTo>
                <a:lnTo>
                  <a:pt x="1108622" y="194880"/>
                </a:lnTo>
                <a:lnTo>
                  <a:pt x="1108622" y="158890"/>
                </a:lnTo>
                <a:lnTo>
                  <a:pt x="1013619" y="158890"/>
                </a:lnTo>
                <a:lnTo>
                  <a:pt x="1013619" y="0"/>
                </a:lnTo>
                <a:lnTo>
                  <a:pt x="970760" y="0"/>
                </a:lnTo>
                <a:close/>
                <a:moveTo>
                  <a:pt x="1126913" y="97148"/>
                </a:moveTo>
                <a:cubicBezTo>
                  <a:pt x="1127457" y="88048"/>
                  <a:pt x="1129731" y="80496"/>
                  <a:pt x="1133736" y="74492"/>
                </a:cubicBezTo>
                <a:cubicBezTo>
                  <a:pt x="1137740" y="68485"/>
                  <a:pt x="1142836" y="63662"/>
                  <a:pt x="1149023" y="60021"/>
                </a:cubicBezTo>
                <a:cubicBezTo>
                  <a:pt x="1155210" y="56380"/>
                  <a:pt x="1162171" y="53787"/>
                  <a:pt x="1169905" y="52240"/>
                </a:cubicBezTo>
                <a:cubicBezTo>
                  <a:pt x="1177642" y="50693"/>
                  <a:pt x="1185423" y="49920"/>
                  <a:pt x="1193249" y="49920"/>
                </a:cubicBezTo>
                <a:cubicBezTo>
                  <a:pt x="1200347" y="49920"/>
                  <a:pt x="1207535" y="50421"/>
                  <a:pt x="1214814" y="51423"/>
                </a:cubicBezTo>
                <a:cubicBezTo>
                  <a:pt x="1222095" y="52423"/>
                  <a:pt x="1228738" y="54380"/>
                  <a:pt x="1234741" y="57293"/>
                </a:cubicBezTo>
                <a:cubicBezTo>
                  <a:pt x="1240748" y="60203"/>
                  <a:pt x="1245662" y="64252"/>
                  <a:pt x="1249483" y="69439"/>
                </a:cubicBezTo>
                <a:cubicBezTo>
                  <a:pt x="1253307" y="74627"/>
                  <a:pt x="1255219" y="81497"/>
                  <a:pt x="1255219" y="90050"/>
                </a:cubicBezTo>
                <a:lnTo>
                  <a:pt x="1255219" y="163485"/>
                </a:lnTo>
                <a:cubicBezTo>
                  <a:pt x="1255219" y="169855"/>
                  <a:pt x="1255583" y="175952"/>
                  <a:pt x="1256311" y="181775"/>
                </a:cubicBezTo>
                <a:cubicBezTo>
                  <a:pt x="1257038" y="187599"/>
                  <a:pt x="1258311" y="191967"/>
                  <a:pt x="1260130" y="194880"/>
                </a:cubicBezTo>
                <a:lnTo>
                  <a:pt x="1220820" y="194880"/>
                </a:lnTo>
                <a:cubicBezTo>
                  <a:pt x="1220093" y="192697"/>
                  <a:pt x="1219501" y="190469"/>
                  <a:pt x="1219046" y="188194"/>
                </a:cubicBezTo>
                <a:cubicBezTo>
                  <a:pt x="1218590" y="185917"/>
                  <a:pt x="1218272" y="183596"/>
                  <a:pt x="1218092" y="181230"/>
                </a:cubicBezTo>
                <a:cubicBezTo>
                  <a:pt x="1211905" y="187600"/>
                  <a:pt x="1204625" y="192060"/>
                  <a:pt x="1196252" y="194609"/>
                </a:cubicBezTo>
                <a:cubicBezTo>
                  <a:pt x="1187879" y="197156"/>
                  <a:pt x="1179325" y="198429"/>
                  <a:pt x="1170588" y="198429"/>
                </a:cubicBezTo>
                <a:cubicBezTo>
                  <a:pt x="1163857" y="198429"/>
                  <a:pt x="1157578" y="197610"/>
                  <a:pt x="1151752" y="195971"/>
                </a:cubicBezTo>
                <a:cubicBezTo>
                  <a:pt x="1145928" y="194333"/>
                  <a:pt x="1140832" y="191785"/>
                  <a:pt x="1136464" y="188328"/>
                </a:cubicBezTo>
                <a:cubicBezTo>
                  <a:pt x="1132099" y="184870"/>
                  <a:pt x="1128687" y="180503"/>
                  <a:pt x="1126229" y="175227"/>
                </a:cubicBezTo>
                <a:cubicBezTo>
                  <a:pt x="1123772" y="169948"/>
                  <a:pt x="1122543" y="163668"/>
                  <a:pt x="1122543" y="156386"/>
                </a:cubicBezTo>
                <a:cubicBezTo>
                  <a:pt x="1122543" y="148380"/>
                  <a:pt x="1123954" y="141784"/>
                  <a:pt x="1126775" y="136596"/>
                </a:cubicBezTo>
                <a:cubicBezTo>
                  <a:pt x="1129597" y="131409"/>
                  <a:pt x="1133236" y="127268"/>
                  <a:pt x="1137693" y="124174"/>
                </a:cubicBezTo>
                <a:cubicBezTo>
                  <a:pt x="1142153" y="121081"/>
                  <a:pt x="1147249" y="118761"/>
                  <a:pt x="1152980" y="117214"/>
                </a:cubicBezTo>
                <a:cubicBezTo>
                  <a:pt x="1158715" y="115667"/>
                  <a:pt x="1164494" y="114440"/>
                  <a:pt x="1170317" y="113531"/>
                </a:cubicBezTo>
                <a:cubicBezTo>
                  <a:pt x="1176141" y="112621"/>
                  <a:pt x="1181873" y="111892"/>
                  <a:pt x="1187513" y="111345"/>
                </a:cubicBezTo>
                <a:cubicBezTo>
                  <a:pt x="1193156" y="110798"/>
                  <a:pt x="1198161" y="109978"/>
                  <a:pt x="1202529" y="108887"/>
                </a:cubicBezTo>
                <a:cubicBezTo>
                  <a:pt x="1206898" y="107796"/>
                  <a:pt x="1210355" y="106204"/>
                  <a:pt x="1212902" y="104113"/>
                </a:cubicBezTo>
                <a:cubicBezTo>
                  <a:pt x="1215451" y="102019"/>
                  <a:pt x="1216635" y="98970"/>
                  <a:pt x="1216455" y="94966"/>
                </a:cubicBezTo>
                <a:cubicBezTo>
                  <a:pt x="1216455" y="90778"/>
                  <a:pt x="1215772" y="87457"/>
                  <a:pt x="1214405" y="85002"/>
                </a:cubicBezTo>
                <a:cubicBezTo>
                  <a:pt x="1213039" y="82544"/>
                  <a:pt x="1211219" y="80634"/>
                  <a:pt x="1208944" y="79270"/>
                </a:cubicBezTo>
                <a:cubicBezTo>
                  <a:pt x="1206670" y="77904"/>
                  <a:pt x="1204030" y="76993"/>
                  <a:pt x="1201026" y="76537"/>
                </a:cubicBezTo>
                <a:cubicBezTo>
                  <a:pt x="1198024" y="76082"/>
                  <a:pt x="1194794" y="75854"/>
                  <a:pt x="1191337" y="75854"/>
                </a:cubicBezTo>
                <a:cubicBezTo>
                  <a:pt x="1183694" y="75854"/>
                  <a:pt x="1177689" y="77493"/>
                  <a:pt x="1173321" y="80770"/>
                </a:cubicBezTo>
                <a:cubicBezTo>
                  <a:pt x="1168952" y="84046"/>
                  <a:pt x="1166405" y="89506"/>
                  <a:pt x="1165677" y="97148"/>
                </a:cubicBezTo>
                <a:lnTo>
                  <a:pt x="1126913" y="97148"/>
                </a:lnTo>
                <a:moveTo>
                  <a:pt x="1216455" y="125811"/>
                </a:moveTo>
                <a:cubicBezTo>
                  <a:pt x="1214816" y="127269"/>
                  <a:pt x="1212768" y="128408"/>
                  <a:pt x="1210311" y="129227"/>
                </a:cubicBezTo>
                <a:cubicBezTo>
                  <a:pt x="1207853" y="130046"/>
                  <a:pt x="1205213" y="130730"/>
                  <a:pt x="1202392" y="131277"/>
                </a:cubicBezTo>
                <a:cubicBezTo>
                  <a:pt x="1199573" y="131821"/>
                  <a:pt x="1196616" y="132275"/>
                  <a:pt x="1193519" y="132639"/>
                </a:cubicBezTo>
                <a:cubicBezTo>
                  <a:pt x="1190426" y="133003"/>
                  <a:pt x="1187332" y="133457"/>
                  <a:pt x="1184239" y="134001"/>
                </a:cubicBezTo>
                <a:cubicBezTo>
                  <a:pt x="1181328" y="134548"/>
                  <a:pt x="1178462" y="135277"/>
                  <a:pt x="1175641" y="136188"/>
                </a:cubicBezTo>
                <a:cubicBezTo>
                  <a:pt x="1172819" y="137096"/>
                  <a:pt x="1170362" y="138325"/>
                  <a:pt x="1168268" y="139874"/>
                </a:cubicBezTo>
                <a:cubicBezTo>
                  <a:pt x="1166177" y="141421"/>
                  <a:pt x="1164494" y="143378"/>
                  <a:pt x="1163219" y="145744"/>
                </a:cubicBezTo>
                <a:cubicBezTo>
                  <a:pt x="1161945" y="148107"/>
                  <a:pt x="1161307" y="151109"/>
                  <a:pt x="1161307" y="154749"/>
                </a:cubicBezTo>
                <a:cubicBezTo>
                  <a:pt x="1161307" y="158207"/>
                  <a:pt x="1161945" y="161119"/>
                  <a:pt x="1163219" y="163485"/>
                </a:cubicBezTo>
                <a:cubicBezTo>
                  <a:pt x="1164494" y="165851"/>
                  <a:pt x="1166223" y="167717"/>
                  <a:pt x="1168405" y="169083"/>
                </a:cubicBezTo>
                <a:cubicBezTo>
                  <a:pt x="1170591" y="170447"/>
                  <a:pt x="1173139" y="171402"/>
                  <a:pt x="1176049" y="171949"/>
                </a:cubicBezTo>
                <a:cubicBezTo>
                  <a:pt x="1178962" y="172496"/>
                  <a:pt x="1181966" y="172769"/>
                  <a:pt x="1185059" y="172769"/>
                </a:cubicBezTo>
                <a:cubicBezTo>
                  <a:pt x="1192702" y="172769"/>
                  <a:pt x="1198615" y="171496"/>
                  <a:pt x="1202800" y="168950"/>
                </a:cubicBezTo>
                <a:cubicBezTo>
                  <a:pt x="1206988" y="166400"/>
                  <a:pt x="1210083" y="163351"/>
                  <a:pt x="1212085" y="159802"/>
                </a:cubicBezTo>
                <a:cubicBezTo>
                  <a:pt x="1214087" y="156253"/>
                  <a:pt x="1215316" y="152658"/>
                  <a:pt x="1215772" y="149018"/>
                </a:cubicBezTo>
                <a:cubicBezTo>
                  <a:pt x="1216227" y="145377"/>
                  <a:pt x="1216455" y="142465"/>
                  <a:pt x="1216455" y="140283"/>
                </a:cubicBezTo>
                <a:lnTo>
                  <a:pt x="1216455" y="125811"/>
                </a:lnTo>
                <a:close/>
                <a:moveTo>
                  <a:pt x="1354861" y="212292"/>
                </a:moveTo>
                <a:lnTo>
                  <a:pt x="1413824" y="53852"/>
                </a:lnTo>
                <a:lnTo>
                  <a:pt x="1373698" y="53852"/>
                </a:lnTo>
                <a:lnTo>
                  <a:pt x="1342848" y="150388"/>
                </a:lnTo>
                <a:lnTo>
                  <a:pt x="1342302" y="150388"/>
                </a:lnTo>
                <a:lnTo>
                  <a:pt x="1310361" y="53852"/>
                </a:lnTo>
                <a:lnTo>
                  <a:pt x="1269139" y="53852"/>
                </a:lnTo>
                <a:lnTo>
                  <a:pt x="1318550" y="186137"/>
                </a:lnTo>
                <a:cubicBezTo>
                  <a:pt x="1319645" y="188864"/>
                  <a:pt x="1320192" y="191773"/>
                  <a:pt x="1320192" y="194863"/>
                </a:cubicBezTo>
                <a:cubicBezTo>
                  <a:pt x="1320192" y="199046"/>
                  <a:pt x="1318963" y="202864"/>
                  <a:pt x="1316505" y="206319"/>
                </a:cubicBezTo>
                <a:cubicBezTo>
                  <a:pt x="1314048" y="209773"/>
                  <a:pt x="1310271" y="211774"/>
                  <a:pt x="1305175" y="212321"/>
                </a:cubicBezTo>
                <a:cubicBezTo>
                  <a:pt x="1301354" y="212502"/>
                  <a:pt x="1297531" y="212410"/>
                  <a:pt x="1293707" y="212046"/>
                </a:cubicBezTo>
                <a:cubicBezTo>
                  <a:pt x="1289886" y="211682"/>
                  <a:pt x="1286157" y="211319"/>
                  <a:pt x="1282519" y="210955"/>
                </a:cubicBezTo>
                <a:lnTo>
                  <a:pt x="1282519" y="242867"/>
                </a:lnTo>
                <a:cubicBezTo>
                  <a:pt x="1286520" y="243222"/>
                  <a:pt x="1290478" y="243534"/>
                  <a:pt x="1294390" y="243800"/>
                </a:cubicBezTo>
                <a:cubicBezTo>
                  <a:pt x="1298303" y="244067"/>
                  <a:pt x="1302262" y="244200"/>
                  <a:pt x="1306266" y="244200"/>
                </a:cubicBezTo>
                <a:cubicBezTo>
                  <a:pt x="1319552" y="244200"/>
                  <a:pt x="1329925" y="241745"/>
                  <a:pt x="1337387" y="236835"/>
                </a:cubicBezTo>
                <a:cubicBezTo>
                  <a:pt x="1344849" y="231928"/>
                  <a:pt x="1350674" y="223747"/>
                  <a:pt x="1354861" y="212292"/>
                </a:cubicBezTo>
                <a:close/>
                <a:moveTo>
                  <a:pt x="1521929" y="109303"/>
                </a:moveTo>
                <a:lnTo>
                  <a:pt x="1458871" y="109303"/>
                </a:lnTo>
                <a:cubicBezTo>
                  <a:pt x="1459052" y="106565"/>
                  <a:pt x="1459642" y="103462"/>
                  <a:pt x="1460642" y="99994"/>
                </a:cubicBezTo>
                <a:cubicBezTo>
                  <a:pt x="1461644" y="96522"/>
                  <a:pt x="1463374" y="93236"/>
                  <a:pt x="1465832" y="90134"/>
                </a:cubicBezTo>
                <a:cubicBezTo>
                  <a:pt x="1468290" y="87029"/>
                  <a:pt x="1471565" y="84427"/>
                  <a:pt x="1475658" y="82328"/>
                </a:cubicBezTo>
                <a:cubicBezTo>
                  <a:pt x="1479755" y="80228"/>
                  <a:pt x="1484896" y="79178"/>
                  <a:pt x="1491083" y="79178"/>
                </a:cubicBezTo>
                <a:cubicBezTo>
                  <a:pt x="1500547" y="79178"/>
                  <a:pt x="1507600" y="81735"/>
                  <a:pt x="1512240" y="86847"/>
                </a:cubicBezTo>
                <a:cubicBezTo>
                  <a:pt x="1516880" y="91960"/>
                  <a:pt x="1520110" y="99445"/>
                  <a:pt x="1521929" y="109303"/>
                </a:cubicBezTo>
                <a:moveTo>
                  <a:pt x="1458871" y="133830"/>
                </a:moveTo>
                <a:lnTo>
                  <a:pt x="1560698" y="133830"/>
                </a:lnTo>
                <a:cubicBezTo>
                  <a:pt x="1561425" y="122889"/>
                  <a:pt x="1560514" y="112403"/>
                  <a:pt x="1557965" y="102372"/>
                </a:cubicBezTo>
                <a:cubicBezTo>
                  <a:pt x="1555419" y="92341"/>
                  <a:pt x="1551278" y="83406"/>
                  <a:pt x="1545543" y="75567"/>
                </a:cubicBezTo>
                <a:cubicBezTo>
                  <a:pt x="1539812" y="67725"/>
                  <a:pt x="1532486" y="61479"/>
                  <a:pt x="1523566" y="56830"/>
                </a:cubicBezTo>
                <a:cubicBezTo>
                  <a:pt x="1514649" y="52179"/>
                  <a:pt x="1504185" y="49853"/>
                  <a:pt x="1492175" y="49853"/>
                </a:cubicBezTo>
                <a:cubicBezTo>
                  <a:pt x="1481436" y="49853"/>
                  <a:pt x="1471654" y="51768"/>
                  <a:pt x="1462829" y="55597"/>
                </a:cubicBezTo>
                <a:cubicBezTo>
                  <a:pt x="1454003" y="59424"/>
                  <a:pt x="1446405" y="64664"/>
                  <a:pt x="1440035" y="71318"/>
                </a:cubicBezTo>
                <a:cubicBezTo>
                  <a:pt x="1433664" y="77972"/>
                  <a:pt x="1428750" y="85857"/>
                  <a:pt x="1425293" y="94974"/>
                </a:cubicBezTo>
                <a:cubicBezTo>
                  <a:pt x="1421836" y="104088"/>
                  <a:pt x="1420107" y="113933"/>
                  <a:pt x="1420107" y="124508"/>
                </a:cubicBezTo>
                <a:cubicBezTo>
                  <a:pt x="1420107" y="135444"/>
                  <a:pt x="1421790" y="145470"/>
                  <a:pt x="1425156" y="154587"/>
                </a:cubicBezTo>
                <a:cubicBezTo>
                  <a:pt x="1428524" y="163701"/>
                  <a:pt x="1433302" y="171541"/>
                  <a:pt x="1439489" y="178106"/>
                </a:cubicBezTo>
                <a:cubicBezTo>
                  <a:pt x="1445676" y="184668"/>
                  <a:pt x="1453228" y="189726"/>
                  <a:pt x="1462145" y="193281"/>
                </a:cubicBezTo>
                <a:cubicBezTo>
                  <a:pt x="1471062" y="196835"/>
                  <a:pt x="1481072" y="198612"/>
                  <a:pt x="1492175" y="198612"/>
                </a:cubicBezTo>
                <a:cubicBezTo>
                  <a:pt x="1508190" y="198612"/>
                  <a:pt x="1521839" y="194976"/>
                  <a:pt x="1533122" y="187703"/>
                </a:cubicBezTo>
                <a:cubicBezTo>
                  <a:pt x="1544408" y="180430"/>
                  <a:pt x="1552780" y="168337"/>
                  <a:pt x="1558240" y="151425"/>
                </a:cubicBezTo>
                <a:lnTo>
                  <a:pt x="1524116" y="151425"/>
                </a:lnTo>
                <a:cubicBezTo>
                  <a:pt x="1522841" y="155755"/>
                  <a:pt x="1519383" y="159859"/>
                  <a:pt x="1513740" y="163739"/>
                </a:cubicBezTo>
                <a:cubicBezTo>
                  <a:pt x="1508100" y="167615"/>
                  <a:pt x="1501367" y="169554"/>
                  <a:pt x="1493541" y="169554"/>
                </a:cubicBezTo>
                <a:cubicBezTo>
                  <a:pt x="1482622" y="169554"/>
                  <a:pt x="1474249" y="166736"/>
                  <a:pt x="1468423" y="161102"/>
                </a:cubicBezTo>
                <a:cubicBezTo>
                  <a:pt x="1462599" y="155464"/>
                  <a:pt x="1459416" y="146374"/>
                  <a:pt x="1458871" y="133830"/>
                </a:cubicBezTo>
                <a:close/>
                <a:moveTo>
                  <a:pt x="1583628" y="53640"/>
                </a:moveTo>
                <a:lnTo>
                  <a:pt x="1583628" y="194880"/>
                </a:lnTo>
                <a:lnTo>
                  <a:pt x="1622392" y="194880"/>
                </a:lnTo>
                <a:lnTo>
                  <a:pt x="1622392" y="131206"/>
                </a:lnTo>
                <a:cubicBezTo>
                  <a:pt x="1622392" y="124830"/>
                  <a:pt x="1623029" y="118909"/>
                  <a:pt x="1624304" y="113444"/>
                </a:cubicBezTo>
                <a:cubicBezTo>
                  <a:pt x="1625579" y="107979"/>
                  <a:pt x="1627717" y="103197"/>
                  <a:pt x="1630719" y="99098"/>
                </a:cubicBezTo>
                <a:cubicBezTo>
                  <a:pt x="1633721" y="94999"/>
                  <a:pt x="1637678" y="91765"/>
                  <a:pt x="1642591" y="89396"/>
                </a:cubicBezTo>
                <a:cubicBezTo>
                  <a:pt x="1647506" y="87028"/>
                  <a:pt x="1653513" y="85843"/>
                  <a:pt x="1660611" y="85843"/>
                </a:cubicBezTo>
                <a:cubicBezTo>
                  <a:pt x="1662977" y="85843"/>
                  <a:pt x="1665433" y="85981"/>
                  <a:pt x="1667979" y="86256"/>
                </a:cubicBezTo>
                <a:cubicBezTo>
                  <a:pt x="1670529" y="86528"/>
                  <a:pt x="1672713" y="86846"/>
                  <a:pt x="1674532" y="87210"/>
                </a:cubicBezTo>
                <a:lnTo>
                  <a:pt x="1674532" y="51215"/>
                </a:lnTo>
                <a:cubicBezTo>
                  <a:pt x="1671438" y="50307"/>
                  <a:pt x="1668618" y="49853"/>
                  <a:pt x="1666072" y="49853"/>
                </a:cubicBezTo>
                <a:cubicBezTo>
                  <a:pt x="1661156" y="49853"/>
                  <a:pt x="1656424" y="50581"/>
                  <a:pt x="1651876" y="52036"/>
                </a:cubicBezTo>
                <a:cubicBezTo>
                  <a:pt x="1647327" y="53488"/>
                  <a:pt x="1643050" y="55532"/>
                  <a:pt x="1639046" y="58167"/>
                </a:cubicBezTo>
                <a:cubicBezTo>
                  <a:pt x="1635041" y="60803"/>
                  <a:pt x="1631492" y="63984"/>
                  <a:pt x="1628399" y="67711"/>
                </a:cubicBezTo>
                <a:cubicBezTo>
                  <a:pt x="1625305" y="71437"/>
                  <a:pt x="1622847" y="75482"/>
                  <a:pt x="1621026" y="79845"/>
                </a:cubicBezTo>
                <a:lnTo>
                  <a:pt x="1620480" y="79845"/>
                </a:lnTo>
                <a:lnTo>
                  <a:pt x="1620480" y="53640"/>
                </a:lnTo>
                <a:lnTo>
                  <a:pt x="1583628" y="53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8F3F3-E166-4084-A21F-F32FA4CD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438" y="58360"/>
            <a:ext cx="9427493" cy="801712"/>
          </a:xfrm>
          <a:custGeom xmlns:a="http://schemas.openxmlformats.org/drawingml/2006/main">
            <a:pathLst>
              <a:path w="9427493" h="801712" fill="none">
                <a:moveTo>
                  <a:pt x="0" y="0"/>
                </a:moveTo>
                <a:lnTo>
                  <a:pt x="9427493" y="0"/>
                </a:lnTo>
                <a:lnTo>
                  <a:pt x="9427493" y="801712"/>
                </a:lnTo>
                <a:lnTo>
                  <a:pt x="0" y="8017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custDash>
              <a:ds d="400000" sp="400000"/>
            </a:custDash>
            <a:round/>
          </a:ln>
        </p:spPr>
      </p:sp>
      <p:sp>
        <p:nvSpPr>
          <p:cNvPr id="10" name="Text LinkLayer">
            <a:extLst xmlns:a="http://schemas.openxmlformats.org/drawingml/2006/main">
              <a:ext uri="{FF2B5EF4-FFF2-40B4-BE49-F238E27FC236}">
                <a16:creationId xmlns:a16="http://schemas.microsoft.com/office/drawing/2014/main" id="{DE1D7AA4-C153-4092-8A42-09B1D821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01" y="1558176"/>
            <a:ext cx="1330562" cy="244200"/>
          </a:xfrm>
          <a:custGeom xmlns:a="http://schemas.openxmlformats.org/drawingml/2006/main">
            <a:pathLst>
              <a:path w="1330562" h="244200">
                <a:moveTo>
                  <a:pt x="0" y="0"/>
                </a:moveTo>
                <a:lnTo>
                  <a:pt x="0" y="194880"/>
                </a:lnTo>
                <a:lnTo>
                  <a:pt x="137862" y="194880"/>
                </a:lnTo>
                <a:lnTo>
                  <a:pt x="137862" y="158890"/>
                </a:lnTo>
                <a:lnTo>
                  <a:pt x="42859" y="158890"/>
                </a:lnTo>
                <a:lnTo>
                  <a:pt x="42859" y="0"/>
                </a:lnTo>
                <a:lnTo>
                  <a:pt x="0" y="0"/>
                </a:lnTo>
                <a:close/>
                <a:moveTo>
                  <a:pt x="197645" y="31991"/>
                </a:moveTo>
                <a:lnTo>
                  <a:pt x="197645" y="0"/>
                </a:lnTo>
                <a:lnTo>
                  <a:pt x="158881" y="0"/>
                </a:lnTo>
                <a:lnTo>
                  <a:pt x="158881" y="31991"/>
                </a:lnTo>
                <a:lnTo>
                  <a:pt x="197645" y="31991"/>
                </a:lnTo>
                <a:moveTo>
                  <a:pt x="158881" y="53744"/>
                </a:moveTo>
                <a:lnTo>
                  <a:pt x="158881" y="194880"/>
                </a:lnTo>
                <a:lnTo>
                  <a:pt x="197645" y="194880"/>
                </a:lnTo>
                <a:lnTo>
                  <a:pt x="197645" y="53744"/>
                </a:lnTo>
                <a:lnTo>
                  <a:pt x="158881" y="53744"/>
                </a:lnTo>
                <a:close/>
                <a:moveTo>
                  <a:pt x="228222" y="53739"/>
                </a:moveTo>
                <a:lnTo>
                  <a:pt x="228222" y="194880"/>
                </a:lnTo>
                <a:lnTo>
                  <a:pt x="266986" y="194880"/>
                </a:lnTo>
                <a:lnTo>
                  <a:pt x="266986" y="120909"/>
                </a:lnTo>
                <a:cubicBezTo>
                  <a:pt x="266986" y="106532"/>
                  <a:pt x="269352" y="96206"/>
                  <a:pt x="274084" y="89930"/>
                </a:cubicBezTo>
                <a:cubicBezTo>
                  <a:pt x="278816" y="83651"/>
                  <a:pt x="286460" y="80511"/>
                  <a:pt x="297015" y="80511"/>
                </a:cubicBezTo>
                <a:cubicBezTo>
                  <a:pt x="306299" y="80511"/>
                  <a:pt x="312760" y="83377"/>
                  <a:pt x="316397" y="89109"/>
                </a:cubicBezTo>
                <a:cubicBezTo>
                  <a:pt x="320038" y="94841"/>
                  <a:pt x="321859" y="103530"/>
                  <a:pt x="321859" y="115177"/>
                </a:cubicBezTo>
                <a:lnTo>
                  <a:pt x="321859" y="194880"/>
                </a:lnTo>
                <a:lnTo>
                  <a:pt x="360623" y="194880"/>
                </a:lnTo>
                <a:lnTo>
                  <a:pt x="360623" y="108029"/>
                </a:lnTo>
                <a:cubicBezTo>
                  <a:pt x="360623" y="99290"/>
                  <a:pt x="359850" y="91324"/>
                  <a:pt x="358303" y="84131"/>
                </a:cubicBezTo>
                <a:cubicBezTo>
                  <a:pt x="356756" y="76939"/>
                  <a:pt x="354071" y="70839"/>
                  <a:pt x="350247" y="65832"/>
                </a:cubicBezTo>
                <a:cubicBezTo>
                  <a:pt x="346425" y="60825"/>
                  <a:pt x="341194" y="56911"/>
                  <a:pt x="334551" y="54089"/>
                </a:cubicBezTo>
                <a:cubicBezTo>
                  <a:pt x="327908" y="51265"/>
                  <a:pt x="319399" y="49853"/>
                  <a:pt x="309025" y="49853"/>
                </a:cubicBezTo>
                <a:cubicBezTo>
                  <a:pt x="300835" y="49853"/>
                  <a:pt x="292828" y="51723"/>
                  <a:pt x="285002" y="55464"/>
                </a:cubicBezTo>
                <a:cubicBezTo>
                  <a:pt x="277176" y="59205"/>
                  <a:pt x="270807" y="65181"/>
                  <a:pt x="265895" y="73392"/>
                </a:cubicBezTo>
                <a:lnTo>
                  <a:pt x="265074" y="73392"/>
                </a:lnTo>
                <a:lnTo>
                  <a:pt x="265074" y="53739"/>
                </a:lnTo>
                <a:lnTo>
                  <a:pt x="228222" y="53739"/>
                </a:lnTo>
                <a:close/>
                <a:moveTo>
                  <a:pt x="393655" y="0"/>
                </a:moveTo>
                <a:lnTo>
                  <a:pt x="393655" y="194880"/>
                </a:lnTo>
                <a:lnTo>
                  <a:pt x="432419" y="194880"/>
                </a:lnTo>
                <a:lnTo>
                  <a:pt x="432419" y="146289"/>
                </a:lnTo>
                <a:lnTo>
                  <a:pt x="447436" y="131818"/>
                </a:lnTo>
                <a:lnTo>
                  <a:pt x="486201" y="194880"/>
                </a:lnTo>
                <a:lnTo>
                  <a:pt x="533154" y="194880"/>
                </a:lnTo>
                <a:lnTo>
                  <a:pt x="473912" y="105629"/>
                </a:lnTo>
                <a:lnTo>
                  <a:pt x="527148" y="53769"/>
                </a:lnTo>
                <a:lnTo>
                  <a:pt x="481285" y="53769"/>
                </a:lnTo>
                <a:lnTo>
                  <a:pt x="432419" y="104538"/>
                </a:lnTo>
                <a:lnTo>
                  <a:pt x="432419" y="0"/>
                </a:lnTo>
                <a:lnTo>
                  <a:pt x="393655" y="0"/>
                </a:lnTo>
                <a:close/>
                <a:moveTo>
                  <a:pt x="626790" y="0"/>
                </a:moveTo>
                <a:lnTo>
                  <a:pt x="626790" y="194880"/>
                </a:lnTo>
                <a:lnTo>
                  <a:pt x="764652" y="194880"/>
                </a:lnTo>
                <a:lnTo>
                  <a:pt x="764652" y="158890"/>
                </a:lnTo>
                <a:lnTo>
                  <a:pt x="669649" y="158890"/>
                </a:lnTo>
                <a:lnTo>
                  <a:pt x="669649" y="0"/>
                </a:lnTo>
                <a:lnTo>
                  <a:pt x="626790" y="0"/>
                </a:lnTo>
                <a:close/>
                <a:moveTo>
                  <a:pt x="782943" y="97148"/>
                </a:moveTo>
                <a:cubicBezTo>
                  <a:pt x="783487" y="88048"/>
                  <a:pt x="785761" y="80496"/>
                  <a:pt x="789766" y="74492"/>
                </a:cubicBezTo>
                <a:cubicBezTo>
                  <a:pt x="793770" y="68485"/>
                  <a:pt x="798866" y="63662"/>
                  <a:pt x="805053" y="60021"/>
                </a:cubicBezTo>
                <a:cubicBezTo>
                  <a:pt x="811240" y="56380"/>
                  <a:pt x="818201" y="53787"/>
                  <a:pt x="825935" y="52240"/>
                </a:cubicBezTo>
                <a:cubicBezTo>
                  <a:pt x="833672" y="50693"/>
                  <a:pt x="841453" y="49920"/>
                  <a:pt x="849279" y="49920"/>
                </a:cubicBezTo>
                <a:cubicBezTo>
                  <a:pt x="856377" y="49920"/>
                  <a:pt x="863565" y="50421"/>
                  <a:pt x="870844" y="51423"/>
                </a:cubicBezTo>
                <a:cubicBezTo>
                  <a:pt x="878125" y="52423"/>
                  <a:pt x="884768" y="54380"/>
                  <a:pt x="890771" y="57293"/>
                </a:cubicBezTo>
                <a:cubicBezTo>
                  <a:pt x="896778" y="60203"/>
                  <a:pt x="901692" y="64252"/>
                  <a:pt x="905513" y="69439"/>
                </a:cubicBezTo>
                <a:cubicBezTo>
                  <a:pt x="909337" y="74627"/>
                  <a:pt x="911249" y="81497"/>
                  <a:pt x="911249" y="90050"/>
                </a:cubicBezTo>
                <a:lnTo>
                  <a:pt x="911249" y="163485"/>
                </a:lnTo>
                <a:cubicBezTo>
                  <a:pt x="911249" y="169855"/>
                  <a:pt x="911613" y="175952"/>
                  <a:pt x="912341" y="181775"/>
                </a:cubicBezTo>
                <a:cubicBezTo>
                  <a:pt x="913068" y="187599"/>
                  <a:pt x="914341" y="191967"/>
                  <a:pt x="916160" y="194880"/>
                </a:cubicBezTo>
                <a:lnTo>
                  <a:pt x="876850" y="194880"/>
                </a:lnTo>
                <a:cubicBezTo>
                  <a:pt x="876123" y="192697"/>
                  <a:pt x="875531" y="190469"/>
                  <a:pt x="875076" y="188194"/>
                </a:cubicBezTo>
                <a:cubicBezTo>
                  <a:pt x="874620" y="185917"/>
                  <a:pt x="874302" y="183596"/>
                  <a:pt x="874122" y="181230"/>
                </a:cubicBezTo>
                <a:cubicBezTo>
                  <a:pt x="867935" y="187600"/>
                  <a:pt x="860655" y="192060"/>
                  <a:pt x="852282" y="194609"/>
                </a:cubicBezTo>
                <a:cubicBezTo>
                  <a:pt x="843909" y="197156"/>
                  <a:pt x="835355" y="198429"/>
                  <a:pt x="826618" y="198429"/>
                </a:cubicBezTo>
                <a:cubicBezTo>
                  <a:pt x="819887" y="198429"/>
                  <a:pt x="813608" y="197610"/>
                  <a:pt x="807782" y="195971"/>
                </a:cubicBezTo>
                <a:cubicBezTo>
                  <a:pt x="801958" y="194333"/>
                  <a:pt x="796862" y="191785"/>
                  <a:pt x="792494" y="188328"/>
                </a:cubicBezTo>
                <a:cubicBezTo>
                  <a:pt x="788129" y="184870"/>
                  <a:pt x="784717" y="180503"/>
                  <a:pt x="782259" y="175227"/>
                </a:cubicBezTo>
                <a:cubicBezTo>
                  <a:pt x="779802" y="169948"/>
                  <a:pt x="778573" y="163668"/>
                  <a:pt x="778573" y="156386"/>
                </a:cubicBezTo>
                <a:cubicBezTo>
                  <a:pt x="778573" y="148380"/>
                  <a:pt x="779984" y="141784"/>
                  <a:pt x="782805" y="136596"/>
                </a:cubicBezTo>
                <a:cubicBezTo>
                  <a:pt x="785627" y="131409"/>
                  <a:pt x="789266" y="127268"/>
                  <a:pt x="793723" y="124174"/>
                </a:cubicBezTo>
                <a:cubicBezTo>
                  <a:pt x="798183" y="121081"/>
                  <a:pt x="803279" y="118761"/>
                  <a:pt x="809010" y="117214"/>
                </a:cubicBezTo>
                <a:cubicBezTo>
                  <a:pt x="814745" y="115667"/>
                  <a:pt x="820524" y="114440"/>
                  <a:pt x="826347" y="113531"/>
                </a:cubicBezTo>
                <a:cubicBezTo>
                  <a:pt x="832171" y="112621"/>
                  <a:pt x="837903" y="111892"/>
                  <a:pt x="843543" y="111345"/>
                </a:cubicBezTo>
                <a:cubicBezTo>
                  <a:pt x="849186" y="110798"/>
                  <a:pt x="854191" y="109978"/>
                  <a:pt x="858559" y="108887"/>
                </a:cubicBezTo>
                <a:cubicBezTo>
                  <a:pt x="862928" y="107796"/>
                  <a:pt x="866385" y="106204"/>
                  <a:pt x="868932" y="104113"/>
                </a:cubicBezTo>
                <a:cubicBezTo>
                  <a:pt x="871481" y="102019"/>
                  <a:pt x="872665" y="98970"/>
                  <a:pt x="872485" y="94966"/>
                </a:cubicBezTo>
                <a:cubicBezTo>
                  <a:pt x="872485" y="90778"/>
                  <a:pt x="871802" y="87457"/>
                  <a:pt x="870435" y="85002"/>
                </a:cubicBezTo>
                <a:cubicBezTo>
                  <a:pt x="869069" y="82544"/>
                  <a:pt x="867249" y="80634"/>
                  <a:pt x="864974" y="79270"/>
                </a:cubicBezTo>
                <a:cubicBezTo>
                  <a:pt x="862700" y="77904"/>
                  <a:pt x="860060" y="76993"/>
                  <a:pt x="857056" y="76537"/>
                </a:cubicBezTo>
                <a:cubicBezTo>
                  <a:pt x="854054" y="76082"/>
                  <a:pt x="850824" y="75854"/>
                  <a:pt x="847367" y="75854"/>
                </a:cubicBezTo>
                <a:cubicBezTo>
                  <a:pt x="839724" y="75854"/>
                  <a:pt x="833719" y="77493"/>
                  <a:pt x="829351" y="80770"/>
                </a:cubicBezTo>
                <a:cubicBezTo>
                  <a:pt x="824983" y="84046"/>
                  <a:pt x="822435" y="89506"/>
                  <a:pt x="821707" y="97148"/>
                </a:cubicBezTo>
                <a:lnTo>
                  <a:pt x="782943" y="97148"/>
                </a:lnTo>
                <a:moveTo>
                  <a:pt x="872485" y="125811"/>
                </a:moveTo>
                <a:cubicBezTo>
                  <a:pt x="870846" y="127269"/>
                  <a:pt x="868798" y="128408"/>
                  <a:pt x="866341" y="129227"/>
                </a:cubicBezTo>
                <a:cubicBezTo>
                  <a:pt x="863883" y="130046"/>
                  <a:pt x="861243" y="130730"/>
                  <a:pt x="858422" y="131277"/>
                </a:cubicBezTo>
                <a:cubicBezTo>
                  <a:pt x="855603" y="131821"/>
                  <a:pt x="852646" y="132275"/>
                  <a:pt x="849549" y="132639"/>
                </a:cubicBezTo>
                <a:cubicBezTo>
                  <a:pt x="846456" y="133003"/>
                  <a:pt x="843362" y="133457"/>
                  <a:pt x="840269" y="134001"/>
                </a:cubicBezTo>
                <a:cubicBezTo>
                  <a:pt x="837358" y="134548"/>
                  <a:pt x="834492" y="135277"/>
                  <a:pt x="831671" y="136188"/>
                </a:cubicBezTo>
                <a:cubicBezTo>
                  <a:pt x="828850" y="137096"/>
                  <a:pt x="826392" y="138325"/>
                  <a:pt x="824298" y="139874"/>
                </a:cubicBezTo>
                <a:cubicBezTo>
                  <a:pt x="822207" y="141421"/>
                  <a:pt x="820524" y="143378"/>
                  <a:pt x="819249" y="145744"/>
                </a:cubicBezTo>
                <a:cubicBezTo>
                  <a:pt x="817975" y="148107"/>
                  <a:pt x="817337" y="151109"/>
                  <a:pt x="817337" y="154749"/>
                </a:cubicBezTo>
                <a:cubicBezTo>
                  <a:pt x="817337" y="158207"/>
                  <a:pt x="817975" y="161119"/>
                  <a:pt x="819249" y="163485"/>
                </a:cubicBezTo>
                <a:cubicBezTo>
                  <a:pt x="820524" y="165851"/>
                  <a:pt x="822253" y="167717"/>
                  <a:pt x="824435" y="169083"/>
                </a:cubicBezTo>
                <a:cubicBezTo>
                  <a:pt x="826621" y="170447"/>
                  <a:pt x="829169" y="171402"/>
                  <a:pt x="832079" y="171949"/>
                </a:cubicBezTo>
                <a:cubicBezTo>
                  <a:pt x="834992" y="172496"/>
                  <a:pt x="837996" y="172769"/>
                  <a:pt x="841089" y="172769"/>
                </a:cubicBezTo>
                <a:cubicBezTo>
                  <a:pt x="848732" y="172769"/>
                  <a:pt x="854645" y="171496"/>
                  <a:pt x="858830" y="168950"/>
                </a:cubicBezTo>
                <a:cubicBezTo>
                  <a:pt x="863018" y="166400"/>
                  <a:pt x="866113" y="163351"/>
                  <a:pt x="868115" y="159802"/>
                </a:cubicBezTo>
                <a:cubicBezTo>
                  <a:pt x="870117" y="156253"/>
                  <a:pt x="871346" y="152658"/>
                  <a:pt x="871802" y="149018"/>
                </a:cubicBezTo>
                <a:cubicBezTo>
                  <a:pt x="872257" y="145377"/>
                  <a:pt x="872485" y="142465"/>
                  <a:pt x="872485" y="140283"/>
                </a:cubicBezTo>
                <a:lnTo>
                  <a:pt x="872485" y="125811"/>
                </a:lnTo>
                <a:close/>
                <a:moveTo>
                  <a:pt x="1010891" y="212292"/>
                </a:moveTo>
                <a:lnTo>
                  <a:pt x="1069855" y="53852"/>
                </a:lnTo>
                <a:lnTo>
                  <a:pt x="1029728" y="53852"/>
                </a:lnTo>
                <a:lnTo>
                  <a:pt x="998878" y="150388"/>
                </a:lnTo>
                <a:lnTo>
                  <a:pt x="998332" y="150388"/>
                </a:lnTo>
                <a:lnTo>
                  <a:pt x="966391" y="53852"/>
                </a:lnTo>
                <a:lnTo>
                  <a:pt x="925169" y="53852"/>
                </a:lnTo>
                <a:lnTo>
                  <a:pt x="974581" y="186137"/>
                </a:lnTo>
                <a:cubicBezTo>
                  <a:pt x="975675" y="188864"/>
                  <a:pt x="976222" y="191773"/>
                  <a:pt x="976222" y="194863"/>
                </a:cubicBezTo>
                <a:cubicBezTo>
                  <a:pt x="976222" y="199046"/>
                  <a:pt x="974993" y="202864"/>
                  <a:pt x="972535" y="206319"/>
                </a:cubicBezTo>
                <a:cubicBezTo>
                  <a:pt x="970078" y="209773"/>
                  <a:pt x="966301" y="211774"/>
                  <a:pt x="961205" y="212321"/>
                </a:cubicBezTo>
                <a:cubicBezTo>
                  <a:pt x="957384" y="212502"/>
                  <a:pt x="953561" y="212410"/>
                  <a:pt x="949737" y="212046"/>
                </a:cubicBezTo>
                <a:cubicBezTo>
                  <a:pt x="945916" y="211682"/>
                  <a:pt x="942187" y="211319"/>
                  <a:pt x="938549" y="210955"/>
                </a:cubicBezTo>
                <a:lnTo>
                  <a:pt x="938549" y="242867"/>
                </a:lnTo>
                <a:cubicBezTo>
                  <a:pt x="942550" y="243222"/>
                  <a:pt x="946508" y="243534"/>
                  <a:pt x="950420" y="243800"/>
                </a:cubicBezTo>
                <a:cubicBezTo>
                  <a:pt x="954333" y="244067"/>
                  <a:pt x="958292" y="244200"/>
                  <a:pt x="962296" y="244200"/>
                </a:cubicBezTo>
                <a:cubicBezTo>
                  <a:pt x="975582" y="244200"/>
                  <a:pt x="985955" y="241745"/>
                  <a:pt x="993417" y="236835"/>
                </a:cubicBezTo>
                <a:cubicBezTo>
                  <a:pt x="1000879" y="231928"/>
                  <a:pt x="1006704" y="223747"/>
                  <a:pt x="1010891" y="212292"/>
                </a:cubicBezTo>
                <a:close/>
                <a:moveTo>
                  <a:pt x="1177959" y="109303"/>
                </a:moveTo>
                <a:lnTo>
                  <a:pt x="1114901" y="109303"/>
                </a:lnTo>
                <a:cubicBezTo>
                  <a:pt x="1115082" y="106565"/>
                  <a:pt x="1115672" y="103462"/>
                  <a:pt x="1116672" y="99994"/>
                </a:cubicBezTo>
                <a:cubicBezTo>
                  <a:pt x="1117674" y="96522"/>
                  <a:pt x="1119404" y="93236"/>
                  <a:pt x="1121862" y="90134"/>
                </a:cubicBezTo>
                <a:cubicBezTo>
                  <a:pt x="1124320" y="87029"/>
                  <a:pt x="1127595" y="84427"/>
                  <a:pt x="1131688" y="82328"/>
                </a:cubicBezTo>
                <a:cubicBezTo>
                  <a:pt x="1135785" y="80228"/>
                  <a:pt x="1140926" y="79178"/>
                  <a:pt x="1147113" y="79178"/>
                </a:cubicBezTo>
                <a:cubicBezTo>
                  <a:pt x="1156578" y="79178"/>
                  <a:pt x="1163630" y="81735"/>
                  <a:pt x="1168270" y="86847"/>
                </a:cubicBezTo>
                <a:cubicBezTo>
                  <a:pt x="1172911" y="91960"/>
                  <a:pt x="1176140" y="99445"/>
                  <a:pt x="1177959" y="109303"/>
                </a:cubicBezTo>
                <a:moveTo>
                  <a:pt x="1114901" y="133830"/>
                </a:moveTo>
                <a:lnTo>
                  <a:pt x="1216728" y="133830"/>
                </a:lnTo>
                <a:cubicBezTo>
                  <a:pt x="1217455" y="122889"/>
                  <a:pt x="1216544" y="112403"/>
                  <a:pt x="1213995" y="102372"/>
                </a:cubicBezTo>
                <a:cubicBezTo>
                  <a:pt x="1211449" y="92341"/>
                  <a:pt x="1207308" y="83406"/>
                  <a:pt x="1201574" y="75567"/>
                </a:cubicBezTo>
                <a:cubicBezTo>
                  <a:pt x="1195842" y="67725"/>
                  <a:pt x="1188516" y="61479"/>
                  <a:pt x="1179596" y="56830"/>
                </a:cubicBezTo>
                <a:cubicBezTo>
                  <a:pt x="1170679" y="52179"/>
                  <a:pt x="1160215" y="49853"/>
                  <a:pt x="1148205" y="49853"/>
                </a:cubicBezTo>
                <a:cubicBezTo>
                  <a:pt x="1137466" y="49853"/>
                  <a:pt x="1127684" y="51768"/>
                  <a:pt x="1118859" y="55597"/>
                </a:cubicBezTo>
                <a:cubicBezTo>
                  <a:pt x="1110033" y="59424"/>
                  <a:pt x="1102435" y="64664"/>
                  <a:pt x="1096065" y="71318"/>
                </a:cubicBezTo>
                <a:cubicBezTo>
                  <a:pt x="1089694" y="77972"/>
                  <a:pt x="1084780" y="85857"/>
                  <a:pt x="1081323" y="94974"/>
                </a:cubicBezTo>
                <a:cubicBezTo>
                  <a:pt x="1077866" y="104088"/>
                  <a:pt x="1076137" y="113933"/>
                  <a:pt x="1076137" y="124508"/>
                </a:cubicBezTo>
                <a:cubicBezTo>
                  <a:pt x="1076137" y="135444"/>
                  <a:pt x="1077820" y="145470"/>
                  <a:pt x="1081186" y="154587"/>
                </a:cubicBezTo>
                <a:cubicBezTo>
                  <a:pt x="1084554" y="163701"/>
                  <a:pt x="1089332" y="171541"/>
                  <a:pt x="1095519" y="178106"/>
                </a:cubicBezTo>
                <a:cubicBezTo>
                  <a:pt x="1101706" y="184668"/>
                  <a:pt x="1109258" y="189726"/>
                  <a:pt x="1118176" y="193281"/>
                </a:cubicBezTo>
                <a:cubicBezTo>
                  <a:pt x="1127093" y="196835"/>
                  <a:pt x="1137102" y="198612"/>
                  <a:pt x="1148205" y="198612"/>
                </a:cubicBezTo>
                <a:cubicBezTo>
                  <a:pt x="1164220" y="198612"/>
                  <a:pt x="1177869" y="194976"/>
                  <a:pt x="1189152" y="187703"/>
                </a:cubicBezTo>
                <a:cubicBezTo>
                  <a:pt x="1200438" y="180430"/>
                  <a:pt x="1208810" y="168337"/>
                  <a:pt x="1214270" y="151425"/>
                </a:cubicBezTo>
                <a:lnTo>
                  <a:pt x="1180146" y="151425"/>
                </a:lnTo>
                <a:cubicBezTo>
                  <a:pt x="1178871" y="155755"/>
                  <a:pt x="1175413" y="159859"/>
                  <a:pt x="1169770" y="163739"/>
                </a:cubicBezTo>
                <a:cubicBezTo>
                  <a:pt x="1164130" y="167615"/>
                  <a:pt x="1157397" y="169554"/>
                  <a:pt x="1149571" y="169554"/>
                </a:cubicBezTo>
                <a:cubicBezTo>
                  <a:pt x="1138652" y="169554"/>
                  <a:pt x="1130279" y="166736"/>
                  <a:pt x="1124453" y="161102"/>
                </a:cubicBezTo>
                <a:cubicBezTo>
                  <a:pt x="1118630" y="155464"/>
                  <a:pt x="1115446" y="146374"/>
                  <a:pt x="1114901" y="133830"/>
                </a:cubicBezTo>
                <a:close/>
                <a:moveTo>
                  <a:pt x="1239658" y="53640"/>
                </a:moveTo>
                <a:lnTo>
                  <a:pt x="1239658" y="194880"/>
                </a:lnTo>
                <a:lnTo>
                  <a:pt x="1278422" y="194880"/>
                </a:lnTo>
                <a:lnTo>
                  <a:pt x="1278422" y="131206"/>
                </a:lnTo>
                <a:cubicBezTo>
                  <a:pt x="1278422" y="124830"/>
                  <a:pt x="1279059" y="118909"/>
                  <a:pt x="1280334" y="113444"/>
                </a:cubicBezTo>
                <a:cubicBezTo>
                  <a:pt x="1281609" y="107979"/>
                  <a:pt x="1283747" y="103197"/>
                  <a:pt x="1286749" y="99098"/>
                </a:cubicBezTo>
                <a:cubicBezTo>
                  <a:pt x="1289751" y="94999"/>
                  <a:pt x="1293708" y="91765"/>
                  <a:pt x="1298621" y="89396"/>
                </a:cubicBezTo>
                <a:cubicBezTo>
                  <a:pt x="1303536" y="87028"/>
                  <a:pt x="1309543" y="85843"/>
                  <a:pt x="1316641" y="85843"/>
                </a:cubicBezTo>
                <a:cubicBezTo>
                  <a:pt x="1319007" y="85843"/>
                  <a:pt x="1321463" y="85981"/>
                  <a:pt x="1324010" y="86256"/>
                </a:cubicBezTo>
                <a:cubicBezTo>
                  <a:pt x="1326559" y="86528"/>
                  <a:pt x="1328743" y="86846"/>
                  <a:pt x="1330562" y="87210"/>
                </a:cubicBezTo>
                <a:lnTo>
                  <a:pt x="1330562" y="51215"/>
                </a:lnTo>
                <a:cubicBezTo>
                  <a:pt x="1327468" y="50307"/>
                  <a:pt x="1324648" y="49853"/>
                  <a:pt x="1322102" y="49853"/>
                </a:cubicBezTo>
                <a:cubicBezTo>
                  <a:pt x="1317186" y="49853"/>
                  <a:pt x="1312454" y="50581"/>
                  <a:pt x="1307906" y="52036"/>
                </a:cubicBezTo>
                <a:cubicBezTo>
                  <a:pt x="1303357" y="53488"/>
                  <a:pt x="1299080" y="55532"/>
                  <a:pt x="1295076" y="58167"/>
                </a:cubicBezTo>
                <a:cubicBezTo>
                  <a:pt x="1291071" y="60803"/>
                  <a:pt x="1287522" y="63984"/>
                  <a:pt x="1284429" y="67711"/>
                </a:cubicBezTo>
                <a:cubicBezTo>
                  <a:pt x="1281335" y="71437"/>
                  <a:pt x="1278877" y="75482"/>
                  <a:pt x="1277056" y="79845"/>
                </a:cubicBezTo>
                <a:lnTo>
                  <a:pt x="1276510" y="79845"/>
                </a:lnTo>
                <a:lnTo>
                  <a:pt x="1276510" y="53640"/>
                </a:lnTo>
                <a:lnTo>
                  <a:pt x="1239658" y="536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58EB2-A87A-45F0-AB30-D0283681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811" y="2176748"/>
            <a:ext cx="1674825" cy="695477"/>
          </a:xfrm>
          <a:custGeom xmlns:a="http://schemas.openxmlformats.org/drawingml/2006/main">
            <a:pathLst>
              <a:path w="1674825" h="695477" fill="none">
                <a:moveTo>
                  <a:pt x="0" y="695477"/>
                </a:moveTo>
                <a:lnTo>
                  <a:pt x="825622" y="695477"/>
                </a:lnTo>
                <a:cubicBezTo>
                  <a:pt x="982471" y="695477"/>
                  <a:pt x="1109622" y="568325"/>
                  <a:pt x="1109622" y="411477"/>
                </a:cubicBezTo>
                <a:cubicBezTo>
                  <a:pt x="1109622" y="254628"/>
                  <a:pt x="1236774" y="127476"/>
                  <a:pt x="1393623" y="127476"/>
                </a:cubicBezTo>
                <a:lnTo>
                  <a:pt x="1517016" y="127476"/>
                </a:lnTo>
                <a:cubicBezTo>
                  <a:pt x="1594513" y="127476"/>
                  <a:pt x="1659251" y="72849"/>
                  <a:pt x="16748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1998" cap="sq">
            <a:solidFill>
              <a:srgbClr val="310067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5E458-ABC7-466B-ABFD-45FF5D79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75" y="2060548"/>
            <a:ext cx="87112" cy="119428"/>
          </a:xfrm>
          <a:custGeom xmlns:a="http://schemas.openxmlformats.org/drawingml/2006/main">
            <a:pathLst>
              <a:path w="87112" h="119428">
                <a:moveTo>
                  <a:pt x="34813" y="0"/>
                </a:moveTo>
                <a:lnTo>
                  <a:pt x="0" y="119428"/>
                </a:lnTo>
                <a:lnTo>
                  <a:pt x="87112" y="112871"/>
                </a:lnTo>
                <a:lnTo>
                  <a:pt x="34813" y="0"/>
                </a:lnTo>
                <a:close/>
                <a:moveTo>
                  <a:pt x="34813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32C2C-7257-42FA-BB09-AB126725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75" y="2060548"/>
            <a:ext cx="87112" cy="119428"/>
          </a:xfrm>
          <a:custGeom xmlns:a="http://schemas.openxmlformats.org/drawingml/2006/main">
            <a:pathLst>
              <a:path w="87112" h="119428" fill="none">
                <a:moveTo>
                  <a:pt x="34813" y="0"/>
                </a:moveTo>
                <a:lnTo>
                  <a:pt x="0" y="119428"/>
                </a:lnTo>
                <a:lnTo>
                  <a:pt x="87112" y="112871"/>
                </a:lnTo>
                <a:lnTo>
                  <a:pt x="34813" y="0"/>
                </a:lnTo>
                <a:close/>
                <a:moveTo>
                  <a:pt x="34813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51998" cap="flat">
            <a:solidFill>
              <a:srgbClr val="310067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50710-FB20-45F8-940E-CC004468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811" y="2872225"/>
            <a:ext cx="1899092" cy="604009"/>
          </a:xfrm>
          <a:custGeom xmlns:a="http://schemas.openxmlformats.org/drawingml/2006/main">
            <a:pathLst>
              <a:path w="1899092" h="604009" fill="none">
                <a:moveTo>
                  <a:pt x="0" y="0"/>
                </a:moveTo>
                <a:lnTo>
                  <a:pt x="693841" y="0"/>
                </a:lnTo>
                <a:cubicBezTo>
                  <a:pt x="860634" y="0"/>
                  <a:pt x="995845" y="135212"/>
                  <a:pt x="995845" y="302005"/>
                </a:cubicBezTo>
                <a:cubicBezTo>
                  <a:pt x="995845" y="468798"/>
                  <a:pt x="1131057" y="604009"/>
                  <a:pt x="1297850" y="604009"/>
                </a:cubicBezTo>
                <a:lnTo>
                  <a:pt x="1593598" y="604009"/>
                </a:lnTo>
                <a:cubicBezTo>
                  <a:pt x="1717354" y="604009"/>
                  <a:pt x="1827647" y="546365"/>
                  <a:pt x="1899092" y="45646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56E0D-6D8A-4C6F-9D60-C18E1826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226" y="3252151"/>
            <a:ext cx="70856" cy="92319"/>
          </a:xfrm>
          <a:custGeom xmlns:a="http://schemas.openxmlformats.org/drawingml/2006/main">
            <a:pathLst>
              <a:path w="70856" h="92319">
                <a:moveTo>
                  <a:pt x="70856" y="0"/>
                </a:moveTo>
                <a:lnTo>
                  <a:pt x="0" y="60695"/>
                </a:lnTo>
                <a:lnTo>
                  <a:pt x="57380" y="92319"/>
                </a:lnTo>
                <a:lnTo>
                  <a:pt x="70856" y="0"/>
                </a:lnTo>
                <a:close/>
                <a:moveTo>
                  <a:pt x="70856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FD408-56A4-468B-AAD3-AC790B1D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226" y="3252151"/>
            <a:ext cx="70856" cy="92319"/>
          </a:xfrm>
          <a:custGeom xmlns:a="http://schemas.openxmlformats.org/drawingml/2006/main">
            <a:pathLst>
              <a:path w="70856" h="92319" fill="none">
                <a:moveTo>
                  <a:pt x="70856" y="0"/>
                </a:moveTo>
                <a:lnTo>
                  <a:pt x="0" y="60695"/>
                </a:lnTo>
                <a:lnTo>
                  <a:pt x="57380" y="92319"/>
                </a:lnTo>
                <a:lnTo>
                  <a:pt x="70856" y="0"/>
                </a:lnTo>
                <a:close/>
                <a:moveTo>
                  <a:pt x="70856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B1930-0604-4CC2-8D09-17C53A0F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692" y="3815515"/>
            <a:ext cx="2259500" cy="10"/>
          </a:xfrm>
          <a:custGeom xmlns:a="http://schemas.openxmlformats.org/drawingml/2006/main">
            <a:pathLst>
              <a:path w="2259500" h="1" fill="none">
                <a:moveTo>
                  <a:pt x="0" y="0"/>
                </a:moveTo>
                <a:lnTo>
                  <a:pt x="2259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B7FEF-4DF3-4824-B787-09C6DE03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92" y="3782757"/>
            <a:ext cx="87357" cy="65518"/>
          </a:xfrm>
          <a:custGeom xmlns:a="http://schemas.openxmlformats.org/drawingml/2006/main">
            <a:pathLst>
              <a:path w="87357" h="65518">
                <a:moveTo>
                  <a:pt x="87357" y="32759"/>
                </a:moveTo>
                <a:lnTo>
                  <a:pt x="0" y="0"/>
                </a:lnTo>
                <a:lnTo>
                  <a:pt x="0" y="65518"/>
                </a:lnTo>
                <a:lnTo>
                  <a:pt x="87357" y="32759"/>
                </a:lnTo>
                <a:close/>
                <a:moveTo>
                  <a:pt x="87357" y="32759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A9E49-EB9B-43F6-A36E-4747EAE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92" y="3782756"/>
            <a:ext cx="87357" cy="65518"/>
          </a:xfrm>
          <a:custGeom xmlns:a="http://schemas.openxmlformats.org/drawingml/2006/main">
            <a:pathLst>
              <a:path w="87357" h="65518" fill="none">
                <a:moveTo>
                  <a:pt x="87357" y="32759"/>
                </a:moveTo>
                <a:lnTo>
                  <a:pt x="0" y="0"/>
                </a:lnTo>
                <a:lnTo>
                  <a:pt x="0" y="65518"/>
                </a:lnTo>
                <a:lnTo>
                  <a:pt x="87357" y="32759"/>
                </a:lnTo>
                <a:close/>
                <a:moveTo>
                  <a:pt x="87357" y="32759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67D1FD-149D-403C-9C0A-B11BB73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045" y="904494"/>
            <a:ext cx="955383" cy="452825"/>
          </a:xfrm>
          <a:custGeom xmlns:a="http://schemas.openxmlformats.org/drawingml/2006/main">
            <a:pathLst>
              <a:path w="955383" h="452825" fill="none">
                <a:moveTo>
                  <a:pt x="955383" y="452825"/>
                </a:moveTo>
                <a:cubicBezTo>
                  <a:pt x="884868" y="382687"/>
                  <a:pt x="787677" y="339342"/>
                  <a:pt x="680364" y="339342"/>
                </a:cubicBezTo>
                <a:lnTo>
                  <a:pt x="386731" y="339342"/>
                </a:lnTo>
                <a:cubicBezTo>
                  <a:pt x="188509" y="339342"/>
                  <a:pt x="24828" y="191457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1998" cap="rnd">
            <a:solidFill>
              <a:srgbClr val="310067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928A9-2614-48E4-9A89-CF6EACD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742" y="799733"/>
            <a:ext cx="78609" cy="105509"/>
          </a:xfrm>
          <a:custGeom xmlns:a="http://schemas.openxmlformats.org/drawingml/2006/main">
            <a:pathLst>
              <a:path w="78609" h="105509">
                <a:moveTo>
                  <a:pt x="37448" y="0"/>
                </a:moveTo>
                <a:lnTo>
                  <a:pt x="0" y="105509"/>
                </a:lnTo>
                <a:lnTo>
                  <a:pt x="78609" y="104117"/>
                </a:lnTo>
                <a:lnTo>
                  <a:pt x="37448" y="0"/>
                </a:lnTo>
                <a:close/>
                <a:moveTo>
                  <a:pt x="37448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87F60-3DAF-4CA6-BB3A-922F085C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4742" y="799733"/>
            <a:ext cx="78609" cy="105509"/>
          </a:xfrm>
          <a:custGeom xmlns:a="http://schemas.openxmlformats.org/drawingml/2006/main">
            <a:pathLst>
              <a:path w="78609" h="105509" fill="none">
                <a:moveTo>
                  <a:pt x="37448" y="0"/>
                </a:moveTo>
                <a:lnTo>
                  <a:pt x="0" y="105509"/>
                </a:lnTo>
                <a:lnTo>
                  <a:pt x="78609" y="104117"/>
                </a:lnTo>
                <a:lnTo>
                  <a:pt x="37448" y="0"/>
                </a:lnTo>
                <a:close/>
                <a:moveTo>
                  <a:pt x="37448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51998" cap="flat">
            <a:solidFill>
              <a:srgbClr val="310067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E3169-CDBD-441C-A54A-5303B3E0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001" y="3394125"/>
            <a:ext cx="10" cy="160159"/>
          </a:xfrm>
          <a:custGeom xmlns:a="http://schemas.openxmlformats.org/drawingml/2006/main">
            <a:pathLst>
              <a:path w="1" h="160159" fill="none">
                <a:moveTo>
                  <a:pt x="0" y="1601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998" cap="sq">
            <a:solidFill>
              <a:srgbClr val="FF4040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A58DE-E635-4A5C-87C2-09A63C2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862" y="3263090"/>
            <a:ext cx="98277" cy="131218"/>
          </a:xfrm>
          <a:custGeom xmlns:a="http://schemas.openxmlformats.org/drawingml/2006/main">
            <a:pathLst>
              <a:path w="98277" h="131218">
                <a:moveTo>
                  <a:pt x="49625" y="0"/>
                </a:moveTo>
                <a:lnTo>
                  <a:pt x="0" y="130853"/>
                </a:lnTo>
                <a:lnTo>
                  <a:pt x="98277" y="131218"/>
                </a:lnTo>
                <a:lnTo>
                  <a:pt x="49625" y="0"/>
                </a:lnTo>
                <a:close/>
                <a:moveTo>
                  <a:pt x="49625" y="0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F38CB5-EE0C-460D-B306-F12F7781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863" y="3263090"/>
            <a:ext cx="98277" cy="131218"/>
          </a:xfrm>
          <a:custGeom xmlns:a="http://schemas.openxmlformats.org/drawingml/2006/main">
            <a:pathLst>
              <a:path w="98277" h="131218" fill="none">
                <a:moveTo>
                  <a:pt x="49624" y="0"/>
                </a:moveTo>
                <a:lnTo>
                  <a:pt x="0" y="130853"/>
                </a:lnTo>
                <a:lnTo>
                  <a:pt x="98277" y="131218"/>
                </a:lnTo>
                <a:lnTo>
                  <a:pt x="49624" y="0"/>
                </a:lnTo>
                <a:close/>
                <a:moveTo>
                  <a:pt x="49624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4998" cap="flat">
            <a:solidFill>
              <a:srgbClr val="FF404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24415-95C4-469E-9BC5-D77A8856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564" y="2194153"/>
            <a:ext cx="10" cy="358203"/>
          </a:xfrm>
          <a:custGeom xmlns:a="http://schemas.openxmlformats.org/drawingml/2006/main">
            <a:pathLst>
              <a:path w="1" h="358203" fill="none">
                <a:moveTo>
                  <a:pt x="0" y="3582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998" cap="sq">
            <a:solidFill>
              <a:srgbClr val="FF404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19C33-52B3-4EDB-AA54-645E839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425" y="2063117"/>
            <a:ext cx="98277" cy="131036"/>
          </a:xfrm>
          <a:custGeom xmlns:a="http://schemas.openxmlformats.org/drawingml/2006/main">
            <a:pathLst>
              <a:path w="98277" h="131036">
                <a:moveTo>
                  <a:pt x="49139" y="0"/>
                </a:moveTo>
                <a:lnTo>
                  <a:pt x="0" y="131036"/>
                </a:lnTo>
                <a:lnTo>
                  <a:pt x="98277" y="131036"/>
                </a:lnTo>
                <a:lnTo>
                  <a:pt x="49139" y="0"/>
                </a:lnTo>
                <a:close/>
                <a:moveTo>
                  <a:pt x="49139" y="0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4CD51F-CBE5-4483-A988-D8F248E5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426" y="2063117"/>
            <a:ext cx="98277" cy="131036"/>
          </a:xfrm>
          <a:custGeom xmlns:a="http://schemas.openxmlformats.org/drawingml/2006/main">
            <a:pathLst>
              <a:path w="98277" h="131036" fill="none">
                <a:moveTo>
                  <a:pt x="49139" y="0"/>
                </a:moveTo>
                <a:lnTo>
                  <a:pt x="0" y="131036"/>
                </a:lnTo>
                <a:lnTo>
                  <a:pt x="98277" y="131036"/>
                </a:lnTo>
                <a:lnTo>
                  <a:pt x="49139" y="0"/>
                </a:lnTo>
                <a:close/>
                <a:moveTo>
                  <a:pt x="4913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4998" cap="flat">
            <a:solidFill>
              <a:srgbClr val="FF404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5C6026-6EA1-484B-966E-C0278F3D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253" y="3402079"/>
            <a:ext cx="10" cy="152205"/>
          </a:xfrm>
          <a:custGeom xmlns:a="http://schemas.openxmlformats.org/drawingml/2006/main">
            <a:pathLst>
              <a:path w="1" h="152205" fill="none">
                <a:moveTo>
                  <a:pt x="0" y="15220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996" cap="sq">
            <a:solidFill>
              <a:srgbClr val="FF404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B97FF-8A9D-4184-BD3A-9153951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333" y="3372960"/>
            <a:ext cx="21839" cy="29119"/>
          </a:xfrm>
          <a:custGeom xmlns:a="http://schemas.openxmlformats.org/drawingml/2006/main">
            <a:pathLst>
              <a:path w="21839" h="29119">
                <a:moveTo>
                  <a:pt x="10920" y="0"/>
                </a:moveTo>
                <a:lnTo>
                  <a:pt x="0" y="29119"/>
                </a:lnTo>
                <a:lnTo>
                  <a:pt x="21839" y="29119"/>
                </a:lnTo>
                <a:lnTo>
                  <a:pt x="10920" y="0"/>
                </a:lnTo>
                <a:close/>
                <a:moveTo>
                  <a:pt x="10920" y="0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A7B1B-C182-4D37-A9D1-ACC2E705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5333" y="3372960"/>
            <a:ext cx="21839" cy="29119"/>
          </a:xfrm>
          <a:custGeom xmlns:a="http://schemas.openxmlformats.org/drawingml/2006/main">
            <a:pathLst>
              <a:path w="21839" h="29119" fill="none">
                <a:moveTo>
                  <a:pt x="10920" y="0"/>
                </a:moveTo>
                <a:lnTo>
                  <a:pt x="0" y="29119"/>
                </a:lnTo>
                <a:lnTo>
                  <a:pt x="21839" y="29119"/>
                </a:lnTo>
                <a:lnTo>
                  <a:pt x="10920" y="0"/>
                </a:lnTo>
                <a:close/>
                <a:moveTo>
                  <a:pt x="1092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29996" cap="flat">
            <a:solidFill>
              <a:srgbClr val="FF4040"/>
            </a:solidFill>
            <a:miter/>
          </a:ln>
        </p:spPr>
      </p:sp>
      <p:sp>
        <p:nvSpPr>
          <p:cNvPr id="32" name="Text 27">
            <a:extLst xmlns:a="http://schemas.openxmlformats.org/drawingml/2006/main">
              <a:ext uri="{FF2B5EF4-FFF2-40B4-BE49-F238E27FC236}">
                <a16:creationId xmlns:a16="http://schemas.microsoft.com/office/drawing/2014/main" id="{6832C722-8521-42D8-9E22-1B104455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338" y="2231575"/>
            <a:ext cx="246161" cy="167040"/>
          </a:xfrm>
          <a:custGeom xmlns:a="http://schemas.openxmlformats.org/drawingml/2006/main">
            <a:pathLst>
              <a:path w="246161" h="167040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246161" y="31756"/>
                </a:moveTo>
                <a:lnTo>
                  <a:pt x="246161" y="3199"/>
                </a:lnTo>
                <a:lnTo>
                  <a:pt x="134313" y="3199"/>
                </a:lnTo>
                <a:lnTo>
                  <a:pt x="134313" y="34048"/>
                </a:lnTo>
                <a:lnTo>
                  <a:pt x="211999" y="34048"/>
                </a:lnTo>
                <a:cubicBezTo>
                  <a:pt x="196399" y="52936"/>
                  <a:pt x="183801" y="73697"/>
                  <a:pt x="174206" y="96331"/>
                </a:cubicBezTo>
                <a:cubicBezTo>
                  <a:pt x="164613" y="118963"/>
                  <a:pt x="158881" y="142533"/>
                  <a:pt x="157011" y="167040"/>
                </a:cubicBezTo>
                <a:lnTo>
                  <a:pt x="192576" y="167040"/>
                </a:lnTo>
                <a:cubicBezTo>
                  <a:pt x="192733" y="156117"/>
                  <a:pt x="194021" y="144336"/>
                  <a:pt x="196439" y="131696"/>
                </a:cubicBezTo>
                <a:cubicBezTo>
                  <a:pt x="198857" y="119057"/>
                  <a:pt x="202289" y="106574"/>
                  <a:pt x="206733" y="94249"/>
                </a:cubicBezTo>
                <a:cubicBezTo>
                  <a:pt x="211179" y="81922"/>
                  <a:pt x="216717" y="70296"/>
                  <a:pt x="223346" y="59373"/>
                </a:cubicBezTo>
                <a:cubicBezTo>
                  <a:pt x="229978" y="48450"/>
                  <a:pt x="237583" y="39244"/>
                  <a:pt x="246161" y="31756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Text 43">
            <a:extLst xmlns:a="http://schemas.openxmlformats.org/drawingml/2006/main">
              <a:ext uri="{FF2B5EF4-FFF2-40B4-BE49-F238E27FC236}">
                <a16:creationId xmlns:a16="http://schemas.microsoft.com/office/drawing/2014/main" id="{2E272BD1-BCFB-48A6-9A7E-04740468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429" y="3279974"/>
            <a:ext cx="252242" cy="170011"/>
          </a:xfrm>
          <a:custGeom xmlns:a="http://schemas.openxmlformats.org/drawingml/2006/main">
            <a:pathLst>
              <a:path w="252242" h="170011">
                <a:moveTo>
                  <a:pt x="69260" y="44827"/>
                </a:moveTo>
                <a:lnTo>
                  <a:pt x="69260" y="101687"/>
                </a:lnTo>
                <a:lnTo>
                  <a:pt x="26207" y="101687"/>
                </a:lnTo>
                <a:lnTo>
                  <a:pt x="68560" y="44827"/>
                </a:lnTo>
                <a:lnTo>
                  <a:pt x="69260" y="44827"/>
                </a:lnTo>
                <a:moveTo>
                  <a:pt x="69260" y="129108"/>
                </a:moveTo>
                <a:lnTo>
                  <a:pt x="69260" y="167040"/>
                </a:lnTo>
                <a:lnTo>
                  <a:pt x="100851" y="167040"/>
                </a:lnTo>
                <a:lnTo>
                  <a:pt x="100851" y="129108"/>
                </a:lnTo>
                <a:lnTo>
                  <a:pt x="122609" y="129108"/>
                </a:lnTo>
                <a:lnTo>
                  <a:pt x="122609" y="101687"/>
                </a:lnTo>
                <a:lnTo>
                  <a:pt x="100851" y="101687"/>
                </a:lnTo>
                <a:lnTo>
                  <a:pt x="100851" y="3199"/>
                </a:lnTo>
                <a:lnTo>
                  <a:pt x="71131" y="3199"/>
                </a:lnTo>
                <a:lnTo>
                  <a:pt x="0" y="98684"/>
                </a:lnTo>
                <a:lnTo>
                  <a:pt x="0" y="129108"/>
                </a:lnTo>
                <a:lnTo>
                  <a:pt x="69260" y="129108"/>
                </a:lnTo>
                <a:close/>
                <a:moveTo>
                  <a:pt x="179705" y="69467"/>
                </a:moveTo>
                <a:lnTo>
                  <a:pt x="179705" y="92775"/>
                </a:lnTo>
                <a:cubicBezTo>
                  <a:pt x="183761" y="92775"/>
                  <a:pt x="188012" y="92891"/>
                  <a:pt x="192458" y="93125"/>
                </a:cubicBezTo>
                <a:cubicBezTo>
                  <a:pt x="196905" y="93358"/>
                  <a:pt x="200999" y="94216"/>
                  <a:pt x="204741" y="95699"/>
                </a:cubicBezTo>
                <a:cubicBezTo>
                  <a:pt x="208485" y="97179"/>
                  <a:pt x="211566" y="99557"/>
                  <a:pt x="213984" y="102833"/>
                </a:cubicBezTo>
                <a:cubicBezTo>
                  <a:pt x="216403" y="106106"/>
                  <a:pt x="217612" y="110860"/>
                  <a:pt x="217612" y="117097"/>
                </a:cubicBezTo>
                <a:cubicBezTo>
                  <a:pt x="217612" y="125047"/>
                  <a:pt x="215038" y="131321"/>
                  <a:pt x="209889" y="135920"/>
                </a:cubicBezTo>
                <a:cubicBezTo>
                  <a:pt x="204743" y="140519"/>
                  <a:pt x="198426" y="142818"/>
                  <a:pt x="190937" y="142818"/>
                </a:cubicBezTo>
                <a:cubicBezTo>
                  <a:pt x="186100" y="142818"/>
                  <a:pt x="181927" y="141960"/>
                  <a:pt x="178416" y="140244"/>
                </a:cubicBezTo>
                <a:cubicBezTo>
                  <a:pt x="174907" y="138528"/>
                  <a:pt x="171983" y="136227"/>
                  <a:pt x="169643" y="133342"/>
                </a:cubicBezTo>
                <a:cubicBezTo>
                  <a:pt x="167303" y="130455"/>
                  <a:pt x="165510" y="127022"/>
                  <a:pt x="164262" y="123045"/>
                </a:cubicBezTo>
                <a:cubicBezTo>
                  <a:pt x="163015" y="119067"/>
                  <a:pt x="162313" y="114895"/>
                  <a:pt x="162156" y="110527"/>
                </a:cubicBezTo>
                <a:lnTo>
                  <a:pt x="130568" y="110527"/>
                </a:lnTo>
                <a:cubicBezTo>
                  <a:pt x="130411" y="120043"/>
                  <a:pt x="131775" y="128468"/>
                  <a:pt x="134660" y="135802"/>
                </a:cubicBezTo>
                <a:cubicBezTo>
                  <a:pt x="137547" y="143136"/>
                  <a:pt x="141642" y="149343"/>
                  <a:pt x="146946" y="154422"/>
                </a:cubicBezTo>
                <a:cubicBezTo>
                  <a:pt x="152251" y="159502"/>
                  <a:pt x="158687" y="163370"/>
                  <a:pt x="166251" y="166026"/>
                </a:cubicBezTo>
                <a:cubicBezTo>
                  <a:pt x="173816" y="168683"/>
                  <a:pt x="182200" y="170011"/>
                  <a:pt x="191405" y="170011"/>
                </a:cubicBezTo>
                <a:cubicBezTo>
                  <a:pt x="199360" y="170011"/>
                  <a:pt x="207003" y="168842"/>
                  <a:pt x="214334" y="166505"/>
                </a:cubicBezTo>
                <a:cubicBezTo>
                  <a:pt x="221668" y="164165"/>
                  <a:pt x="228143" y="160733"/>
                  <a:pt x="233758" y="156211"/>
                </a:cubicBezTo>
                <a:cubicBezTo>
                  <a:pt x="239373" y="151688"/>
                  <a:pt x="243857" y="146074"/>
                  <a:pt x="247211" y="139369"/>
                </a:cubicBezTo>
                <a:cubicBezTo>
                  <a:pt x="250565" y="132664"/>
                  <a:pt x="252242" y="125023"/>
                  <a:pt x="252242" y="116447"/>
                </a:cubicBezTo>
                <a:cubicBezTo>
                  <a:pt x="252242" y="107092"/>
                  <a:pt x="249668" y="99062"/>
                  <a:pt x="244519" y="92357"/>
                </a:cubicBezTo>
                <a:cubicBezTo>
                  <a:pt x="239373" y="85652"/>
                  <a:pt x="232276" y="81285"/>
                  <a:pt x="223228" y="79257"/>
                </a:cubicBezTo>
                <a:lnTo>
                  <a:pt x="223228" y="78789"/>
                </a:lnTo>
                <a:cubicBezTo>
                  <a:pt x="230872" y="76606"/>
                  <a:pt x="236603" y="72477"/>
                  <a:pt x="240424" y="66400"/>
                </a:cubicBezTo>
                <a:cubicBezTo>
                  <a:pt x="244246" y="60320"/>
                  <a:pt x="246158" y="53306"/>
                  <a:pt x="246158" y="45355"/>
                </a:cubicBezTo>
                <a:cubicBezTo>
                  <a:pt x="246158" y="38031"/>
                  <a:pt x="244520" y="31564"/>
                  <a:pt x="241245" y="25954"/>
                </a:cubicBezTo>
                <a:cubicBezTo>
                  <a:pt x="237970" y="20341"/>
                  <a:pt x="233718" y="15586"/>
                  <a:pt x="228491" y="11690"/>
                </a:cubicBezTo>
                <a:cubicBezTo>
                  <a:pt x="223266" y="7793"/>
                  <a:pt x="217378" y="4871"/>
                  <a:pt x="210825" y="2924"/>
                </a:cubicBezTo>
                <a:cubicBezTo>
                  <a:pt x="204274" y="975"/>
                  <a:pt x="197722" y="0"/>
                  <a:pt x="191169" y="0"/>
                </a:cubicBezTo>
                <a:cubicBezTo>
                  <a:pt x="182748" y="0"/>
                  <a:pt x="175105" y="1367"/>
                  <a:pt x="168240" y="4102"/>
                </a:cubicBezTo>
                <a:cubicBezTo>
                  <a:pt x="161375" y="6835"/>
                  <a:pt x="155486" y="10702"/>
                  <a:pt x="150573" y="15703"/>
                </a:cubicBezTo>
                <a:cubicBezTo>
                  <a:pt x="145660" y="20701"/>
                  <a:pt x="141839" y="26674"/>
                  <a:pt x="139109" y="33619"/>
                </a:cubicBezTo>
                <a:cubicBezTo>
                  <a:pt x="136378" y="40563"/>
                  <a:pt x="134857" y="48246"/>
                  <a:pt x="134545" y="56670"/>
                </a:cubicBezTo>
                <a:lnTo>
                  <a:pt x="166133" y="56670"/>
                </a:lnTo>
                <a:cubicBezTo>
                  <a:pt x="165979" y="48246"/>
                  <a:pt x="168046" y="41266"/>
                  <a:pt x="172335" y="35730"/>
                </a:cubicBezTo>
                <a:cubicBezTo>
                  <a:pt x="176624" y="30191"/>
                  <a:pt x="182981" y="27421"/>
                  <a:pt x="191405" y="27421"/>
                </a:cubicBezTo>
                <a:cubicBezTo>
                  <a:pt x="197489" y="27421"/>
                  <a:pt x="202871" y="29290"/>
                  <a:pt x="207551" y="33027"/>
                </a:cubicBezTo>
                <a:cubicBezTo>
                  <a:pt x="212230" y="36764"/>
                  <a:pt x="214570" y="42136"/>
                  <a:pt x="214570" y="49144"/>
                </a:cubicBezTo>
                <a:cubicBezTo>
                  <a:pt x="214570" y="53816"/>
                  <a:pt x="213439" y="57555"/>
                  <a:pt x="211178" y="60359"/>
                </a:cubicBezTo>
                <a:cubicBezTo>
                  <a:pt x="208917" y="63160"/>
                  <a:pt x="206031" y="65301"/>
                  <a:pt x="202520" y="66782"/>
                </a:cubicBezTo>
                <a:cubicBezTo>
                  <a:pt x="199009" y="68260"/>
                  <a:pt x="195225" y="69156"/>
                  <a:pt x="191169" y="69470"/>
                </a:cubicBezTo>
                <a:cubicBezTo>
                  <a:pt x="187116" y="69782"/>
                  <a:pt x="183294" y="69781"/>
                  <a:pt x="179705" y="69467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86895135-AC66-4C2E-8161-465AAF96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338" y="943220"/>
            <a:ext cx="246161" cy="167040"/>
          </a:xfrm>
          <a:custGeom xmlns:a="http://schemas.openxmlformats.org/drawingml/2006/main">
            <a:pathLst>
              <a:path w="246161" h="167040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246161" y="31756"/>
                </a:moveTo>
                <a:lnTo>
                  <a:pt x="246161" y="3199"/>
                </a:lnTo>
                <a:lnTo>
                  <a:pt x="134313" y="3199"/>
                </a:lnTo>
                <a:lnTo>
                  <a:pt x="134313" y="34048"/>
                </a:lnTo>
                <a:lnTo>
                  <a:pt x="211999" y="34048"/>
                </a:lnTo>
                <a:cubicBezTo>
                  <a:pt x="196399" y="52936"/>
                  <a:pt x="183801" y="73697"/>
                  <a:pt x="174206" y="96331"/>
                </a:cubicBezTo>
                <a:cubicBezTo>
                  <a:pt x="164613" y="118963"/>
                  <a:pt x="158881" y="142533"/>
                  <a:pt x="157011" y="167040"/>
                </a:cubicBezTo>
                <a:lnTo>
                  <a:pt x="192576" y="167040"/>
                </a:lnTo>
                <a:cubicBezTo>
                  <a:pt x="192733" y="156117"/>
                  <a:pt x="194021" y="144336"/>
                  <a:pt x="196439" y="131696"/>
                </a:cubicBezTo>
                <a:cubicBezTo>
                  <a:pt x="198857" y="119057"/>
                  <a:pt x="202289" y="106574"/>
                  <a:pt x="206733" y="94249"/>
                </a:cubicBezTo>
                <a:cubicBezTo>
                  <a:pt x="211179" y="81922"/>
                  <a:pt x="216717" y="70296"/>
                  <a:pt x="223346" y="59373"/>
                </a:cubicBezTo>
                <a:cubicBezTo>
                  <a:pt x="229978" y="48450"/>
                  <a:pt x="237583" y="39244"/>
                  <a:pt x="246161" y="31756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07510-D755-49FD-83A4-1469022E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022" y="2112055"/>
            <a:ext cx="587397" cy="1295983"/>
          </a:xfrm>
          <a:custGeom xmlns:a="http://schemas.openxmlformats.org/drawingml/2006/main">
            <a:pathLst>
              <a:path w="587397" h="1295983" fill="none">
                <a:moveTo>
                  <a:pt x="587397" y="1295983"/>
                </a:moveTo>
                <a:lnTo>
                  <a:pt x="587397" y="615794"/>
                </a:lnTo>
                <a:cubicBezTo>
                  <a:pt x="587397" y="453588"/>
                  <a:pt x="455903" y="322094"/>
                  <a:pt x="293698" y="322094"/>
                </a:cubicBezTo>
                <a:cubicBezTo>
                  <a:pt x="131494" y="322094"/>
                  <a:pt x="0" y="190602"/>
                  <a:pt x="0" y="28396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E42FE0-C6FB-4138-855B-6C5673FB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63" y="2024698"/>
            <a:ext cx="65518" cy="87357"/>
          </a:xfrm>
          <a:custGeom xmlns:a="http://schemas.openxmlformats.org/drawingml/2006/main">
            <a:pathLst>
              <a:path w="65518" h="87357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A425D-07D8-4196-8993-D081ADBA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263" y="2024698"/>
            <a:ext cx="65518" cy="87357"/>
          </a:xfrm>
          <a:custGeom xmlns:a="http://schemas.openxmlformats.org/drawingml/2006/main">
            <a:pathLst>
              <a:path w="65518" h="87357" fill="none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6455D9-B134-4909-88FC-D50A802B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853" y="2872165"/>
            <a:ext cx="947843" cy="60"/>
          </a:xfrm>
          <a:custGeom xmlns:a="http://schemas.openxmlformats.org/drawingml/2006/main">
            <a:pathLst>
              <a:path w="947843" h="60" fill="none">
                <a:moveTo>
                  <a:pt x="947843" y="60"/>
                </a:moveTo>
                <a:lnTo>
                  <a:pt x="479945" y="60"/>
                </a:lnTo>
                <a:cubicBezTo>
                  <a:pt x="479885" y="60"/>
                  <a:pt x="479827" y="60"/>
                  <a:pt x="479767" y="60"/>
                </a:cubicBezTo>
                <a:lnTo>
                  <a:pt x="350043" y="0"/>
                </a:lnTo>
                <a:cubicBezTo>
                  <a:pt x="349978" y="0"/>
                  <a:pt x="349913" y="0"/>
                  <a:pt x="349849" y="0"/>
                </a:cubicBezTo>
                <a:lnTo>
                  <a:pt x="0" y="16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8E448-C54B-4276-A5FA-C7AFF372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95" y="2839422"/>
            <a:ext cx="87359" cy="65518"/>
          </a:xfrm>
          <a:custGeom xmlns:a="http://schemas.openxmlformats.org/drawingml/2006/main">
            <a:pathLst>
              <a:path w="87359" h="65518">
                <a:moveTo>
                  <a:pt x="0" y="32763"/>
                </a:moveTo>
                <a:lnTo>
                  <a:pt x="87359" y="65518"/>
                </a:lnTo>
                <a:lnTo>
                  <a:pt x="87356" y="0"/>
                </a:lnTo>
                <a:lnTo>
                  <a:pt x="0" y="32763"/>
                </a:lnTo>
                <a:close/>
                <a:moveTo>
                  <a:pt x="0" y="32763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D3CD2-DD96-4074-BCBA-A637DEAA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495" y="2839422"/>
            <a:ext cx="87359" cy="65518"/>
          </a:xfrm>
          <a:custGeom xmlns:a="http://schemas.openxmlformats.org/drawingml/2006/main">
            <a:pathLst>
              <a:path w="87359" h="65518" fill="none">
                <a:moveTo>
                  <a:pt x="0" y="32763"/>
                </a:moveTo>
                <a:lnTo>
                  <a:pt x="87359" y="65518"/>
                </a:lnTo>
                <a:lnTo>
                  <a:pt x="87356" y="0"/>
                </a:lnTo>
                <a:lnTo>
                  <a:pt x="0" y="32763"/>
                </a:lnTo>
                <a:close/>
                <a:moveTo>
                  <a:pt x="0" y="32763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41" name="Text 27">
            <a:extLst xmlns:a="http://schemas.openxmlformats.org/drawingml/2006/main">
              <a:ext uri="{FF2B5EF4-FFF2-40B4-BE49-F238E27FC236}">
                <a16:creationId xmlns:a16="http://schemas.microsoft.com/office/drawing/2014/main" id="{3074A968-D97F-4E8D-B261-6D9FD2F4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96" y="2610997"/>
            <a:ext cx="246162" cy="167040"/>
          </a:xfrm>
          <a:custGeom xmlns:a="http://schemas.openxmlformats.org/drawingml/2006/main">
            <a:pathLst>
              <a:path w="246162" h="167040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246162" y="31756"/>
                </a:moveTo>
                <a:lnTo>
                  <a:pt x="246162" y="3199"/>
                </a:lnTo>
                <a:lnTo>
                  <a:pt x="134314" y="3199"/>
                </a:lnTo>
                <a:lnTo>
                  <a:pt x="134314" y="34048"/>
                </a:lnTo>
                <a:lnTo>
                  <a:pt x="212000" y="34048"/>
                </a:lnTo>
                <a:cubicBezTo>
                  <a:pt x="196399" y="52936"/>
                  <a:pt x="183801" y="73697"/>
                  <a:pt x="174206" y="96331"/>
                </a:cubicBezTo>
                <a:cubicBezTo>
                  <a:pt x="164614" y="118963"/>
                  <a:pt x="158882" y="142533"/>
                  <a:pt x="157011" y="167040"/>
                </a:cubicBezTo>
                <a:lnTo>
                  <a:pt x="192576" y="167040"/>
                </a:lnTo>
                <a:cubicBezTo>
                  <a:pt x="192733" y="156117"/>
                  <a:pt x="194021" y="144336"/>
                  <a:pt x="196440" y="131696"/>
                </a:cubicBezTo>
                <a:cubicBezTo>
                  <a:pt x="198858" y="119057"/>
                  <a:pt x="202289" y="106574"/>
                  <a:pt x="206733" y="94249"/>
                </a:cubicBezTo>
                <a:cubicBezTo>
                  <a:pt x="211180" y="81922"/>
                  <a:pt x="216717" y="70296"/>
                  <a:pt x="223347" y="59373"/>
                </a:cubicBezTo>
                <a:cubicBezTo>
                  <a:pt x="229978" y="48450"/>
                  <a:pt x="237583" y="39244"/>
                  <a:pt x="246162" y="31756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290">
            <a:extLst xmlns:a="http://schemas.openxmlformats.org/drawingml/2006/main">
              <a:ext uri="{FF2B5EF4-FFF2-40B4-BE49-F238E27FC236}">
                <a16:creationId xmlns:a16="http://schemas.microsoft.com/office/drawing/2014/main" id="{7D205A4F-E175-49DB-8E4A-860F97AF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148" y="3316417"/>
            <a:ext cx="380475" cy="170239"/>
          </a:xfrm>
          <a:custGeom xmlns:a="http://schemas.openxmlformats.org/drawingml/2006/main">
            <a:pathLst>
              <a:path w="380475" h="170239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188363" y="88204"/>
                </a:moveTo>
                <a:cubicBezTo>
                  <a:pt x="184152" y="88204"/>
                  <a:pt x="180447" y="87308"/>
                  <a:pt x="177248" y="85516"/>
                </a:cubicBezTo>
                <a:cubicBezTo>
                  <a:pt x="174051" y="83724"/>
                  <a:pt x="171439" y="81386"/>
                  <a:pt x="169411" y="78504"/>
                </a:cubicBezTo>
                <a:cubicBezTo>
                  <a:pt x="167383" y="75619"/>
                  <a:pt x="165862" y="72346"/>
                  <a:pt x="164848" y="68685"/>
                </a:cubicBezTo>
                <a:cubicBezTo>
                  <a:pt x="163834" y="65022"/>
                  <a:pt x="163327" y="61242"/>
                  <a:pt x="163327" y="57345"/>
                </a:cubicBezTo>
                <a:cubicBezTo>
                  <a:pt x="163327" y="53606"/>
                  <a:pt x="163873" y="49944"/>
                  <a:pt x="164966" y="46359"/>
                </a:cubicBezTo>
                <a:cubicBezTo>
                  <a:pt x="166058" y="42774"/>
                  <a:pt x="167696" y="39578"/>
                  <a:pt x="169879" y="36772"/>
                </a:cubicBezTo>
                <a:cubicBezTo>
                  <a:pt x="172064" y="33966"/>
                  <a:pt x="174715" y="31706"/>
                  <a:pt x="177834" y="29992"/>
                </a:cubicBezTo>
                <a:cubicBezTo>
                  <a:pt x="180954" y="28278"/>
                  <a:pt x="184464" y="27421"/>
                  <a:pt x="188363" y="27421"/>
                </a:cubicBezTo>
                <a:cubicBezTo>
                  <a:pt x="192576" y="27421"/>
                  <a:pt x="196320" y="28278"/>
                  <a:pt x="199596" y="29992"/>
                </a:cubicBezTo>
                <a:cubicBezTo>
                  <a:pt x="202871" y="31706"/>
                  <a:pt x="205639" y="34005"/>
                  <a:pt x="207900" y="36890"/>
                </a:cubicBezTo>
                <a:cubicBezTo>
                  <a:pt x="210164" y="39772"/>
                  <a:pt x="211880" y="43045"/>
                  <a:pt x="213049" y="46709"/>
                </a:cubicBezTo>
                <a:cubicBezTo>
                  <a:pt x="214220" y="50372"/>
                  <a:pt x="214806" y="54073"/>
                  <a:pt x="214806" y="57813"/>
                </a:cubicBezTo>
                <a:cubicBezTo>
                  <a:pt x="214806" y="61864"/>
                  <a:pt x="214259" y="65721"/>
                  <a:pt x="213167" y="69385"/>
                </a:cubicBezTo>
                <a:cubicBezTo>
                  <a:pt x="212074" y="73048"/>
                  <a:pt x="210435" y="76283"/>
                  <a:pt x="208250" y="79089"/>
                </a:cubicBezTo>
                <a:cubicBezTo>
                  <a:pt x="206068" y="81893"/>
                  <a:pt x="203339" y="84114"/>
                  <a:pt x="200063" y="85752"/>
                </a:cubicBezTo>
                <a:cubicBezTo>
                  <a:pt x="196788" y="87387"/>
                  <a:pt x="192888" y="88204"/>
                  <a:pt x="188363" y="88204"/>
                </a:cubicBezTo>
                <a:moveTo>
                  <a:pt x="164498" y="124994"/>
                </a:moveTo>
                <a:lnTo>
                  <a:pt x="132910" y="124994"/>
                </a:lnTo>
                <a:cubicBezTo>
                  <a:pt x="133846" y="132183"/>
                  <a:pt x="135795" y="138591"/>
                  <a:pt x="138759" y="144218"/>
                </a:cubicBezTo>
                <a:cubicBezTo>
                  <a:pt x="141722" y="149845"/>
                  <a:pt x="145544" y="154613"/>
                  <a:pt x="150223" y="158521"/>
                </a:cubicBezTo>
                <a:cubicBezTo>
                  <a:pt x="154903" y="162427"/>
                  <a:pt x="160285" y="165356"/>
                  <a:pt x="166369" y="167308"/>
                </a:cubicBezTo>
                <a:cubicBezTo>
                  <a:pt x="172453" y="169262"/>
                  <a:pt x="179005" y="170239"/>
                  <a:pt x="186024" y="170239"/>
                </a:cubicBezTo>
                <a:cubicBezTo>
                  <a:pt x="197726" y="170239"/>
                  <a:pt x="207631" y="167703"/>
                  <a:pt x="215741" y="162631"/>
                </a:cubicBezTo>
                <a:cubicBezTo>
                  <a:pt x="223853" y="157556"/>
                  <a:pt x="230484" y="150921"/>
                  <a:pt x="235632" y="142725"/>
                </a:cubicBezTo>
                <a:cubicBezTo>
                  <a:pt x="240781" y="134530"/>
                  <a:pt x="244525" y="125359"/>
                  <a:pt x="246865" y="115211"/>
                </a:cubicBezTo>
                <a:cubicBezTo>
                  <a:pt x="249205" y="105064"/>
                  <a:pt x="250375" y="94917"/>
                  <a:pt x="250375" y="84770"/>
                </a:cubicBezTo>
                <a:cubicBezTo>
                  <a:pt x="250375" y="74465"/>
                  <a:pt x="249438" y="64240"/>
                  <a:pt x="247565" y="54092"/>
                </a:cubicBezTo>
                <a:cubicBezTo>
                  <a:pt x="245694" y="43945"/>
                  <a:pt x="242340" y="34852"/>
                  <a:pt x="237503" y="26814"/>
                </a:cubicBezTo>
                <a:cubicBezTo>
                  <a:pt x="232669" y="18773"/>
                  <a:pt x="226235" y="12294"/>
                  <a:pt x="218201" y="7377"/>
                </a:cubicBezTo>
                <a:cubicBezTo>
                  <a:pt x="210168" y="2459"/>
                  <a:pt x="199911" y="0"/>
                  <a:pt x="187431" y="0"/>
                </a:cubicBezTo>
                <a:cubicBezTo>
                  <a:pt x="178850" y="0"/>
                  <a:pt x="171050" y="1561"/>
                  <a:pt x="164030" y="4684"/>
                </a:cubicBezTo>
                <a:cubicBezTo>
                  <a:pt x="157011" y="7805"/>
                  <a:pt x="150966" y="12059"/>
                  <a:pt x="145896" y="17445"/>
                </a:cubicBezTo>
                <a:cubicBezTo>
                  <a:pt x="140826" y="22832"/>
                  <a:pt x="136926" y="29155"/>
                  <a:pt x="134196" y="36415"/>
                </a:cubicBezTo>
                <a:cubicBezTo>
                  <a:pt x="131465" y="43675"/>
                  <a:pt x="130100" y="51519"/>
                  <a:pt x="130100" y="59948"/>
                </a:cubicBezTo>
                <a:cubicBezTo>
                  <a:pt x="130100" y="66506"/>
                  <a:pt x="131114" y="72985"/>
                  <a:pt x="133142" y="79385"/>
                </a:cubicBezTo>
                <a:cubicBezTo>
                  <a:pt x="135170" y="85786"/>
                  <a:pt x="138368" y="91485"/>
                  <a:pt x="142736" y="96481"/>
                </a:cubicBezTo>
                <a:cubicBezTo>
                  <a:pt x="147416" y="101632"/>
                  <a:pt x="153109" y="105729"/>
                  <a:pt x="159817" y="108774"/>
                </a:cubicBezTo>
                <a:cubicBezTo>
                  <a:pt x="166525" y="111818"/>
                  <a:pt x="173388" y="113340"/>
                  <a:pt x="180408" y="113340"/>
                </a:cubicBezTo>
                <a:cubicBezTo>
                  <a:pt x="188365" y="113340"/>
                  <a:pt x="195385" y="111931"/>
                  <a:pt x="201466" y="109113"/>
                </a:cubicBezTo>
                <a:cubicBezTo>
                  <a:pt x="207551" y="106295"/>
                  <a:pt x="212855" y="101597"/>
                  <a:pt x="217380" y="95020"/>
                </a:cubicBezTo>
                <a:lnTo>
                  <a:pt x="217848" y="95488"/>
                </a:lnTo>
                <a:cubicBezTo>
                  <a:pt x="217536" y="100013"/>
                  <a:pt x="216873" y="105162"/>
                  <a:pt x="215859" y="110934"/>
                </a:cubicBezTo>
                <a:cubicBezTo>
                  <a:pt x="214845" y="116706"/>
                  <a:pt x="213168" y="122127"/>
                  <a:pt x="210828" y="127197"/>
                </a:cubicBezTo>
                <a:cubicBezTo>
                  <a:pt x="208488" y="132267"/>
                  <a:pt x="205368" y="136558"/>
                  <a:pt x="201466" y="140069"/>
                </a:cubicBezTo>
                <a:cubicBezTo>
                  <a:pt x="197568" y="143577"/>
                  <a:pt x="192576" y="145332"/>
                  <a:pt x="186492" y="145332"/>
                </a:cubicBezTo>
                <a:cubicBezTo>
                  <a:pt x="180722" y="145332"/>
                  <a:pt x="175887" y="143306"/>
                  <a:pt x="171985" y="139255"/>
                </a:cubicBezTo>
                <a:cubicBezTo>
                  <a:pt x="168086" y="135201"/>
                  <a:pt x="165591" y="130448"/>
                  <a:pt x="164498" y="124994"/>
                </a:cubicBezTo>
                <a:close/>
                <a:moveTo>
                  <a:pt x="293427" y="84420"/>
                </a:moveTo>
                <a:cubicBezTo>
                  <a:pt x="293427" y="81616"/>
                  <a:pt x="293466" y="78229"/>
                  <a:pt x="293545" y="74258"/>
                </a:cubicBezTo>
                <a:cubicBezTo>
                  <a:pt x="293624" y="70286"/>
                  <a:pt x="293896" y="66197"/>
                  <a:pt x="294363" y="61994"/>
                </a:cubicBezTo>
                <a:cubicBezTo>
                  <a:pt x="294832" y="57788"/>
                  <a:pt x="295611" y="53622"/>
                  <a:pt x="296701" y="49497"/>
                </a:cubicBezTo>
                <a:cubicBezTo>
                  <a:pt x="297794" y="45370"/>
                  <a:pt x="299315" y="41671"/>
                  <a:pt x="301264" y="38400"/>
                </a:cubicBezTo>
                <a:cubicBezTo>
                  <a:pt x="303216" y="35130"/>
                  <a:pt x="305713" y="32483"/>
                  <a:pt x="308755" y="30460"/>
                </a:cubicBezTo>
                <a:cubicBezTo>
                  <a:pt x="311797" y="28434"/>
                  <a:pt x="315579" y="27421"/>
                  <a:pt x="320102" y="27421"/>
                </a:cubicBezTo>
                <a:cubicBezTo>
                  <a:pt x="324627" y="27421"/>
                  <a:pt x="328450" y="28434"/>
                  <a:pt x="331570" y="30460"/>
                </a:cubicBezTo>
                <a:cubicBezTo>
                  <a:pt x="334691" y="32483"/>
                  <a:pt x="337265" y="35130"/>
                  <a:pt x="339293" y="38400"/>
                </a:cubicBezTo>
                <a:cubicBezTo>
                  <a:pt x="341321" y="41671"/>
                  <a:pt x="342842" y="45370"/>
                  <a:pt x="343856" y="49497"/>
                </a:cubicBezTo>
                <a:cubicBezTo>
                  <a:pt x="344870" y="53622"/>
                  <a:pt x="345650" y="57788"/>
                  <a:pt x="346195" y="61994"/>
                </a:cubicBezTo>
                <a:cubicBezTo>
                  <a:pt x="346740" y="66197"/>
                  <a:pt x="347052" y="70286"/>
                  <a:pt x="347130" y="74258"/>
                </a:cubicBezTo>
                <a:cubicBezTo>
                  <a:pt x="347209" y="78229"/>
                  <a:pt x="347248" y="81616"/>
                  <a:pt x="347248" y="84420"/>
                </a:cubicBezTo>
                <a:cubicBezTo>
                  <a:pt x="347248" y="89090"/>
                  <a:pt x="347092" y="94735"/>
                  <a:pt x="346780" y="101354"/>
                </a:cubicBezTo>
                <a:cubicBezTo>
                  <a:pt x="346469" y="107974"/>
                  <a:pt x="345494" y="114359"/>
                  <a:pt x="343856" y="120510"/>
                </a:cubicBezTo>
                <a:cubicBezTo>
                  <a:pt x="342219" y="126661"/>
                  <a:pt x="339566" y="131916"/>
                  <a:pt x="335898" y="136277"/>
                </a:cubicBezTo>
                <a:cubicBezTo>
                  <a:pt x="332232" y="140638"/>
                  <a:pt x="326967" y="142818"/>
                  <a:pt x="320102" y="142818"/>
                </a:cubicBezTo>
                <a:cubicBezTo>
                  <a:pt x="313394" y="142818"/>
                  <a:pt x="308246" y="140638"/>
                  <a:pt x="304656" y="136277"/>
                </a:cubicBezTo>
                <a:cubicBezTo>
                  <a:pt x="301069" y="131916"/>
                  <a:pt x="298457" y="126661"/>
                  <a:pt x="296819" y="120510"/>
                </a:cubicBezTo>
                <a:cubicBezTo>
                  <a:pt x="295181" y="114359"/>
                  <a:pt x="294207" y="107974"/>
                  <a:pt x="293895" y="101354"/>
                </a:cubicBezTo>
                <a:cubicBezTo>
                  <a:pt x="293583" y="94735"/>
                  <a:pt x="293427" y="89090"/>
                  <a:pt x="293427" y="84420"/>
                </a:cubicBezTo>
                <a:moveTo>
                  <a:pt x="260201" y="84420"/>
                </a:moveTo>
                <a:cubicBezTo>
                  <a:pt x="260201" y="100789"/>
                  <a:pt x="261799" y="114470"/>
                  <a:pt x="264996" y="125462"/>
                </a:cubicBezTo>
                <a:cubicBezTo>
                  <a:pt x="268195" y="136452"/>
                  <a:pt x="272525" y="145221"/>
                  <a:pt x="277985" y="151769"/>
                </a:cubicBezTo>
                <a:cubicBezTo>
                  <a:pt x="283445" y="158317"/>
                  <a:pt x="289802" y="162995"/>
                  <a:pt x="297055" y="165801"/>
                </a:cubicBezTo>
                <a:cubicBezTo>
                  <a:pt x="304310" y="168608"/>
                  <a:pt x="311992" y="170011"/>
                  <a:pt x="320102" y="170011"/>
                </a:cubicBezTo>
                <a:cubicBezTo>
                  <a:pt x="328371" y="170011"/>
                  <a:pt x="336132" y="168608"/>
                  <a:pt x="343385" y="165801"/>
                </a:cubicBezTo>
                <a:cubicBezTo>
                  <a:pt x="350640" y="162995"/>
                  <a:pt x="357036" y="158317"/>
                  <a:pt x="362573" y="151769"/>
                </a:cubicBezTo>
                <a:cubicBezTo>
                  <a:pt x="368112" y="145221"/>
                  <a:pt x="372479" y="136452"/>
                  <a:pt x="375676" y="125462"/>
                </a:cubicBezTo>
                <a:cubicBezTo>
                  <a:pt x="378875" y="114470"/>
                  <a:pt x="380475" y="100789"/>
                  <a:pt x="380475" y="84420"/>
                </a:cubicBezTo>
                <a:cubicBezTo>
                  <a:pt x="380475" y="68519"/>
                  <a:pt x="378875" y="55152"/>
                  <a:pt x="375676" y="44316"/>
                </a:cubicBezTo>
                <a:cubicBezTo>
                  <a:pt x="372479" y="33481"/>
                  <a:pt x="368112" y="24790"/>
                  <a:pt x="362573" y="18241"/>
                </a:cubicBezTo>
                <a:cubicBezTo>
                  <a:pt x="357036" y="11693"/>
                  <a:pt x="350640" y="7016"/>
                  <a:pt x="343385" y="4210"/>
                </a:cubicBezTo>
                <a:cubicBezTo>
                  <a:pt x="336132" y="1403"/>
                  <a:pt x="328371" y="0"/>
                  <a:pt x="320102" y="0"/>
                </a:cubicBezTo>
                <a:cubicBezTo>
                  <a:pt x="311992" y="0"/>
                  <a:pt x="304310" y="1403"/>
                  <a:pt x="297055" y="4210"/>
                </a:cubicBezTo>
                <a:cubicBezTo>
                  <a:pt x="289802" y="7016"/>
                  <a:pt x="283445" y="11693"/>
                  <a:pt x="277985" y="18241"/>
                </a:cubicBezTo>
                <a:cubicBezTo>
                  <a:pt x="272525" y="24790"/>
                  <a:pt x="268195" y="33481"/>
                  <a:pt x="264996" y="44316"/>
                </a:cubicBezTo>
                <a:cubicBezTo>
                  <a:pt x="261799" y="55152"/>
                  <a:pt x="260201" y="68519"/>
                  <a:pt x="260201" y="84420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18">
            <a:extLst xmlns:a="http://schemas.openxmlformats.org/drawingml/2006/main">
              <a:ext uri="{FF2B5EF4-FFF2-40B4-BE49-F238E27FC236}">
                <a16:creationId xmlns:a16="http://schemas.microsoft.com/office/drawing/2014/main" id="{AB100495-ABB7-41EC-B0B9-6E4DB72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551" y="3262279"/>
            <a:ext cx="239609" cy="170239"/>
          </a:xfrm>
          <a:custGeom xmlns:a="http://schemas.openxmlformats.org/drawingml/2006/main">
            <a:pathLst>
              <a:path w="239609" h="170239">
                <a:moveTo>
                  <a:pt x="74408" y="167040"/>
                </a:moveTo>
                <a:lnTo>
                  <a:pt x="74408" y="3199"/>
                </a:lnTo>
                <a:lnTo>
                  <a:pt x="47969" y="3199"/>
                </a:lnTo>
                <a:cubicBezTo>
                  <a:pt x="47031" y="9424"/>
                  <a:pt x="45081" y="14638"/>
                  <a:pt x="42117" y="18841"/>
                </a:cubicBezTo>
                <a:cubicBezTo>
                  <a:pt x="39154" y="23043"/>
                  <a:pt x="35526" y="26427"/>
                  <a:pt x="31234" y="28996"/>
                </a:cubicBezTo>
                <a:cubicBezTo>
                  <a:pt x="26945" y="31562"/>
                  <a:pt x="22109" y="33352"/>
                  <a:pt x="16728" y="34366"/>
                </a:cubicBezTo>
                <a:cubicBezTo>
                  <a:pt x="11346" y="35377"/>
                  <a:pt x="5770" y="35805"/>
                  <a:pt x="0" y="35647"/>
                </a:cubicBezTo>
                <a:lnTo>
                  <a:pt x="0" y="60783"/>
                </a:lnTo>
                <a:lnTo>
                  <a:pt x="41182" y="60783"/>
                </a:lnTo>
                <a:lnTo>
                  <a:pt x="41182" y="167040"/>
                </a:lnTo>
                <a:lnTo>
                  <a:pt x="74408" y="167040"/>
                </a:lnTo>
                <a:close/>
                <a:moveTo>
                  <a:pt x="153029" y="47769"/>
                </a:moveTo>
                <a:cubicBezTo>
                  <a:pt x="153029" y="44037"/>
                  <a:pt x="153691" y="40771"/>
                  <a:pt x="155017" y="37972"/>
                </a:cubicBezTo>
                <a:cubicBezTo>
                  <a:pt x="156343" y="35170"/>
                  <a:pt x="158176" y="32836"/>
                  <a:pt x="160516" y="30970"/>
                </a:cubicBezTo>
                <a:cubicBezTo>
                  <a:pt x="162856" y="29104"/>
                  <a:pt x="165547" y="27665"/>
                  <a:pt x="168589" y="26653"/>
                </a:cubicBezTo>
                <a:cubicBezTo>
                  <a:pt x="171631" y="25642"/>
                  <a:pt x="174790" y="25136"/>
                  <a:pt x="178068" y="25136"/>
                </a:cubicBezTo>
                <a:cubicBezTo>
                  <a:pt x="183214" y="25136"/>
                  <a:pt x="187386" y="25914"/>
                  <a:pt x="190583" y="27471"/>
                </a:cubicBezTo>
                <a:cubicBezTo>
                  <a:pt x="193782" y="29025"/>
                  <a:pt x="196279" y="30970"/>
                  <a:pt x="198073" y="33305"/>
                </a:cubicBezTo>
                <a:cubicBezTo>
                  <a:pt x="199868" y="35638"/>
                  <a:pt x="201077" y="38087"/>
                  <a:pt x="201701" y="40653"/>
                </a:cubicBezTo>
                <a:cubicBezTo>
                  <a:pt x="202325" y="43219"/>
                  <a:pt x="202636" y="45591"/>
                  <a:pt x="202636" y="47769"/>
                </a:cubicBezTo>
                <a:cubicBezTo>
                  <a:pt x="202636" y="54770"/>
                  <a:pt x="200297" y="60098"/>
                  <a:pt x="195617" y="63754"/>
                </a:cubicBezTo>
                <a:cubicBezTo>
                  <a:pt x="190937" y="67410"/>
                  <a:pt x="185088" y="69238"/>
                  <a:pt x="178068" y="69238"/>
                </a:cubicBezTo>
                <a:cubicBezTo>
                  <a:pt x="171358" y="69238"/>
                  <a:pt x="165507" y="67410"/>
                  <a:pt x="160516" y="63754"/>
                </a:cubicBezTo>
                <a:cubicBezTo>
                  <a:pt x="155524" y="60098"/>
                  <a:pt x="153029" y="54770"/>
                  <a:pt x="153029" y="47769"/>
                </a:cubicBezTo>
                <a:moveTo>
                  <a:pt x="122844" y="44663"/>
                </a:moveTo>
                <a:cubicBezTo>
                  <a:pt x="122844" y="52770"/>
                  <a:pt x="124872" y="59863"/>
                  <a:pt x="128928" y="65943"/>
                </a:cubicBezTo>
                <a:cubicBezTo>
                  <a:pt x="132984" y="72022"/>
                  <a:pt x="138990" y="76153"/>
                  <a:pt x="146945" y="78336"/>
                </a:cubicBezTo>
                <a:lnTo>
                  <a:pt x="146945" y="78803"/>
                </a:lnTo>
                <a:cubicBezTo>
                  <a:pt x="137119" y="81148"/>
                  <a:pt x="129515" y="85837"/>
                  <a:pt x="124133" y="92871"/>
                </a:cubicBezTo>
                <a:cubicBezTo>
                  <a:pt x="118751" y="99905"/>
                  <a:pt x="116060" y="108657"/>
                  <a:pt x="116060" y="119128"/>
                </a:cubicBezTo>
                <a:cubicBezTo>
                  <a:pt x="116060" y="128038"/>
                  <a:pt x="117814" y="135697"/>
                  <a:pt x="121323" y="142108"/>
                </a:cubicBezTo>
                <a:cubicBezTo>
                  <a:pt x="124834" y="148515"/>
                  <a:pt x="129514" y="153829"/>
                  <a:pt x="135362" y="158050"/>
                </a:cubicBezTo>
                <a:cubicBezTo>
                  <a:pt x="141213" y="162268"/>
                  <a:pt x="147843" y="165354"/>
                  <a:pt x="155253" y="167308"/>
                </a:cubicBezTo>
                <a:cubicBezTo>
                  <a:pt x="162663" y="169262"/>
                  <a:pt x="170346" y="170239"/>
                  <a:pt x="178304" y="170239"/>
                </a:cubicBezTo>
                <a:cubicBezTo>
                  <a:pt x="185947" y="170239"/>
                  <a:pt x="193434" y="169184"/>
                  <a:pt x="200766" y="167072"/>
                </a:cubicBezTo>
                <a:cubicBezTo>
                  <a:pt x="208097" y="164963"/>
                  <a:pt x="214649" y="161799"/>
                  <a:pt x="220421" y="157578"/>
                </a:cubicBezTo>
                <a:cubicBezTo>
                  <a:pt x="226193" y="153358"/>
                  <a:pt x="230834" y="148044"/>
                  <a:pt x="234342" y="141636"/>
                </a:cubicBezTo>
                <a:cubicBezTo>
                  <a:pt x="237853" y="135229"/>
                  <a:pt x="239609" y="127648"/>
                  <a:pt x="239609" y="118896"/>
                </a:cubicBezTo>
                <a:cubicBezTo>
                  <a:pt x="239609" y="108582"/>
                  <a:pt x="236956" y="99870"/>
                  <a:pt x="231650" y="92760"/>
                </a:cubicBezTo>
                <a:cubicBezTo>
                  <a:pt x="226347" y="85648"/>
                  <a:pt x="218781" y="80997"/>
                  <a:pt x="208953" y="78807"/>
                </a:cubicBezTo>
                <a:lnTo>
                  <a:pt x="208953" y="78339"/>
                </a:lnTo>
                <a:cubicBezTo>
                  <a:pt x="216908" y="75690"/>
                  <a:pt x="222874" y="71326"/>
                  <a:pt x="226851" y="65246"/>
                </a:cubicBezTo>
                <a:cubicBezTo>
                  <a:pt x="230831" y="59165"/>
                  <a:pt x="232821" y="52070"/>
                  <a:pt x="232821" y="43963"/>
                </a:cubicBezTo>
                <a:cubicBezTo>
                  <a:pt x="232821" y="39909"/>
                  <a:pt x="231884" y="35350"/>
                  <a:pt x="230011" y="30285"/>
                </a:cubicBezTo>
                <a:cubicBezTo>
                  <a:pt x="228140" y="25217"/>
                  <a:pt x="225060" y="20462"/>
                  <a:pt x="220771" y="16021"/>
                </a:cubicBezTo>
                <a:cubicBezTo>
                  <a:pt x="216481" y="11577"/>
                  <a:pt x="210826" y="7795"/>
                  <a:pt x="203804" y="4677"/>
                </a:cubicBezTo>
                <a:cubicBezTo>
                  <a:pt x="196784" y="1559"/>
                  <a:pt x="188206" y="0"/>
                  <a:pt x="178068" y="0"/>
                </a:cubicBezTo>
                <a:cubicBezTo>
                  <a:pt x="171358" y="0"/>
                  <a:pt x="164727" y="935"/>
                  <a:pt x="158174" y="2806"/>
                </a:cubicBezTo>
                <a:cubicBezTo>
                  <a:pt x="151623" y="4677"/>
                  <a:pt x="145735" y="7484"/>
                  <a:pt x="140511" y="11226"/>
                </a:cubicBezTo>
                <a:cubicBezTo>
                  <a:pt x="135286" y="14965"/>
                  <a:pt x="131035" y="19641"/>
                  <a:pt x="127757" y="25254"/>
                </a:cubicBezTo>
                <a:cubicBezTo>
                  <a:pt x="124482" y="30867"/>
                  <a:pt x="122844" y="37336"/>
                  <a:pt x="122844" y="44663"/>
                </a:cubicBezTo>
                <a:moveTo>
                  <a:pt x="149287" y="117429"/>
                </a:moveTo>
                <a:cubicBezTo>
                  <a:pt x="149287" y="108988"/>
                  <a:pt x="152094" y="102541"/>
                  <a:pt x="157709" y="98088"/>
                </a:cubicBezTo>
                <a:cubicBezTo>
                  <a:pt x="163325" y="93632"/>
                  <a:pt x="170188" y="91404"/>
                  <a:pt x="178300" y="91404"/>
                </a:cubicBezTo>
                <a:cubicBezTo>
                  <a:pt x="182199" y="91404"/>
                  <a:pt x="185826" y="92030"/>
                  <a:pt x="189179" y="93282"/>
                </a:cubicBezTo>
                <a:cubicBezTo>
                  <a:pt x="192533" y="94531"/>
                  <a:pt x="195497" y="96328"/>
                  <a:pt x="198070" y="98673"/>
                </a:cubicBezTo>
                <a:cubicBezTo>
                  <a:pt x="200645" y="101018"/>
                  <a:pt x="202673" y="103792"/>
                  <a:pt x="204154" y="106996"/>
                </a:cubicBezTo>
                <a:cubicBezTo>
                  <a:pt x="205637" y="110200"/>
                  <a:pt x="206378" y="113756"/>
                  <a:pt x="206378" y="117664"/>
                </a:cubicBezTo>
                <a:cubicBezTo>
                  <a:pt x="206378" y="121727"/>
                  <a:pt x="205676" y="125479"/>
                  <a:pt x="204272" y="128918"/>
                </a:cubicBezTo>
                <a:cubicBezTo>
                  <a:pt x="202867" y="132358"/>
                  <a:pt x="200879" y="135289"/>
                  <a:pt x="198305" y="137712"/>
                </a:cubicBezTo>
                <a:cubicBezTo>
                  <a:pt x="195732" y="140136"/>
                  <a:pt x="192769" y="142011"/>
                  <a:pt x="189415" y="143339"/>
                </a:cubicBezTo>
                <a:cubicBezTo>
                  <a:pt x="186061" y="144668"/>
                  <a:pt x="182356" y="145332"/>
                  <a:pt x="178300" y="145332"/>
                </a:cubicBezTo>
                <a:cubicBezTo>
                  <a:pt x="174401" y="145332"/>
                  <a:pt x="170657" y="144668"/>
                  <a:pt x="167068" y="143339"/>
                </a:cubicBezTo>
                <a:cubicBezTo>
                  <a:pt x="163480" y="142011"/>
                  <a:pt x="160400" y="140136"/>
                  <a:pt x="157827" y="137712"/>
                </a:cubicBezTo>
                <a:cubicBezTo>
                  <a:pt x="155254" y="135289"/>
                  <a:pt x="153187" y="132358"/>
                  <a:pt x="151625" y="128918"/>
                </a:cubicBezTo>
                <a:cubicBezTo>
                  <a:pt x="150066" y="125479"/>
                  <a:pt x="149287" y="121649"/>
                  <a:pt x="149287" y="117429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13">
            <a:extLst xmlns:a="http://schemas.openxmlformats.org/drawingml/2006/main">
              <a:ext uri="{FF2B5EF4-FFF2-40B4-BE49-F238E27FC236}">
                <a16:creationId xmlns:a16="http://schemas.microsoft.com/office/drawing/2014/main" id="{C1A82FFB-011C-4FAC-8BB8-F0DC4EB8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207" y="3539990"/>
            <a:ext cx="238672" cy="170011"/>
          </a:xfrm>
          <a:custGeom xmlns:a="http://schemas.openxmlformats.org/drawingml/2006/main">
            <a:pathLst>
              <a:path w="238672" h="170011">
                <a:moveTo>
                  <a:pt x="74408" y="167040"/>
                </a:moveTo>
                <a:lnTo>
                  <a:pt x="74408" y="3199"/>
                </a:lnTo>
                <a:lnTo>
                  <a:pt x="47969" y="3199"/>
                </a:lnTo>
                <a:cubicBezTo>
                  <a:pt x="47031" y="9424"/>
                  <a:pt x="45081" y="14638"/>
                  <a:pt x="42117" y="18841"/>
                </a:cubicBezTo>
                <a:cubicBezTo>
                  <a:pt x="39154" y="23043"/>
                  <a:pt x="35526" y="26427"/>
                  <a:pt x="31234" y="28996"/>
                </a:cubicBezTo>
                <a:cubicBezTo>
                  <a:pt x="26945" y="31562"/>
                  <a:pt x="22109" y="33352"/>
                  <a:pt x="16728" y="34366"/>
                </a:cubicBezTo>
                <a:cubicBezTo>
                  <a:pt x="11346" y="35377"/>
                  <a:pt x="5770" y="35805"/>
                  <a:pt x="0" y="35647"/>
                </a:cubicBezTo>
                <a:lnTo>
                  <a:pt x="0" y="60783"/>
                </a:lnTo>
                <a:lnTo>
                  <a:pt x="41182" y="60783"/>
                </a:lnTo>
                <a:lnTo>
                  <a:pt x="41182" y="167040"/>
                </a:lnTo>
                <a:lnTo>
                  <a:pt x="74408" y="167040"/>
                </a:lnTo>
                <a:close/>
                <a:moveTo>
                  <a:pt x="166134" y="69467"/>
                </a:moveTo>
                <a:lnTo>
                  <a:pt x="166134" y="92775"/>
                </a:lnTo>
                <a:cubicBezTo>
                  <a:pt x="170190" y="92775"/>
                  <a:pt x="174442" y="92891"/>
                  <a:pt x="178888" y="93125"/>
                </a:cubicBezTo>
                <a:cubicBezTo>
                  <a:pt x="183334" y="93358"/>
                  <a:pt x="187429" y="94216"/>
                  <a:pt x="191170" y="95699"/>
                </a:cubicBezTo>
                <a:cubicBezTo>
                  <a:pt x="194915" y="97179"/>
                  <a:pt x="197996" y="99557"/>
                  <a:pt x="200414" y="102833"/>
                </a:cubicBezTo>
                <a:cubicBezTo>
                  <a:pt x="202833" y="106106"/>
                  <a:pt x="204042" y="110860"/>
                  <a:pt x="204042" y="117097"/>
                </a:cubicBezTo>
                <a:cubicBezTo>
                  <a:pt x="204042" y="125047"/>
                  <a:pt x="201468" y="131321"/>
                  <a:pt x="196319" y="135920"/>
                </a:cubicBezTo>
                <a:cubicBezTo>
                  <a:pt x="191173" y="140519"/>
                  <a:pt x="184856" y="142818"/>
                  <a:pt x="177367" y="142818"/>
                </a:cubicBezTo>
                <a:cubicBezTo>
                  <a:pt x="172530" y="142818"/>
                  <a:pt x="168356" y="141960"/>
                  <a:pt x="164845" y="140244"/>
                </a:cubicBezTo>
                <a:cubicBezTo>
                  <a:pt x="161337" y="138528"/>
                  <a:pt x="158413" y="136227"/>
                  <a:pt x="156073" y="133342"/>
                </a:cubicBezTo>
                <a:cubicBezTo>
                  <a:pt x="153733" y="130455"/>
                  <a:pt x="151939" y="127022"/>
                  <a:pt x="150692" y="123045"/>
                </a:cubicBezTo>
                <a:cubicBezTo>
                  <a:pt x="149445" y="119067"/>
                  <a:pt x="148743" y="114895"/>
                  <a:pt x="148586" y="110527"/>
                </a:cubicBezTo>
                <a:lnTo>
                  <a:pt x="116998" y="110527"/>
                </a:lnTo>
                <a:cubicBezTo>
                  <a:pt x="116841" y="120043"/>
                  <a:pt x="118205" y="128468"/>
                  <a:pt x="121090" y="135802"/>
                </a:cubicBezTo>
                <a:cubicBezTo>
                  <a:pt x="123977" y="143136"/>
                  <a:pt x="128072" y="149343"/>
                  <a:pt x="133376" y="154422"/>
                </a:cubicBezTo>
                <a:cubicBezTo>
                  <a:pt x="138681" y="159502"/>
                  <a:pt x="145116" y="163370"/>
                  <a:pt x="152681" y="166026"/>
                </a:cubicBezTo>
                <a:cubicBezTo>
                  <a:pt x="160246" y="168683"/>
                  <a:pt x="168630" y="170011"/>
                  <a:pt x="177835" y="170011"/>
                </a:cubicBezTo>
                <a:cubicBezTo>
                  <a:pt x="185790" y="170011"/>
                  <a:pt x="193433" y="168842"/>
                  <a:pt x="200764" y="166505"/>
                </a:cubicBezTo>
                <a:cubicBezTo>
                  <a:pt x="208098" y="164165"/>
                  <a:pt x="214572" y="160733"/>
                  <a:pt x="220188" y="156211"/>
                </a:cubicBezTo>
                <a:cubicBezTo>
                  <a:pt x="225803" y="151688"/>
                  <a:pt x="230287" y="146074"/>
                  <a:pt x="233641" y="139369"/>
                </a:cubicBezTo>
                <a:cubicBezTo>
                  <a:pt x="236995" y="132664"/>
                  <a:pt x="238672" y="125023"/>
                  <a:pt x="238672" y="116447"/>
                </a:cubicBezTo>
                <a:cubicBezTo>
                  <a:pt x="238672" y="107092"/>
                  <a:pt x="236097" y="99062"/>
                  <a:pt x="230949" y="92357"/>
                </a:cubicBezTo>
                <a:cubicBezTo>
                  <a:pt x="225803" y="85652"/>
                  <a:pt x="218706" y="81285"/>
                  <a:pt x="209658" y="79257"/>
                </a:cubicBezTo>
                <a:lnTo>
                  <a:pt x="209658" y="78789"/>
                </a:lnTo>
                <a:cubicBezTo>
                  <a:pt x="217301" y="76606"/>
                  <a:pt x="223033" y="72477"/>
                  <a:pt x="226854" y="66400"/>
                </a:cubicBezTo>
                <a:cubicBezTo>
                  <a:pt x="230676" y="60320"/>
                  <a:pt x="232588" y="53306"/>
                  <a:pt x="232588" y="45355"/>
                </a:cubicBezTo>
                <a:cubicBezTo>
                  <a:pt x="232588" y="38031"/>
                  <a:pt x="230950" y="31564"/>
                  <a:pt x="227675" y="25954"/>
                </a:cubicBezTo>
                <a:cubicBezTo>
                  <a:pt x="224399" y="20341"/>
                  <a:pt x="220148" y="15586"/>
                  <a:pt x="214921" y="11690"/>
                </a:cubicBezTo>
                <a:cubicBezTo>
                  <a:pt x="209696" y="7793"/>
                  <a:pt x="203807" y="4871"/>
                  <a:pt x="197254" y="2924"/>
                </a:cubicBezTo>
                <a:cubicBezTo>
                  <a:pt x="190704" y="975"/>
                  <a:pt x="184152" y="0"/>
                  <a:pt x="177599" y="0"/>
                </a:cubicBezTo>
                <a:cubicBezTo>
                  <a:pt x="169178" y="0"/>
                  <a:pt x="161534" y="1367"/>
                  <a:pt x="154670" y="4102"/>
                </a:cubicBezTo>
                <a:cubicBezTo>
                  <a:pt x="147805" y="6835"/>
                  <a:pt x="141916" y="10702"/>
                  <a:pt x="137003" y="15703"/>
                </a:cubicBezTo>
                <a:cubicBezTo>
                  <a:pt x="132090" y="20701"/>
                  <a:pt x="128269" y="26674"/>
                  <a:pt x="125538" y="33619"/>
                </a:cubicBezTo>
                <a:cubicBezTo>
                  <a:pt x="122808" y="40563"/>
                  <a:pt x="121287" y="48246"/>
                  <a:pt x="120975" y="56670"/>
                </a:cubicBezTo>
                <a:lnTo>
                  <a:pt x="152563" y="56670"/>
                </a:lnTo>
                <a:cubicBezTo>
                  <a:pt x="152408" y="48246"/>
                  <a:pt x="154476" y="41266"/>
                  <a:pt x="158765" y="35730"/>
                </a:cubicBezTo>
                <a:cubicBezTo>
                  <a:pt x="163054" y="30191"/>
                  <a:pt x="169411" y="27421"/>
                  <a:pt x="177835" y="27421"/>
                </a:cubicBezTo>
                <a:cubicBezTo>
                  <a:pt x="183919" y="27421"/>
                  <a:pt x="189301" y="29290"/>
                  <a:pt x="193980" y="33027"/>
                </a:cubicBezTo>
                <a:cubicBezTo>
                  <a:pt x="198660" y="36764"/>
                  <a:pt x="201000" y="42136"/>
                  <a:pt x="201000" y="49144"/>
                </a:cubicBezTo>
                <a:cubicBezTo>
                  <a:pt x="201000" y="53816"/>
                  <a:pt x="199869" y="57555"/>
                  <a:pt x="197608" y="60359"/>
                </a:cubicBezTo>
                <a:cubicBezTo>
                  <a:pt x="195347" y="63160"/>
                  <a:pt x="192461" y="65301"/>
                  <a:pt x="188950" y="66782"/>
                </a:cubicBezTo>
                <a:cubicBezTo>
                  <a:pt x="185439" y="68260"/>
                  <a:pt x="181655" y="69156"/>
                  <a:pt x="177599" y="69470"/>
                </a:cubicBezTo>
                <a:cubicBezTo>
                  <a:pt x="173545" y="69782"/>
                  <a:pt x="169724" y="69781"/>
                  <a:pt x="166134" y="69467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53FBB-985D-4739-8E83-902C993D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397" y="2118555"/>
            <a:ext cx="10" cy="465045"/>
          </a:xfrm>
          <a:custGeom xmlns:a="http://schemas.openxmlformats.org/drawingml/2006/main">
            <a:pathLst>
              <a:path w="1" h="465045" fill="none">
                <a:moveTo>
                  <a:pt x="0" y="465045"/>
                </a:moveTo>
                <a:lnTo>
                  <a:pt x="0" y="16739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FB88C-AA5F-4B51-A573-37CA2E9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38" y="2031198"/>
            <a:ext cx="65518" cy="87357"/>
          </a:xfrm>
          <a:custGeom xmlns:a="http://schemas.openxmlformats.org/drawingml/2006/main">
            <a:pathLst>
              <a:path w="65518" h="87357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4D141-6E1A-415B-AAC1-07F62878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638" y="2031197"/>
            <a:ext cx="65518" cy="87357"/>
          </a:xfrm>
          <a:custGeom xmlns:a="http://schemas.openxmlformats.org/drawingml/2006/main">
            <a:pathLst>
              <a:path w="65518" h="87357" fill="none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48" name="Text 56">
            <a:extLst xmlns:a="http://schemas.openxmlformats.org/drawingml/2006/main">
              <a:ext uri="{FF2B5EF4-FFF2-40B4-BE49-F238E27FC236}">
                <a16:creationId xmlns:a16="http://schemas.microsoft.com/office/drawing/2014/main" id="{ED6C01BA-93A3-4121-A380-7185713A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80" y="946298"/>
            <a:ext cx="251075" cy="170168"/>
          </a:xfrm>
          <a:custGeom xmlns:a="http://schemas.openxmlformats.org/drawingml/2006/main">
            <a:pathLst>
              <a:path w="251075" h="170168">
                <a:moveTo>
                  <a:pt x="112783" y="30620"/>
                </a:moveTo>
                <a:lnTo>
                  <a:pt x="112783" y="3199"/>
                </a:lnTo>
                <a:lnTo>
                  <a:pt x="21291" y="3199"/>
                </a:lnTo>
                <a:lnTo>
                  <a:pt x="5145" y="93767"/>
                </a:lnTo>
                <a:lnTo>
                  <a:pt x="35098" y="93767"/>
                </a:lnTo>
                <a:cubicBezTo>
                  <a:pt x="38373" y="89245"/>
                  <a:pt x="41883" y="85930"/>
                  <a:pt x="45627" y="83824"/>
                </a:cubicBezTo>
                <a:cubicBezTo>
                  <a:pt x="49371" y="81717"/>
                  <a:pt x="54207" y="80664"/>
                  <a:pt x="60134" y="80664"/>
                </a:cubicBezTo>
                <a:cubicBezTo>
                  <a:pt x="64659" y="80664"/>
                  <a:pt x="68637" y="81443"/>
                  <a:pt x="72070" y="83002"/>
                </a:cubicBezTo>
                <a:cubicBezTo>
                  <a:pt x="75502" y="84559"/>
                  <a:pt x="78465" y="86739"/>
                  <a:pt x="80960" y="89543"/>
                </a:cubicBezTo>
                <a:cubicBezTo>
                  <a:pt x="83457" y="92347"/>
                  <a:pt x="85329" y="95619"/>
                  <a:pt x="86576" y="99359"/>
                </a:cubicBezTo>
                <a:cubicBezTo>
                  <a:pt x="87824" y="103096"/>
                  <a:pt x="88447" y="107067"/>
                  <a:pt x="88447" y="111273"/>
                </a:cubicBezTo>
                <a:cubicBezTo>
                  <a:pt x="88447" y="115324"/>
                  <a:pt x="87784" y="119258"/>
                  <a:pt x="86459" y="123074"/>
                </a:cubicBezTo>
                <a:cubicBezTo>
                  <a:pt x="85133" y="126889"/>
                  <a:pt x="83261" y="130238"/>
                  <a:pt x="80842" y="133121"/>
                </a:cubicBezTo>
                <a:cubicBezTo>
                  <a:pt x="78426" y="136003"/>
                  <a:pt x="75463" y="138341"/>
                  <a:pt x="71952" y="140133"/>
                </a:cubicBezTo>
                <a:cubicBezTo>
                  <a:pt x="68441" y="141923"/>
                  <a:pt x="64501" y="142818"/>
                  <a:pt x="60134" y="142818"/>
                </a:cubicBezTo>
                <a:cubicBezTo>
                  <a:pt x="52648" y="142818"/>
                  <a:pt x="46486" y="140595"/>
                  <a:pt x="41649" y="136149"/>
                </a:cubicBezTo>
                <a:cubicBezTo>
                  <a:pt x="36813" y="131702"/>
                  <a:pt x="34005" y="125736"/>
                  <a:pt x="33227" y="118250"/>
                </a:cubicBezTo>
                <a:lnTo>
                  <a:pt x="0" y="118250"/>
                </a:lnTo>
                <a:cubicBezTo>
                  <a:pt x="155" y="126828"/>
                  <a:pt x="1909" y="134357"/>
                  <a:pt x="5263" y="140837"/>
                </a:cubicBezTo>
                <a:cubicBezTo>
                  <a:pt x="8617" y="147316"/>
                  <a:pt x="13101" y="152743"/>
                  <a:pt x="18716" y="157118"/>
                </a:cubicBezTo>
                <a:cubicBezTo>
                  <a:pt x="24334" y="161493"/>
                  <a:pt x="30769" y="164736"/>
                  <a:pt x="38022" y="166847"/>
                </a:cubicBezTo>
                <a:cubicBezTo>
                  <a:pt x="45277" y="168956"/>
                  <a:pt x="52882" y="170011"/>
                  <a:pt x="60837" y="170011"/>
                </a:cubicBezTo>
                <a:cubicBezTo>
                  <a:pt x="69104" y="170168"/>
                  <a:pt x="76903" y="168803"/>
                  <a:pt x="84234" y="165915"/>
                </a:cubicBezTo>
                <a:cubicBezTo>
                  <a:pt x="91568" y="163026"/>
                  <a:pt x="98003" y="158928"/>
                  <a:pt x="103540" y="153622"/>
                </a:cubicBezTo>
                <a:cubicBezTo>
                  <a:pt x="109079" y="148317"/>
                  <a:pt x="113486" y="142035"/>
                  <a:pt x="116761" y="134777"/>
                </a:cubicBezTo>
                <a:cubicBezTo>
                  <a:pt x="120036" y="127520"/>
                  <a:pt x="121674" y="119677"/>
                  <a:pt x="121674" y="111248"/>
                </a:cubicBezTo>
                <a:cubicBezTo>
                  <a:pt x="121674" y="103600"/>
                  <a:pt x="120542" y="96382"/>
                  <a:pt x="118278" y="89593"/>
                </a:cubicBezTo>
                <a:cubicBezTo>
                  <a:pt x="116017" y="82802"/>
                  <a:pt x="112742" y="76910"/>
                  <a:pt x="108453" y="71916"/>
                </a:cubicBezTo>
                <a:cubicBezTo>
                  <a:pt x="104163" y="66922"/>
                  <a:pt x="98898" y="62942"/>
                  <a:pt x="92657" y="59976"/>
                </a:cubicBezTo>
                <a:cubicBezTo>
                  <a:pt x="86418" y="57011"/>
                  <a:pt x="79244" y="55528"/>
                  <a:pt x="71134" y="55528"/>
                </a:cubicBezTo>
                <a:cubicBezTo>
                  <a:pt x="64581" y="55528"/>
                  <a:pt x="58730" y="56507"/>
                  <a:pt x="53582" y="58466"/>
                </a:cubicBezTo>
                <a:cubicBezTo>
                  <a:pt x="48436" y="60423"/>
                  <a:pt x="43600" y="63671"/>
                  <a:pt x="39075" y="68210"/>
                </a:cubicBezTo>
                <a:lnTo>
                  <a:pt x="38607" y="67742"/>
                </a:lnTo>
                <a:lnTo>
                  <a:pt x="45159" y="30620"/>
                </a:lnTo>
                <a:lnTo>
                  <a:pt x="112783" y="30620"/>
                </a:lnTo>
                <a:close/>
                <a:moveTo>
                  <a:pt x="192812" y="82035"/>
                </a:moveTo>
                <a:cubicBezTo>
                  <a:pt x="197023" y="82035"/>
                  <a:pt x="200726" y="82931"/>
                  <a:pt x="203923" y="84723"/>
                </a:cubicBezTo>
                <a:cubicBezTo>
                  <a:pt x="207122" y="86516"/>
                  <a:pt x="209736" y="88854"/>
                  <a:pt x="211764" y="91739"/>
                </a:cubicBezTo>
                <a:cubicBezTo>
                  <a:pt x="213792" y="94622"/>
                  <a:pt x="215313" y="97895"/>
                  <a:pt x="216327" y="101558"/>
                </a:cubicBezTo>
                <a:cubicBezTo>
                  <a:pt x="217341" y="105219"/>
                  <a:pt x="217848" y="108998"/>
                  <a:pt x="217848" y="112894"/>
                </a:cubicBezTo>
                <a:cubicBezTo>
                  <a:pt x="217848" y="116634"/>
                  <a:pt x="217302" y="120296"/>
                  <a:pt x="216209" y="123880"/>
                </a:cubicBezTo>
                <a:cubicBezTo>
                  <a:pt x="215117" y="127465"/>
                  <a:pt x="213478" y="130661"/>
                  <a:pt x="211293" y="133467"/>
                </a:cubicBezTo>
                <a:cubicBezTo>
                  <a:pt x="209110" y="136274"/>
                  <a:pt x="206498" y="138534"/>
                  <a:pt x="203456" y="140247"/>
                </a:cubicBezTo>
                <a:cubicBezTo>
                  <a:pt x="200416" y="141961"/>
                  <a:pt x="196868" y="142818"/>
                  <a:pt x="192812" y="142818"/>
                </a:cubicBezTo>
                <a:cubicBezTo>
                  <a:pt x="188599" y="142818"/>
                  <a:pt x="184855" y="141961"/>
                  <a:pt x="181579" y="140247"/>
                </a:cubicBezTo>
                <a:cubicBezTo>
                  <a:pt x="178304" y="138534"/>
                  <a:pt x="175535" y="136235"/>
                  <a:pt x="173271" y="133353"/>
                </a:cubicBezTo>
                <a:cubicBezTo>
                  <a:pt x="171010" y="130468"/>
                  <a:pt x="169293" y="127194"/>
                  <a:pt x="168122" y="123531"/>
                </a:cubicBezTo>
                <a:cubicBezTo>
                  <a:pt x="166954" y="119867"/>
                  <a:pt x="166369" y="116166"/>
                  <a:pt x="166369" y="112426"/>
                </a:cubicBezTo>
                <a:cubicBezTo>
                  <a:pt x="166369" y="108375"/>
                  <a:pt x="166915" y="104518"/>
                  <a:pt x="168008" y="100855"/>
                </a:cubicBezTo>
                <a:cubicBezTo>
                  <a:pt x="169101" y="97191"/>
                  <a:pt x="170738" y="93958"/>
                  <a:pt x="172921" y="91154"/>
                </a:cubicBezTo>
                <a:cubicBezTo>
                  <a:pt x="175106" y="88347"/>
                  <a:pt x="177876" y="86126"/>
                  <a:pt x="181229" y="84491"/>
                </a:cubicBezTo>
                <a:cubicBezTo>
                  <a:pt x="184583" y="82854"/>
                  <a:pt x="188444" y="82035"/>
                  <a:pt x="192812" y="82035"/>
                </a:cubicBezTo>
                <a:moveTo>
                  <a:pt x="216677" y="45473"/>
                </a:moveTo>
                <a:lnTo>
                  <a:pt x="248265" y="45473"/>
                </a:lnTo>
                <a:cubicBezTo>
                  <a:pt x="247329" y="38128"/>
                  <a:pt x="245380" y="31643"/>
                  <a:pt x="242416" y="26018"/>
                </a:cubicBezTo>
                <a:cubicBezTo>
                  <a:pt x="239453" y="20393"/>
                  <a:pt x="235631" y="15667"/>
                  <a:pt x="230952" y="11840"/>
                </a:cubicBezTo>
                <a:cubicBezTo>
                  <a:pt x="226272" y="8010"/>
                  <a:pt x="220890" y="5080"/>
                  <a:pt x="214806" y="3049"/>
                </a:cubicBezTo>
                <a:cubicBezTo>
                  <a:pt x="208722" y="1016"/>
                  <a:pt x="202170" y="0"/>
                  <a:pt x="195151" y="0"/>
                </a:cubicBezTo>
                <a:cubicBezTo>
                  <a:pt x="183449" y="0"/>
                  <a:pt x="173542" y="2573"/>
                  <a:pt x="165430" y="7719"/>
                </a:cubicBezTo>
                <a:cubicBezTo>
                  <a:pt x="157320" y="12863"/>
                  <a:pt x="150691" y="19528"/>
                  <a:pt x="145543" y="27714"/>
                </a:cubicBezTo>
                <a:cubicBezTo>
                  <a:pt x="140394" y="35897"/>
                  <a:pt x="136650" y="45056"/>
                  <a:pt x="134310" y="55189"/>
                </a:cubicBezTo>
                <a:cubicBezTo>
                  <a:pt x="131970" y="65321"/>
                  <a:pt x="130800" y="75456"/>
                  <a:pt x="130800" y="85591"/>
                </a:cubicBezTo>
                <a:cubicBezTo>
                  <a:pt x="130800" y="96036"/>
                  <a:pt x="131736" y="106286"/>
                  <a:pt x="133607" y="116343"/>
                </a:cubicBezTo>
                <a:cubicBezTo>
                  <a:pt x="135480" y="126398"/>
                  <a:pt x="138834" y="135401"/>
                  <a:pt x="143668" y="143354"/>
                </a:cubicBezTo>
                <a:cubicBezTo>
                  <a:pt x="148505" y="151304"/>
                  <a:pt x="154979" y="157734"/>
                  <a:pt x="163092" y="162645"/>
                </a:cubicBezTo>
                <a:cubicBezTo>
                  <a:pt x="171204" y="167555"/>
                  <a:pt x="181421" y="170011"/>
                  <a:pt x="193744" y="170011"/>
                </a:cubicBezTo>
                <a:cubicBezTo>
                  <a:pt x="202325" y="170011"/>
                  <a:pt x="210125" y="168489"/>
                  <a:pt x="217145" y="165444"/>
                </a:cubicBezTo>
                <a:cubicBezTo>
                  <a:pt x="224164" y="162400"/>
                  <a:pt x="230209" y="158184"/>
                  <a:pt x="235279" y="152798"/>
                </a:cubicBezTo>
                <a:cubicBezTo>
                  <a:pt x="240349" y="147411"/>
                  <a:pt x="244249" y="141088"/>
                  <a:pt x="246979" y="133828"/>
                </a:cubicBezTo>
                <a:cubicBezTo>
                  <a:pt x="249710" y="126568"/>
                  <a:pt x="251075" y="118724"/>
                  <a:pt x="251075" y="110295"/>
                </a:cubicBezTo>
                <a:cubicBezTo>
                  <a:pt x="251075" y="103737"/>
                  <a:pt x="250061" y="97258"/>
                  <a:pt x="248033" y="90857"/>
                </a:cubicBezTo>
                <a:cubicBezTo>
                  <a:pt x="246005" y="84454"/>
                  <a:pt x="242807" y="78755"/>
                  <a:pt x="238439" y="73758"/>
                </a:cubicBezTo>
                <a:cubicBezTo>
                  <a:pt x="233759" y="68607"/>
                  <a:pt x="228065" y="64510"/>
                  <a:pt x="221358" y="61465"/>
                </a:cubicBezTo>
                <a:cubicBezTo>
                  <a:pt x="214650" y="58421"/>
                  <a:pt x="207786" y="56899"/>
                  <a:pt x="200767" y="56899"/>
                </a:cubicBezTo>
                <a:cubicBezTo>
                  <a:pt x="192810" y="56899"/>
                  <a:pt x="185789" y="58308"/>
                  <a:pt x="179705" y="61126"/>
                </a:cubicBezTo>
                <a:cubicBezTo>
                  <a:pt x="173623" y="63944"/>
                  <a:pt x="168320" y="68642"/>
                  <a:pt x="163795" y="75219"/>
                </a:cubicBezTo>
                <a:lnTo>
                  <a:pt x="163327" y="74751"/>
                </a:lnTo>
                <a:cubicBezTo>
                  <a:pt x="163484" y="70247"/>
                  <a:pt x="164108" y="65123"/>
                  <a:pt x="165198" y="59377"/>
                </a:cubicBezTo>
                <a:cubicBezTo>
                  <a:pt x="166291" y="53631"/>
                  <a:pt x="168007" y="48234"/>
                  <a:pt x="170347" y="43188"/>
                </a:cubicBezTo>
                <a:cubicBezTo>
                  <a:pt x="172687" y="38142"/>
                  <a:pt x="175845" y="33872"/>
                  <a:pt x="179823" y="30377"/>
                </a:cubicBezTo>
                <a:cubicBezTo>
                  <a:pt x="183800" y="26883"/>
                  <a:pt x="188754" y="25136"/>
                  <a:pt x="194683" y="25136"/>
                </a:cubicBezTo>
                <a:cubicBezTo>
                  <a:pt x="200455" y="25136"/>
                  <a:pt x="205291" y="27163"/>
                  <a:pt x="209190" y="31216"/>
                </a:cubicBezTo>
                <a:cubicBezTo>
                  <a:pt x="213089" y="35268"/>
                  <a:pt x="215584" y="40020"/>
                  <a:pt x="216677" y="45473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49">
            <a:extLst xmlns:a="http://schemas.openxmlformats.org/drawingml/2006/main">
              <a:ext uri="{FF2B5EF4-FFF2-40B4-BE49-F238E27FC236}">
                <a16:creationId xmlns:a16="http://schemas.microsoft.com/office/drawing/2014/main" id="{ACE516CC-3806-4A63-ABAA-E0DCC487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696" y="2231575"/>
            <a:ext cx="251543" cy="170239"/>
          </a:xfrm>
          <a:custGeom xmlns:a="http://schemas.openxmlformats.org/drawingml/2006/main">
            <a:pathLst>
              <a:path w="251543" h="170239">
                <a:moveTo>
                  <a:pt x="69260" y="44827"/>
                </a:moveTo>
                <a:lnTo>
                  <a:pt x="69260" y="101687"/>
                </a:lnTo>
                <a:lnTo>
                  <a:pt x="26207" y="101687"/>
                </a:lnTo>
                <a:lnTo>
                  <a:pt x="68560" y="44827"/>
                </a:lnTo>
                <a:lnTo>
                  <a:pt x="69260" y="44827"/>
                </a:lnTo>
                <a:moveTo>
                  <a:pt x="69260" y="129108"/>
                </a:moveTo>
                <a:lnTo>
                  <a:pt x="69260" y="167040"/>
                </a:lnTo>
                <a:lnTo>
                  <a:pt x="100851" y="167040"/>
                </a:lnTo>
                <a:lnTo>
                  <a:pt x="100851" y="129108"/>
                </a:lnTo>
                <a:lnTo>
                  <a:pt x="122609" y="129108"/>
                </a:lnTo>
                <a:lnTo>
                  <a:pt x="122609" y="101687"/>
                </a:lnTo>
                <a:lnTo>
                  <a:pt x="100851" y="101687"/>
                </a:lnTo>
                <a:lnTo>
                  <a:pt x="100851" y="3199"/>
                </a:lnTo>
                <a:lnTo>
                  <a:pt x="71131" y="3199"/>
                </a:lnTo>
                <a:lnTo>
                  <a:pt x="0" y="98684"/>
                </a:lnTo>
                <a:lnTo>
                  <a:pt x="0" y="129108"/>
                </a:lnTo>
                <a:lnTo>
                  <a:pt x="69260" y="129108"/>
                </a:lnTo>
                <a:close/>
                <a:moveTo>
                  <a:pt x="189531" y="88204"/>
                </a:moveTo>
                <a:cubicBezTo>
                  <a:pt x="185321" y="88204"/>
                  <a:pt x="181616" y="87308"/>
                  <a:pt x="178416" y="85516"/>
                </a:cubicBezTo>
                <a:cubicBezTo>
                  <a:pt x="175220" y="83724"/>
                  <a:pt x="172607" y="81386"/>
                  <a:pt x="170579" y="78504"/>
                </a:cubicBezTo>
                <a:cubicBezTo>
                  <a:pt x="168551" y="75619"/>
                  <a:pt x="167030" y="72346"/>
                  <a:pt x="166016" y="68685"/>
                </a:cubicBezTo>
                <a:cubicBezTo>
                  <a:pt x="165002" y="65022"/>
                  <a:pt x="164495" y="61242"/>
                  <a:pt x="164495" y="57345"/>
                </a:cubicBezTo>
                <a:cubicBezTo>
                  <a:pt x="164495" y="53606"/>
                  <a:pt x="165042" y="49944"/>
                  <a:pt x="166134" y="46359"/>
                </a:cubicBezTo>
                <a:cubicBezTo>
                  <a:pt x="167227" y="42774"/>
                  <a:pt x="168864" y="39578"/>
                  <a:pt x="171047" y="36772"/>
                </a:cubicBezTo>
                <a:cubicBezTo>
                  <a:pt x="173232" y="33966"/>
                  <a:pt x="175884" y="31706"/>
                  <a:pt x="179002" y="29992"/>
                </a:cubicBezTo>
                <a:cubicBezTo>
                  <a:pt x="182123" y="28278"/>
                  <a:pt x="185632" y="27421"/>
                  <a:pt x="189531" y="27421"/>
                </a:cubicBezTo>
                <a:cubicBezTo>
                  <a:pt x="193744" y="27421"/>
                  <a:pt x="197489" y="28278"/>
                  <a:pt x="200764" y="29992"/>
                </a:cubicBezTo>
                <a:cubicBezTo>
                  <a:pt x="204039" y="31706"/>
                  <a:pt x="206808" y="34005"/>
                  <a:pt x="209069" y="36890"/>
                </a:cubicBezTo>
                <a:cubicBezTo>
                  <a:pt x="211333" y="39772"/>
                  <a:pt x="213049" y="43045"/>
                  <a:pt x="214217" y="46709"/>
                </a:cubicBezTo>
                <a:cubicBezTo>
                  <a:pt x="215389" y="50372"/>
                  <a:pt x="215974" y="54073"/>
                  <a:pt x="215974" y="57813"/>
                </a:cubicBezTo>
                <a:cubicBezTo>
                  <a:pt x="215974" y="61864"/>
                  <a:pt x="215428" y="65721"/>
                  <a:pt x="214335" y="69385"/>
                </a:cubicBezTo>
                <a:cubicBezTo>
                  <a:pt x="213243" y="73048"/>
                  <a:pt x="211604" y="76283"/>
                  <a:pt x="209419" y="79089"/>
                </a:cubicBezTo>
                <a:cubicBezTo>
                  <a:pt x="207236" y="81893"/>
                  <a:pt x="204507" y="84114"/>
                  <a:pt x="201232" y="85752"/>
                </a:cubicBezTo>
                <a:cubicBezTo>
                  <a:pt x="197956" y="87387"/>
                  <a:pt x="194056" y="88204"/>
                  <a:pt x="189531" y="88204"/>
                </a:cubicBezTo>
                <a:moveTo>
                  <a:pt x="165666" y="124994"/>
                </a:moveTo>
                <a:lnTo>
                  <a:pt x="134079" y="124994"/>
                </a:lnTo>
                <a:cubicBezTo>
                  <a:pt x="135014" y="132183"/>
                  <a:pt x="136964" y="138591"/>
                  <a:pt x="139927" y="144218"/>
                </a:cubicBezTo>
                <a:cubicBezTo>
                  <a:pt x="142890" y="149845"/>
                  <a:pt x="146712" y="154613"/>
                  <a:pt x="151392" y="158521"/>
                </a:cubicBezTo>
                <a:cubicBezTo>
                  <a:pt x="156071" y="162427"/>
                  <a:pt x="161453" y="165356"/>
                  <a:pt x="167537" y="167308"/>
                </a:cubicBezTo>
                <a:cubicBezTo>
                  <a:pt x="173621" y="169262"/>
                  <a:pt x="180173" y="170239"/>
                  <a:pt x="187193" y="170239"/>
                </a:cubicBezTo>
                <a:cubicBezTo>
                  <a:pt x="198894" y="170239"/>
                  <a:pt x="208800" y="167703"/>
                  <a:pt x="216910" y="162631"/>
                </a:cubicBezTo>
                <a:cubicBezTo>
                  <a:pt x="225022" y="157556"/>
                  <a:pt x="231652" y="150921"/>
                  <a:pt x="236801" y="142725"/>
                </a:cubicBezTo>
                <a:cubicBezTo>
                  <a:pt x="241949" y="134530"/>
                  <a:pt x="245693" y="125359"/>
                  <a:pt x="248033" y="115211"/>
                </a:cubicBezTo>
                <a:cubicBezTo>
                  <a:pt x="250373" y="105064"/>
                  <a:pt x="251543" y="94917"/>
                  <a:pt x="251543" y="84770"/>
                </a:cubicBezTo>
                <a:cubicBezTo>
                  <a:pt x="251543" y="74465"/>
                  <a:pt x="250606" y="64240"/>
                  <a:pt x="248733" y="54092"/>
                </a:cubicBezTo>
                <a:cubicBezTo>
                  <a:pt x="246862" y="43945"/>
                  <a:pt x="243508" y="34852"/>
                  <a:pt x="238671" y="26814"/>
                </a:cubicBezTo>
                <a:cubicBezTo>
                  <a:pt x="233837" y="18773"/>
                  <a:pt x="227403" y="12294"/>
                  <a:pt x="219370" y="7377"/>
                </a:cubicBezTo>
                <a:cubicBezTo>
                  <a:pt x="211336" y="2459"/>
                  <a:pt x="201079" y="0"/>
                  <a:pt x="188599" y="0"/>
                </a:cubicBezTo>
                <a:cubicBezTo>
                  <a:pt x="180018" y="0"/>
                  <a:pt x="172218" y="1561"/>
                  <a:pt x="165199" y="4684"/>
                </a:cubicBezTo>
                <a:cubicBezTo>
                  <a:pt x="158179" y="7805"/>
                  <a:pt x="152134" y="12059"/>
                  <a:pt x="147064" y="17445"/>
                </a:cubicBezTo>
                <a:cubicBezTo>
                  <a:pt x="141994" y="22832"/>
                  <a:pt x="138094" y="29155"/>
                  <a:pt x="135364" y="36415"/>
                </a:cubicBezTo>
                <a:cubicBezTo>
                  <a:pt x="132634" y="43675"/>
                  <a:pt x="131269" y="51519"/>
                  <a:pt x="131269" y="59948"/>
                </a:cubicBezTo>
                <a:cubicBezTo>
                  <a:pt x="131269" y="66506"/>
                  <a:pt x="132283" y="72985"/>
                  <a:pt x="134311" y="79385"/>
                </a:cubicBezTo>
                <a:cubicBezTo>
                  <a:pt x="136339" y="85786"/>
                  <a:pt x="139537" y="91485"/>
                  <a:pt x="143904" y="96481"/>
                </a:cubicBezTo>
                <a:cubicBezTo>
                  <a:pt x="148584" y="101632"/>
                  <a:pt x="154278" y="105729"/>
                  <a:pt x="160986" y="108774"/>
                </a:cubicBezTo>
                <a:cubicBezTo>
                  <a:pt x="167693" y="111818"/>
                  <a:pt x="174557" y="113340"/>
                  <a:pt x="181576" y="113340"/>
                </a:cubicBezTo>
                <a:cubicBezTo>
                  <a:pt x="189534" y="113340"/>
                  <a:pt x="196553" y="111931"/>
                  <a:pt x="202635" y="109113"/>
                </a:cubicBezTo>
                <a:cubicBezTo>
                  <a:pt x="208719" y="106295"/>
                  <a:pt x="214023" y="101597"/>
                  <a:pt x="218548" y="95020"/>
                </a:cubicBezTo>
                <a:lnTo>
                  <a:pt x="219016" y="95488"/>
                </a:lnTo>
                <a:cubicBezTo>
                  <a:pt x="218704" y="100013"/>
                  <a:pt x="218041" y="105162"/>
                  <a:pt x="217027" y="110934"/>
                </a:cubicBezTo>
                <a:cubicBezTo>
                  <a:pt x="216013" y="116706"/>
                  <a:pt x="214336" y="122127"/>
                  <a:pt x="211997" y="127197"/>
                </a:cubicBezTo>
                <a:cubicBezTo>
                  <a:pt x="209657" y="132267"/>
                  <a:pt x="206536" y="136558"/>
                  <a:pt x="202635" y="140069"/>
                </a:cubicBezTo>
                <a:cubicBezTo>
                  <a:pt x="198736" y="143577"/>
                  <a:pt x="193744" y="145332"/>
                  <a:pt x="187660" y="145332"/>
                </a:cubicBezTo>
                <a:cubicBezTo>
                  <a:pt x="181891" y="145332"/>
                  <a:pt x="177055" y="143306"/>
                  <a:pt x="173154" y="139255"/>
                </a:cubicBezTo>
                <a:cubicBezTo>
                  <a:pt x="169255" y="135201"/>
                  <a:pt x="166759" y="130448"/>
                  <a:pt x="165666" y="124994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943F7-A733-43B9-ABEA-C5AC6158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41" y="4453183"/>
            <a:ext cx="374765" cy="10"/>
          </a:xfrm>
          <a:custGeom xmlns:a="http://schemas.openxmlformats.org/drawingml/2006/main">
            <a:pathLst>
              <a:path w="374765" h="1" fill="none">
                <a:moveTo>
                  <a:pt x="0" y="0"/>
                </a:moveTo>
                <a:lnTo>
                  <a:pt x="374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998" cap="sq">
            <a:solidFill>
              <a:srgbClr val="FF404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76381B-3FEA-4075-B5AE-FC996F9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806" y="4404045"/>
            <a:ext cx="131036" cy="98277"/>
          </a:xfrm>
          <a:custGeom xmlns:a="http://schemas.openxmlformats.org/drawingml/2006/main">
            <a:pathLst>
              <a:path w="131036" h="98277">
                <a:moveTo>
                  <a:pt x="131036" y="49139"/>
                </a:moveTo>
                <a:lnTo>
                  <a:pt x="0" y="0"/>
                </a:lnTo>
                <a:lnTo>
                  <a:pt x="0" y="98277"/>
                </a:lnTo>
                <a:lnTo>
                  <a:pt x="131036" y="49139"/>
                </a:lnTo>
                <a:close/>
                <a:moveTo>
                  <a:pt x="131036" y="49139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649F3-F76B-4CCA-8B52-BF1B7809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806" y="4404045"/>
            <a:ext cx="131036" cy="98277"/>
          </a:xfrm>
          <a:custGeom xmlns:a="http://schemas.openxmlformats.org/drawingml/2006/main">
            <a:pathLst>
              <a:path w="131036" h="98277" fill="none">
                <a:moveTo>
                  <a:pt x="131036" y="49139"/>
                </a:moveTo>
                <a:lnTo>
                  <a:pt x="0" y="0"/>
                </a:lnTo>
                <a:lnTo>
                  <a:pt x="0" y="98277"/>
                </a:lnTo>
                <a:lnTo>
                  <a:pt x="131036" y="49139"/>
                </a:lnTo>
                <a:close/>
                <a:moveTo>
                  <a:pt x="131036" y="49139"/>
                </a:moveTo>
              </a:path>
            </a:pathLst>
          </a:custGeom>
          <a:noFill xmlns:a="http://schemas.openxmlformats.org/drawingml/2006/main"/>
          <a:ln xmlns:a="http://schemas.openxmlformats.org/drawingml/2006/main" w="64998" cap="flat">
            <a:solidFill>
              <a:srgbClr val="FF4040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CA1E38-9868-4359-8EBC-98124C8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445" y="4453183"/>
            <a:ext cx="374765" cy="10"/>
          </a:xfrm>
          <a:custGeom xmlns:a="http://schemas.openxmlformats.org/drawingml/2006/main">
            <a:pathLst>
              <a:path w="374765" h="1" fill="none">
                <a:moveTo>
                  <a:pt x="0" y="0"/>
                </a:moveTo>
                <a:lnTo>
                  <a:pt x="374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998" cap="sq">
            <a:solidFill>
              <a:srgbClr val="310067"/>
            </a:solidFill>
            <a:round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88F04D-7BF6-4C2C-B833-10C69DC8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209" y="4404045"/>
            <a:ext cx="131036" cy="98277"/>
          </a:xfrm>
          <a:custGeom xmlns:a="http://schemas.openxmlformats.org/drawingml/2006/main">
            <a:pathLst>
              <a:path w="131036" h="98277">
                <a:moveTo>
                  <a:pt x="131036" y="49139"/>
                </a:moveTo>
                <a:lnTo>
                  <a:pt x="0" y="0"/>
                </a:lnTo>
                <a:lnTo>
                  <a:pt x="0" y="98277"/>
                </a:lnTo>
                <a:lnTo>
                  <a:pt x="131036" y="49139"/>
                </a:lnTo>
                <a:close/>
                <a:moveTo>
                  <a:pt x="131036" y="49139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1FA43-1FBD-4E6F-8844-D714BFC5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209" y="4404045"/>
            <a:ext cx="131036" cy="98277"/>
          </a:xfrm>
          <a:custGeom xmlns:a="http://schemas.openxmlformats.org/drawingml/2006/main">
            <a:pathLst>
              <a:path w="131036" h="98277" fill="none">
                <a:moveTo>
                  <a:pt x="131036" y="49139"/>
                </a:moveTo>
                <a:lnTo>
                  <a:pt x="0" y="0"/>
                </a:lnTo>
                <a:lnTo>
                  <a:pt x="0" y="98277"/>
                </a:lnTo>
                <a:lnTo>
                  <a:pt x="131036" y="49139"/>
                </a:lnTo>
                <a:close/>
                <a:moveTo>
                  <a:pt x="131036" y="49139"/>
                </a:moveTo>
              </a:path>
            </a:pathLst>
          </a:custGeom>
          <a:noFill xmlns:a="http://schemas.openxmlformats.org/drawingml/2006/main"/>
          <a:ln xmlns:a="http://schemas.openxmlformats.org/drawingml/2006/main" w="64998" cap="flat">
            <a:solidFill>
              <a:srgbClr val="310067"/>
            </a:solidFill>
            <a:miter/>
          </a:ln>
        </p:spPr>
      </p:sp>
      <p:sp>
        <p:nvSpPr>
          <p:cNvPr id="56" name="Text Newpathsaddedbyourparser">
            <a:extLst xmlns:a="http://schemas.openxmlformats.org/drawingml/2006/main">
              <a:ext uri="{FF2B5EF4-FFF2-40B4-BE49-F238E27FC236}">
                <a16:creationId xmlns:a16="http://schemas.microsoft.com/office/drawing/2014/main" id="{99C079B7-1927-499A-8A8C-7A51939B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3" y="4392684"/>
            <a:ext cx="3097652" cy="186057"/>
          </a:xfrm>
          <a:custGeom xmlns:a="http://schemas.openxmlformats.org/drawingml/2006/main">
            <a:pathLst>
              <a:path w="3097652" h="186057">
                <a:moveTo>
                  <a:pt x="0" y="0"/>
                </a:moveTo>
                <a:lnTo>
                  <a:pt x="0" y="148480"/>
                </a:lnTo>
                <a:lnTo>
                  <a:pt x="30576" y="148480"/>
                </a:lnTo>
                <a:lnTo>
                  <a:pt x="30576" y="49079"/>
                </a:lnTo>
                <a:lnTo>
                  <a:pt x="30992" y="49079"/>
                </a:lnTo>
                <a:lnTo>
                  <a:pt x="92765" y="148480"/>
                </a:lnTo>
                <a:lnTo>
                  <a:pt x="125420" y="148480"/>
                </a:lnTo>
                <a:lnTo>
                  <a:pt x="125420" y="0"/>
                </a:lnTo>
                <a:lnTo>
                  <a:pt x="94844" y="0"/>
                </a:lnTo>
                <a:lnTo>
                  <a:pt x="94844" y="99611"/>
                </a:lnTo>
                <a:lnTo>
                  <a:pt x="94428" y="99611"/>
                </a:lnTo>
                <a:lnTo>
                  <a:pt x="32445" y="0"/>
                </a:lnTo>
                <a:lnTo>
                  <a:pt x="0" y="0"/>
                </a:lnTo>
                <a:close/>
                <a:moveTo>
                  <a:pt x="223383" y="83279"/>
                </a:moveTo>
                <a:lnTo>
                  <a:pt x="175339" y="83279"/>
                </a:lnTo>
                <a:cubicBezTo>
                  <a:pt x="175476" y="81193"/>
                  <a:pt x="175926" y="78828"/>
                  <a:pt x="176688" y="76186"/>
                </a:cubicBezTo>
                <a:cubicBezTo>
                  <a:pt x="177451" y="73541"/>
                  <a:pt x="178770" y="71037"/>
                  <a:pt x="180642" y="68673"/>
                </a:cubicBezTo>
                <a:cubicBezTo>
                  <a:pt x="182515" y="66308"/>
                  <a:pt x="185010" y="64325"/>
                  <a:pt x="188129" y="62726"/>
                </a:cubicBezTo>
                <a:cubicBezTo>
                  <a:pt x="191250" y="61126"/>
                  <a:pt x="195167" y="60326"/>
                  <a:pt x="199881" y="60326"/>
                </a:cubicBezTo>
                <a:cubicBezTo>
                  <a:pt x="207092" y="60326"/>
                  <a:pt x="212465" y="62274"/>
                  <a:pt x="216001" y="66169"/>
                </a:cubicBezTo>
                <a:cubicBezTo>
                  <a:pt x="219536" y="70064"/>
                  <a:pt x="221997" y="75768"/>
                  <a:pt x="223383" y="83279"/>
                </a:cubicBezTo>
                <a:moveTo>
                  <a:pt x="175339" y="101966"/>
                </a:moveTo>
                <a:lnTo>
                  <a:pt x="252921" y="101966"/>
                </a:lnTo>
                <a:cubicBezTo>
                  <a:pt x="253475" y="93629"/>
                  <a:pt x="252781" y="85640"/>
                  <a:pt x="250839" y="77998"/>
                </a:cubicBezTo>
                <a:cubicBezTo>
                  <a:pt x="248899" y="70355"/>
                  <a:pt x="245744" y="63548"/>
                  <a:pt x="241375" y="57575"/>
                </a:cubicBezTo>
                <a:cubicBezTo>
                  <a:pt x="237008" y="51600"/>
                  <a:pt x="231426" y="46841"/>
                  <a:pt x="224630" y="43299"/>
                </a:cubicBezTo>
                <a:cubicBezTo>
                  <a:pt x="217836" y="39755"/>
                  <a:pt x="209864" y="37983"/>
                  <a:pt x="200713" y="37983"/>
                </a:cubicBezTo>
                <a:cubicBezTo>
                  <a:pt x="192531" y="37983"/>
                  <a:pt x="185078" y="39442"/>
                  <a:pt x="178354" y="42360"/>
                </a:cubicBezTo>
                <a:cubicBezTo>
                  <a:pt x="171630" y="45275"/>
                  <a:pt x="165841" y="49268"/>
                  <a:pt x="160987" y="54338"/>
                </a:cubicBezTo>
                <a:cubicBezTo>
                  <a:pt x="156133" y="59407"/>
                  <a:pt x="152390" y="65415"/>
                  <a:pt x="149755" y="72361"/>
                </a:cubicBezTo>
                <a:cubicBezTo>
                  <a:pt x="147121" y="79305"/>
                  <a:pt x="145804" y="86806"/>
                  <a:pt x="145804" y="94863"/>
                </a:cubicBezTo>
                <a:cubicBezTo>
                  <a:pt x="145804" y="103195"/>
                  <a:pt x="147086" y="110834"/>
                  <a:pt x="149651" y="117781"/>
                </a:cubicBezTo>
                <a:cubicBezTo>
                  <a:pt x="152217" y="124725"/>
                  <a:pt x="155857" y="130698"/>
                  <a:pt x="160571" y="135699"/>
                </a:cubicBezTo>
                <a:cubicBezTo>
                  <a:pt x="165285" y="140699"/>
                  <a:pt x="171039" y="144553"/>
                  <a:pt x="177833" y="147261"/>
                </a:cubicBezTo>
                <a:cubicBezTo>
                  <a:pt x="184627" y="149970"/>
                  <a:pt x="192254" y="151324"/>
                  <a:pt x="200713" y="151324"/>
                </a:cubicBezTo>
                <a:cubicBezTo>
                  <a:pt x="212915" y="151324"/>
                  <a:pt x="223314" y="148553"/>
                  <a:pt x="231911" y="143012"/>
                </a:cubicBezTo>
                <a:cubicBezTo>
                  <a:pt x="240509" y="137470"/>
                  <a:pt x="246889" y="128257"/>
                  <a:pt x="251048" y="115372"/>
                </a:cubicBezTo>
                <a:lnTo>
                  <a:pt x="225049" y="115372"/>
                </a:lnTo>
                <a:cubicBezTo>
                  <a:pt x="224078" y="118670"/>
                  <a:pt x="221443" y="121797"/>
                  <a:pt x="217143" y="124753"/>
                </a:cubicBezTo>
                <a:cubicBezTo>
                  <a:pt x="212846" y="127707"/>
                  <a:pt x="207716" y="129184"/>
                  <a:pt x="201754" y="129184"/>
                </a:cubicBezTo>
                <a:cubicBezTo>
                  <a:pt x="193434" y="129184"/>
                  <a:pt x="187055" y="127037"/>
                  <a:pt x="182616" y="122744"/>
                </a:cubicBezTo>
                <a:cubicBezTo>
                  <a:pt x="178179" y="118449"/>
                  <a:pt x="175754" y="111523"/>
                  <a:pt x="175339" y="101966"/>
                </a:cubicBezTo>
                <a:close/>
                <a:moveTo>
                  <a:pt x="393317" y="148480"/>
                </a:moveTo>
                <a:lnTo>
                  <a:pt x="427219" y="41030"/>
                </a:lnTo>
                <a:lnTo>
                  <a:pt x="396853" y="41030"/>
                </a:lnTo>
                <a:lnTo>
                  <a:pt x="377093" y="113772"/>
                </a:lnTo>
                <a:lnTo>
                  <a:pt x="376677" y="113772"/>
                </a:lnTo>
                <a:lnTo>
                  <a:pt x="358374" y="41030"/>
                </a:lnTo>
                <a:lnTo>
                  <a:pt x="329671" y="41030"/>
                </a:lnTo>
                <a:lnTo>
                  <a:pt x="311784" y="113978"/>
                </a:lnTo>
                <a:lnTo>
                  <a:pt x="311368" y="113978"/>
                </a:lnTo>
                <a:lnTo>
                  <a:pt x="291608" y="41030"/>
                </a:lnTo>
                <a:lnTo>
                  <a:pt x="260407" y="41030"/>
                </a:lnTo>
                <a:lnTo>
                  <a:pt x="294519" y="148480"/>
                </a:lnTo>
                <a:lnTo>
                  <a:pt x="325094" y="148480"/>
                </a:lnTo>
                <a:lnTo>
                  <a:pt x="343397" y="76363"/>
                </a:lnTo>
                <a:lnTo>
                  <a:pt x="343813" y="76363"/>
                </a:lnTo>
                <a:lnTo>
                  <a:pt x="362948" y="148480"/>
                </a:lnTo>
                <a:lnTo>
                  <a:pt x="393317" y="148480"/>
                </a:lnTo>
                <a:close/>
                <a:moveTo>
                  <a:pt x="551808" y="129184"/>
                </a:moveTo>
                <a:cubicBezTo>
                  <a:pt x="547091" y="129184"/>
                  <a:pt x="543069" y="128214"/>
                  <a:pt x="539741" y="126273"/>
                </a:cubicBezTo>
                <a:cubicBezTo>
                  <a:pt x="536415" y="124331"/>
                  <a:pt x="533746" y="121800"/>
                  <a:pt x="531734" y="118679"/>
                </a:cubicBezTo>
                <a:cubicBezTo>
                  <a:pt x="529724" y="115558"/>
                  <a:pt x="528268" y="111918"/>
                  <a:pt x="527367" y="107758"/>
                </a:cubicBezTo>
                <a:cubicBezTo>
                  <a:pt x="526465" y="103596"/>
                  <a:pt x="526015" y="99365"/>
                  <a:pt x="526015" y="95066"/>
                </a:cubicBezTo>
                <a:cubicBezTo>
                  <a:pt x="526015" y="90629"/>
                  <a:pt x="526430" y="86331"/>
                  <a:pt x="527262" y="82171"/>
                </a:cubicBezTo>
                <a:cubicBezTo>
                  <a:pt x="528093" y="78009"/>
                  <a:pt x="529514" y="74334"/>
                  <a:pt x="531524" y="71146"/>
                </a:cubicBezTo>
                <a:cubicBezTo>
                  <a:pt x="533536" y="67955"/>
                  <a:pt x="536172" y="65355"/>
                  <a:pt x="539430" y="63345"/>
                </a:cubicBezTo>
                <a:cubicBezTo>
                  <a:pt x="542688" y="61332"/>
                  <a:pt x="546744" y="60326"/>
                  <a:pt x="551598" y="60326"/>
                </a:cubicBezTo>
                <a:cubicBezTo>
                  <a:pt x="556314" y="60326"/>
                  <a:pt x="560302" y="61332"/>
                  <a:pt x="563560" y="63345"/>
                </a:cubicBezTo>
                <a:cubicBezTo>
                  <a:pt x="566818" y="65355"/>
                  <a:pt x="569487" y="67990"/>
                  <a:pt x="571567" y="71250"/>
                </a:cubicBezTo>
                <a:cubicBezTo>
                  <a:pt x="573647" y="74509"/>
                  <a:pt x="575138" y="78218"/>
                  <a:pt x="576039" y="82378"/>
                </a:cubicBezTo>
                <a:cubicBezTo>
                  <a:pt x="576940" y="86537"/>
                  <a:pt x="577391" y="90767"/>
                  <a:pt x="577391" y="95066"/>
                </a:cubicBezTo>
                <a:cubicBezTo>
                  <a:pt x="577391" y="99365"/>
                  <a:pt x="576975" y="103596"/>
                  <a:pt x="576144" y="107758"/>
                </a:cubicBezTo>
                <a:cubicBezTo>
                  <a:pt x="575312" y="111918"/>
                  <a:pt x="573890" y="115558"/>
                  <a:pt x="571878" y="118679"/>
                </a:cubicBezTo>
                <a:cubicBezTo>
                  <a:pt x="569868" y="121800"/>
                  <a:pt x="567234" y="124331"/>
                  <a:pt x="563976" y="126273"/>
                </a:cubicBezTo>
                <a:cubicBezTo>
                  <a:pt x="560717" y="128214"/>
                  <a:pt x="556661" y="129184"/>
                  <a:pt x="551808" y="129184"/>
                </a:cubicBezTo>
                <a:moveTo>
                  <a:pt x="497521" y="40963"/>
                </a:moveTo>
                <a:lnTo>
                  <a:pt x="497521" y="186057"/>
                </a:lnTo>
                <a:lnTo>
                  <a:pt x="527056" y="186057"/>
                </a:lnTo>
                <a:lnTo>
                  <a:pt x="527056" y="135242"/>
                </a:lnTo>
                <a:lnTo>
                  <a:pt x="527471" y="135242"/>
                </a:lnTo>
                <a:cubicBezTo>
                  <a:pt x="531077" y="140534"/>
                  <a:pt x="535687" y="144537"/>
                  <a:pt x="541302" y="147252"/>
                </a:cubicBezTo>
                <a:cubicBezTo>
                  <a:pt x="546918" y="149966"/>
                  <a:pt x="553054" y="151324"/>
                  <a:pt x="559710" y="151324"/>
                </a:cubicBezTo>
                <a:cubicBezTo>
                  <a:pt x="567615" y="151324"/>
                  <a:pt x="574514" y="149796"/>
                  <a:pt x="580406" y="146741"/>
                </a:cubicBezTo>
                <a:cubicBezTo>
                  <a:pt x="586299" y="143686"/>
                  <a:pt x="591221" y="139588"/>
                  <a:pt x="595173" y="134449"/>
                </a:cubicBezTo>
                <a:cubicBezTo>
                  <a:pt x="599126" y="129310"/>
                  <a:pt x="602072" y="123407"/>
                  <a:pt x="604012" y="116740"/>
                </a:cubicBezTo>
                <a:cubicBezTo>
                  <a:pt x="605955" y="110073"/>
                  <a:pt x="606926" y="103127"/>
                  <a:pt x="606926" y="95904"/>
                </a:cubicBezTo>
                <a:cubicBezTo>
                  <a:pt x="606926" y="88264"/>
                  <a:pt x="605955" y="80937"/>
                  <a:pt x="604012" y="73923"/>
                </a:cubicBezTo>
                <a:cubicBezTo>
                  <a:pt x="602072" y="66909"/>
                  <a:pt x="599091" y="60763"/>
                  <a:pt x="595069" y="55486"/>
                </a:cubicBezTo>
                <a:cubicBezTo>
                  <a:pt x="591049" y="50207"/>
                  <a:pt x="585988" y="45971"/>
                  <a:pt x="579886" y="42776"/>
                </a:cubicBezTo>
                <a:cubicBezTo>
                  <a:pt x="573786" y="39581"/>
                  <a:pt x="566506" y="37983"/>
                  <a:pt x="558047" y="37983"/>
                </a:cubicBezTo>
                <a:cubicBezTo>
                  <a:pt x="551391" y="37983"/>
                  <a:pt x="545289" y="39306"/>
                  <a:pt x="539741" y="41950"/>
                </a:cubicBezTo>
                <a:cubicBezTo>
                  <a:pt x="534195" y="44595"/>
                  <a:pt x="529620" y="48842"/>
                  <a:pt x="526015" y="54690"/>
                </a:cubicBezTo>
                <a:lnTo>
                  <a:pt x="525599" y="54690"/>
                </a:lnTo>
                <a:lnTo>
                  <a:pt x="525599" y="40963"/>
                </a:lnTo>
                <a:lnTo>
                  <a:pt x="497521" y="40963"/>
                </a:lnTo>
                <a:close/>
                <a:moveTo>
                  <a:pt x="623358" y="74018"/>
                </a:moveTo>
                <a:cubicBezTo>
                  <a:pt x="623772" y="67084"/>
                  <a:pt x="625505" y="61330"/>
                  <a:pt x="628556" y="56756"/>
                </a:cubicBezTo>
                <a:cubicBezTo>
                  <a:pt x="631607" y="52179"/>
                  <a:pt x="635490" y="48504"/>
                  <a:pt x="640204" y="45730"/>
                </a:cubicBezTo>
                <a:cubicBezTo>
                  <a:pt x="644918" y="42957"/>
                  <a:pt x="650221" y="40980"/>
                  <a:pt x="656114" y="39802"/>
                </a:cubicBezTo>
                <a:cubicBezTo>
                  <a:pt x="662009" y="38623"/>
                  <a:pt x="667937" y="38034"/>
                  <a:pt x="673899" y="38034"/>
                </a:cubicBezTo>
                <a:cubicBezTo>
                  <a:pt x="679307" y="38034"/>
                  <a:pt x="684784" y="38416"/>
                  <a:pt x="690330" y="39180"/>
                </a:cubicBezTo>
                <a:cubicBezTo>
                  <a:pt x="695878" y="39941"/>
                  <a:pt x="700939" y="41432"/>
                  <a:pt x="705513" y="43652"/>
                </a:cubicBezTo>
                <a:cubicBezTo>
                  <a:pt x="710090" y="45869"/>
                  <a:pt x="713833" y="48954"/>
                  <a:pt x="716745" y="52906"/>
                </a:cubicBezTo>
                <a:cubicBezTo>
                  <a:pt x="719658" y="56859"/>
                  <a:pt x="721115" y="62093"/>
                  <a:pt x="721115" y="68610"/>
                </a:cubicBezTo>
                <a:lnTo>
                  <a:pt x="721115" y="124560"/>
                </a:lnTo>
                <a:cubicBezTo>
                  <a:pt x="721115" y="129413"/>
                  <a:pt x="721392" y="134059"/>
                  <a:pt x="721947" y="138496"/>
                </a:cubicBezTo>
                <a:cubicBezTo>
                  <a:pt x="722501" y="142932"/>
                  <a:pt x="723471" y="146261"/>
                  <a:pt x="724857" y="148480"/>
                </a:cubicBezTo>
                <a:lnTo>
                  <a:pt x="694906" y="148480"/>
                </a:lnTo>
                <a:cubicBezTo>
                  <a:pt x="694352" y="146817"/>
                  <a:pt x="693901" y="145119"/>
                  <a:pt x="693554" y="143386"/>
                </a:cubicBezTo>
                <a:cubicBezTo>
                  <a:pt x="693207" y="141651"/>
                  <a:pt x="692965" y="139882"/>
                  <a:pt x="692828" y="138080"/>
                </a:cubicBezTo>
                <a:cubicBezTo>
                  <a:pt x="688114" y="142933"/>
                  <a:pt x="682567" y="146331"/>
                  <a:pt x="676188" y="148274"/>
                </a:cubicBezTo>
                <a:cubicBezTo>
                  <a:pt x="669808" y="150214"/>
                  <a:pt x="663291" y="151184"/>
                  <a:pt x="656634" y="151184"/>
                </a:cubicBezTo>
                <a:cubicBezTo>
                  <a:pt x="651506" y="151184"/>
                  <a:pt x="646722" y="150560"/>
                  <a:pt x="642283" y="149312"/>
                </a:cubicBezTo>
                <a:cubicBezTo>
                  <a:pt x="637846" y="148063"/>
                  <a:pt x="633963" y="146122"/>
                  <a:pt x="630635" y="143488"/>
                </a:cubicBezTo>
                <a:cubicBezTo>
                  <a:pt x="627309" y="140854"/>
                  <a:pt x="624710" y="137526"/>
                  <a:pt x="622837" y="133506"/>
                </a:cubicBezTo>
                <a:cubicBezTo>
                  <a:pt x="620965" y="129484"/>
                  <a:pt x="620028" y="124699"/>
                  <a:pt x="620028" y="119152"/>
                </a:cubicBezTo>
                <a:cubicBezTo>
                  <a:pt x="620028" y="113052"/>
                  <a:pt x="621103" y="108026"/>
                  <a:pt x="623253" y="104073"/>
                </a:cubicBezTo>
                <a:cubicBezTo>
                  <a:pt x="625403" y="100121"/>
                  <a:pt x="628175" y="96966"/>
                  <a:pt x="631571" y="94609"/>
                </a:cubicBezTo>
                <a:cubicBezTo>
                  <a:pt x="634969" y="92252"/>
                  <a:pt x="638852" y="90484"/>
                  <a:pt x="643219" y="89306"/>
                </a:cubicBezTo>
                <a:cubicBezTo>
                  <a:pt x="647588" y="88127"/>
                  <a:pt x="651991" y="87192"/>
                  <a:pt x="656428" y="86500"/>
                </a:cubicBezTo>
                <a:cubicBezTo>
                  <a:pt x="660865" y="85806"/>
                  <a:pt x="665232" y="85251"/>
                  <a:pt x="669529" y="84834"/>
                </a:cubicBezTo>
                <a:cubicBezTo>
                  <a:pt x="673829" y="84417"/>
                  <a:pt x="677642" y="83793"/>
                  <a:pt x="680971" y="82961"/>
                </a:cubicBezTo>
                <a:cubicBezTo>
                  <a:pt x="684299" y="82130"/>
                  <a:pt x="686933" y="80918"/>
                  <a:pt x="688873" y="79324"/>
                </a:cubicBezTo>
                <a:cubicBezTo>
                  <a:pt x="690815" y="77729"/>
                  <a:pt x="691718" y="75406"/>
                  <a:pt x="691580" y="72355"/>
                </a:cubicBezTo>
                <a:cubicBezTo>
                  <a:pt x="691580" y="69164"/>
                  <a:pt x="691060" y="66634"/>
                  <a:pt x="690019" y="64763"/>
                </a:cubicBezTo>
                <a:cubicBezTo>
                  <a:pt x="688978" y="62891"/>
                  <a:pt x="687591" y="61435"/>
                  <a:pt x="685858" y="60396"/>
                </a:cubicBezTo>
                <a:cubicBezTo>
                  <a:pt x="684125" y="59355"/>
                  <a:pt x="682114" y="58661"/>
                  <a:pt x="679825" y="58314"/>
                </a:cubicBezTo>
                <a:cubicBezTo>
                  <a:pt x="677538" y="57967"/>
                  <a:pt x="675077" y="57794"/>
                  <a:pt x="672443" y="57794"/>
                </a:cubicBezTo>
                <a:cubicBezTo>
                  <a:pt x="666620" y="57794"/>
                  <a:pt x="662044" y="59042"/>
                  <a:pt x="658716" y="61539"/>
                </a:cubicBezTo>
                <a:cubicBezTo>
                  <a:pt x="655388" y="64035"/>
                  <a:pt x="653447" y="68195"/>
                  <a:pt x="652892" y="74018"/>
                </a:cubicBezTo>
                <a:lnTo>
                  <a:pt x="623358" y="74018"/>
                </a:lnTo>
                <a:moveTo>
                  <a:pt x="691580" y="95856"/>
                </a:moveTo>
                <a:cubicBezTo>
                  <a:pt x="690332" y="96967"/>
                  <a:pt x="688772" y="97835"/>
                  <a:pt x="686899" y="98459"/>
                </a:cubicBezTo>
                <a:cubicBezTo>
                  <a:pt x="685027" y="99083"/>
                  <a:pt x="683015" y="99603"/>
                  <a:pt x="680866" y="100020"/>
                </a:cubicBezTo>
                <a:cubicBezTo>
                  <a:pt x="678718" y="100435"/>
                  <a:pt x="676465" y="100781"/>
                  <a:pt x="674106" y="101058"/>
                </a:cubicBezTo>
                <a:cubicBezTo>
                  <a:pt x="671749" y="101335"/>
                  <a:pt x="669392" y="101681"/>
                  <a:pt x="667035" y="102096"/>
                </a:cubicBezTo>
                <a:cubicBezTo>
                  <a:pt x="664817" y="102513"/>
                  <a:pt x="662634" y="103068"/>
                  <a:pt x="660484" y="103762"/>
                </a:cubicBezTo>
                <a:cubicBezTo>
                  <a:pt x="658334" y="104454"/>
                  <a:pt x="656462" y="105390"/>
                  <a:pt x="654867" y="106571"/>
                </a:cubicBezTo>
                <a:cubicBezTo>
                  <a:pt x="653273" y="107749"/>
                  <a:pt x="651991" y="109240"/>
                  <a:pt x="651020" y="111043"/>
                </a:cubicBezTo>
                <a:cubicBezTo>
                  <a:pt x="650049" y="112843"/>
                  <a:pt x="649563" y="115130"/>
                  <a:pt x="649563" y="117904"/>
                </a:cubicBezTo>
                <a:cubicBezTo>
                  <a:pt x="649563" y="120539"/>
                  <a:pt x="650049" y="122757"/>
                  <a:pt x="651020" y="124560"/>
                </a:cubicBezTo>
                <a:cubicBezTo>
                  <a:pt x="651991" y="126362"/>
                  <a:pt x="653308" y="127784"/>
                  <a:pt x="654971" y="128825"/>
                </a:cubicBezTo>
                <a:cubicBezTo>
                  <a:pt x="656636" y="129864"/>
                  <a:pt x="658578" y="130592"/>
                  <a:pt x="660795" y="131009"/>
                </a:cubicBezTo>
                <a:cubicBezTo>
                  <a:pt x="663015" y="131425"/>
                  <a:pt x="665303" y="131634"/>
                  <a:pt x="667660" y="131634"/>
                </a:cubicBezTo>
                <a:cubicBezTo>
                  <a:pt x="673483" y="131634"/>
                  <a:pt x="677988" y="130664"/>
                  <a:pt x="681177" y="128724"/>
                </a:cubicBezTo>
                <a:cubicBezTo>
                  <a:pt x="684367" y="126781"/>
                  <a:pt x="686726" y="124458"/>
                  <a:pt x="688251" y="121754"/>
                </a:cubicBezTo>
                <a:cubicBezTo>
                  <a:pt x="689777" y="119050"/>
                  <a:pt x="690713" y="116311"/>
                  <a:pt x="691060" y="113537"/>
                </a:cubicBezTo>
                <a:cubicBezTo>
                  <a:pt x="691407" y="110763"/>
                  <a:pt x="691580" y="108545"/>
                  <a:pt x="691580" y="106882"/>
                </a:cubicBezTo>
                <a:lnTo>
                  <a:pt x="691580" y="95856"/>
                </a:lnTo>
                <a:close/>
                <a:moveTo>
                  <a:pt x="781431" y="41030"/>
                </a:moveTo>
                <a:lnTo>
                  <a:pt x="781431" y="8734"/>
                </a:lnTo>
                <a:lnTo>
                  <a:pt x="751896" y="8734"/>
                </a:lnTo>
                <a:lnTo>
                  <a:pt x="751896" y="41030"/>
                </a:lnTo>
                <a:lnTo>
                  <a:pt x="734009" y="41030"/>
                </a:lnTo>
                <a:lnTo>
                  <a:pt x="734009" y="60733"/>
                </a:lnTo>
                <a:lnTo>
                  <a:pt x="751896" y="60733"/>
                </a:lnTo>
                <a:lnTo>
                  <a:pt x="751896" y="124134"/>
                </a:lnTo>
                <a:cubicBezTo>
                  <a:pt x="751896" y="129540"/>
                  <a:pt x="752797" y="133906"/>
                  <a:pt x="754600" y="137232"/>
                </a:cubicBezTo>
                <a:cubicBezTo>
                  <a:pt x="756403" y="140558"/>
                  <a:pt x="758863" y="143123"/>
                  <a:pt x="761982" y="144926"/>
                </a:cubicBezTo>
                <a:cubicBezTo>
                  <a:pt x="765103" y="146726"/>
                  <a:pt x="768708" y="147937"/>
                  <a:pt x="772798" y="148559"/>
                </a:cubicBezTo>
                <a:cubicBezTo>
                  <a:pt x="776890" y="149184"/>
                  <a:pt x="781224" y="149496"/>
                  <a:pt x="785801" y="149496"/>
                </a:cubicBezTo>
                <a:cubicBezTo>
                  <a:pt x="788712" y="149496"/>
                  <a:pt x="791694" y="149428"/>
                  <a:pt x="794745" y="149293"/>
                </a:cubicBezTo>
                <a:cubicBezTo>
                  <a:pt x="797796" y="149157"/>
                  <a:pt x="800568" y="148886"/>
                  <a:pt x="803063" y="148480"/>
                </a:cubicBezTo>
                <a:lnTo>
                  <a:pt x="803063" y="125509"/>
                </a:lnTo>
                <a:cubicBezTo>
                  <a:pt x="801677" y="125786"/>
                  <a:pt x="800221" y="125994"/>
                  <a:pt x="798696" y="126134"/>
                </a:cubicBezTo>
                <a:cubicBezTo>
                  <a:pt x="797170" y="126271"/>
                  <a:pt x="795576" y="126340"/>
                  <a:pt x="793913" y="126340"/>
                </a:cubicBezTo>
                <a:cubicBezTo>
                  <a:pt x="788920" y="126340"/>
                  <a:pt x="785590" y="125510"/>
                  <a:pt x="783925" y="123849"/>
                </a:cubicBezTo>
                <a:cubicBezTo>
                  <a:pt x="782262" y="122188"/>
                  <a:pt x="781431" y="118866"/>
                  <a:pt x="781431" y="113883"/>
                </a:cubicBezTo>
                <a:lnTo>
                  <a:pt x="781431" y="60733"/>
                </a:lnTo>
                <a:lnTo>
                  <a:pt x="803063" y="60733"/>
                </a:lnTo>
                <a:lnTo>
                  <a:pt x="803063" y="41030"/>
                </a:lnTo>
                <a:lnTo>
                  <a:pt x="781431" y="41030"/>
                </a:lnTo>
                <a:close/>
                <a:moveTo>
                  <a:pt x="817206" y="0"/>
                </a:moveTo>
                <a:lnTo>
                  <a:pt x="817206" y="148480"/>
                </a:lnTo>
                <a:lnTo>
                  <a:pt x="846741" y="148480"/>
                </a:lnTo>
                <a:lnTo>
                  <a:pt x="846741" y="92121"/>
                </a:lnTo>
                <a:cubicBezTo>
                  <a:pt x="846741" y="81167"/>
                  <a:pt x="848544" y="73300"/>
                  <a:pt x="852149" y="68518"/>
                </a:cubicBezTo>
                <a:cubicBezTo>
                  <a:pt x="855755" y="63734"/>
                  <a:pt x="861578" y="61342"/>
                  <a:pt x="869621" y="61342"/>
                </a:cubicBezTo>
                <a:cubicBezTo>
                  <a:pt x="876694" y="61342"/>
                  <a:pt x="881616" y="63526"/>
                  <a:pt x="884388" y="67893"/>
                </a:cubicBezTo>
                <a:cubicBezTo>
                  <a:pt x="887162" y="72260"/>
                  <a:pt x="888549" y="78880"/>
                  <a:pt x="888549" y="87754"/>
                </a:cubicBezTo>
                <a:lnTo>
                  <a:pt x="888549" y="148480"/>
                </a:lnTo>
                <a:lnTo>
                  <a:pt x="918084" y="148480"/>
                </a:lnTo>
                <a:lnTo>
                  <a:pt x="918084" y="82308"/>
                </a:lnTo>
                <a:cubicBezTo>
                  <a:pt x="918084" y="75649"/>
                  <a:pt x="917494" y="69580"/>
                  <a:pt x="916316" y="64100"/>
                </a:cubicBezTo>
                <a:cubicBezTo>
                  <a:pt x="915137" y="58620"/>
                  <a:pt x="913091" y="53973"/>
                  <a:pt x="910178" y="50158"/>
                </a:cubicBezTo>
                <a:cubicBezTo>
                  <a:pt x="907267" y="46343"/>
                  <a:pt x="903280" y="43361"/>
                  <a:pt x="898219" y="41211"/>
                </a:cubicBezTo>
                <a:cubicBezTo>
                  <a:pt x="893158" y="39059"/>
                  <a:pt x="886676" y="37983"/>
                  <a:pt x="878774" y="37983"/>
                </a:cubicBezTo>
                <a:cubicBezTo>
                  <a:pt x="873226" y="37983"/>
                  <a:pt x="867540" y="39408"/>
                  <a:pt x="861715" y="42258"/>
                </a:cubicBezTo>
                <a:cubicBezTo>
                  <a:pt x="855892" y="45108"/>
                  <a:pt x="851109" y="49662"/>
                  <a:pt x="847366" y="55918"/>
                </a:cubicBezTo>
                <a:lnTo>
                  <a:pt x="846741" y="55918"/>
                </a:lnTo>
                <a:lnTo>
                  <a:pt x="846741" y="0"/>
                </a:lnTo>
                <a:lnTo>
                  <a:pt x="817206" y="0"/>
                </a:lnTo>
                <a:close/>
                <a:moveTo>
                  <a:pt x="963427" y="113544"/>
                </a:moveTo>
                <a:lnTo>
                  <a:pt x="935349" y="113544"/>
                </a:lnTo>
                <a:cubicBezTo>
                  <a:pt x="935626" y="120742"/>
                  <a:pt x="937255" y="126728"/>
                  <a:pt x="940237" y="131504"/>
                </a:cubicBezTo>
                <a:cubicBezTo>
                  <a:pt x="943218" y="136277"/>
                  <a:pt x="947030" y="140117"/>
                  <a:pt x="951675" y="143024"/>
                </a:cubicBezTo>
                <a:cubicBezTo>
                  <a:pt x="956321" y="145932"/>
                  <a:pt x="961625" y="148007"/>
                  <a:pt x="967588" y="149251"/>
                </a:cubicBezTo>
                <a:cubicBezTo>
                  <a:pt x="973550" y="150498"/>
                  <a:pt x="979651" y="151121"/>
                  <a:pt x="985891" y="151121"/>
                </a:cubicBezTo>
                <a:cubicBezTo>
                  <a:pt x="991991" y="151121"/>
                  <a:pt x="997987" y="150530"/>
                  <a:pt x="1003880" y="149350"/>
                </a:cubicBezTo>
                <a:cubicBezTo>
                  <a:pt x="1009774" y="148171"/>
                  <a:pt x="1015009" y="146125"/>
                  <a:pt x="1019583" y="143212"/>
                </a:cubicBezTo>
                <a:cubicBezTo>
                  <a:pt x="1024160" y="140298"/>
                  <a:pt x="1027869" y="136448"/>
                  <a:pt x="1030710" y="131662"/>
                </a:cubicBezTo>
                <a:cubicBezTo>
                  <a:pt x="1033554" y="126876"/>
                  <a:pt x="1034976" y="120946"/>
                  <a:pt x="1034976" y="113870"/>
                </a:cubicBezTo>
                <a:cubicBezTo>
                  <a:pt x="1034976" y="108877"/>
                  <a:pt x="1034005" y="104681"/>
                  <a:pt x="1032062" y="101283"/>
                </a:cubicBezTo>
                <a:cubicBezTo>
                  <a:pt x="1030122" y="97883"/>
                  <a:pt x="1027557" y="95039"/>
                  <a:pt x="1024366" y="92749"/>
                </a:cubicBezTo>
                <a:cubicBezTo>
                  <a:pt x="1021177" y="90460"/>
                  <a:pt x="1017538" y="88622"/>
                  <a:pt x="1013448" y="87236"/>
                </a:cubicBezTo>
                <a:cubicBezTo>
                  <a:pt x="1009358" y="85849"/>
                  <a:pt x="1005164" y="84669"/>
                  <a:pt x="1000864" y="83698"/>
                </a:cubicBezTo>
                <a:cubicBezTo>
                  <a:pt x="996705" y="82727"/>
                  <a:pt x="992614" y="81825"/>
                  <a:pt x="988592" y="80994"/>
                </a:cubicBezTo>
                <a:cubicBezTo>
                  <a:pt x="984572" y="80160"/>
                  <a:pt x="981001" y="79224"/>
                  <a:pt x="977880" y="78185"/>
                </a:cubicBezTo>
                <a:cubicBezTo>
                  <a:pt x="974762" y="77144"/>
                  <a:pt x="972231" y="75791"/>
                  <a:pt x="970289" y="74126"/>
                </a:cubicBezTo>
                <a:cubicBezTo>
                  <a:pt x="968348" y="72461"/>
                  <a:pt x="967378" y="70310"/>
                  <a:pt x="967378" y="67674"/>
                </a:cubicBezTo>
                <a:cubicBezTo>
                  <a:pt x="967378" y="65454"/>
                  <a:pt x="967933" y="63685"/>
                  <a:pt x="969041" y="62367"/>
                </a:cubicBezTo>
                <a:cubicBezTo>
                  <a:pt x="970152" y="61049"/>
                  <a:pt x="971504" y="60044"/>
                  <a:pt x="973097" y="59352"/>
                </a:cubicBezTo>
                <a:cubicBezTo>
                  <a:pt x="974693" y="58658"/>
                  <a:pt x="976461" y="58207"/>
                  <a:pt x="978401" y="58000"/>
                </a:cubicBezTo>
                <a:cubicBezTo>
                  <a:pt x="980343" y="57791"/>
                  <a:pt x="982146" y="57686"/>
                  <a:pt x="983809" y="57686"/>
                </a:cubicBezTo>
                <a:cubicBezTo>
                  <a:pt x="989077" y="57686"/>
                  <a:pt x="993653" y="58696"/>
                  <a:pt x="997535" y="60717"/>
                </a:cubicBezTo>
                <a:cubicBezTo>
                  <a:pt x="1001418" y="62735"/>
                  <a:pt x="1003567" y="66600"/>
                  <a:pt x="1003984" y="72310"/>
                </a:cubicBezTo>
                <a:lnTo>
                  <a:pt x="1032065" y="72310"/>
                </a:lnTo>
                <a:cubicBezTo>
                  <a:pt x="1031511" y="65654"/>
                  <a:pt x="1029812" y="60141"/>
                  <a:pt x="1026968" y="55772"/>
                </a:cubicBezTo>
                <a:cubicBezTo>
                  <a:pt x="1024127" y="51403"/>
                  <a:pt x="1020556" y="47901"/>
                  <a:pt x="1016257" y="45267"/>
                </a:cubicBezTo>
                <a:cubicBezTo>
                  <a:pt x="1011960" y="42631"/>
                  <a:pt x="1007072" y="40758"/>
                  <a:pt x="1001594" y="39649"/>
                </a:cubicBezTo>
                <a:cubicBezTo>
                  <a:pt x="996117" y="38539"/>
                  <a:pt x="990466" y="37983"/>
                  <a:pt x="984643" y="37983"/>
                </a:cubicBezTo>
                <a:cubicBezTo>
                  <a:pt x="978819" y="37983"/>
                  <a:pt x="973132" y="38504"/>
                  <a:pt x="967585" y="39545"/>
                </a:cubicBezTo>
                <a:cubicBezTo>
                  <a:pt x="962039" y="40584"/>
                  <a:pt x="957048" y="42386"/>
                  <a:pt x="952611" y="44953"/>
                </a:cubicBezTo>
                <a:cubicBezTo>
                  <a:pt x="948174" y="47519"/>
                  <a:pt x="944604" y="51022"/>
                  <a:pt x="941900" y="55461"/>
                </a:cubicBezTo>
                <a:cubicBezTo>
                  <a:pt x="939196" y="59900"/>
                  <a:pt x="937844" y="65588"/>
                  <a:pt x="937844" y="72526"/>
                </a:cubicBezTo>
                <a:cubicBezTo>
                  <a:pt x="937844" y="77242"/>
                  <a:pt x="938814" y="81231"/>
                  <a:pt x="940754" y="84491"/>
                </a:cubicBezTo>
                <a:cubicBezTo>
                  <a:pt x="942696" y="87750"/>
                  <a:pt x="945262" y="90455"/>
                  <a:pt x="948450" y="92606"/>
                </a:cubicBezTo>
                <a:cubicBezTo>
                  <a:pt x="951641" y="94756"/>
                  <a:pt x="955281" y="96490"/>
                  <a:pt x="959371" y="97808"/>
                </a:cubicBezTo>
                <a:cubicBezTo>
                  <a:pt x="963461" y="99126"/>
                  <a:pt x="967656" y="100271"/>
                  <a:pt x="971955" y="101242"/>
                </a:cubicBezTo>
                <a:cubicBezTo>
                  <a:pt x="982492" y="103462"/>
                  <a:pt x="990706" y="105681"/>
                  <a:pt x="996599" y="107901"/>
                </a:cubicBezTo>
                <a:cubicBezTo>
                  <a:pt x="1002494" y="110120"/>
                  <a:pt x="1005441" y="113449"/>
                  <a:pt x="1005441" y="117888"/>
                </a:cubicBezTo>
                <a:cubicBezTo>
                  <a:pt x="1005441" y="120523"/>
                  <a:pt x="1004817" y="122707"/>
                  <a:pt x="1003568" y="124442"/>
                </a:cubicBezTo>
                <a:cubicBezTo>
                  <a:pt x="1002320" y="126177"/>
                  <a:pt x="1000760" y="127565"/>
                  <a:pt x="998887" y="128606"/>
                </a:cubicBezTo>
                <a:cubicBezTo>
                  <a:pt x="997017" y="129645"/>
                  <a:pt x="994937" y="130408"/>
                  <a:pt x="992648" y="130894"/>
                </a:cubicBezTo>
                <a:cubicBezTo>
                  <a:pt x="990360" y="131379"/>
                  <a:pt x="988177" y="131621"/>
                  <a:pt x="986097" y="131621"/>
                </a:cubicBezTo>
                <a:cubicBezTo>
                  <a:pt x="983186" y="131621"/>
                  <a:pt x="980378" y="131275"/>
                  <a:pt x="977674" y="130583"/>
                </a:cubicBezTo>
                <a:cubicBezTo>
                  <a:pt x="974970" y="129889"/>
                  <a:pt x="972578" y="128816"/>
                  <a:pt x="970498" y="127362"/>
                </a:cubicBezTo>
                <a:cubicBezTo>
                  <a:pt x="968418" y="125906"/>
                  <a:pt x="966719" y="124036"/>
                  <a:pt x="965401" y="121751"/>
                </a:cubicBezTo>
                <a:cubicBezTo>
                  <a:pt x="964085" y="119466"/>
                  <a:pt x="963427" y="116730"/>
                  <a:pt x="963427" y="113544"/>
                </a:cubicBezTo>
                <a:close/>
                <a:moveTo>
                  <a:pt x="1108816" y="74018"/>
                </a:moveTo>
                <a:cubicBezTo>
                  <a:pt x="1109230" y="67084"/>
                  <a:pt x="1110963" y="61330"/>
                  <a:pt x="1114014" y="56756"/>
                </a:cubicBezTo>
                <a:cubicBezTo>
                  <a:pt x="1117065" y="52179"/>
                  <a:pt x="1120948" y="48504"/>
                  <a:pt x="1125662" y="45730"/>
                </a:cubicBezTo>
                <a:cubicBezTo>
                  <a:pt x="1130376" y="42957"/>
                  <a:pt x="1135679" y="40980"/>
                  <a:pt x="1141572" y="39802"/>
                </a:cubicBezTo>
                <a:cubicBezTo>
                  <a:pt x="1147467" y="38623"/>
                  <a:pt x="1153395" y="38034"/>
                  <a:pt x="1159358" y="38034"/>
                </a:cubicBezTo>
                <a:cubicBezTo>
                  <a:pt x="1164766" y="38034"/>
                  <a:pt x="1170242" y="38416"/>
                  <a:pt x="1175788" y="39180"/>
                </a:cubicBezTo>
                <a:cubicBezTo>
                  <a:pt x="1181336" y="39941"/>
                  <a:pt x="1186397" y="41432"/>
                  <a:pt x="1190971" y="43652"/>
                </a:cubicBezTo>
                <a:cubicBezTo>
                  <a:pt x="1195548" y="45869"/>
                  <a:pt x="1199292" y="48954"/>
                  <a:pt x="1202203" y="52906"/>
                </a:cubicBezTo>
                <a:cubicBezTo>
                  <a:pt x="1205116" y="56859"/>
                  <a:pt x="1206573" y="62093"/>
                  <a:pt x="1206573" y="68610"/>
                </a:cubicBezTo>
                <a:lnTo>
                  <a:pt x="1206573" y="124560"/>
                </a:lnTo>
                <a:cubicBezTo>
                  <a:pt x="1206573" y="129413"/>
                  <a:pt x="1206850" y="134059"/>
                  <a:pt x="1207405" y="138496"/>
                </a:cubicBezTo>
                <a:cubicBezTo>
                  <a:pt x="1207959" y="142932"/>
                  <a:pt x="1208929" y="146261"/>
                  <a:pt x="1210315" y="148480"/>
                </a:cubicBezTo>
                <a:lnTo>
                  <a:pt x="1180365" y="148480"/>
                </a:lnTo>
                <a:cubicBezTo>
                  <a:pt x="1179810" y="146817"/>
                  <a:pt x="1179359" y="145119"/>
                  <a:pt x="1179012" y="143386"/>
                </a:cubicBezTo>
                <a:cubicBezTo>
                  <a:pt x="1178665" y="141651"/>
                  <a:pt x="1178423" y="139882"/>
                  <a:pt x="1178286" y="138080"/>
                </a:cubicBezTo>
                <a:cubicBezTo>
                  <a:pt x="1173572" y="142933"/>
                  <a:pt x="1168025" y="146331"/>
                  <a:pt x="1161646" y="148274"/>
                </a:cubicBezTo>
                <a:cubicBezTo>
                  <a:pt x="1155267" y="150214"/>
                  <a:pt x="1148749" y="151184"/>
                  <a:pt x="1142092" y="151184"/>
                </a:cubicBezTo>
                <a:cubicBezTo>
                  <a:pt x="1136964" y="151184"/>
                  <a:pt x="1132180" y="150560"/>
                  <a:pt x="1127741" y="149312"/>
                </a:cubicBezTo>
                <a:cubicBezTo>
                  <a:pt x="1123304" y="148063"/>
                  <a:pt x="1119421" y="146122"/>
                  <a:pt x="1116093" y="143488"/>
                </a:cubicBezTo>
                <a:cubicBezTo>
                  <a:pt x="1112767" y="140854"/>
                  <a:pt x="1110168" y="137526"/>
                  <a:pt x="1108295" y="133506"/>
                </a:cubicBezTo>
                <a:cubicBezTo>
                  <a:pt x="1106423" y="129484"/>
                  <a:pt x="1105487" y="124699"/>
                  <a:pt x="1105487" y="119152"/>
                </a:cubicBezTo>
                <a:cubicBezTo>
                  <a:pt x="1105487" y="113052"/>
                  <a:pt x="1106561" y="108026"/>
                  <a:pt x="1108711" y="104073"/>
                </a:cubicBezTo>
                <a:cubicBezTo>
                  <a:pt x="1110861" y="100121"/>
                  <a:pt x="1113634" y="96966"/>
                  <a:pt x="1117029" y="94609"/>
                </a:cubicBezTo>
                <a:cubicBezTo>
                  <a:pt x="1120427" y="92252"/>
                  <a:pt x="1124310" y="90484"/>
                  <a:pt x="1128677" y="89306"/>
                </a:cubicBezTo>
                <a:cubicBezTo>
                  <a:pt x="1133046" y="88127"/>
                  <a:pt x="1137449" y="87192"/>
                  <a:pt x="1141886" y="86500"/>
                </a:cubicBezTo>
                <a:cubicBezTo>
                  <a:pt x="1146323" y="85806"/>
                  <a:pt x="1150690" y="85251"/>
                  <a:pt x="1154987" y="84834"/>
                </a:cubicBezTo>
                <a:cubicBezTo>
                  <a:pt x="1159287" y="84417"/>
                  <a:pt x="1163100" y="83793"/>
                  <a:pt x="1166429" y="82961"/>
                </a:cubicBezTo>
                <a:cubicBezTo>
                  <a:pt x="1169757" y="82130"/>
                  <a:pt x="1172391" y="80918"/>
                  <a:pt x="1174331" y="79324"/>
                </a:cubicBezTo>
                <a:cubicBezTo>
                  <a:pt x="1176274" y="77729"/>
                  <a:pt x="1177176" y="75406"/>
                  <a:pt x="1177038" y="72355"/>
                </a:cubicBezTo>
                <a:cubicBezTo>
                  <a:pt x="1177038" y="69164"/>
                  <a:pt x="1176518" y="66634"/>
                  <a:pt x="1175477" y="64763"/>
                </a:cubicBezTo>
                <a:cubicBezTo>
                  <a:pt x="1174436" y="62891"/>
                  <a:pt x="1173049" y="61435"/>
                  <a:pt x="1171316" y="60396"/>
                </a:cubicBezTo>
                <a:cubicBezTo>
                  <a:pt x="1169583" y="59355"/>
                  <a:pt x="1167572" y="58661"/>
                  <a:pt x="1165283" y="58314"/>
                </a:cubicBezTo>
                <a:cubicBezTo>
                  <a:pt x="1162996" y="57967"/>
                  <a:pt x="1160535" y="57794"/>
                  <a:pt x="1157901" y="57794"/>
                </a:cubicBezTo>
                <a:cubicBezTo>
                  <a:pt x="1152078" y="57794"/>
                  <a:pt x="1147503" y="59042"/>
                  <a:pt x="1144174" y="61539"/>
                </a:cubicBezTo>
                <a:cubicBezTo>
                  <a:pt x="1140846" y="64035"/>
                  <a:pt x="1138905" y="68195"/>
                  <a:pt x="1138351" y="74018"/>
                </a:cubicBezTo>
                <a:lnTo>
                  <a:pt x="1108816" y="74018"/>
                </a:lnTo>
                <a:moveTo>
                  <a:pt x="1177038" y="95856"/>
                </a:moveTo>
                <a:cubicBezTo>
                  <a:pt x="1175790" y="96967"/>
                  <a:pt x="1174230" y="97835"/>
                  <a:pt x="1172357" y="98459"/>
                </a:cubicBezTo>
                <a:cubicBezTo>
                  <a:pt x="1170485" y="99083"/>
                  <a:pt x="1168474" y="99603"/>
                  <a:pt x="1166324" y="100020"/>
                </a:cubicBezTo>
                <a:cubicBezTo>
                  <a:pt x="1164176" y="100435"/>
                  <a:pt x="1161923" y="100781"/>
                  <a:pt x="1159564" y="101058"/>
                </a:cubicBezTo>
                <a:cubicBezTo>
                  <a:pt x="1157207" y="101335"/>
                  <a:pt x="1154850" y="101681"/>
                  <a:pt x="1152493" y="102096"/>
                </a:cubicBezTo>
                <a:cubicBezTo>
                  <a:pt x="1150275" y="102513"/>
                  <a:pt x="1148092" y="103068"/>
                  <a:pt x="1145942" y="103762"/>
                </a:cubicBezTo>
                <a:cubicBezTo>
                  <a:pt x="1143792" y="104454"/>
                  <a:pt x="1141920" y="105390"/>
                  <a:pt x="1140325" y="106571"/>
                </a:cubicBezTo>
                <a:cubicBezTo>
                  <a:pt x="1138731" y="107749"/>
                  <a:pt x="1137449" y="109240"/>
                  <a:pt x="1136478" y="111043"/>
                </a:cubicBezTo>
                <a:cubicBezTo>
                  <a:pt x="1135507" y="112843"/>
                  <a:pt x="1135021" y="115130"/>
                  <a:pt x="1135021" y="117904"/>
                </a:cubicBezTo>
                <a:cubicBezTo>
                  <a:pt x="1135021" y="120539"/>
                  <a:pt x="1135507" y="122757"/>
                  <a:pt x="1136478" y="124560"/>
                </a:cubicBezTo>
                <a:cubicBezTo>
                  <a:pt x="1137449" y="126362"/>
                  <a:pt x="1138766" y="127784"/>
                  <a:pt x="1140429" y="128825"/>
                </a:cubicBezTo>
                <a:cubicBezTo>
                  <a:pt x="1142095" y="129864"/>
                  <a:pt x="1144036" y="130592"/>
                  <a:pt x="1146253" y="131009"/>
                </a:cubicBezTo>
                <a:cubicBezTo>
                  <a:pt x="1148473" y="131425"/>
                  <a:pt x="1150761" y="131634"/>
                  <a:pt x="1153118" y="131634"/>
                </a:cubicBezTo>
                <a:cubicBezTo>
                  <a:pt x="1158941" y="131634"/>
                  <a:pt x="1163446" y="130664"/>
                  <a:pt x="1166635" y="128724"/>
                </a:cubicBezTo>
                <a:cubicBezTo>
                  <a:pt x="1169826" y="126781"/>
                  <a:pt x="1172184" y="124458"/>
                  <a:pt x="1173709" y="121754"/>
                </a:cubicBezTo>
                <a:cubicBezTo>
                  <a:pt x="1175235" y="119050"/>
                  <a:pt x="1176171" y="116311"/>
                  <a:pt x="1176518" y="113537"/>
                </a:cubicBezTo>
                <a:cubicBezTo>
                  <a:pt x="1176865" y="110763"/>
                  <a:pt x="1177038" y="108545"/>
                  <a:pt x="1177038" y="106882"/>
                </a:cubicBezTo>
                <a:lnTo>
                  <a:pt x="1177038" y="95856"/>
                </a:lnTo>
                <a:close/>
                <a:moveTo>
                  <a:pt x="1305786" y="94444"/>
                </a:moveTo>
                <a:cubicBezTo>
                  <a:pt x="1305786" y="98881"/>
                  <a:pt x="1305370" y="103180"/>
                  <a:pt x="1304538" y="107342"/>
                </a:cubicBezTo>
                <a:cubicBezTo>
                  <a:pt x="1303707" y="111502"/>
                  <a:pt x="1302320" y="115212"/>
                  <a:pt x="1300378" y="118472"/>
                </a:cubicBezTo>
                <a:cubicBezTo>
                  <a:pt x="1298435" y="121731"/>
                  <a:pt x="1295835" y="124331"/>
                  <a:pt x="1292576" y="126273"/>
                </a:cubicBezTo>
                <a:cubicBezTo>
                  <a:pt x="1289318" y="128214"/>
                  <a:pt x="1285262" y="129184"/>
                  <a:pt x="1280408" y="129184"/>
                </a:cubicBezTo>
                <a:cubicBezTo>
                  <a:pt x="1275834" y="129184"/>
                  <a:pt x="1271916" y="128179"/>
                  <a:pt x="1268656" y="126169"/>
                </a:cubicBezTo>
                <a:cubicBezTo>
                  <a:pt x="1265398" y="124157"/>
                  <a:pt x="1262694" y="121521"/>
                  <a:pt x="1260544" y="118263"/>
                </a:cubicBezTo>
                <a:cubicBezTo>
                  <a:pt x="1258396" y="115002"/>
                  <a:pt x="1256837" y="111292"/>
                  <a:pt x="1255866" y="107133"/>
                </a:cubicBezTo>
                <a:cubicBezTo>
                  <a:pt x="1254895" y="102973"/>
                  <a:pt x="1254409" y="98812"/>
                  <a:pt x="1254409" y="94650"/>
                </a:cubicBezTo>
                <a:cubicBezTo>
                  <a:pt x="1254409" y="90213"/>
                  <a:pt x="1254860" y="85949"/>
                  <a:pt x="1255761" y="81857"/>
                </a:cubicBezTo>
                <a:cubicBezTo>
                  <a:pt x="1256662" y="77765"/>
                  <a:pt x="1258118" y="74125"/>
                  <a:pt x="1260128" y="70936"/>
                </a:cubicBezTo>
                <a:cubicBezTo>
                  <a:pt x="1262140" y="67746"/>
                  <a:pt x="1264809" y="65180"/>
                  <a:pt x="1268136" y="63240"/>
                </a:cubicBezTo>
                <a:cubicBezTo>
                  <a:pt x="1271464" y="61298"/>
                  <a:pt x="1275555" y="60326"/>
                  <a:pt x="1280408" y="60326"/>
                </a:cubicBezTo>
                <a:cubicBezTo>
                  <a:pt x="1285262" y="60326"/>
                  <a:pt x="1289283" y="61298"/>
                  <a:pt x="1292472" y="63240"/>
                </a:cubicBezTo>
                <a:cubicBezTo>
                  <a:pt x="1295662" y="65180"/>
                  <a:pt x="1298263" y="67711"/>
                  <a:pt x="1300273" y="70831"/>
                </a:cubicBezTo>
                <a:cubicBezTo>
                  <a:pt x="1302285" y="73952"/>
                  <a:pt x="1303707" y="77559"/>
                  <a:pt x="1304538" y="81651"/>
                </a:cubicBezTo>
                <a:cubicBezTo>
                  <a:pt x="1305370" y="85741"/>
                  <a:pt x="1305786" y="90005"/>
                  <a:pt x="1305786" y="94444"/>
                </a:cubicBezTo>
                <a:moveTo>
                  <a:pt x="1306201" y="134881"/>
                </a:moveTo>
                <a:lnTo>
                  <a:pt x="1306201" y="148617"/>
                </a:lnTo>
                <a:lnTo>
                  <a:pt x="1334279" y="148617"/>
                </a:lnTo>
                <a:lnTo>
                  <a:pt x="1334279" y="0"/>
                </a:lnTo>
                <a:lnTo>
                  <a:pt x="1304745" y="0"/>
                </a:lnTo>
                <a:lnTo>
                  <a:pt x="1304745" y="54061"/>
                </a:lnTo>
                <a:lnTo>
                  <a:pt x="1304329" y="54061"/>
                </a:lnTo>
                <a:cubicBezTo>
                  <a:pt x="1301001" y="48772"/>
                  <a:pt x="1296459" y="44770"/>
                  <a:pt x="1290704" y="42055"/>
                </a:cubicBezTo>
                <a:cubicBezTo>
                  <a:pt x="1284951" y="39341"/>
                  <a:pt x="1278885" y="37983"/>
                  <a:pt x="1272506" y="37983"/>
                </a:cubicBezTo>
                <a:cubicBezTo>
                  <a:pt x="1264601" y="37983"/>
                  <a:pt x="1257667" y="39546"/>
                  <a:pt x="1251705" y="42671"/>
                </a:cubicBezTo>
                <a:cubicBezTo>
                  <a:pt x="1245743" y="45796"/>
                  <a:pt x="1240785" y="49928"/>
                  <a:pt x="1236833" y="55068"/>
                </a:cubicBezTo>
                <a:cubicBezTo>
                  <a:pt x="1232883" y="60207"/>
                  <a:pt x="1229902" y="66145"/>
                  <a:pt x="1227889" y="72882"/>
                </a:cubicBezTo>
                <a:cubicBezTo>
                  <a:pt x="1225879" y="79618"/>
                  <a:pt x="1224874" y="86598"/>
                  <a:pt x="1224874" y="93819"/>
                </a:cubicBezTo>
                <a:cubicBezTo>
                  <a:pt x="1224874" y="101319"/>
                  <a:pt x="1225879" y="108543"/>
                  <a:pt x="1227889" y="115489"/>
                </a:cubicBezTo>
                <a:cubicBezTo>
                  <a:pt x="1229902" y="122433"/>
                  <a:pt x="1232883" y="128580"/>
                  <a:pt x="1236833" y="133929"/>
                </a:cubicBezTo>
                <a:cubicBezTo>
                  <a:pt x="1240785" y="139275"/>
                  <a:pt x="1245811" y="143511"/>
                  <a:pt x="1251911" y="146636"/>
                </a:cubicBezTo>
                <a:cubicBezTo>
                  <a:pt x="1258013" y="149761"/>
                  <a:pt x="1265087" y="151324"/>
                  <a:pt x="1273131" y="151324"/>
                </a:cubicBezTo>
                <a:cubicBezTo>
                  <a:pt x="1280202" y="151324"/>
                  <a:pt x="1286545" y="150041"/>
                  <a:pt x="1292161" y="147474"/>
                </a:cubicBezTo>
                <a:cubicBezTo>
                  <a:pt x="1297778" y="144905"/>
                  <a:pt x="1302320" y="140708"/>
                  <a:pt x="1305786" y="134881"/>
                </a:cubicBezTo>
                <a:lnTo>
                  <a:pt x="1306201" y="134881"/>
                </a:lnTo>
                <a:close/>
                <a:moveTo>
                  <a:pt x="1432870" y="94444"/>
                </a:moveTo>
                <a:cubicBezTo>
                  <a:pt x="1432870" y="98881"/>
                  <a:pt x="1432454" y="103180"/>
                  <a:pt x="1431622" y="107342"/>
                </a:cubicBezTo>
                <a:cubicBezTo>
                  <a:pt x="1430791" y="111502"/>
                  <a:pt x="1429404" y="115212"/>
                  <a:pt x="1427462" y="118472"/>
                </a:cubicBezTo>
                <a:cubicBezTo>
                  <a:pt x="1425519" y="121731"/>
                  <a:pt x="1422919" y="124331"/>
                  <a:pt x="1419661" y="126273"/>
                </a:cubicBezTo>
                <a:cubicBezTo>
                  <a:pt x="1416402" y="128214"/>
                  <a:pt x="1412346" y="129184"/>
                  <a:pt x="1407493" y="129184"/>
                </a:cubicBezTo>
                <a:cubicBezTo>
                  <a:pt x="1402918" y="129184"/>
                  <a:pt x="1399001" y="128179"/>
                  <a:pt x="1395740" y="126169"/>
                </a:cubicBezTo>
                <a:cubicBezTo>
                  <a:pt x="1392482" y="124157"/>
                  <a:pt x="1389778" y="121521"/>
                  <a:pt x="1387628" y="118263"/>
                </a:cubicBezTo>
                <a:cubicBezTo>
                  <a:pt x="1385481" y="115002"/>
                  <a:pt x="1383921" y="111292"/>
                  <a:pt x="1382950" y="107133"/>
                </a:cubicBezTo>
                <a:cubicBezTo>
                  <a:pt x="1381979" y="102973"/>
                  <a:pt x="1381493" y="98812"/>
                  <a:pt x="1381493" y="94650"/>
                </a:cubicBezTo>
                <a:cubicBezTo>
                  <a:pt x="1381493" y="90213"/>
                  <a:pt x="1381944" y="85949"/>
                  <a:pt x="1382845" y="81857"/>
                </a:cubicBezTo>
                <a:cubicBezTo>
                  <a:pt x="1383747" y="77765"/>
                  <a:pt x="1385202" y="74125"/>
                  <a:pt x="1387212" y="70936"/>
                </a:cubicBezTo>
                <a:cubicBezTo>
                  <a:pt x="1389224" y="67746"/>
                  <a:pt x="1391894" y="65180"/>
                  <a:pt x="1395220" y="63240"/>
                </a:cubicBezTo>
                <a:cubicBezTo>
                  <a:pt x="1398548" y="61298"/>
                  <a:pt x="1402639" y="60326"/>
                  <a:pt x="1407493" y="60326"/>
                </a:cubicBezTo>
                <a:cubicBezTo>
                  <a:pt x="1412346" y="60326"/>
                  <a:pt x="1416367" y="61298"/>
                  <a:pt x="1419556" y="63240"/>
                </a:cubicBezTo>
                <a:cubicBezTo>
                  <a:pt x="1422747" y="65180"/>
                  <a:pt x="1425347" y="67711"/>
                  <a:pt x="1427357" y="70831"/>
                </a:cubicBezTo>
                <a:cubicBezTo>
                  <a:pt x="1429369" y="73952"/>
                  <a:pt x="1430791" y="77559"/>
                  <a:pt x="1431622" y="81651"/>
                </a:cubicBezTo>
                <a:cubicBezTo>
                  <a:pt x="1432454" y="85741"/>
                  <a:pt x="1432870" y="90005"/>
                  <a:pt x="1432870" y="94444"/>
                </a:cubicBezTo>
                <a:moveTo>
                  <a:pt x="1433285" y="134881"/>
                </a:moveTo>
                <a:lnTo>
                  <a:pt x="1433285" y="148617"/>
                </a:lnTo>
                <a:lnTo>
                  <a:pt x="1461364" y="148617"/>
                </a:lnTo>
                <a:lnTo>
                  <a:pt x="1461364" y="0"/>
                </a:lnTo>
                <a:lnTo>
                  <a:pt x="1431829" y="0"/>
                </a:lnTo>
                <a:lnTo>
                  <a:pt x="1431829" y="54061"/>
                </a:lnTo>
                <a:lnTo>
                  <a:pt x="1431413" y="54061"/>
                </a:lnTo>
                <a:cubicBezTo>
                  <a:pt x="1428085" y="48772"/>
                  <a:pt x="1423543" y="44770"/>
                  <a:pt x="1417788" y="42055"/>
                </a:cubicBezTo>
                <a:cubicBezTo>
                  <a:pt x="1412035" y="39341"/>
                  <a:pt x="1405969" y="37983"/>
                  <a:pt x="1399590" y="37983"/>
                </a:cubicBezTo>
                <a:cubicBezTo>
                  <a:pt x="1391685" y="37983"/>
                  <a:pt x="1384752" y="39546"/>
                  <a:pt x="1378789" y="42671"/>
                </a:cubicBezTo>
                <a:cubicBezTo>
                  <a:pt x="1372827" y="45796"/>
                  <a:pt x="1367869" y="49928"/>
                  <a:pt x="1363917" y="55068"/>
                </a:cubicBezTo>
                <a:cubicBezTo>
                  <a:pt x="1359967" y="60207"/>
                  <a:pt x="1356986" y="66145"/>
                  <a:pt x="1354974" y="72882"/>
                </a:cubicBezTo>
                <a:cubicBezTo>
                  <a:pt x="1352963" y="79618"/>
                  <a:pt x="1351958" y="86598"/>
                  <a:pt x="1351958" y="93819"/>
                </a:cubicBezTo>
                <a:cubicBezTo>
                  <a:pt x="1351958" y="101319"/>
                  <a:pt x="1352963" y="108543"/>
                  <a:pt x="1354974" y="115489"/>
                </a:cubicBezTo>
                <a:cubicBezTo>
                  <a:pt x="1356986" y="122433"/>
                  <a:pt x="1359967" y="128580"/>
                  <a:pt x="1363917" y="133929"/>
                </a:cubicBezTo>
                <a:cubicBezTo>
                  <a:pt x="1367869" y="139275"/>
                  <a:pt x="1372896" y="143511"/>
                  <a:pt x="1378996" y="146636"/>
                </a:cubicBezTo>
                <a:cubicBezTo>
                  <a:pt x="1385098" y="149761"/>
                  <a:pt x="1392171" y="151324"/>
                  <a:pt x="1400215" y="151324"/>
                </a:cubicBezTo>
                <a:cubicBezTo>
                  <a:pt x="1407286" y="151324"/>
                  <a:pt x="1413629" y="150041"/>
                  <a:pt x="1419245" y="147474"/>
                </a:cubicBezTo>
                <a:cubicBezTo>
                  <a:pt x="1424862" y="144905"/>
                  <a:pt x="1429404" y="140708"/>
                  <a:pt x="1432870" y="134881"/>
                </a:cubicBezTo>
                <a:lnTo>
                  <a:pt x="1433285" y="134881"/>
                </a:lnTo>
                <a:close/>
                <a:moveTo>
                  <a:pt x="1555999" y="83279"/>
                </a:moveTo>
                <a:lnTo>
                  <a:pt x="1507955" y="83279"/>
                </a:lnTo>
                <a:cubicBezTo>
                  <a:pt x="1508093" y="81193"/>
                  <a:pt x="1508543" y="78828"/>
                  <a:pt x="1509304" y="76186"/>
                </a:cubicBezTo>
                <a:cubicBezTo>
                  <a:pt x="1510068" y="73541"/>
                  <a:pt x="1511386" y="71037"/>
                  <a:pt x="1513259" y="68673"/>
                </a:cubicBezTo>
                <a:cubicBezTo>
                  <a:pt x="1515131" y="66308"/>
                  <a:pt x="1517627" y="64325"/>
                  <a:pt x="1520746" y="62726"/>
                </a:cubicBezTo>
                <a:cubicBezTo>
                  <a:pt x="1523866" y="61126"/>
                  <a:pt x="1527784" y="60326"/>
                  <a:pt x="1532498" y="60326"/>
                </a:cubicBezTo>
                <a:cubicBezTo>
                  <a:pt x="1539709" y="60326"/>
                  <a:pt x="1545082" y="62274"/>
                  <a:pt x="1548617" y="66169"/>
                </a:cubicBezTo>
                <a:cubicBezTo>
                  <a:pt x="1552153" y="70064"/>
                  <a:pt x="1554614" y="75768"/>
                  <a:pt x="1555999" y="83279"/>
                </a:cubicBezTo>
                <a:moveTo>
                  <a:pt x="1507955" y="101966"/>
                </a:moveTo>
                <a:lnTo>
                  <a:pt x="1585537" y="101966"/>
                </a:lnTo>
                <a:cubicBezTo>
                  <a:pt x="1586092" y="93629"/>
                  <a:pt x="1585398" y="85640"/>
                  <a:pt x="1583455" y="77998"/>
                </a:cubicBezTo>
                <a:cubicBezTo>
                  <a:pt x="1581515" y="70355"/>
                  <a:pt x="1578361" y="63548"/>
                  <a:pt x="1573991" y="57575"/>
                </a:cubicBezTo>
                <a:cubicBezTo>
                  <a:pt x="1569624" y="51600"/>
                  <a:pt x="1564043" y="46841"/>
                  <a:pt x="1557247" y="43299"/>
                </a:cubicBezTo>
                <a:cubicBezTo>
                  <a:pt x="1550453" y="39755"/>
                  <a:pt x="1542480" y="37983"/>
                  <a:pt x="1533329" y="37983"/>
                </a:cubicBezTo>
                <a:cubicBezTo>
                  <a:pt x="1525148" y="37983"/>
                  <a:pt x="1517695" y="39442"/>
                  <a:pt x="1510970" y="42360"/>
                </a:cubicBezTo>
                <a:cubicBezTo>
                  <a:pt x="1504246" y="45275"/>
                  <a:pt x="1498457" y="49268"/>
                  <a:pt x="1493604" y="54338"/>
                </a:cubicBezTo>
                <a:cubicBezTo>
                  <a:pt x="1488750" y="59407"/>
                  <a:pt x="1485006" y="65415"/>
                  <a:pt x="1482372" y="72361"/>
                </a:cubicBezTo>
                <a:cubicBezTo>
                  <a:pt x="1479738" y="79305"/>
                  <a:pt x="1478421" y="86806"/>
                  <a:pt x="1478421" y="94863"/>
                </a:cubicBezTo>
                <a:cubicBezTo>
                  <a:pt x="1478421" y="103195"/>
                  <a:pt x="1479703" y="110834"/>
                  <a:pt x="1482267" y="117781"/>
                </a:cubicBezTo>
                <a:cubicBezTo>
                  <a:pt x="1484834" y="124725"/>
                  <a:pt x="1488474" y="130698"/>
                  <a:pt x="1493188" y="135699"/>
                </a:cubicBezTo>
                <a:cubicBezTo>
                  <a:pt x="1497902" y="140699"/>
                  <a:pt x="1503656" y="144553"/>
                  <a:pt x="1510450" y="147261"/>
                </a:cubicBezTo>
                <a:cubicBezTo>
                  <a:pt x="1517244" y="149970"/>
                  <a:pt x="1524870" y="151324"/>
                  <a:pt x="1533329" y="151324"/>
                </a:cubicBezTo>
                <a:cubicBezTo>
                  <a:pt x="1545531" y="151324"/>
                  <a:pt x="1555931" y="148553"/>
                  <a:pt x="1564527" y="143012"/>
                </a:cubicBezTo>
                <a:cubicBezTo>
                  <a:pt x="1573126" y="137470"/>
                  <a:pt x="1579505" y="128257"/>
                  <a:pt x="1583665" y="115372"/>
                </a:cubicBezTo>
                <a:lnTo>
                  <a:pt x="1557666" y="115372"/>
                </a:lnTo>
                <a:cubicBezTo>
                  <a:pt x="1556694" y="118670"/>
                  <a:pt x="1554059" y="121797"/>
                  <a:pt x="1549760" y="124753"/>
                </a:cubicBezTo>
                <a:cubicBezTo>
                  <a:pt x="1545463" y="127707"/>
                  <a:pt x="1540333" y="129184"/>
                  <a:pt x="1534370" y="129184"/>
                </a:cubicBezTo>
                <a:cubicBezTo>
                  <a:pt x="1526051" y="129184"/>
                  <a:pt x="1519672" y="127037"/>
                  <a:pt x="1515233" y="122744"/>
                </a:cubicBezTo>
                <a:cubicBezTo>
                  <a:pt x="1510796" y="118449"/>
                  <a:pt x="1508370" y="111523"/>
                  <a:pt x="1507955" y="101966"/>
                </a:cubicBezTo>
                <a:close/>
                <a:moveTo>
                  <a:pt x="1679343" y="94444"/>
                </a:moveTo>
                <a:cubicBezTo>
                  <a:pt x="1679343" y="98881"/>
                  <a:pt x="1678927" y="103180"/>
                  <a:pt x="1678096" y="107342"/>
                </a:cubicBezTo>
                <a:cubicBezTo>
                  <a:pt x="1677264" y="111502"/>
                  <a:pt x="1675877" y="115212"/>
                  <a:pt x="1673935" y="118472"/>
                </a:cubicBezTo>
                <a:cubicBezTo>
                  <a:pt x="1671993" y="121731"/>
                  <a:pt x="1669392" y="124331"/>
                  <a:pt x="1666134" y="126273"/>
                </a:cubicBezTo>
                <a:cubicBezTo>
                  <a:pt x="1662876" y="128214"/>
                  <a:pt x="1658820" y="129184"/>
                  <a:pt x="1653966" y="129184"/>
                </a:cubicBezTo>
                <a:cubicBezTo>
                  <a:pt x="1649391" y="129184"/>
                  <a:pt x="1645474" y="128179"/>
                  <a:pt x="1642214" y="126169"/>
                </a:cubicBezTo>
                <a:cubicBezTo>
                  <a:pt x="1638955" y="124157"/>
                  <a:pt x="1636251" y="121521"/>
                  <a:pt x="1634101" y="118263"/>
                </a:cubicBezTo>
                <a:cubicBezTo>
                  <a:pt x="1631954" y="115002"/>
                  <a:pt x="1630395" y="111292"/>
                  <a:pt x="1629423" y="107133"/>
                </a:cubicBezTo>
                <a:cubicBezTo>
                  <a:pt x="1628452" y="102973"/>
                  <a:pt x="1627967" y="98812"/>
                  <a:pt x="1627967" y="94650"/>
                </a:cubicBezTo>
                <a:cubicBezTo>
                  <a:pt x="1627967" y="90213"/>
                  <a:pt x="1628417" y="85949"/>
                  <a:pt x="1629319" y="81857"/>
                </a:cubicBezTo>
                <a:cubicBezTo>
                  <a:pt x="1630220" y="77765"/>
                  <a:pt x="1631676" y="74125"/>
                  <a:pt x="1633686" y="70936"/>
                </a:cubicBezTo>
                <a:cubicBezTo>
                  <a:pt x="1635698" y="67746"/>
                  <a:pt x="1638367" y="65180"/>
                  <a:pt x="1641693" y="63240"/>
                </a:cubicBezTo>
                <a:cubicBezTo>
                  <a:pt x="1645021" y="61298"/>
                  <a:pt x="1649112" y="60326"/>
                  <a:pt x="1653966" y="60326"/>
                </a:cubicBezTo>
                <a:cubicBezTo>
                  <a:pt x="1658820" y="60326"/>
                  <a:pt x="1662841" y="61298"/>
                  <a:pt x="1666029" y="63240"/>
                </a:cubicBezTo>
                <a:cubicBezTo>
                  <a:pt x="1669220" y="65180"/>
                  <a:pt x="1671820" y="67711"/>
                  <a:pt x="1673830" y="70831"/>
                </a:cubicBezTo>
                <a:cubicBezTo>
                  <a:pt x="1675842" y="73952"/>
                  <a:pt x="1677264" y="77559"/>
                  <a:pt x="1678096" y="81651"/>
                </a:cubicBezTo>
                <a:cubicBezTo>
                  <a:pt x="1678927" y="85741"/>
                  <a:pt x="1679343" y="90005"/>
                  <a:pt x="1679343" y="94444"/>
                </a:cubicBezTo>
                <a:moveTo>
                  <a:pt x="1679759" y="134881"/>
                </a:moveTo>
                <a:lnTo>
                  <a:pt x="1679759" y="148617"/>
                </a:lnTo>
                <a:lnTo>
                  <a:pt x="1707837" y="148617"/>
                </a:lnTo>
                <a:lnTo>
                  <a:pt x="1707837" y="0"/>
                </a:lnTo>
                <a:lnTo>
                  <a:pt x="1678302" y="0"/>
                </a:lnTo>
                <a:lnTo>
                  <a:pt x="1678302" y="54061"/>
                </a:lnTo>
                <a:lnTo>
                  <a:pt x="1677886" y="54061"/>
                </a:lnTo>
                <a:cubicBezTo>
                  <a:pt x="1674558" y="48772"/>
                  <a:pt x="1670017" y="44770"/>
                  <a:pt x="1664262" y="42055"/>
                </a:cubicBezTo>
                <a:cubicBezTo>
                  <a:pt x="1658509" y="39341"/>
                  <a:pt x="1652443" y="37983"/>
                  <a:pt x="1646063" y="37983"/>
                </a:cubicBezTo>
                <a:cubicBezTo>
                  <a:pt x="1638159" y="37983"/>
                  <a:pt x="1631225" y="39546"/>
                  <a:pt x="1625263" y="42671"/>
                </a:cubicBezTo>
                <a:cubicBezTo>
                  <a:pt x="1619300" y="45796"/>
                  <a:pt x="1614343" y="49928"/>
                  <a:pt x="1610390" y="55068"/>
                </a:cubicBezTo>
                <a:cubicBezTo>
                  <a:pt x="1606440" y="60207"/>
                  <a:pt x="1603459" y="66145"/>
                  <a:pt x="1601447" y="72882"/>
                </a:cubicBezTo>
                <a:cubicBezTo>
                  <a:pt x="1599437" y="79618"/>
                  <a:pt x="1598432" y="86598"/>
                  <a:pt x="1598432" y="93819"/>
                </a:cubicBezTo>
                <a:cubicBezTo>
                  <a:pt x="1598432" y="101319"/>
                  <a:pt x="1599437" y="108543"/>
                  <a:pt x="1601447" y="115489"/>
                </a:cubicBezTo>
                <a:cubicBezTo>
                  <a:pt x="1603459" y="122433"/>
                  <a:pt x="1606440" y="128580"/>
                  <a:pt x="1610390" y="133929"/>
                </a:cubicBezTo>
                <a:cubicBezTo>
                  <a:pt x="1614343" y="139275"/>
                  <a:pt x="1619369" y="143511"/>
                  <a:pt x="1625469" y="146636"/>
                </a:cubicBezTo>
                <a:cubicBezTo>
                  <a:pt x="1631571" y="149761"/>
                  <a:pt x="1638644" y="151324"/>
                  <a:pt x="1646689" y="151324"/>
                </a:cubicBezTo>
                <a:cubicBezTo>
                  <a:pt x="1653760" y="151324"/>
                  <a:pt x="1660103" y="150041"/>
                  <a:pt x="1665718" y="147474"/>
                </a:cubicBezTo>
                <a:cubicBezTo>
                  <a:pt x="1671336" y="144905"/>
                  <a:pt x="1675877" y="140708"/>
                  <a:pt x="1679343" y="134881"/>
                </a:cubicBezTo>
                <a:lnTo>
                  <a:pt x="1679759" y="134881"/>
                </a:lnTo>
                <a:close/>
                <a:moveTo>
                  <a:pt x="1866745" y="94860"/>
                </a:moveTo>
                <a:cubicBezTo>
                  <a:pt x="1866745" y="99297"/>
                  <a:pt x="1866259" y="103596"/>
                  <a:pt x="1865288" y="107758"/>
                </a:cubicBezTo>
                <a:cubicBezTo>
                  <a:pt x="1864317" y="111918"/>
                  <a:pt x="1862791" y="115593"/>
                  <a:pt x="1860711" y="118783"/>
                </a:cubicBezTo>
                <a:cubicBezTo>
                  <a:pt x="1858632" y="121972"/>
                  <a:pt x="1856031" y="124503"/>
                  <a:pt x="1852910" y="126375"/>
                </a:cubicBezTo>
                <a:cubicBezTo>
                  <a:pt x="1849792" y="128248"/>
                  <a:pt x="1846014" y="129184"/>
                  <a:pt x="1841577" y="129184"/>
                </a:cubicBezTo>
                <a:cubicBezTo>
                  <a:pt x="1837278" y="129184"/>
                  <a:pt x="1833534" y="128248"/>
                  <a:pt x="1830345" y="126375"/>
                </a:cubicBezTo>
                <a:cubicBezTo>
                  <a:pt x="1827157" y="124503"/>
                  <a:pt x="1824522" y="121972"/>
                  <a:pt x="1822443" y="118783"/>
                </a:cubicBezTo>
                <a:cubicBezTo>
                  <a:pt x="1820363" y="115593"/>
                  <a:pt x="1818837" y="111918"/>
                  <a:pt x="1817866" y="107758"/>
                </a:cubicBezTo>
                <a:cubicBezTo>
                  <a:pt x="1816895" y="103596"/>
                  <a:pt x="1816409" y="99297"/>
                  <a:pt x="1816409" y="94860"/>
                </a:cubicBezTo>
                <a:cubicBezTo>
                  <a:pt x="1816409" y="90283"/>
                  <a:pt x="1816895" y="85915"/>
                  <a:pt x="1817866" y="81755"/>
                </a:cubicBezTo>
                <a:cubicBezTo>
                  <a:pt x="1818837" y="77594"/>
                  <a:pt x="1820363" y="73918"/>
                  <a:pt x="1822443" y="70730"/>
                </a:cubicBezTo>
                <a:cubicBezTo>
                  <a:pt x="1824522" y="67539"/>
                  <a:pt x="1827157" y="65008"/>
                  <a:pt x="1830345" y="63135"/>
                </a:cubicBezTo>
                <a:cubicBezTo>
                  <a:pt x="1833534" y="61263"/>
                  <a:pt x="1837278" y="60326"/>
                  <a:pt x="1841577" y="60326"/>
                </a:cubicBezTo>
                <a:cubicBezTo>
                  <a:pt x="1846014" y="60326"/>
                  <a:pt x="1849792" y="61263"/>
                  <a:pt x="1852910" y="63135"/>
                </a:cubicBezTo>
                <a:cubicBezTo>
                  <a:pt x="1856031" y="65008"/>
                  <a:pt x="1858632" y="67539"/>
                  <a:pt x="1860711" y="70730"/>
                </a:cubicBezTo>
                <a:cubicBezTo>
                  <a:pt x="1862791" y="73918"/>
                  <a:pt x="1864317" y="77594"/>
                  <a:pt x="1865288" y="81755"/>
                </a:cubicBezTo>
                <a:cubicBezTo>
                  <a:pt x="1866259" y="85915"/>
                  <a:pt x="1866745" y="90283"/>
                  <a:pt x="1866745" y="94860"/>
                </a:cubicBezTo>
                <a:moveTo>
                  <a:pt x="1787915" y="0"/>
                </a:moveTo>
                <a:lnTo>
                  <a:pt x="1787915" y="148550"/>
                </a:lnTo>
                <a:lnTo>
                  <a:pt x="1815994" y="148550"/>
                </a:lnTo>
                <a:lnTo>
                  <a:pt x="1815994" y="134824"/>
                </a:lnTo>
                <a:lnTo>
                  <a:pt x="1816409" y="134824"/>
                </a:lnTo>
                <a:cubicBezTo>
                  <a:pt x="1819598" y="140811"/>
                  <a:pt x="1824312" y="145059"/>
                  <a:pt x="1830551" y="147566"/>
                </a:cubicBezTo>
                <a:cubicBezTo>
                  <a:pt x="1836793" y="150071"/>
                  <a:pt x="1843865" y="151324"/>
                  <a:pt x="1851768" y="151324"/>
                </a:cubicBezTo>
                <a:cubicBezTo>
                  <a:pt x="1857176" y="151324"/>
                  <a:pt x="1862514" y="150213"/>
                  <a:pt x="1867783" y="147991"/>
                </a:cubicBezTo>
                <a:cubicBezTo>
                  <a:pt x="1873053" y="145768"/>
                  <a:pt x="1877803" y="142364"/>
                  <a:pt x="1882033" y="137781"/>
                </a:cubicBezTo>
                <a:cubicBezTo>
                  <a:pt x="1886262" y="133199"/>
                  <a:pt x="1889694" y="127330"/>
                  <a:pt x="1892328" y="120177"/>
                </a:cubicBezTo>
                <a:cubicBezTo>
                  <a:pt x="1894962" y="113023"/>
                  <a:pt x="1896280" y="104515"/>
                  <a:pt x="1896280" y="94654"/>
                </a:cubicBezTo>
                <a:cubicBezTo>
                  <a:pt x="1896280" y="84792"/>
                  <a:pt x="1894962" y="76284"/>
                  <a:pt x="1892328" y="69130"/>
                </a:cubicBezTo>
                <a:cubicBezTo>
                  <a:pt x="1889694" y="61977"/>
                  <a:pt x="1886262" y="56108"/>
                  <a:pt x="1882033" y="51526"/>
                </a:cubicBezTo>
                <a:cubicBezTo>
                  <a:pt x="1877803" y="46943"/>
                  <a:pt x="1873053" y="43540"/>
                  <a:pt x="1867783" y="41319"/>
                </a:cubicBezTo>
                <a:cubicBezTo>
                  <a:pt x="1862514" y="39095"/>
                  <a:pt x="1857176" y="37983"/>
                  <a:pt x="1851768" y="37983"/>
                </a:cubicBezTo>
                <a:cubicBezTo>
                  <a:pt x="1845114" y="37983"/>
                  <a:pt x="1838701" y="39271"/>
                  <a:pt x="1832529" y="41846"/>
                </a:cubicBezTo>
                <a:cubicBezTo>
                  <a:pt x="1826359" y="44421"/>
                  <a:pt x="1821471" y="48493"/>
                  <a:pt x="1817866" y="54061"/>
                </a:cubicBezTo>
                <a:lnTo>
                  <a:pt x="1817450" y="54061"/>
                </a:lnTo>
                <a:lnTo>
                  <a:pt x="1817450" y="0"/>
                </a:lnTo>
                <a:lnTo>
                  <a:pt x="1787915" y="0"/>
                </a:lnTo>
                <a:close/>
                <a:moveTo>
                  <a:pt x="1968039" y="161746"/>
                </a:moveTo>
                <a:lnTo>
                  <a:pt x="2012963" y="41030"/>
                </a:lnTo>
                <a:lnTo>
                  <a:pt x="1982391" y="41030"/>
                </a:lnTo>
                <a:lnTo>
                  <a:pt x="1958886" y="114581"/>
                </a:lnTo>
                <a:lnTo>
                  <a:pt x="1958470" y="114581"/>
                </a:lnTo>
                <a:lnTo>
                  <a:pt x="1934134" y="41030"/>
                </a:lnTo>
                <a:lnTo>
                  <a:pt x="1902727" y="41030"/>
                </a:lnTo>
                <a:lnTo>
                  <a:pt x="1940374" y="141818"/>
                </a:lnTo>
                <a:cubicBezTo>
                  <a:pt x="1941207" y="143896"/>
                  <a:pt x="1941624" y="146112"/>
                  <a:pt x="1941624" y="148467"/>
                </a:cubicBezTo>
                <a:cubicBezTo>
                  <a:pt x="1941624" y="151654"/>
                  <a:pt x="1940688" y="154563"/>
                  <a:pt x="1938815" y="157195"/>
                </a:cubicBezTo>
                <a:cubicBezTo>
                  <a:pt x="1936943" y="159827"/>
                  <a:pt x="1934065" y="161352"/>
                  <a:pt x="1930183" y="161769"/>
                </a:cubicBezTo>
                <a:cubicBezTo>
                  <a:pt x="1927271" y="161906"/>
                  <a:pt x="1924359" y="161836"/>
                  <a:pt x="1921446" y="161559"/>
                </a:cubicBezTo>
                <a:cubicBezTo>
                  <a:pt x="1918534" y="161282"/>
                  <a:pt x="1915693" y="161005"/>
                  <a:pt x="1912921" y="160728"/>
                </a:cubicBezTo>
                <a:lnTo>
                  <a:pt x="1912921" y="185042"/>
                </a:lnTo>
                <a:cubicBezTo>
                  <a:pt x="1915970" y="185312"/>
                  <a:pt x="1918985" y="185549"/>
                  <a:pt x="1921966" y="185752"/>
                </a:cubicBezTo>
                <a:cubicBezTo>
                  <a:pt x="1924947" y="185956"/>
                  <a:pt x="1927963" y="186057"/>
                  <a:pt x="1931014" y="186057"/>
                </a:cubicBezTo>
                <a:cubicBezTo>
                  <a:pt x="1941136" y="186057"/>
                  <a:pt x="1949040" y="184187"/>
                  <a:pt x="1954725" y="180446"/>
                </a:cubicBezTo>
                <a:cubicBezTo>
                  <a:pt x="1960411" y="176707"/>
                  <a:pt x="1964848" y="170474"/>
                  <a:pt x="1968039" y="161746"/>
                </a:cubicBezTo>
                <a:close/>
                <a:moveTo>
                  <a:pt x="2106976" y="94860"/>
                </a:moveTo>
                <a:cubicBezTo>
                  <a:pt x="2106976" y="90560"/>
                  <a:pt x="2107392" y="86331"/>
                  <a:pt x="2108224" y="82171"/>
                </a:cubicBezTo>
                <a:cubicBezTo>
                  <a:pt x="2109055" y="78009"/>
                  <a:pt x="2110476" y="74334"/>
                  <a:pt x="2112486" y="71146"/>
                </a:cubicBezTo>
                <a:cubicBezTo>
                  <a:pt x="2114498" y="67955"/>
                  <a:pt x="2117168" y="65355"/>
                  <a:pt x="2120497" y="63345"/>
                </a:cubicBezTo>
                <a:cubicBezTo>
                  <a:pt x="2123825" y="61332"/>
                  <a:pt x="2127985" y="60326"/>
                  <a:pt x="2132976" y="60326"/>
                </a:cubicBezTo>
                <a:cubicBezTo>
                  <a:pt x="2137969" y="60326"/>
                  <a:pt x="2142164" y="61332"/>
                  <a:pt x="2145560" y="63345"/>
                </a:cubicBezTo>
                <a:cubicBezTo>
                  <a:pt x="2148958" y="65355"/>
                  <a:pt x="2151662" y="67955"/>
                  <a:pt x="2153672" y="71146"/>
                </a:cubicBezTo>
                <a:cubicBezTo>
                  <a:pt x="2155684" y="74334"/>
                  <a:pt x="2157106" y="78009"/>
                  <a:pt x="2157937" y="82171"/>
                </a:cubicBezTo>
                <a:cubicBezTo>
                  <a:pt x="2158769" y="86331"/>
                  <a:pt x="2159184" y="90560"/>
                  <a:pt x="2159184" y="94860"/>
                </a:cubicBezTo>
                <a:cubicBezTo>
                  <a:pt x="2159184" y="99159"/>
                  <a:pt x="2158769" y="103355"/>
                  <a:pt x="2157937" y="107447"/>
                </a:cubicBezTo>
                <a:cubicBezTo>
                  <a:pt x="2157106" y="111537"/>
                  <a:pt x="2155684" y="115212"/>
                  <a:pt x="2153672" y="118472"/>
                </a:cubicBezTo>
                <a:cubicBezTo>
                  <a:pt x="2151662" y="121731"/>
                  <a:pt x="2148958" y="124331"/>
                  <a:pt x="2145560" y="126273"/>
                </a:cubicBezTo>
                <a:cubicBezTo>
                  <a:pt x="2142164" y="128214"/>
                  <a:pt x="2137969" y="129184"/>
                  <a:pt x="2132976" y="129184"/>
                </a:cubicBezTo>
                <a:cubicBezTo>
                  <a:pt x="2127985" y="129184"/>
                  <a:pt x="2123825" y="128214"/>
                  <a:pt x="2120497" y="126273"/>
                </a:cubicBezTo>
                <a:cubicBezTo>
                  <a:pt x="2117168" y="124331"/>
                  <a:pt x="2114498" y="121731"/>
                  <a:pt x="2112486" y="118472"/>
                </a:cubicBezTo>
                <a:cubicBezTo>
                  <a:pt x="2110476" y="115212"/>
                  <a:pt x="2109055" y="111537"/>
                  <a:pt x="2108224" y="107447"/>
                </a:cubicBezTo>
                <a:cubicBezTo>
                  <a:pt x="2107392" y="103355"/>
                  <a:pt x="2106976" y="99159"/>
                  <a:pt x="2106976" y="94860"/>
                </a:cubicBezTo>
                <a:moveTo>
                  <a:pt x="2077442" y="94863"/>
                </a:moveTo>
                <a:cubicBezTo>
                  <a:pt x="2077442" y="103474"/>
                  <a:pt x="2078759" y="111252"/>
                  <a:pt x="2081393" y="118196"/>
                </a:cubicBezTo>
                <a:cubicBezTo>
                  <a:pt x="2084027" y="125140"/>
                  <a:pt x="2087771" y="131078"/>
                  <a:pt x="2092625" y="136010"/>
                </a:cubicBezTo>
                <a:cubicBezTo>
                  <a:pt x="2097479" y="140940"/>
                  <a:pt x="2103302" y="144726"/>
                  <a:pt x="2110096" y="147366"/>
                </a:cubicBezTo>
                <a:cubicBezTo>
                  <a:pt x="2116892" y="150005"/>
                  <a:pt x="2124519" y="151324"/>
                  <a:pt x="2132976" y="151324"/>
                </a:cubicBezTo>
                <a:cubicBezTo>
                  <a:pt x="2141435" y="151324"/>
                  <a:pt x="2149096" y="150005"/>
                  <a:pt x="2155960" y="147366"/>
                </a:cubicBezTo>
                <a:cubicBezTo>
                  <a:pt x="2162824" y="144726"/>
                  <a:pt x="2168682" y="140940"/>
                  <a:pt x="2173536" y="136010"/>
                </a:cubicBezTo>
                <a:cubicBezTo>
                  <a:pt x="2178390" y="131078"/>
                  <a:pt x="2182134" y="125140"/>
                  <a:pt x="2184768" y="118196"/>
                </a:cubicBezTo>
                <a:cubicBezTo>
                  <a:pt x="2187402" y="111252"/>
                  <a:pt x="2188719" y="103474"/>
                  <a:pt x="2188719" y="94863"/>
                </a:cubicBezTo>
                <a:cubicBezTo>
                  <a:pt x="2188719" y="86252"/>
                  <a:pt x="2187402" y="78439"/>
                  <a:pt x="2184768" y="71425"/>
                </a:cubicBezTo>
                <a:cubicBezTo>
                  <a:pt x="2182134" y="64409"/>
                  <a:pt x="2178390" y="58436"/>
                  <a:pt x="2173536" y="53506"/>
                </a:cubicBezTo>
                <a:cubicBezTo>
                  <a:pt x="2168682" y="48574"/>
                  <a:pt x="2162824" y="44754"/>
                  <a:pt x="2155960" y="42046"/>
                </a:cubicBezTo>
                <a:cubicBezTo>
                  <a:pt x="2149096" y="39337"/>
                  <a:pt x="2141435" y="37983"/>
                  <a:pt x="2132976" y="37983"/>
                </a:cubicBezTo>
                <a:cubicBezTo>
                  <a:pt x="2124519" y="37983"/>
                  <a:pt x="2116892" y="39337"/>
                  <a:pt x="2110096" y="42046"/>
                </a:cubicBezTo>
                <a:cubicBezTo>
                  <a:pt x="2103302" y="44754"/>
                  <a:pt x="2097479" y="48574"/>
                  <a:pt x="2092625" y="53506"/>
                </a:cubicBezTo>
                <a:cubicBezTo>
                  <a:pt x="2087771" y="58436"/>
                  <a:pt x="2084027" y="64409"/>
                  <a:pt x="2081393" y="71425"/>
                </a:cubicBezTo>
                <a:cubicBezTo>
                  <a:pt x="2078759" y="78439"/>
                  <a:pt x="2077442" y="86252"/>
                  <a:pt x="2077442" y="94863"/>
                </a:cubicBezTo>
                <a:close/>
                <a:moveTo>
                  <a:pt x="2308732" y="148366"/>
                </a:moveTo>
                <a:lnTo>
                  <a:pt x="2308732" y="41030"/>
                </a:lnTo>
                <a:lnTo>
                  <a:pt x="2279197" y="41030"/>
                </a:lnTo>
                <a:lnTo>
                  <a:pt x="2279197" y="97259"/>
                </a:lnTo>
                <a:cubicBezTo>
                  <a:pt x="2279197" y="108185"/>
                  <a:pt x="2277394" y="116035"/>
                  <a:pt x="2273789" y="120808"/>
                </a:cubicBezTo>
                <a:cubicBezTo>
                  <a:pt x="2270184" y="125579"/>
                  <a:pt x="2264360" y="127965"/>
                  <a:pt x="2256318" y="127965"/>
                </a:cubicBezTo>
                <a:cubicBezTo>
                  <a:pt x="2249244" y="127965"/>
                  <a:pt x="2244321" y="125787"/>
                  <a:pt x="2241547" y="121430"/>
                </a:cubicBezTo>
                <a:cubicBezTo>
                  <a:pt x="2238775" y="117072"/>
                  <a:pt x="2237389" y="110466"/>
                  <a:pt x="2237389" y="101614"/>
                </a:cubicBezTo>
                <a:lnTo>
                  <a:pt x="2237389" y="41030"/>
                </a:lnTo>
                <a:lnTo>
                  <a:pt x="2207855" y="41030"/>
                </a:lnTo>
                <a:lnTo>
                  <a:pt x="2207855" y="107085"/>
                </a:lnTo>
                <a:cubicBezTo>
                  <a:pt x="2207855" y="113731"/>
                  <a:pt x="2208444" y="119790"/>
                  <a:pt x="2209622" y="125261"/>
                </a:cubicBezTo>
                <a:cubicBezTo>
                  <a:pt x="2210801" y="130730"/>
                  <a:pt x="2212846" y="135369"/>
                  <a:pt x="2215757" y="139178"/>
                </a:cubicBezTo>
                <a:cubicBezTo>
                  <a:pt x="2218671" y="142986"/>
                  <a:pt x="2222658" y="145929"/>
                  <a:pt x="2227719" y="148007"/>
                </a:cubicBezTo>
                <a:cubicBezTo>
                  <a:pt x="2232780" y="150083"/>
                  <a:pt x="2239263" y="151121"/>
                  <a:pt x="2247168" y="151121"/>
                </a:cubicBezTo>
                <a:cubicBezTo>
                  <a:pt x="2253407" y="151121"/>
                  <a:pt x="2259508" y="149731"/>
                  <a:pt x="2265471" y="146950"/>
                </a:cubicBezTo>
                <a:cubicBezTo>
                  <a:pt x="2271433" y="144168"/>
                  <a:pt x="2276286" y="139648"/>
                  <a:pt x="2280028" y="133389"/>
                </a:cubicBezTo>
                <a:lnTo>
                  <a:pt x="2280654" y="133389"/>
                </a:lnTo>
                <a:lnTo>
                  <a:pt x="2280654" y="148366"/>
                </a:lnTo>
                <a:lnTo>
                  <a:pt x="2308732" y="148366"/>
                </a:lnTo>
                <a:close/>
                <a:moveTo>
                  <a:pt x="2331195" y="40868"/>
                </a:moveTo>
                <a:lnTo>
                  <a:pt x="2331195" y="148480"/>
                </a:lnTo>
                <a:lnTo>
                  <a:pt x="2360730" y="148480"/>
                </a:lnTo>
                <a:lnTo>
                  <a:pt x="2360730" y="99966"/>
                </a:lnTo>
                <a:cubicBezTo>
                  <a:pt x="2360730" y="95108"/>
                  <a:pt x="2361216" y="90597"/>
                  <a:pt x="2362187" y="86434"/>
                </a:cubicBezTo>
                <a:cubicBezTo>
                  <a:pt x="2363158" y="82270"/>
                  <a:pt x="2364787" y="78626"/>
                  <a:pt x="2367074" y="75503"/>
                </a:cubicBezTo>
                <a:cubicBezTo>
                  <a:pt x="2369362" y="72380"/>
                  <a:pt x="2372377" y="69916"/>
                  <a:pt x="2376120" y="68112"/>
                </a:cubicBezTo>
                <a:cubicBezTo>
                  <a:pt x="2379865" y="66307"/>
                  <a:pt x="2384441" y="65404"/>
                  <a:pt x="2389849" y="65404"/>
                </a:cubicBezTo>
                <a:cubicBezTo>
                  <a:pt x="2391652" y="65404"/>
                  <a:pt x="2393523" y="65509"/>
                  <a:pt x="2395464" y="65719"/>
                </a:cubicBezTo>
                <a:cubicBezTo>
                  <a:pt x="2397406" y="65926"/>
                  <a:pt x="2399070" y="66168"/>
                  <a:pt x="2400456" y="66445"/>
                </a:cubicBezTo>
                <a:lnTo>
                  <a:pt x="2400456" y="39021"/>
                </a:lnTo>
                <a:cubicBezTo>
                  <a:pt x="2398099" y="38329"/>
                  <a:pt x="2395950" y="37983"/>
                  <a:pt x="2394010" y="37983"/>
                </a:cubicBezTo>
                <a:cubicBezTo>
                  <a:pt x="2390265" y="37983"/>
                  <a:pt x="2386660" y="38538"/>
                  <a:pt x="2383194" y="39646"/>
                </a:cubicBezTo>
                <a:cubicBezTo>
                  <a:pt x="2379728" y="40753"/>
                  <a:pt x="2376470" y="42310"/>
                  <a:pt x="2373419" y="44318"/>
                </a:cubicBezTo>
                <a:cubicBezTo>
                  <a:pt x="2370368" y="46326"/>
                  <a:pt x="2367664" y="48750"/>
                  <a:pt x="2365307" y="51589"/>
                </a:cubicBezTo>
                <a:cubicBezTo>
                  <a:pt x="2362950" y="54429"/>
                  <a:pt x="2361077" y="57510"/>
                  <a:pt x="2359689" y="60834"/>
                </a:cubicBezTo>
                <a:lnTo>
                  <a:pt x="2359273" y="60834"/>
                </a:lnTo>
                <a:lnTo>
                  <a:pt x="2359273" y="40868"/>
                </a:lnTo>
                <a:lnTo>
                  <a:pt x="2331195" y="40868"/>
                </a:lnTo>
                <a:close/>
                <a:moveTo>
                  <a:pt x="2524214" y="129184"/>
                </a:moveTo>
                <a:cubicBezTo>
                  <a:pt x="2519498" y="129184"/>
                  <a:pt x="2515476" y="128214"/>
                  <a:pt x="2512148" y="126273"/>
                </a:cubicBezTo>
                <a:cubicBezTo>
                  <a:pt x="2508821" y="124331"/>
                  <a:pt x="2506152" y="121800"/>
                  <a:pt x="2504140" y="118679"/>
                </a:cubicBezTo>
                <a:cubicBezTo>
                  <a:pt x="2502130" y="115558"/>
                  <a:pt x="2500674" y="111918"/>
                  <a:pt x="2499773" y="107758"/>
                </a:cubicBezTo>
                <a:cubicBezTo>
                  <a:pt x="2498872" y="103596"/>
                  <a:pt x="2498421" y="99365"/>
                  <a:pt x="2498421" y="95066"/>
                </a:cubicBezTo>
                <a:cubicBezTo>
                  <a:pt x="2498421" y="90629"/>
                  <a:pt x="2498837" y="86331"/>
                  <a:pt x="2499668" y="82171"/>
                </a:cubicBezTo>
                <a:cubicBezTo>
                  <a:pt x="2500500" y="78009"/>
                  <a:pt x="2501921" y="74334"/>
                  <a:pt x="2503931" y="71146"/>
                </a:cubicBezTo>
                <a:cubicBezTo>
                  <a:pt x="2505943" y="67955"/>
                  <a:pt x="2508578" y="65355"/>
                  <a:pt x="2511837" y="63345"/>
                </a:cubicBezTo>
                <a:cubicBezTo>
                  <a:pt x="2515095" y="61332"/>
                  <a:pt x="2519151" y="60326"/>
                  <a:pt x="2524005" y="60326"/>
                </a:cubicBezTo>
                <a:cubicBezTo>
                  <a:pt x="2528721" y="60326"/>
                  <a:pt x="2532708" y="61332"/>
                  <a:pt x="2535966" y="63345"/>
                </a:cubicBezTo>
                <a:cubicBezTo>
                  <a:pt x="2539225" y="65355"/>
                  <a:pt x="2541894" y="67990"/>
                  <a:pt x="2543974" y="71250"/>
                </a:cubicBezTo>
                <a:cubicBezTo>
                  <a:pt x="2546054" y="74509"/>
                  <a:pt x="2547544" y="78218"/>
                  <a:pt x="2548446" y="82378"/>
                </a:cubicBezTo>
                <a:cubicBezTo>
                  <a:pt x="2549347" y="86537"/>
                  <a:pt x="2549798" y="90767"/>
                  <a:pt x="2549798" y="95066"/>
                </a:cubicBezTo>
                <a:cubicBezTo>
                  <a:pt x="2549798" y="99365"/>
                  <a:pt x="2549382" y="103596"/>
                  <a:pt x="2548550" y="107758"/>
                </a:cubicBezTo>
                <a:cubicBezTo>
                  <a:pt x="2547719" y="111918"/>
                  <a:pt x="2546297" y="115558"/>
                  <a:pt x="2544285" y="118679"/>
                </a:cubicBezTo>
                <a:cubicBezTo>
                  <a:pt x="2542275" y="121800"/>
                  <a:pt x="2539641" y="124331"/>
                  <a:pt x="2536382" y="126273"/>
                </a:cubicBezTo>
                <a:cubicBezTo>
                  <a:pt x="2533124" y="128214"/>
                  <a:pt x="2529068" y="129184"/>
                  <a:pt x="2524214" y="129184"/>
                </a:cubicBezTo>
                <a:moveTo>
                  <a:pt x="2469927" y="40963"/>
                </a:moveTo>
                <a:lnTo>
                  <a:pt x="2469927" y="186057"/>
                </a:lnTo>
                <a:lnTo>
                  <a:pt x="2499462" y="186057"/>
                </a:lnTo>
                <a:lnTo>
                  <a:pt x="2499462" y="135242"/>
                </a:lnTo>
                <a:lnTo>
                  <a:pt x="2499878" y="135242"/>
                </a:lnTo>
                <a:cubicBezTo>
                  <a:pt x="2503483" y="140534"/>
                  <a:pt x="2508094" y="144537"/>
                  <a:pt x="2513709" y="147252"/>
                </a:cubicBezTo>
                <a:cubicBezTo>
                  <a:pt x="2519324" y="149966"/>
                  <a:pt x="2525460" y="151324"/>
                  <a:pt x="2532117" y="151324"/>
                </a:cubicBezTo>
                <a:cubicBezTo>
                  <a:pt x="2540021" y="151324"/>
                  <a:pt x="2546920" y="149796"/>
                  <a:pt x="2552813" y="146741"/>
                </a:cubicBezTo>
                <a:cubicBezTo>
                  <a:pt x="2558705" y="143686"/>
                  <a:pt x="2563628" y="139588"/>
                  <a:pt x="2567580" y="134449"/>
                </a:cubicBezTo>
                <a:cubicBezTo>
                  <a:pt x="2571532" y="129310"/>
                  <a:pt x="2574479" y="123407"/>
                  <a:pt x="2576419" y="116740"/>
                </a:cubicBezTo>
                <a:cubicBezTo>
                  <a:pt x="2578361" y="110073"/>
                  <a:pt x="2579332" y="103127"/>
                  <a:pt x="2579332" y="95904"/>
                </a:cubicBezTo>
                <a:cubicBezTo>
                  <a:pt x="2579332" y="88264"/>
                  <a:pt x="2578361" y="80937"/>
                  <a:pt x="2576419" y="73923"/>
                </a:cubicBezTo>
                <a:cubicBezTo>
                  <a:pt x="2574479" y="66909"/>
                  <a:pt x="2571497" y="60763"/>
                  <a:pt x="2567475" y="55486"/>
                </a:cubicBezTo>
                <a:cubicBezTo>
                  <a:pt x="2563455" y="50207"/>
                  <a:pt x="2558394" y="45971"/>
                  <a:pt x="2552292" y="42776"/>
                </a:cubicBezTo>
                <a:cubicBezTo>
                  <a:pt x="2546192" y="39581"/>
                  <a:pt x="2538913" y="37983"/>
                  <a:pt x="2530454" y="37983"/>
                </a:cubicBezTo>
                <a:cubicBezTo>
                  <a:pt x="2523797" y="37983"/>
                  <a:pt x="2517695" y="39306"/>
                  <a:pt x="2512148" y="41950"/>
                </a:cubicBezTo>
                <a:cubicBezTo>
                  <a:pt x="2506602" y="44595"/>
                  <a:pt x="2502026" y="48842"/>
                  <a:pt x="2498421" y="54690"/>
                </a:cubicBezTo>
                <a:lnTo>
                  <a:pt x="2498005" y="54690"/>
                </a:lnTo>
                <a:lnTo>
                  <a:pt x="2498005" y="40963"/>
                </a:lnTo>
                <a:lnTo>
                  <a:pt x="2469927" y="40963"/>
                </a:lnTo>
                <a:close/>
                <a:moveTo>
                  <a:pt x="2595764" y="74018"/>
                </a:moveTo>
                <a:cubicBezTo>
                  <a:pt x="2596179" y="67084"/>
                  <a:pt x="2597912" y="61330"/>
                  <a:pt x="2600963" y="56756"/>
                </a:cubicBezTo>
                <a:cubicBezTo>
                  <a:pt x="2604014" y="52179"/>
                  <a:pt x="2607896" y="48504"/>
                  <a:pt x="2612610" y="45730"/>
                </a:cubicBezTo>
                <a:cubicBezTo>
                  <a:pt x="2617324" y="42957"/>
                  <a:pt x="2622628" y="40980"/>
                  <a:pt x="2628520" y="39802"/>
                </a:cubicBezTo>
                <a:cubicBezTo>
                  <a:pt x="2634415" y="38623"/>
                  <a:pt x="2640344" y="38034"/>
                  <a:pt x="2646306" y="38034"/>
                </a:cubicBezTo>
                <a:cubicBezTo>
                  <a:pt x="2651714" y="38034"/>
                  <a:pt x="2657191" y="38416"/>
                  <a:pt x="2662736" y="39180"/>
                </a:cubicBezTo>
                <a:cubicBezTo>
                  <a:pt x="2668284" y="39941"/>
                  <a:pt x="2673345" y="41432"/>
                  <a:pt x="2677920" y="43652"/>
                </a:cubicBezTo>
                <a:cubicBezTo>
                  <a:pt x="2682496" y="45869"/>
                  <a:pt x="2686240" y="48954"/>
                  <a:pt x="2689151" y="52906"/>
                </a:cubicBezTo>
                <a:cubicBezTo>
                  <a:pt x="2692065" y="56859"/>
                  <a:pt x="2693522" y="62093"/>
                  <a:pt x="2693522" y="68610"/>
                </a:cubicBezTo>
                <a:lnTo>
                  <a:pt x="2693522" y="124560"/>
                </a:lnTo>
                <a:cubicBezTo>
                  <a:pt x="2693522" y="129413"/>
                  <a:pt x="2693799" y="134059"/>
                  <a:pt x="2694353" y="138496"/>
                </a:cubicBezTo>
                <a:cubicBezTo>
                  <a:pt x="2694908" y="142932"/>
                  <a:pt x="2695878" y="146261"/>
                  <a:pt x="2697263" y="148480"/>
                </a:cubicBezTo>
                <a:lnTo>
                  <a:pt x="2667313" y="148480"/>
                </a:lnTo>
                <a:cubicBezTo>
                  <a:pt x="2666759" y="146817"/>
                  <a:pt x="2666308" y="145119"/>
                  <a:pt x="2665961" y="143386"/>
                </a:cubicBezTo>
                <a:cubicBezTo>
                  <a:pt x="2665614" y="141651"/>
                  <a:pt x="2665372" y="139882"/>
                  <a:pt x="2665234" y="138080"/>
                </a:cubicBezTo>
                <a:cubicBezTo>
                  <a:pt x="2660520" y="142933"/>
                  <a:pt x="2654973" y="146331"/>
                  <a:pt x="2648594" y="148274"/>
                </a:cubicBezTo>
                <a:cubicBezTo>
                  <a:pt x="2642215" y="150214"/>
                  <a:pt x="2635697" y="151184"/>
                  <a:pt x="2629041" y="151184"/>
                </a:cubicBezTo>
                <a:cubicBezTo>
                  <a:pt x="2623912" y="151184"/>
                  <a:pt x="2619128" y="150560"/>
                  <a:pt x="2614689" y="149312"/>
                </a:cubicBezTo>
                <a:cubicBezTo>
                  <a:pt x="2610252" y="148063"/>
                  <a:pt x="2606370" y="146122"/>
                  <a:pt x="2603042" y="143488"/>
                </a:cubicBezTo>
                <a:cubicBezTo>
                  <a:pt x="2599716" y="140854"/>
                  <a:pt x="2597116" y="137526"/>
                  <a:pt x="2595244" y="133506"/>
                </a:cubicBezTo>
                <a:cubicBezTo>
                  <a:pt x="2593371" y="129484"/>
                  <a:pt x="2592435" y="124699"/>
                  <a:pt x="2592435" y="119152"/>
                </a:cubicBezTo>
                <a:cubicBezTo>
                  <a:pt x="2592435" y="113052"/>
                  <a:pt x="2593510" y="108026"/>
                  <a:pt x="2595659" y="104073"/>
                </a:cubicBezTo>
                <a:cubicBezTo>
                  <a:pt x="2597809" y="100121"/>
                  <a:pt x="2600582" y="96966"/>
                  <a:pt x="2603978" y="94609"/>
                </a:cubicBezTo>
                <a:cubicBezTo>
                  <a:pt x="2607376" y="92252"/>
                  <a:pt x="2611258" y="90484"/>
                  <a:pt x="2615625" y="89306"/>
                </a:cubicBezTo>
                <a:cubicBezTo>
                  <a:pt x="2619995" y="88127"/>
                  <a:pt x="2624398" y="87192"/>
                  <a:pt x="2628835" y="86500"/>
                </a:cubicBezTo>
                <a:cubicBezTo>
                  <a:pt x="2633271" y="85806"/>
                  <a:pt x="2637638" y="85251"/>
                  <a:pt x="2641936" y="84834"/>
                </a:cubicBezTo>
                <a:cubicBezTo>
                  <a:pt x="2646235" y="84417"/>
                  <a:pt x="2650049" y="83793"/>
                  <a:pt x="2653377" y="82961"/>
                </a:cubicBezTo>
                <a:cubicBezTo>
                  <a:pt x="2656705" y="82130"/>
                  <a:pt x="2659339" y="80918"/>
                  <a:pt x="2661280" y="79324"/>
                </a:cubicBezTo>
                <a:cubicBezTo>
                  <a:pt x="2663222" y="77729"/>
                  <a:pt x="2664124" y="75406"/>
                  <a:pt x="2663987" y="72355"/>
                </a:cubicBezTo>
                <a:cubicBezTo>
                  <a:pt x="2663987" y="69164"/>
                  <a:pt x="2663466" y="66634"/>
                  <a:pt x="2662425" y="64763"/>
                </a:cubicBezTo>
                <a:cubicBezTo>
                  <a:pt x="2661384" y="62891"/>
                  <a:pt x="2659997" y="61435"/>
                  <a:pt x="2658265" y="60396"/>
                </a:cubicBezTo>
                <a:cubicBezTo>
                  <a:pt x="2656532" y="59355"/>
                  <a:pt x="2654521" y="58661"/>
                  <a:pt x="2652231" y="58314"/>
                </a:cubicBezTo>
                <a:cubicBezTo>
                  <a:pt x="2649944" y="57967"/>
                  <a:pt x="2647483" y="57794"/>
                  <a:pt x="2644849" y="57794"/>
                </a:cubicBezTo>
                <a:cubicBezTo>
                  <a:pt x="2639026" y="57794"/>
                  <a:pt x="2634451" y="59042"/>
                  <a:pt x="2631123" y="61539"/>
                </a:cubicBezTo>
                <a:cubicBezTo>
                  <a:pt x="2627795" y="64035"/>
                  <a:pt x="2625853" y="68195"/>
                  <a:pt x="2625299" y="74018"/>
                </a:cubicBezTo>
                <a:lnTo>
                  <a:pt x="2595764" y="74018"/>
                </a:lnTo>
                <a:moveTo>
                  <a:pt x="2663987" y="95856"/>
                </a:moveTo>
                <a:cubicBezTo>
                  <a:pt x="2662739" y="96967"/>
                  <a:pt x="2661178" y="97835"/>
                  <a:pt x="2659306" y="98459"/>
                </a:cubicBezTo>
                <a:cubicBezTo>
                  <a:pt x="2657433" y="99083"/>
                  <a:pt x="2655422" y="99603"/>
                  <a:pt x="2653272" y="100020"/>
                </a:cubicBezTo>
                <a:cubicBezTo>
                  <a:pt x="2651125" y="100435"/>
                  <a:pt x="2648871" y="100781"/>
                  <a:pt x="2646512" y="101058"/>
                </a:cubicBezTo>
                <a:cubicBezTo>
                  <a:pt x="2644155" y="101335"/>
                  <a:pt x="2641798" y="101681"/>
                  <a:pt x="2639441" y="102096"/>
                </a:cubicBezTo>
                <a:cubicBezTo>
                  <a:pt x="2637224" y="102513"/>
                  <a:pt x="2635040" y="103068"/>
                  <a:pt x="2632891" y="103762"/>
                </a:cubicBezTo>
                <a:cubicBezTo>
                  <a:pt x="2630741" y="104454"/>
                  <a:pt x="2628868" y="105390"/>
                  <a:pt x="2627273" y="106571"/>
                </a:cubicBezTo>
                <a:cubicBezTo>
                  <a:pt x="2625680" y="107749"/>
                  <a:pt x="2624398" y="109240"/>
                  <a:pt x="2623426" y="111043"/>
                </a:cubicBezTo>
                <a:cubicBezTo>
                  <a:pt x="2622455" y="112843"/>
                  <a:pt x="2621970" y="115130"/>
                  <a:pt x="2621970" y="117904"/>
                </a:cubicBezTo>
                <a:cubicBezTo>
                  <a:pt x="2621970" y="120539"/>
                  <a:pt x="2622455" y="122757"/>
                  <a:pt x="2623426" y="124560"/>
                </a:cubicBezTo>
                <a:cubicBezTo>
                  <a:pt x="2624398" y="126362"/>
                  <a:pt x="2625715" y="127784"/>
                  <a:pt x="2627378" y="128825"/>
                </a:cubicBezTo>
                <a:cubicBezTo>
                  <a:pt x="2629043" y="129864"/>
                  <a:pt x="2630984" y="130592"/>
                  <a:pt x="2633202" y="131009"/>
                </a:cubicBezTo>
                <a:cubicBezTo>
                  <a:pt x="2635421" y="131425"/>
                  <a:pt x="2637709" y="131634"/>
                  <a:pt x="2640066" y="131634"/>
                </a:cubicBezTo>
                <a:cubicBezTo>
                  <a:pt x="2645889" y="131634"/>
                  <a:pt x="2650395" y="130664"/>
                  <a:pt x="2653583" y="128724"/>
                </a:cubicBezTo>
                <a:cubicBezTo>
                  <a:pt x="2656774" y="126781"/>
                  <a:pt x="2659132" y="124458"/>
                  <a:pt x="2660658" y="121754"/>
                </a:cubicBezTo>
                <a:cubicBezTo>
                  <a:pt x="2662183" y="119050"/>
                  <a:pt x="2663119" y="116311"/>
                  <a:pt x="2663466" y="113537"/>
                </a:cubicBezTo>
                <a:cubicBezTo>
                  <a:pt x="2663813" y="110763"/>
                  <a:pt x="2663987" y="108545"/>
                  <a:pt x="2663987" y="106882"/>
                </a:cubicBezTo>
                <a:lnTo>
                  <a:pt x="2663987" y="95856"/>
                </a:lnTo>
                <a:close/>
                <a:moveTo>
                  <a:pt x="2716401" y="40868"/>
                </a:moveTo>
                <a:lnTo>
                  <a:pt x="2716401" y="148480"/>
                </a:lnTo>
                <a:lnTo>
                  <a:pt x="2745935" y="148480"/>
                </a:lnTo>
                <a:lnTo>
                  <a:pt x="2745935" y="99966"/>
                </a:lnTo>
                <a:cubicBezTo>
                  <a:pt x="2745935" y="95108"/>
                  <a:pt x="2746421" y="90597"/>
                  <a:pt x="2747392" y="86434"/>
                </a:cubicBezTo>
                <a:cubicBezTo>
                  <a:pt x="2748363" y="82270"/>
                  <a:pt x="2749993" y="78626"/>
                  <a:pt x="2752280" y="75503"/>
                </a:cubicBezTo>
                <a:cubicBezTo>
                  <a:pt x="2754567" y="72380"/>
                  <a:pt x="2757582" y="69916"/>
                  <a:pt x="2761325" y="68112"/>
                </a:cubicBezTo>
                <a:cubicBezTo>
                  <a:pt x="2765070" y="66307"/>
                  <a:pt x="2769646" y="65404"/>
                  <a:pt x="2775055" y="65404"/>
                </a:cubicBezTo>
                <a:cubicBezTo>
                  <a:pt x="2776857" y="65404"/>
                  <a:pt x="2778729" y="65509"/>
                  <a:pt x="2780669" y="65719"/>
                </a:cubicBezTo>
                <a:cubicBezTo>
                  <a:pt x="2782611" y="65926"/>
                  <a:pt x="2784275" y="66168"/>
                  <a:pt x="2785661" y="66445"/>
                </a:cubicBezTo>
                <a:lnTo>
                  <a:pt x="2785661" y="39021"/>
                </a:lnTo>
                <a:cubicBezTo>
                  <a:pt x="2783304" y="38329"/>
                  <a:pt x="2781155" y="37983"/>
                  <a:pt x="2779215" y="37983"/>
                </a:cubicBezTo>
                <a:cubicBezTo>
                  <a:pt x="2775470" y="37983"/>
                  <a:pt x="2771865" y="38538"/>
                  <a:pt x="2768399" y="39646"/>
                </a:cubicBezTo>
                <a:cubicBezTo>
                  <a:pt x="2764933" y="40753"/>
                  <a:pt x="2761675" y="42310"/>
                  <a:pt x="2758624" y="44318"/>
                </a:cubicBezTo>
                <a:cubicBezTo>
                  <a:pt x="2755573" y="46326"/>
                  <a:pt x="2752869" y="48750"/>
                  <a:pt x="2750512" y="51589"/>
                </a:cubicBezTo>
                <a:cubicBezTo>
                  <a:pt x="2748155" y="54429"/>
                  <a:pt x="2746282" y="57510"/>
                  <a:pt x="2744894" y="60834"/>
                </a:cubicBezTo>
                <a:lnTo>
                  <a:pt x="2744479" y="60834"/>
                </a:lnTo>
                <a:lnTo>
                  <a:pt x="2744479" y="40868"/>
                </a:lnTo>
                <a:lnTo>
                  <a:pt x="2716401" y="40868"/>
                </a:lnTo>
                <a:close/>
                <a:moveTo>
                  <a:pt x="2820190" y="113544"/>
                </a:moveTo>
                <a:lnTo>
                  <a:pt x="2792112" y="113544"/>
                </a:lnTo>
                <a:cubicBezTo>
                  <a:pt x="2792389" y="120742"/>
                  <a:pt x="2794018" y="126728"/>
                  <a:pt x="2796999" y="131504"/>
                </a:cubicBezTo>
                <a:cubicBezTo>
                  <a:pt x="2799981" y="136277"/>
                  <a:pt x="2803793" y="140117"/>
                  <a:pt x="2808438" y="143024"/>
                </a:cubicBezTo>
                <a:cubicBezTo>
                  <a:pt x="2813084" y="145932"/>
                  <a:pt x="2818388" y="148007"/>
                  <a:pt x="2824351" y="149251"/>
                </a:cubicBezTo>
                <a:cubicBezTo>
                  <a:pt x="2830313" y="150498"/>
                  <a:pt x="2836414" y="151121"/>
                  <a:pt x="2842654" y="151121"/>
                </a:cubicBezTo>
                <a:cubicBezTo>
                  <a:pt x="2848754" y="151121"/>
                  <a:pt x="2854750" y="150530"/>
                  <a:pt x="2860642" y="149350"/>
                </a:cubicBezTo>
                <a:cubicBezTo>
                  <a:pt x="2866537" y="148171"/>
                  <a:pt x="2871772" y="146125"/>
                  <a:pt x="2876346" y="143212"/>
                </a:cubicBezTo>
                <a:cubicBezTo>
                  <a:pt x="2880923" y="140298"/>
                  <a:pt x="2884632" y="136448"/>
                  <a:pt x="2887473" y="131662"/>
                </a:cubicBezTo>
                <a:cubicBezTo>
                  <a:pt x="2890317" y="126876"/>
                  <a:pt x="2891739" y="120946"/>
                  <a:pt x="2891739" y="113870"/>
                </a:cubicBezTo>
                <a:cubicBezTo>
                  <a:pt x="2891739" y="108877"/>
                  <a:pt x="2890768" y="104681"/>
                  <a:pt x="2888825" y="101283"/>
                </a:cubicBezTo>
                <a:cubicBezTo>
                  <a:pt x="2886885" y="97883"/>
                  <a:pt x="2884320" y="95039"/>
                  <a:pt x="2881129" y="92749"/>
                </a:cubicBezTo>
                <a:cubicBezTo>
                  <a:pt x="2877940" y="90460"/>
                  <a:pt x="2874301" y="88622"/>
                  <a:pt x="2870211" y="87236"/>
                </a:cubicBezTo>
                <a:cubicBezTo>
                  <a:pt x="2866121" y="85849"/>
                  <a:pt x="2861927" y="84669"/>
                  <a:pt x="2857627" y="83698"/>
                </a:cubicBezTo>
                <a:cubicBezTo>
                  <a:pt x="2853468" y="82727"/>
                  <a:pt x="2849377" y="81825"/>
                  <a:pt x="2845355" y="80994"/>
                </a:cubicBezTo>
                <a:cubicBezTo>
                  <a:pt x="2841334" y="80160"/>
                  <a:pt x="2837764" y="79224"/>
                  <a:pt x="2834643" y="78185"/>
                </a:cubicBezTo>
                <a:cubicBezTo>
                  <a:pt x="2831524" y="77144"/>
                  <a:pt x="2828994" y="75791"/>
                  <a:pt x="2827052" y="74126"/>
                </a:cubicBezTo>
                <a:cubicBezTo>
                  <a:pt x="2825111" y="72461"/>
                  <a:pt x="2824141" y="70310"/>
                  <a:pt x="2824141" y="67674"/>
                </a:cubicBezTo>
                <a:cubicBezTo>
                  <a:pt x="2824141" y="65454"/>
                  <a:pt x="2824696" y="63685"/>
                  <a:pt x="2825804" y="62367"/>
                </a:cubicBezTo>
                <a:cubicBezTo>
                  <a:pt x="2826915" y="61049"/>
                  <a:pt x="2828267" y="60044"/>
                  <a:pt x="2829860" y="59352"/>
                </a:cubicBezTo>
                <a:cubicBezTo>
                  <a:pt x="2831456" y="58658"/>
                  <a:pt x="2833223" y="58207"/>
                  <a:pt x="2835164" y="58000"/>
                </a:cubicBezTo>
                <a:cubicBezTo>
                  <a:pt x="2837106" y="57791"/>
                  <a:pt x="2838909" y="57686"/>
                  <a:pt x="2840572" y="57686"/>
                </a:cubicBezTo>
                <a:cubicBezTo>
                  <a:pt x="2845840" y="57686"/>
                  <a:pt x="2850416" y="58696"/>
                  <a:pt x="2854298" y="60717"/>
                </a:cubicBezTo>
                <a:cubicBezTo>
                  <a:pt x="2858181" y="62735"/>
                  <a:pt x="2860330" y="66600"/>
                  <a:pt x="2860747" y="72310"/>
                </a:cubicBezTo>
                <a:lnTo>
                  <a:pt x="2888828" y="72310"/>
                </a:lnTo>
                <a:cubicBezTo>
                  <a:pt x="2888274" y="65654"/>
                  <a:pt x="2886575" y="60141"/>
                  <a:pt x="2883731" y="55772"/>
                </a:cubicBezTo>
                <a:cubicBezTo>
                  <a:pt x="2880890" y="51403"/>
                  <a:pt x="2877319" y="47901"/>
                  <a:pt x="2873020" y="45267"/>
                </a:cubicBezTo>
                <a:cubicBezTo>
                  <a:pt x="2868723" y="42631"/>
                  <a:pt x="2863835" y="40758"/>
                  <a:pt x="2858357" y="39649"/>
                </a:cubicBezTo>
                <a:cubicBezTo>
                  <a:pt x="2852879" y="38539"/>
                  <a:pt x="2847229" y="37983"/>
                  <a:pt x="2841406" y="37983"/>
                </a:cubicBezTo>
                <a:cubicBezTo>
                  <a:pt x="2835582" y="37983"/>
                  <a:pt x="2829895" y="38504"/>
                  <a:pt x="2824348" y="39545"/>
                </a:cubicBezTo>
                <a:cubicBezTo>
                  <a:pt x="2818802" y="40584"/>
                  <a:pt x="2813811" y="42386"/>
                  <a:pt x="2809374" y="44953"/>
                </a:cubicBezTo>
                <a:cubicBezTo>
                  <a:pt x="2804937" y="47519"/>
                  <a:pt x="2801367" y="51022"/>
                  <a:pt x="2798663" y="55461"/>
                </a:cubicBezTo>
                <a:cubicBezTo>
                  <a:pt x="2795959" y="59900"/>
                  <a:pt x="2794606" y="65588"/>
                  <a:pt x="2794606" y="72526"/>
                </a:cubicBezTo>
                <a:cubicBezTo>
                  <a:pt x="2794606" y="77242"/>
                  <a:pt x="2795577" y="81231"/>
                  <a:pt x="2797517" y="84491"/>
                </a:cubicBezTo>
                <a:cubicBezTo>
                  <a:pt x="2799459" y="87750"/>
                  <a:pt x="2802025" y="90455"/>
                  <a:pt x="2805213" y="92606"/>
                </a:cubicBezTo>
                <a:cubicBezTo>
                  <a:pt x="2808404" y="94756"/>
                  <a:pt x="2812044" y="96490"/>
                  <a:pt x="2816134" y="97808"/>
                </a:cubicBezTo>
                <a:cubicBezTo>
                  <a:pt x="2820224" y="99126"/>
                  <a:pt x="2824418" y="100271"/>
                  <a:pt x="2828718" y="101242"/>
                </a:cubicBezTo>
                <a:cubicBezTo>
                  <a:pt x="2839255" y="103462"/>
                  <a:pt x="2847469" y="105681"/>
                  <a:pt x="2853362" y="107901"/>
                </a:cubicBezTo>
                <a:cubicBezTo>
                  <a:pt x="2859257" y="110120"/>
                  <a:pt x="2862204" y="113449"/>
                  <a:pt x="2862204" y="117888"/>
                </a:cubicBezTo>
                <a:cubicBezTo>
                  <a:pt x="2862204" y="120523"/>
                  <a:pt x="2861580" y="122707"/>
                  <a:pt x="2860331" y="124442"/>
                </a:cubicBezTo>
                <a:cubicBezTo>
                  <a:pt x="2859083" y="126177"/>
                  <a:pt x="2857523" y="127565"/>
                  <a:pt x="2855650" y="128606"/>
                </a:cubicBezTo>
                <a:cubicBezTo>
                  <a:pt x="2853780" y="129645"/>
                  <a:pt x="2851700" y="130408"/>
                  <a:pt x="2849411" y="130894"/>
                </a:cubicBezTo>
                <a:cubicBezTo>
                  <a:pt x="2847123" y="131379"/>
                  <a:pt x="2844940" y="131621"/>
                  <a:pt x="2842860" y="131621"/>
                </a:cubicBezTo>
                <a:cubicBezTo>
                  <a:pt x="2839949" y="131621"/>
                  <a:pt x="2837141" y="131275"/>
                  <a:pt x="2834437" y="130583"/>
                </a:cubicBezTo>
                <a:cubicBezTo>
                  <a:pt x="2831733" y="129889"/>
                  <a:pt x="2829341" y="128816"/>
                  <a:pt x="2827261" y="127362"/>
                </a:cubicBezTo>
                <a:cubicBezTo>
                  <a:pt x="2825181" y="125906"/>
                  <a:pt x="2823482" y="124036"/>
                  <a:pt x="2822164" y="121751"/>
                </a:cubicBezTo>
                <a:cubicBezTo>
                  <a:pt x="2820848" y="119466"/>
                  <a:pt x="2820190" y="116730"/>
                  <a:pt x="2820190" y="113544"/>
                </a:cubicBezTo>
                <a:close/>
                <a:moveTo>
                  <a:pt x="2981383" y="83279"/>
                </a:moveTo>
                <a:lnTo>
                  <a:pt x="2933339" y="83279"/>
                </a:lnTo>
                <a:cubicBezTo>
                  <a:pt x="2933477" y="81193"/>
                  <a:pt x="2933926" y="78828"/>
                  <a:pt x="2934688" y="76186"/>
                </a:cubicBezTo>
                <a:cubicBezTo>
                  <a:pt x="2935452" y="73541"/>
                  <a:pt x="2936770" y="71037"/>
                  <a:pt x="2938643" y="68673"/>
                </a:cubicBezTo>
                <a:cubicBezTo>
                  <a:pt x="2940515" y="66308"/>
                  <a:pt x="2943011" y="64325"/>
                  <a:pt x="2946129" y="62726"/>
                </a:cubicBezTo>
                <a:cubicBezTo>
                  <a:pt x="2949250" y="61126"/>
                  <a:pt x="2953168" y="60326"/>
                  <a:pt x="2957882" y="60326"/>
                </a:cubicBezTo>
                <a:cubicBezTo>
                  <a:pt x="2965092" y="60326"/>
                  <a:pt x="2970466" y="62274"/>
                  <a:pt x="2974001" y="66169"/>
                </a:cubicBezTo>
                <a:cubicBezTo>
                  <a:pt x="2977537" y="70064"/>
                  <a:pt x="2979997" y="75768"/>
                  <a:pt x="2981383" y="83279"/>
                </a:cubicBezTo>
                <a:moveTo>
                  <a:pt x="2933339" y="101966"/>
                </a:moveTo>
                <a:lnTo>
                  <a:pt x="3010921" y="101966"/>
                </a:lnTo>
                <a:cubicBezTo>
                  <a:pt x="3011476" y="93629"/>
                  <a:pt x="3010782" y="85640"/>
                  <a:pt x="3008839" y="77998"/>
                </a:cubicBezTo>
                <a:cubicBezTo>
                  <a:pt x="3006899" y="70355"/>
                  <a:pt x="3003744" y="63548"/>
                  <a:pt x="2999375" y="57575"/>
                </a:cubicBezTo>
                <a:cubicBezTo>
                  <a:pt x="2995008" y="51600"/>
                  <a:pt x="2989427" y="46841"/>
                  <a:pt x="2982631" y="43299"/>
                </a:cubicBezTo>
                <a:cubicBezTo>
                  <a:pt x="2975837" y="39755"/>
                  <a:pt x="2967864" y="37983"/>
                  <a:pt x="2958713" y="37983"/>
                </a:cubicBezTo>
                <a:cubicBezTo>
                  <a:pt x="2950531" y="37983"/>
                  <a:pt x="2943078" y="39442"/>
                  <a:pt x="2936354" y="42360"/>
                </a:cubicBezTo>
                <a:cubicBezTo>
                  <a:pt x="2929630" y="45275"/>
                  <a:pt x="2923841" y="49268"/>
                  <a:pt x="2918988" y="54338"/>
                </a:cubicBezTo>
                <a:cubicBezTo>
                  <a:pt x="2914134" y="59407"/>
                  <a:pt x="2910390" y="65415"/>
                  <a:pt x="2907756" y="72361"/>
                </a:cubicBezTo>
                <a:cubicBezTo>
                  <a:pt x="2905122" y="79305"/>
                  <a:pt x="2903804" y="86806"/>
                  <a:pt x="2903804" y="94863"/>
                </a:cubicBezTo>
                <a:cubicBezTo>
                  <a:pt x="2903804" y="103195"/>
                  <a:pt x="2905087" y="110834"/>
                  <a:pt x="2907651" y="117781"/>
                </a:cubicBezTo>
                <a:cubicBezTo>
                  <a:pt x="2910218" y="124725"/>
                  <a:pt x="2913858" y="130698"/>
                  <a:pt x="2918572" y="135699"/>
                </a:cubicBezTo>
                <a:cubicBezTo>
                  <a:pt x="2923286" y="140699"/>
                  <a:pt x="2929040" y="144553"/>
                  <a:pt x="2935834" y="147261"/>
                </a:cubicBezTo>
                <a:cubicBezTo>
                  <a:pt x="2942628" y="149970"/>
                  <a:pt x="2950254" y="151324"/>
                  <a:pt x="2958713" y="151324"/>
                </a:cubicBezTo>
                <a:cubicBezTo>
                  <a:pt x="2970915" y="151324"/>
                  <a:pt x="2981315" y="148553"/>
                  <a:pt x="2989911" y="143012"/>
                </a:cubicBezTo>
                <a:cubicBezTo>
                  <a:pt x="2998510" y="137470"/>
                  <a:pt x="3004889" y="128257"/>
                  <a:pt x="3009049" y="115372"/>
                </a:cubicBezTo>
                <a:lnTo>
                  <a:pt x="2983049" y="115372"/>
                </a:lnTo>
                <a:cubicBezTo>
                  <a:pt x="2982078" y="118670"/>
                  <a:pt x="2979443" y="121797"/>
                  <a:pt x="2975144" y="124753"/>
                </a:cubicBezTo>
                <a:cubicBezTo>
                  <a:pt x="2970846" y="127707"/>
                  <a:pt x="2965717" y="129184"/>
                  <a:pt x="2959754" y="129184"/>
                </a:cubicBezTo>
                <a:cubicBezTo>
                  <a:pt x="2951435" y="129184"/>
                  <a:pt x="2945056" y="127037"/>
                  <a:pt x="2940617" y="122744"/>
                </a:cubicBezTo>
                <a:cubicBezTo>
                  <a:pt x="2936180" y="118449"/>
                  <a:pt x="2933754" y="111523"/>
                  <a:pt x="2933339" y="101966"/>
                </a:cubicBezTo>
                <a:close/>
                <a:moveTo>
                  <a:pt x="3028391" y="40868"/>
                </a:moveTo>
                <a:lnTo>
                  <a:pt x="3028391" y="148480"/>
                </a:lnTo>
                <a:lnTo>
                  <a:pt x="3057926" y="148480"/>
                </a:lnTo>
                <a:lnTo>
                  <a:pt x="3057926" y="99966"/>
                </a:lnTo>
                <a:cubicBezTo>
                  <a:pt x="3057926" y="95108"/>
                  <a:pt x="3058412" y="90597"/>
                  <a:pt x="3059383" y="86434"/>
                </a:cubicBezTo>
                <a:cubicBezTo>
                  <a:pt x="3060354" y="82270"/>
                  <a:pt x="3061983" y="78626"/>
                  <a:pt x="3064270" y="75503"/>
                </a:cubicBezTo>
                <a:cubicBezTo>
                  <a:pt x="3066558" y="72380"/>
                  <a:pt x="3069573" y="69916"/>
                  <a:pt x="3073316" y="68112"/>
                </a:cubicBezTo>
                <a:cubicBezTo>
                  <a:pt x="3077061" y="66307"/>
                  <a:pt x="3081637" y="65404"/>
                  <a:pt x="3087045" y="65404"/>
                </a:cubicBezTo>
                <a:cubicBezTo>
                  <a:pt x="3088848" y="65404"/>
                  <a:pt x="3090719" y="65509"/>
                  <a:pt x="3092660" y="65719"/>
                </a:cubicBezTo>
                <a:cubicBezTo>
                  <a:pt x="3094602" y="65926"/>
                  <a:pt x="3096266" y="66168"/>
                  <a:pt x="3097652" y="66445"/>
                </a:cubicBezTo>
                <a:lnTo>
                  <a:pt x="3097652" y="39021"/>
                </a:lnTo>
                <a:cubicBezTo>
                  <a:pt x="3095295" y="38329"/>
                  <a:pt x="3093146" y="37983"/>
                  <a:pt x="3091206" y="37983"/>
                </a:cubicBezTo>
                <a:cubicBezTo>
                  <a:pt x="3087461" y="37983"/>
                  <a:pt x="3083856" y="38538"/>
                  <a:pt x="3080390" y="39646"/>
                </a:cubicBezTo>
                <a:cubicBezTo>
                  <a:pt x="3076924" y="40753"/>
                  <a:pt x="3073666" y="42310"/>
                  <a:pt x="3070615" y="44318"/>
                </a:cubicBezTo>
                <a:cubicBezTo>
                  <a:pt x="3067564" y="46326"/>
                  <a:pt x="3064860" y="48750"/>
                  <a:pt x="3062503" y="51589"/>
                </a:cubicBezTo>
                <a:cubicBezTo>
                  <a:pt x="3060146" y="54429"/>
                  <a:pt x="3058273" y="57510"/>
                  <a:pt x="3056885" y="60834"/>
                </a:cubicBezTo>
                <a:lnTo>
                  <a:pt x="3056469" y="60834"/>
                </a:lnTo>
                <a:lnTo>
                  <a:pt x="3056469" y="40868"/>
                </a:lnTo>
                <a:lnTo>
                  <a:pt x="3028391" y="40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28">
            <a:extLst xmlns:a="http://schemas.openxmlformats.org/drawingml/2006/main">
              <a:ext uri="{FF2B5EF4-FFF2-40B4-BE49-F238E27FC236}">
                <a16:creationId xmlns:a16="http://schemas.microsoft.com/office/drawing/2014/main" id="{9B357BAA-0DB9-419A-955B-32DAF317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896" y="379780"/>
            <a:ext cx="252014" cy="170239"/>
          </a:xfrm>
          <a:custGeom xmlns:a="http://schemas.openxmlformats.org/drawingml/2006/main">
            <a:pathLst>
              <a:path w="252014" h="170239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165434" y="47769"/>
                </a:moveTo>
                <a:cubicBezTo>
                  <a:pt x="165434" y="44037"/>
                  <a:pt x="166097" y="40771"/>
                  <a:pt x="167422" y="37972"/>
                </a:cubicBezTo>
                <a:cubicBezTo>
                  <a:pt x="168748" y="35170"/>
                  <a:pt x="170581" y="32836"/>
                  <a:pt x="172921" y="30970"/>
                </a:cubicBezTo>
                <a:cubicBezTo>
                  <a:pt x="175261" y="29104"/>
                  <a:pt x="177952" y="27665"/>
                  <a:pt x="180994" y="26653"/>
                </a:cubicBezTo>
                <a:cubicBezTo>
                  <a:pt x="184036" y="25642"/>
                  <a:pt x="187196" y="25136"/>
                  <a:pt x="190473" y="25136"/>
                </a:cubicBezTo>
                <a:cubicBezTo>
                  <a:pt x="195620" y="25136"/>
                  <a:pt x="199791" y="25914"/>
                  <a:pt x="202988" y="27471"/>
                </a:cubicBezTo>
                <a:cubicBezTo>
                  <a:pt x="206187" y="29025"/>
                  <a:pt x="208684" y="30970"/>
                  <a:pt x="210479" y="33305"/>
                </a:cubicBezTo>
                <a:cubicBezTo>
                  <a:pt x="212273" y="35638"/>
                  <a:pt x="213483" y="38087"/>
                  <a:pt x="214106" y="40653"/>
                </a:cubicBezTo>
                <a:cubicBezTo>
                  <a:pt x="214730" y="43219"/>
                  <a:pt x="215042" y="45591"/>
                  <a:pt x="215042" y="47769"/>
                </a:cubicBezTo>
                <a:cubicBezTo>
                  <a:pt x="215042" y="54770"/>
                  <a:pt x="212702" y="60098"/>
                  <a:pt x="208022" y="63754"/>
                </a:cubicBezTo>
                <a:cubicBezTo>
                  <a:pt x="203342" y="67410"/>
                  <a:pt x="197493" y="69238"/>
                  <a:pt x="190473" y="69238"/>
                </a:cubicBezTo>
                <a:cubicBezTo>
                  <a:pt x="183763" y="69238"/>
                  <a:pt x="177912" y="67410"/>
                  <a:pt x="172921" y="63754"/>
                </a:cubicBezTo>
                <a:cubicBezTo>
                  <a:pt x="167930" y="60098"/>
                  <a:pt x="165434" y="54770"/>
                  <a:pt x="165434" y="47769"/>
                </a:cubicBezTo>
                <a:moveTo>
                  <a:pt x="135249" y="44663"/>
                </a:moveTo>
                <a:cubicBezTo>
                  <a:pt x="135249" y="52770"/>
                  <a:pt x="137277" y="59863"/>
                  <a:pt x="141333" y="65943"/>
                </a:cubicBezTo>
                <a:cubicBezTo>
                  <a:pt x="145389" y="72022"/>
                  <a:pt x="151395" y="76153"/>
                  <a:pt x="159350" y="78336"/>
                </a:cubicBezTo>
                <a:lnTo>
                  <a:pt x="159350" y="78803"/>
                </a:lnTo>
                <a:cubicBezTo>
                  <a:pt x="149524" y="81148"/>
                  <a:pt x="141920" y="85837"/>
                  <a:pt x="136538" y="92871"/>
                </a:cubicBezTo>
                <a:cubicBezTo>
                  <a:pt x="131156" y="99905"/>
                  <a:pt x="128465" y="108657"/>
                  <a:pt x="128465" y="119128"/>
                </a:cubicBezTo>
                <a:cubicBezTo>
                  <a:pt x="128465" y="128038"/>
                  <a:pt x="130220" y="135697"/>
                  <a:pt x="133728" y="142108"/>
                </a:cubicBezTo>
                <a:cubicBezTo>
                  <a:pt x="137239" y="148515"/>
                  <a:pt x="141919" y="153829"/>
                  <a:pt x="147767" y="158050"/>
                </a:cubicBezTo>
                <a:cubicBezTo>
                  <a:pt x="153618" y="162268"/>
                  <a:pt x="160248" y="165354"/>
                  <a:pt x="167658" y="167308"/>
                </a:cubicBezTo>
                <a:cubicBezTo>
                  <a:pt x="175068" y="169262"/>
                  <a:pt x="182752" y="170239"/>
                  <a:pt x="190709" y="170239"/>
                </a:cubicBezTo>
                <a:cubicBezTo>
                  <a:pt x="198352" y="170239"/>
                  <a:pt x="205839" y="169184"/>
                  <a:pt x="213171" y="167072"/>
                </a:cubicBezTo>
                <a:cubicBezTo>
                  <a:pt x="220502" y="164963"/>
                  <a:pt x="227054" y="161799"/>
                  <a:pt x="232826" y="157578"/>
                </a:cubicBezTo>
                <a:cubicBezTo>
                  <a:pt x="238598" y="153358"/>
                  <a:pt x="243239" y="148044"/>
                  <a:pt x="246747" y="141636"/>
                </a:cubicBezTo>
                <a:cubicBezTo>
                  <a:pt x="250258" y="135229"/>
                  <a:pt x="252014" y="127648"/>
                  <a:pt x="252014" y="118896"/>
                </a:cubicBezTo>
                <a:cubicBezTo>
                  <a:pt x="252014" y="108582"/>
                  <a:pt x="249361" y="99870"/>
                  <a:pt x="244055" y="92760"/>
                </a:cubicBezTo>
                <a:cubicBezTo>
                  <a:pt x="238752" y="85648"/>
                  <a:pt x="231186" y="80997"/>
                  <a:pt x="221358" y="78807"/>
                </a:cubicBezTo>
                <a:lnTo>
                  <a:pt x="221358" y="78339"/>
                </a:lnTo>
                <a:cubicBezTo>
                  <a:pt x="229313" y="75690"/>
                  <a:pt x="235279" y="71326"/>
                  <a:pt x="239256" y="65246"/>
                </a:cubicBezTo>
                <a:cubicBezTo>
                  <a:pt x="243236" y="59165"/>
                  <a:pt x="245226" y="52070"/>
                  <a:pt x="245226" y="43963"/>
                </a:cubicBezTo>
                <a:cubicBezTo>
                  <a:pt x="245226" y="39909"/>
                  <a:pt x="244290" y="35350"/>
                  <a:pt x="242416" y="30285"/>
                </a:cubicBezTo>
                <a:cubicBezTo>
                  <a:pt x="240545" y="25217"/>
                  <a:pt x="237465" y="20462"/>
                  <a:pt x="233176" y="16021"/>
                </a:cubicBezTo>
                <a:cubicBezTo>
                  <a:pt x="228887" y="11577"/>
                  <a:pt x="223231" y="7795"/>
                  <a:pt x="216209" y="4677"/>
                </a:cubicBezTo>
                <a:cubicBezTo>
                  <a:pt x="209190" y="1559"/>
                  <a:pt x="200611" y="0"/>
                  <a:pt x="190473" y="0"/>
                </a:cubicBezTo>
                <a:cubicBezTo>
                  <a:pt x="183763" y="0"/>
                  <a:pt x="177132" y="935"/>
                  <a:pt x="170579" y="2806"/>
                </a:cubicBezTo>
                <a:cubicBezTo>
                  <a:pt x="164028" y="4677"/>
                  <a:pt x="158141" y="7484"/>
                  <a:pt x="152916" y="11226"/>
                </a:cubicBezTo>
                <a:cubicBezTo>
                  <a:pt x="147691" y="14965"/>
                  <a:pt x="143440" y="19641"/>
                  <a:pt x="140162" y="25254"/>
                </a:cubicBezTo>
                <a:cubicBezTo>
                  <a:pt x="136887" y="30867"/>
                  <a:pt x="135249" y="37336"/>
                  <a:pt x="135249" y="44663"/>
                </a:cubicBezTo>
                <a:moveTo>
                  <a:pt x="161692" y="117429"/>
                </a:moveTo>
                <a:cubicBezTo>
                  <a:pt x="161692" y="108988"/>
                  <a:pt x="164499" y="102541"/>
                  <a:pt x="170115" y="98088"/>
                </a:cubicBezTo>
                <a:cubicBezTo>
                  <a:pt x="175730" y="93632"/>
                  <a:pt x="182593" y="91404"/>
                  <a:pt x="190705" y="91404"/>
                </a:cubicBezTo>
                <a:cubicBezTo>
                  <a:pt x="194604" y="91404"/>
                  <a:pt x="198231" y="92030"/>
                  <a:pt x="201585" y="93282"/>
                </a:cubicBezTo>
                <a:cubicBezTo>
                  <a:pt x="204938" y="94531"/>
                  <a:pt x="207902" y="96328"/>
                  <a:pt x="210475" y="98673"/>
                </a:cubicBezTo>
                <a:cubicBezTo>
                  <a:pt x="213051" y="101018"/>
                  <a:pt x="215079" y="103792"/>
                  <a:pt x="216559" y="106996"/>
                </a:cubicBezTo>
                <a:cubicBezTo>
                  <a:pt x="218042" y="110200"/>
                  <a:pt x="218783" y="113756"/>
                  <a:pt x="218783" y="117664"/>
                </a:cubicBezTo>
                <a:cubicBezTo>
                  <a:pt x="218783" y="121727"/>
                  <a:pt x="218081" y="125479"/>
                  <a:pt x="216677" y="128918"/>
                </a:cubicBezTo>
                <a:cubicBezTo>
                  <a:pt x="215273" y="132358"/>
                  <a:pt x="213284" y="135289"/>
                  <a:pt x="210711" y="137712"/>
                </a:cubicBezTo>
                <a:cubicBezTo>
                  <a:pt x="208138" y="140136"/>
                  <a:pt x="205174" y="142011"/>
                  <a:pt x="201820" y="143339"/>
                </a:cubicBezTo>
                <a:cubicBezTo>
                  <a:pt x="198466" y="144668"/>
                  <a:pt x="194761" y="145332"/>
                  <a:pt x="190705" y="145332"/>
                </a:cubicBezTo>
                <a:cubicBezTo>
                  <a:pt x="186806" y="145332"/>
                  <a:pt x="183062" y="144668"/>
                  <a:pt x="179473" y="143339"/>
                </a:cubicBezTo>
                <a:cubicBezTo>
                  <a:pt x="175886" y="142011"/>
                  <a:pt x="172806" y="140136"/>
                  <a:pt x="170232" y="137712"/>
                </a:cubicBezTo>
                <a:cubicBezTo>
                  <a:pt x="167659" y="135289"/>
                  <a:pt x="165592" y="132358"/>
                  <a:pt x="164031" y="128918"/>
                </a:cubicBezTo>
                <a:cubicBezTo>
                  <a:pt x="162471" y="125479"/>
                  <a:pt x="161692" y="121649"/>
                  <a:pt x="161692" y="117429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|">
            <a:extLst xmlns:a="http://schemas.openxmlformats.org/drawingml/2006/main">
              <a:ext uri="{FF2B5EF4-FFF2-40B4-BE49-F238E27FC236}">
                <a16:creationId xmlns:a16="http://schemas.microsoft.com/office/drawing/2014/main" id="{A325E01D-2D9B-4212-AD0F-241694CB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806" y="362870"/>
            <a:ext cx="25036" cy="233765"/>
          </a:xfrm>
          <a:custGeom xmlns:a="http://schemas.openxmlformats.org/drawingml/2006/main">
            <a:pathLst>
              <a:path w="25036" h="233765">
                <a:moveTo>
                  <a:pt x="0" y="0"/>
                </a:moveTo>
                <a:lnTo>
                  <a:pt x="0" y="233765"/>
                </a:lnTo>
                <a:lnTo>
                  <a:pt x="25036" y="233765"/>
                </a:lnTo>
                <a:lnTo>
                  <a:pt x="250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27">
            <a:extLst xmlns:a="http://schemas.openxmlformats.org/drawingml/2006/main">
              <a:ext uri="{FF2B5EF4-FFF2-40B4-BE49-F238E27FC236}">
                <a16:creationId xmlns:a16="http://schemas.microsoft.com/office/drawing/2014/main" id="{2115DDA0-5DA3-4D38-976F-03977F9AE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378" y="379780"/>
            <a:ext cx="246161" cy="167040"/>
          </a:xfrm>
          <a:custGeom xmlns:a="http://schemas.openxmlformats.org/drawingml/2006/main">
            <a:pathLst>
              <a:path w="246161" h="167040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246161" y="31756"/>
                </a:moveTo>
                <a:lnTo>
                  <a:pt x="246161" y="3199"/>
                </a:lnTo>
                <a:lnTo>
                  <a:pt x="134313" y="3199"/>
                </a:lnTo>
                <a:lnTo>
                  <a:pt x="134313" y="34048"/>
                </a:lnTo>
                <a:lnTo>
                  <a:pt x="211999" y="34048"/>
                </a:lnTo>
                <a:cubicBezTo>
                  <a:pt x="196399" y="52936"/>
                  <a:pt x="183801" y="73697"/>
                  <a:pt x="174206" y="96331"/>
                </a:cubicBezTo>
                <a:cubicBezTo>
                  <a:pt x="164613" y="118963"/>
                  <a:pt x="158881" y="142533"/>
                  <a:pt x="157010" y="167040"/>
                </a:cubicBezTo>
                <a:lnTo>
                  <a:pt x="192576" y="167040"/>
                </a:lnTo>
                <a:cubicBezTo>
                  <a:pt x="192733" y="156117"/>
                  <a:pt x="194021" y="144336"/>
                  <a:pt x="196439" y="131696"/>
                </a:cubicBezTo>
                <a:cubicBezTo>
                  <a:pt x="198857" y="119057"/>
                  <a:pt x="202289" y="106574"/>
                  <a:pt x="206733" y="94249"/>
                </a:cubicBezTo>
                <a:cubicBezTo>
                  <a:pt x="211179" y="81922"/>
                  <a:pt x="216717" y="70296"/>
                  <a:pt x="223346" y="59373"/>
                </a:cubicBezTo>
                <a:cubicBezTo>
                  <a:pt x="229977" y="48450"/>
                  <a:pt x="237583" y="39244"/>
                  <a:pt x="246161" y="31756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52">
            <a:extLst xmlns:a="http://schemas.openxmlformats.org/drawingml/2006/main">
              <a:ext uri="{FF2B5EF4-FFF2-40B4-BE49-F238E27FC236}">
                <a16:creationId xmlns:a16="http://schemas.microsoft.com/office/drawing/2014/main" id="{748F5C81-8D67-4AB2-AFE6-6555F87A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353" y="359715"/>
            <a:ext cx="251074" cy="170168"/>
          </a:xfrm>
          <a:custGeom xmlns:a="http://schemas.openxmlformats.org/drawingml/2006/main">
            <a:pathLst>
              <a:path w="251074" h="170168">
                <a:moveTo>
                  <a:pt x="112783" y="30620"/>
                </a:moveTo>
                <a:lnTo>
                  <a:pt x="112783" y="3199"/>
                </a:lnTo>
                <a:lnTo>
                  <a:pt x="21291" y="3199"/>
                </a:lnTo>
                <a:lnTo>
                  <a:pt x="5145" y="93767"/>
                </a:lnTo>
                <a:lnTo>
                  <a:pt x="35098" y="93767"/>
                </a:lnTo>
                <a:cubicBezTo>
                  <a:pt x="38373" y="89245"/>
                  <a:pt x="41883" y="85930"/>
                  <a:pt x="45627" y="83824"/>
                </a:cubicBezTo>
                <a:cubicBezTo>
                  <a:pt x="49371" y="81717"/>
                  <a:pt x="54207" y="80664"/>
                  <a:pt x="60134" y="80664"/>
                </a:cubicBezTo>
                <a:cubicBezTo>
                  <a:pt x="64659" y="80664"/>
                  <a:pt x="68637" y="81443"/>
                  <a:pt x="72070" y="83002"/>
                </a:cubicBezTo>
                <a:cubicBezTo>
                  <a:pt x="75502" y="84559"/>
                  <a:pt x="78465" y="86739"/>
                  <a:pt x="80960" y="89543"/>
                </a:cubicBezTo>
                <a:cubicBezTo>
                  <a:pt x="83457" y="92347"/>
                  <a:pt x="85329" y="95619"/>
                  <a:pt x="86576" y="99359"/>
                </a:cubicBezTo>
                <a:cubicBezTo>
                  <a:pt x="87824" y="103096"/>
                  <a:pt x="88447" y="107067"/>
                  <a:pt x="88447" y="111273"/>
                </a:cubicBezTo>
                <a:cubicBezTo>
                  <a:pt x="88447" y="115324"/>
                  <a:pt x="87784" y="119258"/>
                  <a:pt x="86459" y="123074"/>
                </a:cubicBezTo>
                <a:cubicBezTo>
                  <a:pt x="85133" y="126889"/>
                  <a:pt x="83261" y="130238"/>
                  <a:pt x="80842" y="133121"/>
                </a:cubicBezTo>
                <a:cubicBezTo>
                  <a:pt x="78426" y="136003"/>
                  <a:pt x="75463" y="138341"/>
                  <a:pt x="71952" y="140133"/>
                </a:cubicBezTo>
                <a:cubicBezTo>
                  <a:pt x="68441" y="141923"/>
                  <a:pt x="64501" y="142818"/>
                  <a:pt x="60134" y="142818"/>
                </a:cubicBezTo>
                <a:cubicBezTo>
                  <a:pt x="52648" y="142818"/>
                  <a:pt x="46486" y="140595"/>
                  <a:pt x="41649" y="136149"/>
                </a:cubicBezTo>
                <a:cubicBezTo>
                  <a:pt x="36813" y="131702"/>
                  <a:pt x="34005" y="125736"/>
                  <a:pt x="33227" y="118250"/>
                </a:cubicBezTo>
                <a:lnTo>
                  <a:pt x="0" y="118250"/>
                </a:lnTo>
                <a:cubicBezTo>
                  <a:pt x="155" y="126828"/>
                  <a:pt x="1909" y="134357"/>
                  <a:pt x="5263" y="140837"/>
                </a:cubicBezTo>
                <a:cubicBezTo>
                  <a:pt x="8617" y="147316"/>
                  <a:pt x="13101" y="152743"/>
                  <a:pt x="18716" y="157118"/>
                </a:cubicBezTo>
                <a:cubicBezTo>
                  <a:pt x="24334" y="161493"/>
                  <a:pt x="30769" y="164736"/>
                  <a:pt x="38022" y="166847"/>
                </a:cubicBezTo>
                <a:cubicBezTo>
                  <a:pt x="45277" y="168956"/>
                  <a:pt x="52882" y="170011"/>
                  <a:pt x="60837" y="170011"/>
                </a:cubicBezTo>
                <a:cubicBezTo>
                  <a:pt x="69104" y="170168"/>
                  <a:pt x="76903" y="168803"/>
                  <a:pt x="84234" y="165915"/>
                </a:cubicBezTo>
                <a:cubicBezTo>
                  <a:pt x="91568" y="163026"/>
                  <a:pt x="98003" y="158928"/>
                  <a:pt x="103540" y="153622"/>
                </a:cubicBezTo>
                <a:cubicBezTo>
                  <a:pt x="109079" y="148317"/>
                  <a:pt x="113486" y="142035"/>
                  <a:pt x="116761" y="134777"/>
                </a:cubicBezTo>
                <a:cubicBezTo>
                  <a:pt x="120036" y="127520"/>
                  <a:pt x="121674" y="119677"/>
                  <a:pt x="121674" y="111248"/>
                </a:cubicBezTo>
                <a:cubicBezTo>
                  <a:pt x="121674" y="103600"/>
                  <a:pt x="120542" y="96382"/>
                  <a:pt x="118278" y="89593"/>
                </a:cubicBezTo>
                <a:cubicBezTo>
                  <a:pt x="116017" y="82802"/>
                  <a:pt x="112742" y="76910"/>
                  <a:pt x="108453" y="71916"/>
                </a:cubicBezTo>
                <a:cubicBezTo>
                  <a:pt x="104163" y="66922"/>
                  <a:pt x="98898" y="62942"/>
                  <a:pt x="92657" y="59976"/>
                </a:cubicBezTo>
                <a:cubicBezTo>
                  <a:pt x="86418" y="57011"/>
                  <a:pt x="79244" y="55528"/>
                  <a:pt x="71134" y="55528"/>
                </a:cubicBezTo>
                <a:cubicBezTo>
                  <a:pt x="64581" y="55528"/>
                  <a:pt x="58730" y="56507"/>
                  <a:pt x="53582" y="58466"/>
                </a:cubicBezTo>
                <a:cubicBezTo>
                  <a:pt x="48436" y="60423"/>
                  <a:pt x="43600" y="63671"/>
                  <a:pt x="39075" y="68210"/>
                </a:cubicBezTo>
                <a:lnTo>
                  <a:pt x="38607" y="67742"/>
                </a:lnTo>
                <a:lnTo>
                  <a:pt x="45159" y="30620"/>
                </a:lnTo>
                <a:lnTo>
                  <a:pt x="112783" y="30620"/>
                </a:lnTo>
                <a:close/>
                <a:moveTo>
                  <a:pt x="134545" y="66235"/>
                </a:moveTo>
                <a:lnTo>
                  <a:pt x="166368" y="66235"/>
                </a:lnTo>
                <a:cubicBezTo>
                  <a:pt x="166368" y="61868"/>
                  <a:pt x="166797" y="57461"/>
                  <a:pt x="167653" y="53014"/>
                </a:cubicBezTo>
                <a:cubicBezTo>
                  <a:pt x="168513" y="48568"/>
                  <a:pt x="169956" y="44512"/>
                  <a:pt x="171984" y="40846"/>
                </a:cubicBezTo>
                <a:cubicBezTo>
                  <a:pt x="174012" y="37180"/>
                  <a:pt x="176703" y="34217"/>
                  <a:pt x="180057" y="31956"/>
                </a:cubicBezTo>
                <a:cubicBezTo>
                  <a:pt x="183411" y="29694"/>
                  <a:pt x="187506" y="28564"/>
                  <a:pt x="192343" y="28564"/>
                </a:cubicBezTo>
                <a:cubicBezTo>
                  <a:pt x="199517" y="28564"/>
                  <a:pt x="205405" y="30786"/>
                  <a:pt x="210006" y="35230"/>
                </a:cubicBezTo>
                <a:cubicBezTo>
                  <a:pt x="214610" y="39674"/>
                  <a:pt x="216911" y="45872"/>
                  <a:pt x="216911" y="53825"/>
                </a:cubicBezTo>
                <a:cubicBezTo>
                  <a:pt x="216911" y="58816"/>
                  <a:pt x="215780" y="63261"/>
                  <a:pt x="213516" y="67160"/>
                </a:cubicBezTo>
                <a:cubicBezTo>
                  <a:pt x="211255" y="71059"/>
                  <a:pt x="208447" y="74568"/>
                  <a:pt x="205093" y="77686"/>
                </a:cubicBezTo>
                <a:cubicBezTo>
                  <a:pt x="201739" y="80804"/>
                  <a:pt x="198034" y="83650"/>
                  <a:pt x="193978" y="86223"/>
                </a:cubicBezTo>
                <a:cubicBezTo>
                  <a:pt x="189922" y="88796"/>
                  <a:pt x="186101" y="91330"/>
                  <a:pt x="182514" y="93824"/>
                </a:cubicBezTo>
                <a:cubicBezTo>
                  <a:pt x="175494" y="98659"/>
                  <a:pt x="168825" y="103416"/>
                  <a:pt x="162505" y="108095"/>
                </a:cubicBezTo>
                <a:cubicBezTo>
                  <a:pt x="156188" y="112773"/>
                  <a:pt x="150689" y="117880"/>
                  <a:pt x="146009" y="123416"/>
                </a:cubicBezTo>
                <a:cubicBezTo>
                  <a:pt x="141330" y="128951"/>
                  <a:pt x="137625" y="135227"/>
                  <a:pt x="134895" y="142247"/>
                </a:cubicBezTo>
                <a:cubicBezTo>
                  <a:pt x="132164" y="149264"/>
                  <a:pt x="130799" y="157528"/>
                  <a:pt x="130799" y="167040"/>
                </a:cubicBezTo>
                <a:lnTo>
                  <a:pt x="251074" y="167040"/>
                </a:lnTo>
                <a:lnTo>
                  <a:pt x="251074" y="138476"/>
                </a:lnTo>
                <a:lnTo>
                  <a:pt x="173620" y="138476"/>
                </a:lnTo>
                <a:cubicBezTo>
                  <a:pt x="177676" y="132864"/>
                  <a:pt x="182355" y="127952"/>
                  <a:pt x="187659" y="123741"/>
                </a:cubicBezTo>
                <a:cubicBezTo>
                  <a:pt x="192964" y="119530"/>
                  <a:pt x="198425" y="115593"/>
                  <a:pt x="204040" y="111930"/>
                </a:cubicBezTo>
                <a:cubicBezTo>
                  <a:pt x="209655" y="108264"/>
                  <a:pt x="215232" y="104561"/>
                  <a:pt x="220771" y="100819"/>
                </a:cubicBezTo>
                <a:cubicBezTo>
                  <a:pt x="226310" y="97075"/>
                  <a:pt x="231263" y="92903"/>
                  <a:pt x="235631" y="88304"/>
                </a:cubicBezTo>
                <a:cubicBezTo>
                  <a:pt x="239999" y="83703"/>
                  <a:pt x="243509" y="78440"/>
                  <a:pt x="246161" y="72516"/>
                </a:cubicBezTo>
                <a:cubicBezTo>
                  <a:pt x="248812" y="66589"/>
                  <a:pt x="250138" y="59492"/>
                  <a:pt x="250138" y="51225"/>
                </a:cubicBezTo>
                <a:cubicBezTo>
                  <a:pt x="250138" y="43273"/>
                  <a:pt x="248617" y="36100"/>
                  <a:pt x="245575" y="29706"/>
                </a:cubicBezTo>
                <a:cubicBezTo>
                  <a:pt x="242533" y="23313"/>
                  <a:pt x="238438" y="17933"/>
                  <a:pt x="233289" y="13568"/>
                </a:cubicBezTo>
                <a:cubicBezTo>
                  <a:pt x="228143" y="9200"/>
                  <a:pt x="222177" y="5847"/>
                  <a:pt x="215390" y="3510"/>
                </a:cubicBezTo>
                <a:cubicBezTo>
                  <a:pt x="208604" y="1170"/>
                  <a:pt x="201467" y="0"/>
                  <a:pt x="193978" y="0"/>
                </a:cubicBezTo>
                <a:cubicBezTo>
                  <a:pt x="184150" y="0"/>
                  <a:pt x="175452" y="1678"/>
                  <a:pt x="167886" y="5034"/>
                </a:cubicBezTo>
                <a:cubicBezTo>
                  <a:pt x="160321" y="8391"/>
                  <a:pt x="154043" y="13074"/>
                  <a:pt x="149051" y="19084"/>
                </a:cubicBezTo>
                <a:cubicBezTo>
                  <a:pt x="144060" y="25092"/>
                  <a:pt x="140316" y="32113"/>
                  <a:pt x="137819" y="40146"/>
                </a:cubicBezTo>
                <a:cubicBezTo>
                  <a:pt x="135324" y="48180"/>
                  <a:pt x="134233" y="56876"/>
                  <a:pt x="134545" y="66235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|">
            <a:extLst xmlns:a="http://schemas.openxmlformats.org/drawingml/2006/main">
              <a:ext uri="{FF2B5EF4-FFF2-40B4-BE49-F238E27FC236}">
                <a16:creationId xmlns:a16="http://schemas.microsoft.com/office/drawing/2014/main" id="{B989E5C9-DDE2-415A-8517-6A77180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9962" y="342805"/>
            <a:ext cx="25036" cy="233765"/>
          </a:xfrm>
          <a:custGeom xmlns:a="http://schemas.openxmlformats.org/drawingml/2006/main">
            <a:pathLst>
              <a:path w="25036" h="233765">
                <a:moveTo>
                  <a:pt x="0" y="0"/>
                </a:moveTo>
                <a:lnTo>
                  <a:pt x="0" y="233765"/>
                </a:lnTo>
                <a:lnTo>
                  <a:pt x="25036" y="233765"/>
                </a:lnTo>
                <a:lnTo>
                  <a:pt x="25036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131">
            <a:extLst xmlns:a="http://schemas.openxmlformats.org/drawingml/2006/main">
              <a:ext uri="{FF2B5EF4-FFF2-40B4-BE49-F238E27FC236}">
                <a16:creationId xmlns:a16="http://schemas.microsoft.com/office/drawing/2014/main" id="{E6F0A6AC-240A-4C5A-AACD-A12E49D3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0937" y="359715"/>
            <a:ext cx="334608" cy="170011"/>
          </a:xfrm>
          <a:custGeom xmlns:a="http://schemas.openxmlformats.org/drawingml/2006/main">
            <a:pathLst>
              <a:path w="334608" h="170011">
                <a:moveTo>
                  <a:pt x="74408" y="167040"/>
                </a:moveTo>
                <a:lnTo>
                  <a:pt x="74408" y="3199"/>
                </a:lnTo>
                <a:lnTo>
                  <a:pt x="47969" y="3199"/>
                </a:lnTo>
                <a:cubicBezTo>
                  <a:pt x="47031" y="9424"/>
                  <a:pt x="45081" y="14638"/>
                  <a:pt x="42117" y="18841"/>
                </a:cubicBezTo>
                <a:cubicBezTo>
                  <a:pt x="39154" y="23043"/>
                  <a:pt x="35526" y="26427"/>
                  <a:pt x="31234" y="28996"/>
                </a:cubicBezTo>
                <a:cubicBezTo>
                  <a:pt x="26945" y="31562"/>
                  <a:pt x="22109" y="33352"/>
                  <a:pt x="16728" y="34366"/>
                </a:cubicBezTo>
                <a:cubicBezTo>
                  <a:pt x="11346" y="35377"/>
                  <a:pt x="5770" y="35805"/>
                  <a:pt x="0" y="35647"/>
                </a:cubicBezTo>
                <a:lnTo>
                  <a:pt x="0" y="60783"/>
                </a:lnTo>
                <a:lnTo>
                  <a:pt x="41182" y="60783"/>
                </a:lnTo>
                <a:lnTo>
                  <a:pt x="41182" y="167040"/>
                </a:lnTo>
                <a:lnTo>
                  <a:pt x="74408" y="167040"/>
                </a:lnTo>
                <a:close/>
                <a:moveTo>
                  <a:pt x="166133" y="69467"/>
                </a:moveTo>
                <a:lnTo>
                  <a:pt x="166133" y="92775"/>
                </a:lnTo>
                <a:cubicBezTo>
                  <a:pt x="170189" y="92775"/>
                  <a:pt x="174440" y="92891"/>
                  <a:pt x="178886" y="93125"/>
                </a:cubicBezTo>
                <a:cubicBezTo>
                  <a:pt x="183333" y="93358"/>
                  <a:pt x="187427" y="94216"/>
                  <a:pt x="191169" y="95699"/>
                </a:cubicBezTo>
                <a:cubicBezTo>
                  <a:pt x="194913" y="97179"/>
                  <a:pt x="197994" y="99557"/>
                  <a:pt x="200413" y="102833"/>
                </a:cubicBezTo>
                <a:cubicBezTo>
                  <a:pt x="202831" y="106106"/>
                  <a:pt x="204040" y="110860"/>
                  <a:pt x="204040" y="117097"/>
                </a:cubicBezTo>
                <a:cubicBezTo>
                  <a:pt x="204040" y="125047"/>
                  <a:pt x="201466" y="131321"/>
                  <a:pt x="196317" y="135920"/>
                </a:cubicBezTo>
                <a:cubicBezTo>
                  <a:pt x="191171" y="140519"/>
                  <a:pt x="184854" y="142818"/>
                  <a:pt x="177365" y="142818"/>
                </a:cubicBezTo>
                <a:cubicBezTo>
                  <a:pt x="172529" y="142818"/>
                  <a:pt x="168355" y="141960"/>
                  <a:pt x="164844" y="140244"/>
                </a:cubicBezTo>
                <a:cubicBezTo>
                  <a:pt x="161335" y="138528"/>
                  <a:pt x="158411" y="136227"/>
                  <a:pt x="156071" y="133342"/>
                </a:cubicBezTo>
                <a:cubicBezTo>
                  <a:pt x="153731" y="130455"/>
                  <a:pt x="151938" y="127022"/>
                  <a:pt x="150690" y="123045"/>
                </a:cubicBezTo>
                <a:cubicBezTo>
                  <a:pt x="149443" y="119067"/>
                  <a:pt x="148741" y="114895"/>
                  <a:pt x="148584" y="110527"/>
                </a:cubicBezTo>
                <a:lnTo>
                  <a:pt x="116996" y="110527"/>
                </a:lnTo>
                <a:cubicBezTo>
                  <a:pt x="116839" y="120043"/>
                  <a:pt x="118203" y="128468"/>
                  <a:pt x="121088" y="135802"/>
                </a:cubicBezTo>
                <a:cubicBezTo>
                  <a:pt x="123975" y="143136"/>
                  <a:pt x="128070" y="149343"/>
                  <a:pt x="133374" y="154422"/>
                </a:cubicBezTo>
                <a:cubicBezTo>
                  <a:pt x="138679" y="159502"/>
                  <a:pt x="145115" y="163370"/>
                  <a:pt x="152679" y="166026"/>
                </a:cubicBezTo>
                <a:cubicBezTo>
                  <a:pt x="160244" y="168683"/>
                  <a:pt x="168628" y="170011"/>
                  <a:pt x="177833" y="170011"/>
                </a:cubicBezTo>
                <a:cubicBezTo>
                  <a:pt x="185788" y="170011"/>
                  <a:pt x="193431" y="168842"/>
                  <a:pt x="200763" y="166505"/>
                </a:cubicBezTo>
                <a:cubicBezTo>
                  <a:pt x="208096" y="164165"/>
                  <a:pt x="214571" y="160733"/>
                  <a:pt x="220186" y="156211"/>
                </a:cubicBezTo>
                <a:cubicBezTo>
                  <a:pt x="225801" y="151688"/>
                  <a:pt x="230285" y="146074"/>
                  <a:pt x="233639" y="139369"/>
                </a:cubicBezTo>
                <a:cubicBezTo>
                  <a:pt x="236993" y="132664"/>
                  <a:pt x="238670" y="125023"/>
                  <a:pt x="238670" y="116447"/>
                </a:cubicBezTo>
                <a:cubicBezTo>
                  <a:pt x="238670" y="107092"/>
                  <a:pt x="236096" y="99062"/>
                  <a:pt x="230947" y="92357"/>
                </a:cubicBezTo>
                <a:cubicBezTo>
                  <a:pt x="225801" y="85652"/>
                  <a:pt x="218704" y="81285"/>
                  <a:pt x="209657" y="79257"/>
                </a:cubicBezTo>
                <a:lnTo>
                  <a:pt x="209657" y="78789"/>
                </a:lnTo>
                <a:cubicBezTo>
                  <a:pt x="217300" y="76606"/>
                  <a:pt x="223031" y="72477"/>
                  <a:pt x="226852" y="66400"/>
                </a:cubicBezTo>
                <a:cubicBezTo>
                  <a:pt x="230675" y="60320"/>
                  <a:pt x="232586" y="53306"/>
                  <a:pt x="232586" y="45355"/>
                </a:cubicBezTo>
                <a:cubicBezTo>
                  <a:pt x="232586" y="38031"/>
                  <a:pt x="230948" y="31564"/>
                  <a:pt x="227673" y="25954"/>
                </a:cubicBezTo>
                <a:cubicBezTo>
                  <a:pt x="224398" y="20341"/>
                  <a:pt x="220147" y="15586"/>
                  <a:pt x="214919" y="11690"/>
                </a:cubicBezTo>
                <a:cubicBezTo>
                  <a:pt x="209695" y="7793"/>
                  <a:pt x="203806" y="4871"/>
                  <a:pt x="197253" y="2924"/>
                </a:cubicBezTo>
                <a:cubicBezTo>
                  <a:pt x="190702" y="975"/>
                  <a:pt x="184150" y="0"/>
                  <a:pt x="177597" y="0"/>
                </a:cubicBezTo>
                <a:cubicBezTo>
                  <a:pt x="169176" y="0"/>
                  <a:pt x="161533" y="1367"/>
                  <a:pt x="154668" y="4102"/>
                </a:cubicBezTo>
                <a:cubicBezTo>
                  <a:pt x="147803" y="6835"/>
                  <a:pt x="141914" y="10702"/>
                  <a:pt x="137001" y="15703"/>
                </a:cubicBezTo>
                <a:cubicBezTo>
                  <a:pt x="132088" y="20701"/>
                  <a:pt x="128267" y="26674"/>
                  <a:pt x="125537" y="33619"/>
                </a:cubicBezTo>
                <a:cubicBezTo>
                  <a:pt x="122806" y="40563"/>
                  <a:pt x="121285" y="48246"/>
                  <a:pt x="120974" y="56670"/>
                </a:cubicBezTo>
                <a:lnTo>
                  <a:pt x="152561" y="56670"/>
                </a:lnTo>
                <a:cubicBezTo>
                  <a:pt x="152407" y="48246"/>
                  <a:pt x="154474" y="41266"/>
                  <a:pt x="158763" y="35730"/>
                </a:cubicBezTo>
                <a:cubicBezTo>
                  <a:pt x="163053" y="30191"/>
                  <a:pt x="169409" y="27421"/>
                  <a:pt x="177833" y="27421"/>
                </a:cubicBezTo>
                <a:cubicBezTo>
                  <a:pt x="183917" y="27421"/>
                  <a:pt x="189299" y="29290"/>
                  <a:pt x="193979" y="33027"/>
                </a:cubicBezTo>
                <a:cubicBezTo>
                  <a:pt x="198658" y="36764"/>
                  <a:pt x="200998" y="42136"/>
                  <a:pt x="200998" y="49144"/>
                </a:cubicBezTo>
                <a:cubicBezTo>
                  <a:pt x="200998" y="53816"/>
                  <a:pt x="199868" y="57555"/>
                  <a:pt x="197606" y="60359"/>
                </a:cubicBezTo>
                <a:cubicBezTo>
                  <a:pt x="195345" y="63160"/>
                  <a:pt x="192459" y="65301"/>
                  <a:pt x="188948" y="66782"/>
                </a:cubicBezTo>
                <a:cubicBezTo>
                  <a:pt x="185437" y="68260"/>
                  <a:pt x="181653" y="69156"/>
                  <a:pt x="177597" y="69470"/>
                </a:cubicBezTo>
                <a:cubicBezTo>
                  <a:pt x="173544" y="69782"/>
                  <a:pt x="169722" y="69781"/>
                  <a:pt x="166133" y="69467"/>
                </a:cubicBezTo>
                <a:close/>
                <a:moveTo>
                  <a:pt x="334608" y="167040"/>
                </a:moveTo>
                <a:lnTo>
                  <a:pt x="334608" y="3199"/>
                </a:lnTo>
                <a:lnTo>
                  <a:pt x="308169" y="3199"/>
                </a:lnTo>
                <a:cubicBezTo>
                  <a:pt x="307231" y="9424"/>
                  <a:pt x="305280" y="14638"/>
                  <a:pt x="302317" y="18841"/>
                </a:cubicBezTo>
                <a:cubicBezTo>
                  <a:pt x="299354" y="23043"/>
                  <a:pt x="295726" y="26427"/>
                  <a:pt x="291434" y="28996"/>
                </a:cubicBezTo>
                <a:cubicBezTo>
                  <a:pt x="287145" y="31562"/>
                  <a:pt x="282309" y="33352"/>
                  <a:pt x="276928" y="34366"/>
                </a:cubicBezTo>
                <a:cubicBezTo>
                  <a:pt x="271546" y="35377"/>
                  <a:pt x="265970" y="35805"/>
                  <a:pt x="260200" y="35647"/>
                </a:cubicBezTo>
                <a:lnTo>
                  <a:pt x="260200" y="60783"/>
                </a:lnTo>
                <a:lnTo>
                  <a:pt x="301382" y="60783"/>
                </a:lnTo>
                <a:lnTo>
                  <a:pt x="301382" y="167040"/>
                </a:lnTo>
                <a:lnTo>
                  <a:pt x="334608" y="167040"/>
                </a:ln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43">
            <a:extLst xmlns:a="http://schemas.openxmlformats.org/drawingml/2006/main">
              <a:ext uri="{FF2B5EF4-FFF2-40B4-BE49-F238E27FC236}">
                <a16:creationId xmlns:a16="http://schemas.microsoft.com/office/drawing/2014/main" id="{FF3F6D67-AE60-4E88-9D07-C236AE9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122" y="2216945"/>
            <a:ext cx="252242" cy="170011"/>
          </a:xfrm>
          <a:custGeom xmlns:a="http://schemas.openxmlformats.org/drawingml/2006/main">
            <a:pathLst>
              <a:path w="252242" h="170011">
                <a:moveTo>
                  <a:pt x="69260" y="44827"/>
                </a:moveTo>
                <a:lnTo>
                  <a:pt x="69260" y="101687"/>
                </a:lnTo>
                <a:lnTo>
                  <a:pt x="26207" y="101687"/>
                </a:lnTo>
                <a:lnTo>
                  <a:pt x="68560" y="44827"/>
                </a:lnTo>
                <a:lnTo>
                  <a:pt x="69260" y="44827"/>
                </a:lnTo>
                <a:moveTo>
                  <a:pt x="69260" y="129108"/>
                </a:moveTo>
                <a:lnTo>
                  <a:pt x="69260" y="167040"/>
                </a:lnTo>
                <a:lnTo>
                  <a:pt x="100851" y="167040"/>
                </a:lnTo>
                <a:lnTo>
                  <a:pt x="100851" y="129108"/>
                </a:lnTo>
                <a:lnTo>
                  <a:pt x="122609" y="129108"/>
                </a:lnTo>
                <a:lnTo>
                  <a:pt x="122609" y="101687"/>
                </a:lnTo>
                <a:lnTo>
                  <a:pt x="100851" y="101687"/>
                </a:lnTo>
                <a:lnTo>
                  <a:pt x="100851" y="3199"/>
                </a:lnTo>
                <a:lnTo>
                  <a:pt x="71131" y="3199"/>
                </a:lnTo>
                <a:lnTo>
                  <a:pt x="0" y="98684"/>
                </a:lnTo>
                <a:lnTo>
                  <a:pt x="0" y="129108"/>
                </a:lnTo>
                <a:lnTo>
                  <a:pt x="69260" y="129108"/>
                </a:lnTo>
                <a:close/>
                <a:moveTo>
                  <a:pt x="179705" y="69467"/>
                </a:moveTo>
                <a:lnTo>
                  <a:pt x="179705" y="92775"/>
                </a:lnTo>
                <a:cubicBezTo>
                  <a:pt x="183761" y="92775"/>
                  <a:pt x="188012" y="92891"/>
                  <a:pt x="192458" y="93125"/>
                </a:cubicBezTo>
                <a:cubicBezTo>
                  <a:pt x="196905" y="93358"/>
                  <a:pt x="200999" y="94216"/>
                  <a:pt x="204741" y="95699"/>
                </a:cubicBezTo>
                <a:cubicBezTo>
                  <a:pt x="208485" y="97179"/>
                  <a:pt x="211566" y="99557"/>
                  <a:pt x="213984" y="102833"/>
                </a:cubicBezTo>
                <a:cubicBezTo>
                  <a:pt x="216403" y="106106"/>
                  <a:pt x="217612" y="110860"/>
                  <a:pt x="217612" y="117097"/>
                </a:cubicBezTo>
                <a:cubicBezTo>
                  <a:pt x="217612" y="125047"/>
                  <a:pt x="215038" y="131321"/>
                  <a:pt x="209889" y="135920"/>
                </a:cubicBezTo>
                <a:cubicBezTo>
                  <a:pt x="204743" y="140519"/>
                  <a:pt x="198426" y="142818"/>
                  <a:pt x="190937" y="142818"/>
                </a:cubicBezTo>
                <a:cubicBezTo>
                  <a:pt x="186100" y="142818"/>
                  <a:pt x="181927" y="141960"/>
                  <a:pt x="178416" y="140244"/>
                </a:cubicBezTo>
                <a:cubicBezTo>
                  <a:pt x="174907" y="138528"/>
                  <a:pt x="171983" y="136227"/>
                  <a:pt x="169643" y="133342"/>
                </a:cubicBezTo>
                <a:cubicBezTo>
                  <a:pt x="167303" y="130455"/>
                  <a:pt x="165510" y="127022"/>
                  <a:pt x="164262" y="123045"/>
                </a:cubicBezTo>
                <a:cubicBezTo>
                  <a:pt x="163015" y="119067"/>
                  <a:pt x="162313" y="114895"/>
                  <a:pt x="162156" y="110527"/>
                </a:cubicBezTo>
                <a:lnTo>
                  <a:pt x="130568" y="110527"/>
                </a:lnTo>
                <a:cubicBezTo>
                  <a:pt x="130411" y="120043"/>
                  <a:pt x="131775" y="128468"/>
                  <a:pt x="134660" y="135802"/>
                </a:cubicBezTo>
                <a:cubicBezTo>
                  <a:pt x="137547" y="143136"/>
                  <a:pt x="141642" y="149343"/>
                  <a:pt x="146946" y="154422"/>
                </a:cubicBezTo>
                <a:cubicBezTo>
                  <a:pt x="152251" y="159502"/>
                  <a:pt x="158687" y="163370"/>
                  <a:pt x="166251" y="166026"/>
                </a:cubicBezTo>
                <a:cubicBezTo>
                  <a:pt x="173816" y="168683"/>
                  <a:pt x="182200" y="170011"/>
                  <a:pt x="191405" y="170011"/>
                </a:cubicBezTo>
                <a:cubicBezTo>
                  <a:pt x="199360" y="170011"/>
                  <a:pt x="207003" y="168842"/>
                  <a:pt x="214334" y="166505"/>
                </a:cubicBezTo>
                <a:cubicBezTo>
                  <a:pt x="221668" y="164165"/>
                  <a:pt x="228143" y="160733"/>
                  <a:pt x="233758" y="156211"/>
                </a:cubicBezTo>
                <a:cubicBezTo>
                  <a:pt x="239373" y="151688"/>
                  <a:pt x="243857" y="146074"/>
                  <a:pt x="247211" y="139369"/>
                </a:cubicBezTo>
                <a:cubicBezTo>
                  <a:pt x="250565" y="132664"/>
                  <a:pt x="252242" y="125023"/>
                  <a:pt x="252242" y="116447"/>
                </a:cubicBezTo>
                <a:cubicBezTo>
                  <a:pt x="252242" y="107092"/>
                  <a:pt x="249668" y="99062"/>
                  <a:pt x="244519" y="92357"/>
                </a:cubicBezTo>
                <a:cubicBezTo>
                  <a:pt x="239373" y="85652"/>
                  <a:pt x="232276" y="81285"/>
                  <a:pt x="223228" y="79257"/>
                </a:cubicBezTo>
                <a:lnTo>
                  <a:pt x="223228" y="78789"/>
                </a:lnTo>
                <a:cubicBezTo>
                  <a:pt x="230872" y="76606"/>
                  <a:pt x="236603" y="72477"/>
                  <a:pt x="240424" y="66400"/>
                </a:cubicBezTo>
                <a:cubicBezTo>
                  <a:pt x="244246" y="60320"/>
                  <a:pt x="246158" y="53306"/>
                  <a:pt x="246158" y="45355"/>
                </a:cubicBezTo>
                <a:cubicBezTo>
                  <a:pt x="246158" y="38031"/>
                  <a:pt x="244520" y="31564"/>
                  <a:pt x="241245" y="25954"/>
                </a:cubicBezTo>
                <a:cubicBezTo>
                  <a:pt x="237970" y="20341"/>
                  <a:pt x="233718" y="15586"/>
                  <a:pt x="228491" y="11690"/>
                </a:cubicBezTo>
                <a:cubicBezTo>
                  <a:pt x="223266" y="7793"/>
                  <a:pt x="217378" y="4871"/>
                  <a:pt x="210825" y="2924"/>
                </a:cubicBezTo>
                <a:cubicBezTo>
                  <a:pt x="204274" y="975"/>
                  <a:pt x="197722" y="0"/>
                  <a:pt x="191169" y="0"/>
                </a:cubicBezTo>
                <a:cubicBezTo>
                  <a:pt x="182748" y="0"/>
                  <a:pt x="175105" y="1367"/>
                  <a:pt x="168240" y="4102"/>
                </a:cubicBezTo>
                <a:cubicBezTo>
                  <a:pt x="161375" y="6835"/>
                  <a:pt x="155486" y="10702"/>
                  <a:pt x="150573" y="15703"/>
                </a:cubicBezTo>
                <a:cubicBezTo>
                  <a:pt x="145660" y="20701"/>
                  <a:pt x="141839" y="26674"/>
                  <a:pt x="139109" y="33619"/>
                </a:cubicBezTo>
                <a:cubicBezTo>
                  <a:pt x="136378" y="40563"/>
                  <a:pt x="134857" y="48246"/>
                  <a:pt x="134545" y="56670"/>
                </a:cubicBezTo>
                <a:lnTo>
                  <a:pt x="166133" y="56670"/>
                </a:lnTo>
                <a:cubicBezTo>
                  <a:pt x="165979" y="48246"/>
                  <a:pt x="168046" y="41266"/>
                  <a:pt x="172335" y="35730"/>
                </a:cubicBezTo>
                <a:cubicBezTo>
                  <a:pt x="176624" y="30191"/>
                  <a:pt x="182981" y="27421"/>
                  <a:pt x="191405" y="27421"/>
                </a:cubicBezTo>
                <a:cubicBezTo>
                  <a:pt x="197489" y="27421"/>
                  <a:pt x="202871" y="29290"/>
                  <a:pt x="207551" y="33027"/>
                </a:cubicBezTo>
                <a:cubicBezTo>
                  <a:pt x="212230" y="36764"/>
                  <a:pt x="214570" y="42136"/>
                  <a:pt x="214570" y="49144"/>
                </a:cubicBezTo>
                <a:cubicBezTo>
                  <a:pt x="214570" y="53816"/>
                  <a:pt x="213439" y="57555"/>
                  <a:pt x="211178" y="60359"/>
                </a:cubicBezTo>
                <a:cubicBezTo>
                  <a:pt x="208917" y="63160"/>
                  <a:pt x="206031" y="65301"/>
                  <a:pt x="202520" y="66782"/>
                </a:cubicBezTo>
                <a:cubicBezTo>
                  <a:pt x="199009" y="68260"/>
                  <a:pt x="195225" y="69156"/>
                  <a:pt x="191169" y="69470"/>
                </a:cubicBezTo>
                <a:cubicBezTo>
                  <a:pt x="187116" y="69782"/>
                  <a:pt x="183294" y="69781"/>
                  <a:pt x="179705" y="69467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4CA203-F007-4BF0-BD77-50B04330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80" y="2102015"/>
            <a:ext cx="10" cy="450341"/>
          </a:xfrm>
          <a:custGeom xmlns:a="http://schemas.openxmlformats.org/drawingml/2006/main">
            <a:pathLst>
              <a:path w="1" h="450341" fill="none">
                <a:moveTo>
                  <a:pt x="0" y="450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B58610-B425-4C90-A7D1-5B80C59A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621" y="2014658"/>
            <a:ext cx="65518" cy="87357"/>
          </a:xfrm>
          <a:custGeom xmlns:a="http://schemas.openxmlformats.org/drawingml/2006/main">
            <a:pathLst>
              <a:path w="65518" h="87357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81A7F-B689-4B71-A41C-9691469E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621" y="2014658"/>
            <a:ext cx="65518" cy="87357"/>
          </a:xfrm>
          <a:custGeom xmlns:a="http://schemas.openxmlformats.org/drawingml/2006/main">
            <a:pathLst>
              <a:path w="65518" h="87357" fill="none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27D22-9F0F-48CB-828A-C9A10679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15" y="3554285"/>
            <a:ext cx="1610877" cy="522463"/>
          </a:xfrm>
          <a:custGeom xmlns:a="http://schemas.openxmlformats.org/drawingml/2006/main">
            <a:pathLst>
              <a:path w="1610877" h="522463">
                <a:moveTo>
                  <a:pt x="0" y="522463"/>
                </a:moveTo>
                <a:lnTo>
                  <a:pt x="1610877" y="522463"/>
                </a:lnTo>
                <a:lnTo>
                  <a:pt x="1610877" y="0"/>
                </a:lnTo>
                <a:lnTo>
                  <a:pt x="0" y="0"/>
                </a:lnTo>
                <a:lnTo>
                  <a:pt x="0" y="5224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66A2A-58D4-4728-9D82-C4B2809E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15" y="3554284"/>
            <a:ext cx="1610877" cy="522463"/>
          </a:xfrm>
          <a:custGeom xmlns:a="http://schemas.openxmlformats.org/drawingml/2006/main">
            <a:pathLst>
              <a:path w="1610877" h="522463" fill="none">
                <a:moveTo>
                  <a:pt x="0" y="0"/>
                </a:moveTo>
                <a:lnTo>
                  <a:pt x="1610877" y="0"/>
                </a:lnTo>
                <a:lnTo>
                  <a:pt x="1610877" y="522463"/>
                </a:lnTo>
                <a:lnTo>
                  <a:pt x="0" y="5224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69" name="Text DVB-S2(X)">
            <a:extLst xmlns:a="http://schemas.openxmlformats.org/drawingml/2006/main">
              <a:ext uri="{FF2B5EF4-FFF2-40B4-BE49-F238E27FC236}">
                <a16:creationId xmlns:a16="http://schemas.microsoft.com/office/drawing/2014/main" id="{6BD6597B-C269-4184-BC62-4DF82C6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6236" y="3744861"/>
            <a:ext cx="1003571" cy="189713"/>
          </a:xfrm>
          <a:custGeom xmlns:a="http://schemas.openxmlformats.org/drawingml/2006/main">
            <a:pathLst>
              <a:path w="1003571" h="189713">
                <a:moveTo>
                  <a:pt x="32655" y="124715"/>
                </a:moveTo>
                <a:lnTo>
                  <a:pt x="32655" y="31077"/>
                </a:lnTo>
                <a:lnTo>
                  <a:pt x="55950" y="31077"/>
                </a:lnTo>
                <a:cubicBezTo>
                  <a:pt x="63992" y="31077"/>
                  <a:pt x="70752" y="32222"/>
                  <a:pt x="76230" y="34511"/>
                </a:cubicBezTo>
                <a:cubicBezTo>
                  <a:pt x="81708" y="36801"/>
                  <a:pt x="86111" y="40096"/>
                  <a:pt x="89439" y="44397"/>
                </a:cubicBezTo>
                <a:cubicBezTo>
                  <a:pt x="92767" y="48697"/>
                  <a:pt x="95159" y="53864"/>
                  <a:pt x="96615" y="59898"/>
                </a:cubicBezTo>
                <a:cubicBezTo>
                  <a:pt x="98071" y="65932"/>
                  <a:pt x="98798" y="72694"/>
                  <a:pt x="98798" y="80184"/>
                </a:cubicBezTo>
                <a:cubicBezTo>
                  <a:pt x="98798" y="88371"/>
                  <a:pt x="97758" y="95307"/>
                  <a:pt x="95679" y="100995"/>
                </a:cubicBezTo>
                <a:cubicBezTo>
                  <a:pt x="93599" y="106682"/>
                  <a:pt x="90825" y="111294"/>
                  <a:pt x="87357" y="114832"/>
                </a:cubicBezTo>
                <a:cubicBezTo>
                  <a:pt x="83891" y="118370"/>
                  <a:pt x="79940" y="120901"/>
                  <a:pt x="75503" y="122427"/>
                </a:cubicBezTo>
                <a:cubicBezTo>
                  <a:pt x="71066" y="123952"/>
                  <a:pt x="66490" y="124715"/>
                  <a:pt x="61774" y="124715"/>
                </a:cubicBezTo>
                <a:lnTo>
                  <a:pt x="32655" y="124715"/>
                </a:lnTo>
                <a:moveTo>
                  <a:pt x="0" y="3656"/>
                </a:moveTo>
                <a:lnTo>
                  <a:pt x="0" y="152136"/>
                </a:lnTo>
                <a:lnTo>
                  <a:pt x="64062" y="152136"/>
                </a:lnTo>
                <a:cubicBezTo>
                  <a:pt x="75432" y="152136"/>
                  <a:pt x="85312" y="150230"/>
                  <a:pt x="93701" y="146417"/>
                </a:cubicBezTo>
                <a:cubicBezTo>
                  <a:pt x="102091" y="142604"/>
                  <a:pt x="109093" y="137371"/>
                  <a:pt x="114708" y="130717"/>
                </a:cubicBezTo>
                <a:cubicBezTo>
                  <a:pt x="120326" y="124062"/>
                  <a:pt x="124521" y="116161"/>
                  <a:pt x="127292" y="107012"/>
                </a:cubicBezTo>
                <a:cubicBezTo>
                  <a:pt x="130066" y="97861"/>
                  <a:pt x="131453" y="87879"/>
                  <a:pt x="131453" y="77065"/>
                </a:cubicBezTo>
                <a:cubicBezTo>
                  <a:pt x="131453" y="64725"/>
                  <a:pt x="129754" y="53981"/>
                  <a:pt x="126356" y="44832"/>
                </a:cubicBezTo>
                <a:cubicBezTo>
                  <a:pt x="122960" y="35681"/>
                  <a:pt x="118246" y="28056"/>
                  <a:pt x="112214" y="21956"/>
                </a:cubicBezTo>
                <a:cubicBezTo>
                  <a:pt x="106182" y="15856"/>
                  <a:pt x="99040" y="11282"/>
                  <a:pt x="90788" y="8233"/>
                </a:cubicBezTo>
                <a:cubicBezTo>
                  <a:pt x="82538" y="5182"/>
                  <a:pt x="73630" y="3656"/>
                  <a:pt x="64062" y="3656"/>
                </a:cubicBezTo>
                <a:lnTo>
                  <a:pt x="0" y="3656"/>
                </a:lnTo>
                <a:close/>
                <a:moveTo>
                  <a:pt x="223177" y="152136"/>
                </a:moveTo>
                <a:lnTo>
                  <a:pt x="272472" y="3656"/>
                </a:lnTo>
                <a:lnTo>
                  <a:pt x="238776" y="3656"/>
                </a:lnTo>
                <a:lnTo>
                  <a:pt x="205290" y="108050"/>
                </a:lnTo>
                <a:lnTo>
                  <a:pt x="204874" y="108050"/>
                </a:lnTo>
                <a:lnTo>
                  <a:pt x="171804" y="3656"/>
                </a:lnTo>
                <a:lnTo>
                  <a:pt x="138315" y="3656"/>
                </a:lnTo>
                <a:lnTo>
                  <a:pt x="186362" y="152136"/>
                </a:lnTo>
                <a:lnTo>
                  <a:pt x="223177" y="152136"/>
                </a:lnTo>
                <a:close/>
                <a:moveTo>
                  <a:pt x="317814" y="63779"/>
                </a:moveTo>
                <a:lnTo>
                  <a:pt x="317814" y="29046"/>
                </a:lnTo>
                <a:lnTo>
                  <a:pt x="348390" y="29046"/>
                </a:lnTo>
                <a:cubicBezTo>
                  <a:pt x="351301" y="29046"/>
                  <a:pt x="354109" y="29289"/>
                  <a:pt x="356813" y="29776"/>
                </a:cubicBezTo>
                <a:cubicBezTo>
                  <a:pt x="359517" y="30261"/>
                  <a:pt x="361909" y="31127"/>
                  <a:pt x="363989" y="32375"/>
                </a:cubicBezTo>
                <a:cubicBezTo>
                  <a:pt x="366068" y="33622"/>
                  <a:pt x="367733" y="35354"/>
                  <a:pt x="368981" y="37574"/>
                </a:cubicBezTo>
                <a:cubicBezTo>
                  <a:pt x="370229" y="39791"/>
                  <a:pt x="370853" y="42634"/>
                  <a:pt x="370853" y="46102"/>
                </a:cubicBezTo>
                <a:cubicBezTo>
                  <a:pt x="370853" y="52341"/>
                  <a:pt x="368981" y="56848"/>
                  <a:pt x="365236" y="59622"/>
                </a:cubicBezTo>
                <a:cubicBezTo>
                  <a:pt x="361493" y="62394"/>
                  <a:pt x="356709" y="63779"/>
                  <a:pt x="350884" y="63779"/>
                </a:cubicBezTo>
                <a:lnTo>
                  <a:pt x="317814" y="63779"/>
                </a:lnTo>
                <a:moveTo>
                  <a:pt x="285159" y="3656"/>
                </a:moveTo>
                <a:lnTo>
                  <a:pt x="285159" y="152136"/>
                </a:lnTo>
                <a:lnTo>
                  <a:pt x="357127" y="152136"/>
                </a:lnTo>
                <a:cubicBezTo>
                  <a:pt x="363781" y="152136"/>
                  <a:pt x="370263" y="151305"/>
                  <a:pt x="376572" y="149642"/>
                </a:cubicBezTo>
                <a:cubicBezTo>
                  <a:pt x="382882" y="147979"/>
                  <a:pt x="388497" y="145416"/>
                  <a:pt x="393419" y="141955"/>
                </a:cubicBezTo>
                <a:cubicBezTo>
                  <a:pt x="398342" y="138491"/>
                  <a:pt x="402260" y="134024"/>
                  <a:pt x="405171" y="128552"/>
                </a:cubicBezTo>
                <a:cubicBezTo>
                  <a:pt x="408085" y="123079"/>
                  <a:pt x="409541" y="116601"/>
                  <a:pt x="409541" y="109119"/>
                </a:cubicBezTo>
                <a:cubicBezTo>
                  <a:pt x="409541" y="99837"/>
                  <a:pt x="407288" y="91906"/>
                  <a:pt x="402781" y="85326"/>
                </a:cubicBezTo>
                <a:cubicBezTo>
                  <a:pt x="398275" y="78744"/>
                  <a:pt x="391445" y="74136"/>
                  <a:pt x="382292" y="71504"/>
                </a:cubicBezTo>
                <a:cubicBezTo>
                  <a:pt x="388948" y="68314"/>
                  <a:pt x="393974" y="64221"/>
                  <a:pt x="397370" y="59225"/>
                </a:cubicBezTo>
                <a:cubicBezTo>
                  <a:pt x="400768" y="54230"/>
                  <a:pt x="402467" y="47986"/>
                  <a:pt x="402467" y="40494"/>
                </a:cubicBezTo>
                <a:cubicBezTo>
                  <a:pt x="402467" y="33556"/>
                  <a:pt x="401322" y="27729"/>
                  <a:pt x="399033" y="23013"/>
                </a:cubicBezTo>
                <a:cubicBezTo>
                  <a:pt x="396746" y="18294"/>
                  <a:pt x="393522" y="14513"/>
                  <a:pt x="389363" y="11670"/>
                </a:cubicBezTo>
                <a:cubicBezTo>
                  <a:pt x="385203" y="8824"/>
                  <a:pt x="380211" y="6777"/>
                  <a:pt x="374386" y="5529"/>
                </a:cubicBezTo>
                <a:cubicBezTo>
                  <a:pt x="368563" y="4280"/>
                  <a:pt x="362116" y="3656"/>
                  <a:pt x="355045" y="3656"/>
                </a:cubicBezTo>
                <a:lnTo>
                  <a:pt x="285159" y="3656"/>
                </a:lnTo>
                <a:moveTo>
                  <a:pt x="317814" y="126746"/>
                </a:moveTo>
                <a:lnTo>
                  <a:pt x="317814" y="86123"/>
                </a:lnTo>
                <a:lnTo>
                  <a:pt x="353382" y="86123"/>
                </a:lnTo>
                <a:cubicBezTo>
                  <a:pt x="360453" y="86123"/>
                  <a:pt x="366137" y="87746"/>
                  <a:pt x="370434" y="90994"/>
                </a:cubicBezTo>
                <a:cubicBezTo>
                  <a:pt x="374734" y="94240"/>
                  <a:pt x="376884" y="99663"/>
                  <a:pt x="376884" y="107263"/>
                </a:cubicBezTo>
                <a:cubicBezTo>
                  <a:pt x="376884" y="111133"/>
                  <a:pt x="376224" y="114312"/>
                  <a:pt x="374906" y="116800"/>
                </a:cubicBezTo>
                <a:cubicBezTo>
                  <a:pt x="373590" y="119286"/>
                  <a:pt x="371822" y="121255"/>
                  <a:pt x="369603" y="122706"/>
                </a:cubicBezTo>
                <a:cubicBezTo>
                  <a:pt x="367386" y="124156"/>
                  <a:pt x="364820" y="125191"/>
                  <a:pt x="361907" y="125813"/>
                </a:cubicBezTo>
                <a:cubicBezTo>
                  <a:pt x="358995" y="126435"/>
                  <a:pt x="355945" y="126746"/>
                  <a:pt x="352757" y="126746"/>
                </a:cubicBezTo>
                <a:lnTo>
                  <a:pt x="317814" y="126746"/>
                </a:lnTo>
                <a:close/>
                <a:moveTo>
                  <a:pt x="428258" y="82669"/>
                </a:moveTo>
                <a:lnTo>
                  <a:pt x="428258" y="108059"/>
                </a:lnTo>
                <a:lnTo>
                  <a:pt x="490866" y="108059"/>
                </a:lnTo>
                <a:lnTo>
                  <a:pt x="490866" y="82669"/>
                </a:lnTo>
                <a:lnTo>
                  <a:pt x="428258" y="82669"/>
                </a:lnTo>
                <a:close/>
                <a:moveTo>
                  <a:pt x="538495" y="102743"/>
                </a:moveTo>
                <a:lnTo>
                  <a:pt x="506881" y="102743"/>
                </a:lnTo>
                <a:cubicBezTo>
                  <a:pt x="506742" y="111894"/>
                  <a:pt x="508405" y="119799"/>
                  <a:pt x="511871" y="126458"/>
                </a:cubicBezTo>
                <a:cubicBezTo>
                  <a:pt x="515338" y="133116"/>
                  <a:pt x="520019" y="138596"/>
                  <a:pt x="525911" y="142897"/>
                </a:cubicBezTo>
                <a:cubicBezTo>
                  <a:pt x="531806" y="147199"/>
                  <a:pt x="538601" y="150356"/>
                  <a:pt x="546296" y="152368"/>
                </a:cubicBezTo>
                <a:cubicBezTo>
                  <a:pt x="553991" y="154380"/>
                  <a:pt x="561930" y="155386"/>
                  <a:pt x="570112" y="155386"/>
                </a:cubicBezTo>
                <a:cubicBezTo>
                  <a:pt x="580234" y="155386"/>
                  <a:pt x="589143" y="154208"/>
                  <a:pt x="596838" y="151851"/>
                </a:cubicBezTo>
                <a:cubicBezTo>
                  <a:pt x="604533" y="149494"/>
                  <a:pt x="610981" y="146200"/>
                  <a:pt x="616182" y="141971"/>
                </a:cubicBezTo>
                <a:cubicBezTo>
                  <a:pt x="621382" y="137741"/>
                  <a:pt x="625300" y="132715"/>
                  <a:pt x="627934" y="126892"/>
                </a:cubicBezTo>
                <a:cubicBezTo>
                  <a:pt x="630568" y="121067"/>
                  <a:pt x="631885" y="114758"/>
                  <a:pt x="631885" y="107964"/>
                </a:cubicBezTo>
                <a:cubicBezTo>
                  <a:pt x="631885" y="99645"/>
                  <a:pt x="630118" y="92816"/>
                  <a:pt x="626582" y="87478"/>
                </a:cubicBezTo>
                <a:cubicBezTo>
                  <a:pt x="623047" y="82137"/>
                  <a:pt x="618852" y="77873"/>
                  <a:pt x="613998" y="74684"/>
                </a:cubicBezTo>
                <a:cubicBezTo>
                  <a:pt x="609145" y="71496"/>
                  <a:pt x="604256" y="69174"/>
                  <a:pt x="599332" y="67718"/>
                </a:cubicBezTo>
                <a:cubicBezTo>
                  <a:pt x="594411" y="66260"/>
                  <a:pt x="590563" y="65254"/>
                  <a:pt x="587790" y="64700"/>
                </a:cubicBezTo>
                <a:cubicBezTo>
                  <a:pt x="578499" y="62343"/>
                  <a:pt x="570976" y="60401"/>
                  <a:pt x="565221" y="58876"/>
                </a:cubicBezTo>
                <a:cubicBezTo>
                  <a:pt x="559468" y="57350"/>
                  <a:pt x="554963" y="55826"/>
                  <a:pt x="551704" y="54303"/>
                </a:cubicBezTo>
                <a:cubicBezTo>
                  <a:pt x="548446" y="52777"/>
                  <a:pt x="546261" y="51113"/>
                  <a:pt x="545150" y="49310"/>
                </a:cubicBezTo>
                <a:cubicBezTo>
                  <a:pt x="544042" y="47508"/>
                  <a:pt x="543487" y="45150"/>
                  <a:pt x="543487" y="42236"/>
                </a:cubicBezTo>
                <a:cubicBezTo>
                  <a:pt x="543487" y="39048"/>
                  <a:pt x="544180" y="36413"/>
                  <a:pt x="545566" y="34333"/>
                </a:cubicBezTo>
                <a:cubicBezTo>
                  <a:pt x="546954" y="32254"/>
                  <a:pt x="548722" y="30521"/>
                  <a:pt x="550869" y="29135"/>
                </a:cubicBezTo>
                <a:cubicBezTo>
                  <a:pt x="553019" y="27747"/>
                  <a:pt x="555411" y="26776"/>
                  <a:pt x="558045" y="26221"/>
                </a:cubicBezTo>
                <a:cubicBezTo>
                  <a:pt x="560682" y="25667"/>
                  <a:pt x="563317" y="25390"/>
                  <a:pt x="565951" y="25390"/>
                </a:cubicBezTo>
                <a:cubicBezTo>
                  <a:pt x="569973" y="25390"/>
                  <a:pt x="573682" y="25737"/>
                  <a:pt x="577078" y="26431"/>
                </a:cubicBezTo>
                <a:cubicBezTo>
                  <a:pt x="580476" y="27123"/>
                  <a:pt x="583492" y="28301"/>
                  <a:pt x="586126" y="29966"/>
                </a:cubicBezTo>
                <a:cubicBezTo>
                  <a:pt x="588763" y="31629"/>
                  <a:pt x="590878" y="33917"/>
                  <a:pt x="592471" y="36828"/>
                </a:cubicBezTo>
                <a:cubicBezTo>
                  <a:pt x="594066" y="39739"/>
                  <a:pt x="595002" y="43414"/>
                  <a:pt x="595280" y="47850"/>
                </a:cubicBezTo>
                <a:lnTo>
                  <a:pt x="626893" y="47850"/>
                </a:lnTo>
                <a:cubicBezTo>
                  <a:pt x="626893" y="39254"/>
                  <a:pt x="625264" y="31939"/>
                  <a:pt x="622006" y="25907"/>
                </a:cubicBezTo>
                <a:cubicBezTo>
                  <a:pt x="618747" y="19873"/>
                  <a:pt x="614344" y="14913"/>
                  <a:pt x="608796" y="11029"/>
                </a:cubicBezTo>
                <a:cubicBezTo>
                  <a:pt x="603251" y="7144"/>
                  <a:pt x="596908" y="4335"/>
                  <a:pt x="589767" y="2602"/>
                </a:cubicBezTo>
                <a:cubicBezTo>
                  <a:pt x="582626" y="867"/>
                  <a:pt x="575173" y="0"/>
                  <a:pt x="567408" y="0"/>
                </a:cubicBezTo>
                <a:cubicBezTo>
                  <a:pt x="560751" y="0"/>
                  <a:pt x="554095" y="901"/>
                  <a:pt x="547439" y="2704"/>
                </a:cubicBezTo>
                <a:cubicBezTo>
                  <a:pt x="540784" y="4507"/>
                  <a:pt x="534822" y="7281"/>
                  <a:pt x="529551" y="11026"/>
                </a:cubicBezTo>
                <a:cubicBezTo>
                  <a:pt x="524283" y="14768"/>
                  <a:pt x="520020" y="19448"/>
                  <a:pt x="516761" y="25063"/>
                </a:cubicBezTo>
                <a:cubicBezTo>
                  <a:pt x="513503" y="30678"/>
                  <a:pt x="511874" y="37299"/>
                  <a:pt x="511874" y="44924"/>
                </a:cubicBezTo>
                <a:cubicBezTo>
                  <a:pt x="511874" y="51718"/>
                  <a:pt x="513156" y="57507"/>
                  <a:pt x="515720" y="62291"/>
                </a:cubicBezTo>
                <a:cubicBezTo>
                  <a:pt x="518287" y="67075"/>
                  <a:pt x="521650" y="71062"/>
                  <a:pt x="525810" y="74253"/>
                </a:cubicBezTo>
                <a:cubicBezTo>
                  <a:pt x="529969" y="77441"/>
                  <a:pt x="534683" y="80041"/>
                  <a:pt x="539952" y="82051"/>
                </a:cubicBezTo>
                <a:cubicBezTo>
                  <a:pt x="545222" y="84061"/>
                  <a:pt x="550630" y="85760"/>
                  <a:pt x="556176" y="87148"/>
                </a:cubicBezTo>
                <a:cubicBezTo>
                  <a:pt x="561584" y="88671"/>
                  <a:pt x="566922" y="90057"/>
                  <a:pt x="572191" y="91305"/>
                </a:cubicBezTo>
                <a:cubicBezTo>
                  <a:pt x="577461" y="92554"/>
                  <a:pt x="582176" y="94010"/>
                  <a:pt x="586336" y="95675"/>
                </a:cubicBezTo>
                <a:cubicBezTo>
                  <a:pt x="590496" y="97338"/>
                  <a:pt x="593858" y="99418"/>
                  <a:pt x="596422" y="101915"/>
                </a:cubicBezTo>
                <a:cubicBezTo>
                  <a:pt x="598989" y="104410"/>
                  <a:pt x="600272" y="107668"/>
                  <a:pt x="600272" y="111690"/>
                </a:cubicBezTo>
                <a:cubicBezTo>
                  <a:pt x="600272" y="115433"/>
                  <a:pt x="599301" y="118518"/>
                  <a:pt x="597358" y="120945"/>
                </a:cubicBezTo>
                <a:cubicBezTo>
                  <a:pt x="595418" y="123372"/>
                  <a:pt x="592991" y="125278"/>
                  <a:pt x="590078" y="126664"/>
                </a:cubicBezTo>
                <a:cubicBezTo>
                  <a:pt x="587166" y="128050"/>
                  <a:pt x="584047" y="128986"/>
                  <a:pt x="580718" y="129473"/>
                </a:cubicBezTo>
                <a:cubicBezTo>
                  <a:pt x="577390" y="129957"/>
                  <a:pt x="574270" y="130199"/>
                  <a:pt x="571359" y="130199"/>
                </a:cubicBezTo>
                <a:cubicBezTo>
                  <a:pt x="567060" y="130199"/>
                  <a:pt x="562899" y="129680"/>
                  <a:pt x="558877" y="128641"/>
                </a:cubicBezTo>
                <a:cubicBezTo>
                  <a:pt x="554857" y="127600"/>
                  <a:pt x="551356" y="126005"/>
                  <a:pt x="548375" y="123855"/>
                </a:cubicBezTo>
                <a:cubicBezTo>
                  <a:pt x="545394" y="121705"/>
                  <a:pt x="543002" y="118898"/>
                  <a:pt x="541199" y="115432"/>
                </a:cubicBezTo>
                <a:cubicBezTo>
                  <a:pt x="539396" y="111964"/>
                  <a:pt x="538495" y="107735"/>
                  <a:pt x="538495" y="102743"/>
                </a:cubicBezTo>
                <a:close/>
                <a:moveTo>
                  <a:pt x="644573" y="62532"/>
                </a:moveTo>
                <a:lnTo>
                  <a:pt x="672861" y="62532"/>
                </a:lnTo>
                <a:cubicBezTo>
                  <a:pt x="672861" y="58650"/>
                  <a:pt x="673242" y="54732"/>
                  <a:pt x="674004" y="50780"/>
                </a:cubicBezTo>
                <a:cubicBezTo>
                  <a:pt x="674767" y="46827"/>
                  <a:pt x="676051" y="43222"/>
                  <a:pt x="677853" y="39964"/>
                </a:cubicBezTo>
                <a:cubicBezTo>
                  <a:pt x="679656" y="36705"/>
                  <a:pt x="682048" y="34071"/>
                  <a:pt x="685029" y="32061"/>
                </a:cubicBezTo>
                <a:cubicBezTo>
                  <a:pt x="688010" y="30051"/>
                  <a:pt x="691651" y="29046"/>
                  <a:pt x="695950" y="29046"/>
                </a:cubicBezTo>
                <a:cubicBezTo>
                  <a:pt x="702327" y="29046"/>
                  <a:pt x="707561" y="31021"/>
                  <a:pt x="711650" y="34971"/>
                </a:cubicBezTo>
                <a:cubicBezTo>
                  <a:pt x="715742" y="38922"/>
                  <a:pt x="717788" y="44431"/>
                  <a:pt x="717788" y="51500"/>
                </a:cubicBezTo>
                <a:cubicBezTo>
                  <a:pt x="717788" y="55937"/>
                  <a:pt x="716782" y="59888"/>
                  <a:pt x="714770" y="63354"/>
                </a:cubicBezTo>
                <a:cubicBezTo>
                  <a:pt x="712760" y="66820"/>
                  <a:pt x="710265" y="69939"/>
                  <a:pt x="707283" y="72710"/>
                </a:cubicBezTo>
                <a:cubicBezTo>
                  <a:pt x="704302" y="75482"/>
                  <a:pt x="701009" y="78011"/>
                  <a:pt x="697404" y="80299"/>
                </a:cubicBezTo>
                <a:cubicBezTo>
                  <a:pt x="693798" y="82586"/>
                  <a:pt x="690401" y="84838"/>
                  <a:pt x="687213" y="87056"/>
                </a:cubicBezTo>
                <a:cubicBezTo>
                  <a:pt x="680973" y="91353"/>
                  <a:pt x="675045" y="95581"/>
                  <a:pt x="669427" y="99741"/>
                </a:cubicBezTo>
                <a:cubicBezTo>
                  <a:pt x="663812" y="103899"/>
                  <a:pt x="658924" y="108438"/>
                  <a:pt x="654764" y="113360"/>
                </a:cubicBezTo>
                <a:cubicBezTo>
                  <a:pt x="650605" y="118279"/>
                  <a:pt x="647311" y="123858"/>
                  <a:pt x="644885" y="130098"/>
                </a:cubicBezTo>
                <a:cubicBezTo>
                  <a:pt x="642458" y="136335"/>
                  <a:pt x="641244" y="143681"/>
                  <a:pt x="641244" y="152136"/>
                </a:cubicBezTo>
                <a:lnTo>
                  <a:pt x="748155" y="152136"/>
                </a:lnTo>
                <a:lnTo>
                  <a:pt x="748155" y="126746"/>
                </a:lnTo>
                <a:lnTo>
                  <a:pt x="679307" y="126746"/>
                </a:lnTo>
                <a:cubicBezTo>
                  <a:pt x="682912" y="121757"/>
                  <a:pt x="687072" y="117391"/>
                  <a:pt x="691786" y="113648"/>
                </a:cubicBezTo>
                <a:cubicBezTo>
                  <a:pt x="696502" y="109905"/>
                  <a:pt x="701356" y="106406"/>
                  <a:pt x="706347" y="103150"/>
                </a:cubicBezTo>
                <a:cubicBezTo>
                  <a:pt x="711338" y="99891"/>
                  <a:pt x="716296" y="96599"/>
                  <a:pt x="721219" y="93273"/>
                </a:cubicBezTo>
                <a:cubicBezTo>
                  <a:pt x="726143" y="89945"/>
                  <a:pt x="730546" y="86237"/>
                  <a:pt x="734428" y="82149"/>
                </a:cubicBezTo>
                <a:cubicBezTo>
                  <a:pt x="738311" y="78059"/>
                  <a:pt x="741431" y="73381"/>
                  <a:pt x="743788" y="68115"/>
                </a:cubicBezTo>
                <a:cubicBezTo>
                  <a:pt x="746145" y="62846"/>
                  <a:pt x="747323" y="56538"/>
                  <a:pt x="747323" y="49190"/>
                </a:cubicBezTo>
                <a:cubicBezTo>
                  <a:pt x="747323" y="42121"/>
                  <a:pt x="745971" y="35745"/>
                  <a:pt x="743267" y="30062"/>
                </a:cubicBezTo>
                <a:cubicBezTo>
                  <a:pt x="740563" y="24379"/>
                  <a:pt x="736923" y="19597"/>
                  <a:pt x="732346" y="15716"/>
                </a:cubicBezTo>
                <a:cubicBezTo>
                  <a:pt x="727772" y="11834"/>
                  <a:pt x="722469" y="8854"/>
                  <a:pt x="716436" y="6776"/>
                </a:cubicBezTo>
                <a:cubicBezTo>
                  <a:pt x="710404" y="4696"/>
                  <a:pt x="704060" y="3656"/>
                  <a:pt x="697404" y="3656"/>
                </a:cubicBezTo>
                <a:cubicBezTo>
                  <a:pt x="688667" y="3656"/>
                  <a:pt x="680936" y="5148"/>
                  <a:pt x="674210" y="8131"/>
                </a:cubicBezTo>
                <a:cubicBezTo>
                  <a:pt x="667486" y="11114"/>
                  <a:pt x="661905" y="15277"/>
                  <a:pt x="657468" y="20620"/>
                </a:cubicBezTo>
                <a:cubicBezTo>
                  <a:pt x="653032" y="25960"/>
                  <a:pt x="649703" y="32201"/>
                  <a:pt x="647484" y="39342"/>
                </a:cubicBezTo>
                <a:cubicBezTo>
                  <a:pt x="645266" y="46483"/>
                  <a:pt x="644296" y="54213"/>
                  <a:pt x="644573" y="62532"/>
                </a:cubicBezTo>
                <a:close/>
                <a:moveTo>
                  <a:pt x="815543" y="0"/>
                </a:moveTo>
                <a:lnTo>
                  <a:pt x="790794" y="0"/>
                </a:lnTo>
                <a:cubicBezTo>
                  <a:pt x="786217" y="6656"/>
                  <a:pt x="782230" y="13937"/>
                  <a:pt x="778832" y="21842"/>
                </a:cubicBezTo>
                <a:cubicBezTo>
                  <a:pt x="775436" y="29746"/>
                  <a:pt x="772594" y="37928"/>
                  <a:pt x="770304" y="46387"/>
                </a:cubicBezTo>
                <a:cubicBezTo>
                  <a:pt x="768017" y="54846"/>
                  <a:pt x="766284" y="63340"/>
                  <a:pt x="765106" y="71869"/>
                </a:cubicBezTo>
                <a:cubicBezTo>
                  <a:pt x="763927" y="80398"/>
                  <a:pt x="763338" y="88546"/>
                  <a:pt x="763338" y="96313"/>
                </a:cubicBezTo>
                <a:cubicBezTo>
                  <a:pt x="763338" y="112677"/>
                  <a:pt x="765730" y="128764"/>
                  <a:pt x="770514" y="144573"/>
                </a:cubicBezTo>
                <a:cubicBezTo>
                  <a:pt x="775298" y="160383"/>
                  <a:pt x="782058" y="175429"/>
                  <a:pt x="790794" y="189713"/>
                </a:cubicBezTo>
                <a:lnTo>
                  <a:pt x="815337" y="189713"/>
                </a:lnTo>
                <a:cubicBezTo>
                  <a:pt x="807432" y="174598"/>
                  <a:pt x="801712" y="159067"/>
                  <a:pt x="798176" y="143120"/>
                </a:cubicBezTo>
                <a:cubicBezTo>
                  <a:pt x="794641" y="127171"/>
                  <a:pt x="792873" y="110874"/>
                  <a:pt x="792873" y="94231"/>
                </a:cubicBezTo>
                <a:cubicBezTo>
                  <a:pt x="792873" y="77868"/>
                  <a:pt x="794675" y="61747"/>
                  <a:pt x="798281" y="45870"/>
                </a:cubicBezTo>
                <a:cubicBezTo>
                  <a:pt x="801886" y="29991"/>
                  <a:pt x="807640" y="14701"/>
                  <a:pt x="815543" y="0"/>
                </a:cubicBezTo>
                <a:close/>
                <a:moveTo>
                  <a:pt x="864839" y="74361"/>
                </a:moveTo>
                <a:lnTo>
                  <a:pt x="813047" y="152136"/>
                </a:lnTo>
                <a:lnTo>
                  <a:pt x="849656" y="152136"/>
                </a:lnTo>
                <a:lnTo>
                  <a:pt x="882726" y="100772"/>
                </a:lnTo>
                <a:lnTo>
                  <a:pt x="915171" y="152136"/>
                </a:lnTo>
                <a:lnTo>
                  <a:pt x="954069" y="152136"/>
                </a:lnTo>
                <a:lnTo>
                  <a:pt x="902277" y="74570"/>
                </a:lnTo>
                <a:lnTo>
                  <a:pt x="949908" y="3656"/>
                </a:lnTo>
                <a:lnTo>
                  <a:pt x="914134" y="3656"/>
                </a:lnTo>
                <a:lnTo>
                  <a:pt x="883974" y="51069"/>
                </a:lnTo>
                <a:lnTo>
                  <a:pt x="854855" y="3656"/>
                </a:lnTo>
                <a:lnTo>
                  <a:pt x="817001" y="3656"/>
                </a:lnTo>
                <a:lnTo>
                  <a:pt x="864839" y="74361"/>
                </a:lnTo>
                <a:close/>
                <a:moveTo>
                  <a:pt x="951573" y="189713"/>
                </a:moveTo>
                <a:lnTo>
                  <a:pt x="976115" y="189713"/>
                </a:lnTo>
                <a:cubicBezTo>
                  <a:pt x="980692" y="183194"/>
                  <a:pt x="984713" y="175983"/>
                  <a:pt x="988178" y="168078"/>
                </a:cubicBezTo>
                <a:cubicBezTo>
                  <a:pt x="991646" y="160173"/>
                  <a:pt x="994524" y="152026"/>
                  <a:pt x="996811" y="143637"/>
                </a:cubicBezTo>
                <a:cubicBezTo>
                  <a:pt x="999098" y="135248"/>
                  <a:pt x="1000796" y="126789"/>
                  <a:pt x="1001905" y="118260"/>
                </a:cubicBezTo>
                <a:cubicBezTo>
                  <a:pt x="1003016" y="109731"/>
                  <a:pt x="1003571" y="101583"/>
                  <a:pt x="1003571" y="93816"/>
                </a:cubicBezTo>
                <a:cubicBezTo>
                  <a:pt x="1003571" y="77452"/>
                  <a:pt x="1001179" y="61296"/>
                  <a:pt x="996395" y="45350"/>
                </a:cubicBezTo>
                <a:cubicBezTo>
                  <a:pt x="991611" y="29400"/>
                  <a:pt x="984851" y="14284"/>
                  <a:pt x="976115" y="0"/>
                </a:cubicBezTo>
                <a:lnTo>
                  <a:pt x="951779" y="0"/>
                </a:lnTo>
                <a:cubicBezTo>
                  <a:pt x="959406" y="15115"/>
                  <a:pt x="965023" y="30716"/>
                  <a:pt x="968628" y="46803"/>
                </a:cubicBezTo>
                <a:cubicBezTo>
                  <a:pt x="972234" y="62890"/>
                  <a:pt x="974036" y="79255"/>
                  <a:pt x="974036" y="95898"/>
                </a:cubicBezTo>
                <a:cubicBezTo>
                  <a:pt x="974036" y="112261"/>
                  <a:pt x="972199" y="128313"/>
                  <a:pt x="968523" y="144053"/>
                </a:cubicBezTo>
                <a:cubicBezTo>
                  <a:pt x="964848" y="159792"/>
                  <a:pt x="959198" y="175013"/>
                  <a:pt x="951573" y="1897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2A505-E56B-419E-9008-71E618F3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030" y="3554285"/>
            <a:ext cx="1479943" cy="522463"/>
          </a:xfrm>
          <a:custGeom xmlns:a="http://schemas.openxmlformats.org/drawingml/2006/main">
            <a:pathLst>
              <a:path w="1479943" h="522463">
                <a:moveTo>
                  <a:pt x="0" y="522463"/>
                </a:moveTo>
                <a:lnTo>
                  <a:pt x="1479943" y="522463"/>
                </a:lnTo>
                <a:lnTo>
                  <a:pt x="1479943" y="0"/>
                </a:lnTo>
                <a:lnTo>
                  <a:pt x="0" y="0"/>
                </a:lnTo>
                <a:lnTo>
                  <a:pt x="0" y="5224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3DF68E-0856-4C1E-B7D8-AAFBD8BB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8030" y="3554284"/>
            <a:ext cx="1479942" cy="522463"/>
          </a:xfrm>
          <a:custGeom xmlns:a="http://schemas.openxmlformats.org/drawingml/2006/main">
            <a:pathLst>
              <a:path w="1479942" h="522463" fill="none">
                <a:moveTo>
                  <a:pt x="0" y="0"/>
                </a:moveTo>
                <a:lnTo>
                  <a:pt x="1479942" y="0"/>
                </a:lnTo>
                <a:lnTo>
                  <a:pt x="1479942" y="522463"/>
                </a:lnTo>
                <a:lnTo>
                  <a:pt x="0" y="5224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72" name="Text DVB-S">
            <a:extLst xmlns:a="http://schemas.openxmlformats.org/drawingml/2006/main">
              <a:ext uri="{FF2B5EF4-FFF2-40B4-BE49-F238E27FC236}">
                <a16:creationId xmlns:a16="http://schemas.microsoft.com/office/drawing/2014/main" id="{A3AC380C-136D-44C4-B80C-4E2EF008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738" y="3744861"/>
            <a:ext cx="631886" cy="155386"/>
          </a:xfrm>
          <a:custGeom xmlns:a="http://schemas.openxmlformats.org/drawingml/2006/main">
            <a:pathLst>
              <a:path w="631886" h="155386">
                <a:moveTo>
                  <a:pt x="32655" y="124715"/>
                </a:moveTo>
                <a:lnTo>
                  <a:pt x="32655" y="31077"/>
                </a:lnTo>
                <a:lnTo>
                  <a:pt x="55950" y="31077"/>
                </a:lnTo>
                <a:cubicBezTo>
                  <a:pt x="63992" y="31077"/>
                  <a:pt x="70752" y="32222"/>
                  <a:pt x="76230" y="34511"/>
                </a:cubicBezTo>
                <a:cubicBezTo>
                  <a:pt x="81708" y="36801"/>
                  <a:pt x="86111" y="40096"/>
                  <a:pt x="89439" y="44397"/>
                </a:cubicBezTo>
                <a:cubicBezTo>
                  <a:pt x="92767" y="48697"/>
                  <a:pt x="95159" y="53864"/>
                  <a:pt x="96615" y="59898"/>
                </a:cubicBezTo>
                <a:cubicBezTo>
                  <a:pt x="98071" y="65932"/>
                  <a:pt x="98798" y="72694"/>
                  <a:pt x="98798" y="80184"/>
                </a:cubicBezTo>
                <a:cubicBezTo>
                  <a:pt x="98798" y="88371"/>
                  <a:pt x="97758" y="95307"/>
                  <a:pt x="95679" y="100995"/>
                </a:cubicBezTo>
                <a:cubicBezTo>
                  <a:pt x="93599" y="106682"/>
                  <a:pt x="90825" y="111294"/>
                  <a:pt x="87357" y="114832"/>
                </a:cubicBezTo>
                <a:cubicBezTo>
                  <a:pt x="83891" y="118370"/>
                  <a:pt x="79940" y="120901"/>
                  <a:pt x="75503" y="122427"/>
                </a:cubicBezTo>
                <a:cubicBezTo>
                  <a:pt x="71066" y="123952"/>
                  <a:pt x="66490" y="124715"/>
                  <a:pt x="61774" y="124715"/>
                </a:cubicBezTo>
                <a:lnTo>
                  <a:pt x="32655" y="124715"/>
                </a:lnTo>
                <a:moveTo>
                  <a:pt x="0" y="3656"/>
                </a:moveTo>
                <a:lnTo>
                  <a:pt x="0" y="152136"/>
                </a:lnTo>
                <a:lnTo>
                  <a:pt x="64062" y="152136"/>
                </a:lnTo>
                <a:cubicBezTo>
                  <a:pt x="75432" y="152136"/>
                  <a:pt x="85312" y="150230"/>
                  <a:pt x="93701" y="146417"/>
                </a:cubicBezTo>
                <a:cubicBezTo>
                  <a:pt x="102091" y="142604"/>
                  <a:pt x="109093" y="137371"/>
                  <a:pt x="114708" y="130717"/>
                </a:cubicBezTo>
                <a:cubicBezTo>
                  <a:pt x="120326" y="124062"/>
                  <a:pt x="124521" y="116161"/>
                  <a:pt x="127292" y="107012"/>
                </a:cubicBezTo>
                <a:cubicBezTo>
                  <a:pt x="130066" y="97861"/>
                  <a:pt x="131453" y="87879"/>
                  <a:pt x="131453" y="77065"/>
                </a:cubicBezTo>
                <a:cubicBezTo>
                  <a:pt x="131453" y="64725"/>
                  <a:pt x="129754" y="53981"/>
                  <a:pt x="126356" y="44832"/>
                </a:cubicBezTo>
                <a:cubicBezTo>
                  <a:pt x="122960" y="35681"/>
                  <a:pt x="118246" y="28056"/>
                  <a:pt x="112214" y="21956"/>
                </a:cubicBezTo>
                <a:cubicBezTo>
                  <a:pt x="106182" y="15856"/>
                  <a:pt x="99040" y="11282"/>
                  <a:pt x="90788" y="8233"/>
                </a:cubicBezTo>
                <a:cubicBezTo>
                  <a:pt x="82538" y="5182"/>
                  <a:pt x="73630" y="3656"/>
                  <a:pt x="64062" y="3656"/>
                </a:cubicBezTo>
                <a:lnTo>
                  <a:pt x="0" y="3656"/>
                </a:lnTo>
                <a:close/>
                <a:moveTo>
                  <a:pt x="223178" y="152136"/>
                </a:moveTo>
                <a:lnTo>
                  <a:pt x="272472" y="3656"/>
                </a:lnTo>
                <a:lnTo>
                  <a:pt x="238777" y="3656"/>
                </a:lnTo>
                <a:lnTo>
                  <a:pt x="205291" y="108050"/>
                </a:lnTo>
                <a:lnTo>
                  <a:pt x="204875" y="108050"/>
                </a:lnTo>
                <a:lnTo>
                  <a:pt x="171804" y="3656"/>
                </a:lnTo>
                <a:lnTo>
                  <a:pt x="138315" y="3656"/>
                </a:lnTo>
                <a:lnTo>
                  <a:pt x="186362" y="152136"/>
                </a:lnTo>
                <a:lnTo>
                  <a:pt x="223178" y="152136"/>
                </a:lnTo>
                <a:close/>
                <a:moveTo>
                  <a:pt x="317814" y="63779"/>
                </a:moveTo>
                <a:lnTo>
                  <a:pt x="317814" y="29046"/>
                </a:lnTo>
                <a:lnTo>
                  <a:pt x="348390" y="29046"/>
                </a:lnTo>
                <a:cubicBezTo>
                  <a:pt x="351302" y="29046"/>
                  <a:pt x="354109" y="29289"/>
                  <a:pt x="356813" y="29776"/>
                </a:cubicBezTo>
                <a:cubicBezTo>
                  <a:pt x="359517" y="30261"/>
                  <a:pt x="361909" y="31127"/>
                  <a:pt x="363989" y="32375"/>
                </a:cubicBezTo>
                <a:cubicBezTo>
                  <a:pt x="366069" y="33622"/>
                  <a:pt x="367733" y="35354"/>
                  <a:pt x="368981" y="37574"/>
                </a:cubicBezTo>
                <a:cubicBezTo>
                  <a:pt x="370230" y="39791"/>
                  <a:pt x="370854" y="42634"/>
                  <a:pt x="370854" y="46102"/>
                </a:cubicBezTo>
                <a:cubicBezTo>
                  <a:pt x="370854" y="52341"/>
                  <a:pt x="368981" y="56848"/>
                  <a:pt x="365236" y="59622"/>
                </a:cubicBezTo>
                <a:cubicBezTo>
                  <a:pt x="361494" y="62394"/>
                  <a:pt x="356710" y="63779"/>
                  <a:pt x="350885" y="63779"/>
                </a:cubicBezTo>
                <a:lnTo>
                  <a:pt x="317814" y="63779"/>
                </a:lnTo>
                <a:moveTo>
                  <a:pt x="285160" y="3656"/>
                </a:moveTo>
                <a:lnTo>
                  <a:pt x="285160" y="152136"/>
                </a:lnTo>
                <a:lnTo>
                  <a:pt x="357128" y="152136"/>
                </a:lnTo>
                <a:cubicBezTo>
                  <a:pt x="363782" y="152136"/>
                  <a:pt x="370264" y="151305"/>
                  <a:pt x="376573" y="149642"/>
                </a:cubicBezTo>
                <a:cubicBezTo>
                  <a:pt x="382882" y="147979"/>
                  <a:pt x="388498" y="145416"/>
                  <a:pt x="393419" y="141955"/>
                </a:cubicBezTo>
                <a:cubicBezTo>
                  <a:pt x="398343" y="138491"/>
                  <a:pt x="402260" y="134024"/>
                  <a:pt x="405172" y="128552"/>
                </a:cubicBezTo>
                <a:cubicBezTo>
                  <a:pt x="408085" y="123079"/>
                  <a:pt x="409542" y="116601"/>
                  <a:pt x="409542" y="109119"/>
                </a:cubicBezTo>
                <a:cubicBezTo>
                  <a:pt x="409542" y="99837"/>
                  <a:pt x="407288" y="91906"/>
                  <a:pt x="402782" y="85326"/>
                </a:cubicBezTo>
                <a:cubicBezTo>
                  <a:pt x="398275" y="78744"/>
                  <a:pt x="391445" y="74136"/>
                  <a:pt x="382292" y="71504"/>
                </a:cubicBezTo>
                <a:cubicBezTo>
                  <a:pt x="388948" y="68314"/>
                  <a:pt x="393975" y="64221"/>
                  <a:pt x="397371" y="59225"/>
                </a:cubicBezTo>
                <a:cubicBezTo>
                  <a:pt x="400769" y="54230"/>
                  <a:pt x="402468" y="47986"/>
                  <a:pt x="402468" y="40494"/>
                </a:cubicBezTo>
                <a:cubicBezTo>
                  <a:pt x="402468" y="33556"/>
                  <a:pt x="401323" y="27729"/>
                  <a:pt x="399034" y="23013"/>
                </a:cubicBezTo>
                <a:cubicBezTo>
                  <a:pt x="396746" y="18294"/>
                  <a:pt x="393523" y="14513"/>
                  <a:pt x="389363" y="11670"/>
                </a:cubicBezTo>
                <a:cubicBezTo>
                  <a:pt x="385203" y="8824"/>
                  <a:pt x="380211" y="6777"/>
                  <a:pt x="374386" y="5529"/>
                </a:cubicBezTo>
                <a:cubicBezTo>
                  <a:pt x="368564" y="4280"/>
                  <a:pt x="362117" y="3656"/>
                  <a:pt x="355046" y="3656"/>
                </a:cubicBezTo>
                <a:lnTo>
                  <a:pt x="285160" y="3656"/>
                </a:lnTo>
                <a:moveTo>
                  <a:pt x="317814" y="126746"/>
                </a:moveTo>
                <a:lnTo>
                  <a:pt x="317814" y="86123"/>
                </a:lnTo>
                <a:lnTo>
                  <a:pt x="353383" y="86123"/>
                </a:lnTo>
                <a:cubicBezTo>
                  <a:pt x="360454" y="86123"/>
                  <a:pt x="366138" y="87746"/>
                  <a:pt x="370435" y="90994"/>
                </a:cubicBezTo>
                <a:cubicBezTo>
                  <a:pt x="374734" y="94240"/>
                  <a:pt x="376884" y="99663"/>
                  <a:pt x="376884" y="107263"/>
                </a:cubicBezTo>
                <a:cubicBezTo>
                  <a:pt x="376884" y="111133"/>
                  <a:pt x="376225" y="114312"/>
                  <a:pt x="374907" y="116800"/>
                </a:cubicBezTo>
                <a:cubicBezTo>
                  <a:pt x="373591" y="119286"/>
                  <a:pt x="371823" y="121255"/>
                  <a:pt x="369604" y="122706"/>
                </a:cubicBezTo>
                <a:cubicBezTo>
                  <a:pt x="367386" y="124156"/>
                  <a:pt x="364821" y="125191"/>
                  <a:pt x="361907" y="125813"/>
                </a:cubicBezTo>
                <a:cubicBezTo>
                  <a:pt x="358996" y="126435"/>
                  <a:pt x="355946" y="126746"/>
                  <a:pt x="352757" y="126746"/>
                </a:cubicBezTo>
                <a:lnTo>
                  <a:pt x="317814" y="126746"/>
                </a:lnTo>
                <a:close/>
                <a:moveTo>
                  <a:pt x="428258" y="82669"/>
                </a:moveTo>
                <a:lnTo>
                  <a:pt x="428258" y="108059"/>
                </a:lnTo>
                <a:lnTo>
                  <a:pt x="490867" y="108059"/>
                </a:lnTo>
                <a:lnTo>
                  <a:pt x="490867" y="82669"/>
                </a:lnTo>
                <a:lnTo>
                  <a:pt x="428258" y="82669"/>
                </a:lnTo>
                <a:close/>
                <a:moveTo>
                  <a:pt x="538495" y="102743"/>
                </a:moveTo>
                <a:lnTo>
                  <a:pt x="506882" y="102743"/>
                </a:lnTo>
                <a:cubicBezTo>
                  <a:pt x="506742" y="111894"/>
                  <a:pt x="508405" y="119799"/>
                  <a:pt x="511871" y="126458"/>
                </a:cubicBezTo>
                <a:cubicBezTo>
                  <a:pt x="515339" y="133116"/>
                  <a:pt x="520019" y="138596"/>
                  <a:pt x="525911" y="142897"/>
                </a:cubicBezTo>
                <a:cubicBezTo>
                  <a:pt x="531806" y="147199"/>
                  <a:pt x="538601" y="150356"/>
                  <a:pt x="546296" y="152368"/>
                </a:cubicBezTo>
                <a:cubicBezTo>
                  <a:pt x="553992" y="154380"/>
                  <a:pt x="561930" y="155386"/>
                  <a:pt x="570112" y="155386"/>
                </a:cubicBezTo>
                <a:cubicBezTo>
                  <a:pt x="580234" y="155386"/>
                  <a:pt x="589143" y="154208"/>
                  <a:pt x="596838" y="151851"/>
                </a:cubicBezTo>
                <a:cubicBezTo>
                  <a:pt x="604533" y="149494"/>
                  <a:pt x="610981" y="146200"/>
                  <a:pt x="616182" y="141971"/>
                </a:cubicBezTo>
                <a:cubicBezTo>
                  <a:pt x="621383" y="137741"/>
                  <a:pt x="625300" y="132715"/>
                  <a:pt x="627934" y="126892"/>
                </a:cubicBezTo>
                <a:cubicBezTo>
                  <a:pt x="630569" y="121067"/>
                  <a:pt x="631886" y="114758"/>
                  <a:pt x="631886" y="107964"/>
                </a:cubicBezTo>
                <a:cubicBezTo>
                  <a:pt x="631886" y="99645"/>
                  <a:pt x="630118" y="92816"/>
                  <a:pt x="626582" y="87478"/>
                </a:cubicBezTo>
                <a:cubicBezTo>
                  <a:pt x="623047" y="82137"/>
                  <a:pt x="618852" y="77873"/>
                  <a:pt x="613999" y="74684"/>
                </a:cubicBezTo>
                <a:cubicBezTo>
                  <a:pt x="609145" y="71496"/>
                  <a:pt x="604256" y="69174"/>
                  <a:pt x="599333" y="67718"/>
                </a:cubicBezTo>
                <a:cubicBezTo>
                  <a:pt x="594411" y="66260"/>
                  <a:pt x="590564" y="65254"/>
                  <a:pt x="587790" y="64700"/>
                </a:cubicBezTo>
                <a:cubicBezTo>
                  <a:pt x="578499" y="62343"/>
                  <a:pt x="570976" y="60401"/>
                  <a:pt x="565221" y="58876"/>
                </a:cubicBezTo>
                <a:cubicBezTo>
                  <a:pt x="559468" y="57350"/>
                  <a:pt x="554963" y="55826"/>
                  <a:pt x="551704" y="54303"/>
                </a:cubicBezTo>
                <a:cubicBezTo>
                  <a:pt x="548446" y="52777"/>
                  <a:pt x="546261" y="51113"/>
                  <a:pt x="545151" y="49310"/>
                </a:cubicBezTo>
                <a:cubicBezTo>
                  <a:pt x="544042" y="47508"/>
                  <a:pt x="543488" y="45150"/>
                  <a:pt x="543488" y="42236"/>
                </a:cubicBezTo>
                <a:cubicBezTo>
                  <a:pt x="543488" y="39048"/>
                  <a:pt x="544181" y="36413"/>
                  <a:pt x="545566" y="34333"/>
                </a:cubicBezTo>
                <a:cubicBezTo>
                  <a:pt x="546954" y="32254"/>
                  <a:pt x="548722" y="30521"/>
                  <a:pt x="550870" y="29135"/>
                </a:cubicBezTo>
                <a:cubicBezTo>
                  <a:pt x="553019" y="27747"/>
                  <a:pt x="555411" y="26776"/>
                  <a:pt x="558046" y="26221"/>
                </a:cubicBezTo>
                <a:cubicBezTo>
                  <a:pt x="560682" y="25667"/>
                  <a:pt x="563317" y="25390"/>
                  <a:pt x="565951" y="25390"/>
                </a:cubicBezTo>
                <a:cubicBezTo>
                  <a:pt x="569974" y="25390"/>
                  <a:pt x="573683" y="25737"/>
                  <a:pt x="577078" y="26431"/>
                </a:cubicBezTo>
                <a:cubicBezTo>
                  <a:pt x="580476" y="27123"/>
                  <a:pt x="583493" y="28301"/>
                  <a:pt x="586127" y="29966"/>
                </a:cubicBezTo>
                <a:cubicBezTo>
                  <a:pt x="588763" y="31629"/>
                  <a:pt x="590878" y="33917"/>
                  <a:pt x="592471" y="36828"/>
                </a:cubicBezTo>
                <a:cubicBezTo>
                  <a:pt x="594066" y="39739"/>
                  <a:pt x="595003" y="43414"/>
                  <a:pt x="595280" y="47850"/>
                </a:cubicBezTo>
                <a:lnTo>
                  <a:pt x="626893" y="47850"/>
                </a:lnTo>
                <a:cubicBezTo>
                  <a:pt x="626893" y="39254"/>
                  <a:pt x="625264" y="31939"/>
                  <a:pt x="622006" y="25907"/>
                </a:cubicBezTo>
                <a:cubicBezTo>
                  <a:pt x="618747" y="19873"/>
                  <a:pt x="614344" y="14913"/>
                  <a:pt x="608797" y="11029"/>
                </a:cubicBezTo>
                <a:cubicBezTo>
                  <a:pt x="603251" y="7144"/>
                  <a:pt x="596908" y="4335"/>
                  <a:pt x="589767" y="2602"/>
                </a:cubicBezTo>
                <a:cubicBezTo>
                  <a:pt x="582626" y="867"/>
                  <a:pt x="575173" y="0"/>
                  <a:pt x="567408" y="0"/>
                </a:cubicBezTo>
                <a:cubicBezTo>
                  <a:pt x="560752" y="0"/>
                  <a:pt x="554095" y="901"/>
                  <a:pt x="547439" y="2704"/>
                </a:cubicBezTo>
                <a:cubicBezTo>
                  <a:pt x="540785" y="4507"/>
                  <a:pt x="534822" y="7281"/>
                  <a:pt x="529552" y="11026"/>
                </a:cubicBezTo>
                <a:cubicBezTo>
                  <a:pt x="524283" y="14768"/>
                  <a:pt x="520020" y="19448"/>
                  <a:pt x="516762" y="25063"/>
                </a:cubicBezTo>
                <a:cubicBezTo>
                  <a:pt x="513503" y="30678"/>
                  <a:pt x="511874" y="37299"/>
                  <a:pt x="511874" y="44924"/>
                </a:cubicBezTo>
                <a:cubicBezTo>
                  <a:pt x="511874" y="51718"/>
                  <a:pt x="513156" y="57507"/>
                  <a:pt x="515721" y="62291"/>
                </a:cubicBezTo>
                <a:cubicBezTo>
                  <a:pt x="518287" y="67075"/>
                  <a:pt x="521650" y="71062"/>
                  <a:pt x="525810" y="74253"/>
                </a:cubicBezTo>
                <a:cubicBezTo>
                  <a:pt x="529970" y="77441"/>
                  <a:pt x="534684" y="80041"/>
                  <a:pt x="539952" y="82051"/>
                </a:cubicBezTo>
                <a:cubicBezTo>
                  <a:pt x="545223" y="84061"/>
                  <a:pt x="550631" y="85760"/>
                  <a:pt x="556176" y="87148"/>
                </a:cubicBezTo>
                <a:cubicBezTo>
                  <a:pt x="561584" y="88671"/>
                  <a:pt x="566922" y="90057"/>
                  <a:pt x="572191" y="91305"/>
                </a:cubicBezTo>
                <a:cubicBezTo>
                  <a:pt x="577461" y="92554"/>
                  <a:pt x="582177" y="94010"/>
                  <a:pt x="586336" y="95675"/>
                </a:cubicBezTo>
                <a:cubicBezTo>
                  <a:pt x="590496" y="97338"/>
                  <a:pt x="593858" y="99418"/>
                  <a:pt x="596422" y="101915"/>
                </a:cubicBezTo>
                <a:cubicBezTo>
                  <a:pt x="598989" y="104410"/>
                  <a:pt x="600272" y="107668"/>
                  <a:pt x="600272" y="111690"/>
                </a:cubicBezTo>
                <a:cubicBezTo>
                  <a:pt x="600272" y="115433"/>
                  <a:pt x="599301" y="118518"/>
                  <a:pt x="597359" y="120945"/>
                </a:cubicBezTo>
                <a:cubicBezTo>
                  <a:pt x="595418" y="123372"/>
                  <a:pt x="592992" y="125278"/>
                  <a:pt x="590078" y="126664"/>
                </a:cubicBezTo>
                <a:cubicBezTo>
                  <a:pt x="587167" y="128050"/>
                  <a:pt x="584047" y="128986"/>
                  <a:pt x="580719" y="129473"/>
                </a:cubicBezTo>
                <a:cubicBezTo>
                  <a:pt x="577391" y="129957"/>
                  <a:pt x="574271" y="130199"/>
                  <a:pt x="571359" y="130199"/>
                </a:cubicBezTo>
                <a:cubicBezTo>
                  <a:pt x="567060" y="130199"/>
                  <a:pt x="562899" y="129680"/>
                  <a:pt x="558877" y="128641"/>
                </a:cubicBezTo>
                <a:cubicBezTo>
                  <a:pt x="554857" y="127600"/>
                  <a:pt x="551356" y="126005"/>
                  <a:pt x="548375" y="123855"/>
                </a:cubicBezTo>
                <a:cubicBezTo>
                  <a:pt x="545394" y="121705"/>
                  <a:pt x="543002" y="118898"/>
                  <a:pt x="541199" y="115432"/>
                </a:cubicBezTo>
                <a:cubicBezTo>
                  <a:pt x="539397" y="111964"/>
                  <a:pt x="538495" y="107735"/>
                  <a:pt x="538495" y="10274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D0F04-1D35-4069-9553-E0161832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75" y="1357318"/>
            <a:ext cx="1297246" cy="624481"/>
          </a:xfrm>
          <a:custGeom xmlns:a="http://schemas.openxmlformats.org/drawingml/2006/main">
            <a:pathLst>
              <a:path w="1297246" h="624481">
                <a:moveTo>
                  <a:pt x="0" y="624481"/>
                </a:moveTo>
                <a:lnTo>
                  <a:pt x="1297246" y="624481"/>
                </a:lnTo>
                <a:lnTo>
                  <a:pt x="1297246" y="0"/>
                </a:lnTo>
                <a:lnTo>
                  <a:pt x="0" y="0"/>
                </a:lnTo>
                <a:lnTo>
                  <a:pt x="0" y="624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9FFCC-3B53-44E4-B8EB-85455FC2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75" y="1357319"/>
            <a:ext cx="1297246" cy="624481"/>
          </a:xfrm>
          <a:custGeom xmlns:a="http://schemas.openxmlformats.org/drawingml/2006/main">
            <a:pathLst>
              <a:path w="1297246" h="624481" fill="none">
                <a:moveTo>
                  <a:pt x="0" y="0"/>
                </a:moveTo>
                <a:lnTo>
                  <a:pt x="1297246" y="0"/>
                </a:lnTo>
                <a:lnTo>
                  <a:pt x="1297246" y="624481"/>
                </a:lnTo>
                <a:lnTo>
                  <a:pt x="0" y="6244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75" name="Text Unknown">
            <a:extLst xmlns:a="http://schemas.openxmlformats.org/drawingml/2006/main">
              <a:ext uri="{FF2B5EF4-FFF2-40B4-BE49-F238E27FC236}">
                <a16:creationId xmlns:a16="http://schemas.microsoft.com/office/drawing/2014/main" id="{6B63090A-08DB-4617-8188-CA0A3C2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944" y="1602560"/>
            <a:ext cx="878569" cy="151933"/>
          </a:xfrm>
          <a:custGeom xmlns:a="http://schemas.openxmlformats.org/drawingml/2006/main">
            <a:pathLst>
              <a:path w="878569" h="151933">
                <a:moveTo>
                  <a:pt x="0" y="0"/>
                </a:moveTo>
                <a:lnTo>
                  <a:pt x="25999" y="0"/>
                </a:lnTo>
                <a:lnTo>
                  <a:pt x="25999" y="86395"/>
                </a:lnTo>
                <a:cubicBezTo>
                  <a:pt x="25999" y="91380"/>
                  <a:pt x="26242" y="96434"/>
                  <a:pt x="26726" y="101556"/>
                </a:cubicBezTo>
                <a:cubicBezTo>
                  <a:pt x="27213" y="106679"/>
                  <a:pt x="28600" y="111283"/>
                  <a:pt x="30887" y="115368"/>
                </a:cubicBezTo>
                <a:cubicBezTo>
                  <a:pt x="33176" y="119452"/>
                  <a:pt x="36643" y="122810"/>
                  <a:pt x="41287" y="125442"/>
                </a:cubicBezTo>
                <a:cubicBezTo>
                  <a:pt x="45933" y="128072"/>
                  <a:pt x="52486" y="129387"/>
                  <a:pt x="60945" y="129387"/>
                </a:cubicBezTo>
                <a:cubicBezTo>
                  <a:pt x="69402" y="129387"/>
                  <a:pt x="75953" y="128072"/>
                  <a:pt x="80597" y="125442"/>
                </a:cubicBezTo>
                <a:cubicBezTo>
                  <a:pt x="85243" y="122810"/>
                  <a:pt x="88710" y="119452"/>
                  <a:pt x="90997" y="115368"/>
                </a:cubicBezTo>
                <a:cubicBezTo>
                  <a:pt x="93287" y="111283"/>
                  <a:pt x="94674" y="106679"/>
                  <a:pt x="95158" y="101556"/>
                </a:cubicBezTo>
                <a:cubicBezTo>
                  <a:pt x="95645" y="96434"/>
                  <a:pt x="95888" y="91380"/>
                  <a:pt x="95888" y="86395"/>
                </a:cubicBezTo>
                <a:lnTo>
                  <a:pt x="95888" y="0"/>
                </a:lnTo>
                <a:lnTo>
                  <a:pt x="121887" y="0"/>
                </a:lnTo>
                <a:lnTo>
                  <a:pt x="121887" y="94984"/>
                </a:lnTo>
                <a:cubicBezTo>
                  <a:pt x="121887" y="104545"/>
                  <a:pt x="120431" y="112859"/>
                  <a:pt x="117517" y="119926"/>
                </a:cubicBezTo>
                <a:cubicBezTo>
                  <a:pt x="114606" y="126993"/>
                  <a:pt x="110481" y="132916"/>
                  <a:pt x="105143" y="137696"/>
                </a:cubicBezTo>
                <a:cubicBezTo>
                  <a:pt x="99804" y="142475"/>
                  <a:pt x="93391" y="146044"/>
                  <a:pt x="85904" y="148401"/>
                </a:cubicBezTo>
                <a:cubicBezTo>
                  <a:pt x="78416" y="150756"/>
                  <a:pt x="70095" y="151933"/>
                  <a:pt x="60942" y="151933"/>
                </a:cubicBezTo>
                <a:cubicBezTo>
                  <a:pt x="51791" y="151933"/>
                  <a:pt x="43472" y="150756"/>
                  <a:pt x="35984" y="148401"/>
                </a:cubicBezTo>
                <a:cubicBezTo>
                  <a:pt x="28496" y="146044"/>
                  <a:pt x="22083" y="142475"/>
                  <a:pt x="16745" y="137696"/>
                </a:cubicBezTo>
                <a:cubicBezTo>
                  <a:pt x="11406" y="132916"/>
                  <a:pt x="7281" y="126993"/>
                  <a:pt x="4367" y="119926"/>
                </a:cubicBezTo>
                <a:cubicBezTo>
                  <a:pt x="1456" y="112859"/>
                  <a:pt x="0" y="104545"/>
                  <a:pt x="0" y="94984"/>
                </a:cubicBezTo>
                <a:lnTo>
                  <a:pt x="0" y="0"/>
                </a:lnTo>
                <a:close/>
                <a:moveTo>
                  <a:pt x="148509" y="41030"/>
                </a:moveTo>
                <a:lnTo>
                  <a:pt x="170973" y="41030"/>
                </a:lnTo>
                <a:lnTo>
                  <a:pt x="170973" y="56715"/>
                </a:lnTo>
                <a:lnTo>
                  <a:pt x="171388" y="57127"/>
                </a:lnTo>
                <a:cubicBezTo>
                  <a:pt x="174994" y="51163"/>
                  <a:pt x="179708" y="46481"/>
                  <a:pt x="185531" y="43083"/>
                </a:cubicBezTo>
                <a:cubicBezTo>
                  <a:pt x="191355" y="39683"/>
                  <a:pt x="197804" y="37983"/>
                  <a:pt x="204878" y="37983"/>
                </a:cubicBezTo>
                <a:cubicBezTo>
                  <a:pt x="216663" y="37983"/>
                  <a:pt x="225952" y="41035"/>
                  <a:pt x="232746" y="47140"/>
                </a:cubicBezTo>
                <a:cubicBezTo>
                  <a:pt x="239542" y="53244"/>
                  <a:pt x="242940" y="62400"/>
                  <a:pt x="242940" y="74608"/>
                </a:cubicBezTo>
                <a:lnTo>
                  <a:pt x="242940" y="148480"/>
                </a:lnTo>
                <a:lnTo>
                  <a:pt x="219226" y="148480"/>
                </a:lnTo>
                <a:lnTo>
                  <a:pt x="219226" y="80819"/>
                </a:lnTo>
                <a:cubicBezTo>
                  <a:pt x="218949" y="72354"/>
                  <a:pt x="217146" y="66213"/>
                  <a:pt x="213818" y="62396"/>
                </a:cubicBezTo>
                <a:cubicBezTo>
                  <a:pt x="210490" y="58579"/>
                  <a:pt x="205290" y="56670"/>
                  <a:pt x="198219" y="56670"/>
                </a:cubicBezTo>
                <a:cubicBezTo>
                  <a:pt x="194197" y="56670"/>
                  <a:pt x="190592" y="57399"/>
                  <a:pt x="187403" y="58857"/>
                </a:cubicBezTo>
                <a:cubicBezTo>
                  <a:pt x="184214" y="60315"/>
                  <a:pt x="181510" y="62328"/>
                  <a:pt x="179291" y="64897"/>
                </a:cubicBezTo>
                <a:cubicBezTo>
                  <a:pt x="177074" y="67463"/>
                  <a:pt x="175341" y="70481"/>
                  <a:pt x="174092" y="73951"/>
                </a:cubicBezTo>
                <a:cubicBezTo>
                  <a:pt x="172844" y="77419"/>
                  <a:pt x="172220" y="81096"/>
                  <a:pt x="172220" y="84983"/>
                </a:cubicBezTo>
                <a:lnTo>
                  <a:pt x="172220" y="148480"/>
                </a:lnTo>
                <a:lnTo>
                  <a:pt x="148509" y="148480"/>
                </a:lnTo>
                <a:lnTo>
                  <a:pt x="148509" y="41030"/>
                </a:lnTo>
                <a:close/>
                <a:moveTo>
                  <a:pt x="268523" y="0"/>
                </a:moveTo>
                <a:lnTo>
                  <a:pt x="292234" y="0"/>
                </a:lnTo>
                <a:lnTo>
                  <a:pt x="292234" y="84501"/>
                </a:lnTo>
                <a:lnTo>
                  <a:pt x="335080" y="41030"/>
                </a:lnTo>
                <a:lnTo>
                  <a:pt x="364199" y="41030"/>
                </a:lnTo>
                <a:lnTo>
                  <a:pt x="323016" y="80518"/>
                </a:lnTo>
                <a:lnTo>
                  <a:pt x="368153" y="148480"/>
                </a:lnTo>
                <a:lnTo>
                  <a:pt x="339241" y="148480"/>
                </a:lnTo>
                <a:lnTo>
                  <a:pt x="306376" y="96272"/>
                </a:lnTo>
                <a:lnTo>
                  <a:pt x="292234" y="110002"/>
                </a:lnTo>
                <a:lnTo>
                  <a:pt x="292234" y="148480"/>
                </a:lnTo>
                <a:lnTo>
                  <a:pt x="268523" y="148480"/>
                </a:lnTo>
                <a:lnTo>
                  <a:pt x="268523" y="0"/>
                </a:lnTo>
                <a:close/>
                <a:moveTo>
                  <a:pt x="379590" y="41030"/>
                </a:moveTo>
                <a:lnTo>
                  <a:pt x="402054" y="41030"/>
                </a:lnTo>
                <a:lnTo>
                  <a:pt x="402054" y="56715"/>
                </a:lnTo>
                <a:lnTo>
                  <a:pt x="402470" y="57127"/>
                </a:lnTo>
                <a:cubicBezTo>
                  <a:pt x="406075" y="51163"/>
                  <a:pt x="410789" y="46481"/>
                  <a:pt x="416612" y="43083"/>
                </a:cubicBezTo>
                <a:cubicBezTo>
                  <a:pt x="422437" y="39683"/>
                  <a:pt x="428886" y="37983"/>
                  <a:pt x="435959" y="37983"/>
                </a:cubicBezTo>
                <a:cubicBezTo>
                  <a:pt x="447744" y="37983"/>
                  <a:pt x="457034" y="41035"/>
                  <a:pt x="463828" y="47140"/>
                </a:cubicBezTo>
                <a:cubicBezTo>
                  <a:pt x="470624" y="53244"/>
                  <a:pt x="474022" y="62400"/>
                  <a:pt x="474022" y="74608"/>
                </a:cubicBezTo>
                <a:lnTo>
                  <a:pt x="474022" y="148480"/>
                </a:lnTo>
                <a:lnTo>
                  <a:pt x="450308" y="148480"/>
                </a:lnTo>
                <a:lnTo>
                  <a:pt x="450308" y="80819"/>
                </a:lnTo>
                <a:cubicBezTo>
                  <a:pt x="450030" y="72354"/>
                  <a:pt x="448228" y="66213"/>
                  <a:pt x="444899" y="62396"/>
                </a:cubicBezTo>
                <a:cubicBezTo>
                  <a:pt x="441571" y="58579"/>
                  <a:pt x="436372" y="56670"/>
                  <a:pt x="429301" y="56670"/>
                </a:cubicBezTo>
                <a:cubicBezTo>
                  <a:pt x="425278" y="56670"/>
                  <a:pt x="421673" y="57399"/>
                  <a:pt x="418484" y="58857"/>
                </a:cubicBezTo>
                <a:cubicBezTo>
                  <a:pt x="415296" y="60315"/>
                  <a:pt x="412592" y="62328"/>
                  <a:pt x="410372" y="64897"/>
                </a:cubicBezTo>
                <a:cubicBezTo>
                  <a:pt x="408155" y="67463"/>
                  <a:pt x="406422" y="70481"/>
                  <a:pt x="405174" y="73951"/>
                </a:cubicBezTo>
                <a:cubicBezTo>
                  <a:pt x="403925" y="77419"/>
                  <a:pt x="403301" y="81096"/>
                  <a:pt x="403301" y="84983"/>
                </a:cubicBezTo>
                <a:lnTo>
                  <a:pt x="403301" y="148480"/>
                </a:lnTo>
                <a:lnTo>
                  <a:pt x="379590" y="148480"/>
                </a:lnTo>
                <a:lnTo>
                  <a:pt x="379590" y="41030"/>
                </a:lnTo>
                <a:close/>
                <a:moveTo>
                  <a:pt x="548273" y="151324"/>
                </a:moveTo>
                <a:cubicBezTo>
                  <a:pt x="539677" y="151324"/>
                  <a:pt x="532015" y="149903"/>
                  <a:pt x="525289" y="147061"/>
                </a:cubicBezTo>
                <a:cubicBezTo>
                  <a:pt x="518565" y="144218"/>
                  <a:pt x="512880" y="140300"/>
                  <a:pt x="508234" y="135309"/>
                </a:cubicBezTo>
                <a:cubicBezTo>
                  <a:pt x="503589" y="130318"/>
                  <a:pt x="500054" y="124357"/>
                  <a:pt x="497627" y="117425"/>
                </a:cubicBezTo>
                <a:cubicBezTo>
                  <a:pt x="495200" y="110494"/>
                  <a:pt x="493987" y="102868"/>
                  <a:pt x="493987" y="94549"/>
                </a:cubicBezTo>
                <a:cubicBezTo>
                  <a:pt x="493987" y="86369"/>
                  <a:pt x="495200" y="78813"/>
                  <a:pt x="497627" y="71882"/>
                </a:cubicBezTo>
                <a:cubicBezTo>
                  <a:pt x="500054" y="64951"/>
                  <a:pt x="503589" y="58989"/>
                  <a:pt x="508234" y="53998"/>
                </a:cubicBezTo>
                <a:cubicBezTo>
                  <a:pt x="512880" y="49007"/>
                  <a:pt x="518565" y="45090"/>
                  <a:pt x="525289" y="42249"/>
                </a:cubicBezTo>
                <a:cubicBezTo>
                  <a:pt x="532015" y="39405"/>
                  <a:pt x="539677" y="37983"/>
                  <a:pt x="548273" y="37983"/>
                </a:cubicBezTo>
                <a:cubicBezTo>
                  <a:pt x="556870" y="37983"/>
                  <a:pt x="564530" y="39405"/>
                  <a:pt x="571254" y="42249"/>
                </a:cubicBezTo>
                <a:cubicBezTo>
                  <a:pt x="577981" y="45090"/>
                  <a:pt x="583666" y="49007"/>
                  <a:pt x="588310" y="53998"/>
                </a:cubicBezTo>
                <a:cubicBezTo>
                  <a:pt x="592956" y="58989"/>
                  <a:pt x="596493" y="64951"/>
                  <a:pt x="598920" y="71882"/>
                </a:cubicBezTo>
                <a:cubicBezTo>
                  <a:pt x="601347" y="78813"/>
                  <a:pt x="602560" y="86369"/>
                  <a:pt x="602560" y="94549"/>
                </a:cubicBezTo>
                <a:cubicBezTo>
                  <a:pt x="602560" y="102868"/>
                  <a:pt x="601347" y="110494"/>
                  <a:pt x="598920" y="117425"/>
                </a:cubicBezTo>
                <a:cubicBezTo>
                  <a:pt x="596493" y="124357"/>
                  <a:pt x="592956" y="130318"/>
                  <a:pt x="588310" y="135309"/>
                </a:cubicBezTo>
                <a:cubicBezTo>
                  <a:pt x="583666" y="140300"/>
                  <a:pt x="577981" y="144218"/>
                  <a:pt x="571254" y="147061"/>
                </a:cubicBezTo>
                <a:cubicBezTo>
                  <a:pt x="564530" y="149903"/>
                  <a:pt x="556870" y="151324"/>
                  <a:pt x="548273" y="151324"/>
                </a:cubicBezTo>
                <a:moveTo>
                  <a:pt x="548273" y="132637"/>
                </a:moveTo>
                <a:cubicBezTo>
                  <a:pt x="553542" y="132637"/>
                  <a:pt x="558117" y="131527"/>
                  <a:pt x="562000" y="129308"/>
                </a:cubicBezTo>
                <a:cubicBezTo>
                  <a:pt x="565885" y="127088"/>
                  <a:pt x="569074" y="124175"/>
                  <a:pt x="571569" y="120567"/>
                </a:cubicBezTo>
                <a:cubicBezTo>
                  <a:pt x="574065" y="116957"/>
                  <a:pt x="575903" y="112898"/>
                  <a:pt x="577081" y="108389"/>
                </a:cubicBezTo>
                <a:cubicBezTo>
                  <a:pt x="578260" y="103881"/>
                  <a:pt x="578849" y="99267"/>
                  <a:pt x="578849" y="94549"/>
                </a:cubicBezTo>
                <a:cubicBezTo>
                  <a:pt x="578849" y="89970"/>
                  <a:pt x="578260" y="85391"/>
                  <a:pt x="577081" y="80813"/>
                </a:cubicBezTo>
                <a:cubicBezTo>
                  <a:pt x="575903" y="76234"/>
                  <a:pt x="574065" y="72176"/>
                  <a:pt x="571569" y="68638"/>
                </a:cubicBezTo>
                <a:cubicBezTo>
                  <a:pt x="569074" y="65099"/>
                  <a:pt x="565885" y="62219"/>
                  <a:pt x="562000" y="59999"/>
                </a:cubicBezTo>
                <a:cubicBezTo>
                  <a:pt x="558117" y="57780"/>
                  <a:pt x="553542" y="56670"/>
                  <a:pt x="548273" y="56670"/>
                </a:cubicBezTo>
                <a:cubicBezTo>
                  <a:pt x="543005" y="56670"/>
                  <a:pt x="538429" y="57780"/>
                  <a:pt x="534544" y="59999"/>
                </a:cubicBezTo>
                <a:cubicBezTo>
                  <a:pt x="530661" y="62219"/>
                  <a:pt x="527472" y="65099"/>
                  <a:pt x="524975" y="68638"/>
                </a:cubicBezTo>
                <a:cubicBezTo>
                  <a:pt x="522480" y="72176"/>
                  <a:pt x="520644" y="76234"/>
                  <a:pt x="519465" y="80813"/>
                </a:cubicBezTo>
                <a:cubicBezTo>
                  <a:pt x="518287" y="85391"/>
                  <a:pt x="517698" y="89970"/>
                  <a:pt x="517698" y="94549"/>
                </a:cubicBezTo>
                <a:cubicBezTo>
                  <a:pt x="517698" y="99267"/>
                  <a:pt x="518287" y="103881"/>
                  <a:pt x="519465" y="108389"/>
                </a:cubicBezTo>
                <a:cubicBezTo>
                  <a:pt x="520644" y="112898"/>
                  <a:pt x="522480" y="116957"/>
                  <a:pt x="524975" y="120567"/>
                </a:cubicBezTo>
                <a:cubicBezTo>
                  <a:pt x="527472" y="124175"/>
                  <a:pt x="530661" y="127088"/>
                  <a:pt x="534544" y="129308"/>
                </a:cubicBezTo>
                <a:cubicBezTo>
                  <a:pt x="538429" y="131527"/>
                  <a:pt x="543005" y="132637"/>
                  <a:pt x="548273" y="132637"/>
                </a:cubicBezTo>
                <a:close/>
                <a:moveTo>
                  <a:pt x="612544" y="41030"/>
                </a:moveTo>
                <a:lnTo>
                  <a:pt x="637712" y="41030"/>
                </a:lnTo>
                <a:lnTo>
                  <a:pt x="658719" y="121316"/>
                </a:lnTo>
                <a:lnTo>
                  <a:pt x="659135" y="121316"/>
                </a:lnTo>
                <a:lnTo>
                  <a:pt x="679310" y="41030"/>
                </a:lnTo>
                <a:lnTo>
                  <a:pt x="703230" y="41030"/>
                </a:lnTo>
                <a:lnTo>
                  <a:pt x="722574" y="121316"/>
                </a:lnTo>
                <a:lnTo>
                  <a:pt x="722990" y="121316"/>
                </a:lnTo>
                <a:lnTo>
                  <a:pt x="744829" y="41030"/>
                </a:lnTo>
                <a:lnTo>
                  <a:pt x="768955" y="41030"/>
                </a:lnTo>
                <a:lnTo>
                  <a:pt x="735260" y="148480"/>
                </a:lnTo>
                <a:lnTo>
                  <a:pt x="710924" y="148480"/>
                </a:lnTo>
                <a:lnTo>
                  <a:pt x="690958" y="68610"/>
                </a:lnTo>
                <a:lnTo>
                  <a:pt x="690542" y="68610"/>
                </a:lnTo>
                <a:lnTo>
                  <a:pt x="670782" y="148480"/>
                </a:lnTo>
                <a:lnTo>
                  <a:pt x="645824" y="148480"/>
                </a:lnTo>
                <a:lnTo>
                  <a:pt x="612544" y="41030"/>
                </a:lnTo>
                <a:close/>
                <a:moveTo>
                  <a:pt x="784138" y="41030"/>
                </a:moveTo>
                <a:lnTo>
                  <a:pt x="806602" y="41030"/>
                </a:lnTo>
                <a:lnTo>
                  <a:pt x="806602" y="56715"/>
                </a:lnTo>
                <a:lnTo>
                  <a:pt x="807017" y="57127"/>
                </a:lnTo>
                <a:cubicBezTo>
                  <a:pt x="810623" y="51163"/>
                  <a:pt x="815337" y="46481"/>
                  <a:pt x="821160" y="43083"/>
                </a:cubicBezTo>
                <a:cubicBezTo>
                  <a:pt x="826985" y="39683"/>
                  <a:pt x="833434" y="37983"/>
                  <a:pt x="840507" y="37983"/>
                </a:cubicBezTo>
                <a:cubicBezTo>
                  <a:pt x="852292" y="37983"/>
                  <a:pt x="861581" y="41035"/>
                  <a:pt x="868375" y="47140"/>
                </a:cubicBezTo>
                <a:cubicBezTo>
                  <a:pt x="875171" y="53244"/>
                  <a:pt x="878569" y="62400"/>
                  <a:pt x="878569" y="74608"/>
                </a:cubicBezTo>
                <a:lnTo>
                  <a:pt x="878569" y="148480"/>
                </a:lnTo>
                <a:lnTo>
                  <a:pt x="854855" y="148480"/>
                </a:lnTo>
                <a:lnTo>
                  <a:pt x="854855" y="80819"/>
                </a:lnTo>
                <a:cubicBezTo>
                  <a:pt x="854578" y="72354"/>
                  <a:pt x="852775" y="66213"/>
                  <a:pt x="849447" y="62396"/>
                </a:cubicBezTo>
                <a:cubicBezTo>
                  <a:pt x="846119" y="58579"/>
                  <a:pt x="840919" y="56670"/>
                  <a:pt x="833848" y="56670"/>
                </a:cubicBezTo>
                <a:cubicBezTo>
                  <a:pt x="829826" y="56670"/>
                  <a:pt x="826221" y="57399"/>
                  <a:pt x="823032" y="58857"/>
                </a:cubicBezTo>
                <a:cubicBezTo>
                  <a:pt x="819844" y="60315"/>
                  <a:pt x="817140" y="62328"/>
                  <a:pt x="814920" y="64897"/>
                </a:cubicBezTo>
                <a:cubicBezTo>
                  <a:pt x="812703" y="67463"/>
                  <a:pt x="810970" y="70481"/>
                  <a:pt x="809722" y="73951"/>
                </a:cubicBezTo>
                <a:cubicBezTo>
                  <a:pt x="808473" y="77419"/>
                  <a:pt x="807849" y="81096"/>
                  <a:pt x="807849" y="84983"/>
                </a:cubicBezTo>
                <a:lnTo>
                  <a:pt x="807849" y="148480"/>
                </a:lnTo>
                <a:lnTo>
                  <a:pt x="784138" y="148480"/>
                </a:lnTo>
                <a:lnTo>
                  <a:pt x="784138" y="41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4B712-7DB2-4FE9-87BE-EC449107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467" y="2590100"/>
            <a:ext cx="1543860" cy="624481"/>
          </a:xfrm>
          <a:custGeom xmlns:a="http://schemas.openxmlformats.org/drawingml/2006/main">
            <a:pathLst>
              <a:path w="1543860" h="624481">
                <a:moveTo>
                  <a:pt x="0" y="624481"/>
                </a:moveTo>
                <a:lnTo>
                  <a:pt x="1543860" y="624481"/>
                </a:lnTo>
                <a:lnTo>
                  <a:pt x="1543860" y="0"/>
                </a:lnTo>
                <a:lnTo>
                  <a:pt x="0" y="0"/>
                </a:lnTo>
                <a:lnTo>
                  <a:pt x="0" y="624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32DCA-D1D4-467C-BFCA-1827B689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2467" y="2590099"/>
            <a:ext cx="1543860" cy="624481"/>
          </a:xfrm>
          <a:custGeom xmlns:a="http://schemas.openxmlformats.org/drawingml/2006/main">
            <a:pathLst>
              <a:path w="1543860" h="624481" fill="none">
                <a:moveTo>
                  <a:pt x="0" y="0"/>
                </a:moveTo>
                <a:lnTo>
                  <a:pt x="1543860" y="0"/>
                </a:lnTo>
                <a:lnTo>
                  <a:pt x="1543860" y="624481"/>
                </a:lnTo>
                <a:lnTo>
                  <a:pt x="0" y="6244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78" name="Text Reversebytes">
            <a:extLst xmlns:a="http://schemas.openxmlformats.org/drawingml/2006/main">
              <a:ext uri="{FF2B5EF4-FFF2-40B4-BE49-F238E27FC236}">
                <a16:creationId xmlns:a16="http://schemas.microsoft.com/office/drawing/2014/main" id="{402CE87C-6958-41BA-95FE-2EAB55D9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6113" y="2735479"/>
            <a:ext cx="1346763" cy="191135"/>
          </a:xfrm>
          <a:custGeom xmlns:a="http://schemas.openxmlformats.org/drawingml/2006/main">
            <a:pathLst>
              <a:path w="1346763" h="191135">
                <a:moveTo>
                  <a:pt x="0" y="0"/>
                </a:moveTo>
                <a:lnTo>
                  <a:pt x="70927" y="0"/>
                </a:lnTo>
                <a:cubicBezTo>
                  <a:pt x="87288" y="0"/>
                  <a:pt x="99559" y="3537"/>
                  <a:pt x="107739" y="10610"/>
                </a:cubicBezTo>
                <a:cubicBezTo>
                  <a:pt x="115921" y="17681"/>
                  <a:pt x="120012" y="27527"/>
                  <a:pt x="120012" y="40148"/>
                </a:cubicBezTo>
                <a:cubicBezTo>
                  <a:pt x="120012" y="47221"/>
                  <a:pt x="118972" y="53081"/>
                  <a:pt x="116892" y="57727"/>
                </a:cubicBezTo>
                <a:cubicBezTo>
                  <a:pt x="114812" y="62371"/>
                  <a:pt x="112385" y="66115"/>
                  <a:pt x="109611" y="68959"/>
                </a:cubicBezTo>
                <a:cubicBezTo>
                  <a:pt x="106837" y="71801"/>
                  <a:pt x="104099" y="73845"/>
                  <a:pt x="101395" y="75094"/>
                </a:cubicBezTo>
                <a:cubicBezTo>
                  <a:pt x="98693" y="76342"/>
                  <a:pt x="96718" y="77175"/>
                  <a:pt x="95469" y="77592"/>
                </a:cubicBezTo>
                <a:lnTo>
                  <a:pt x="95469" y="78007"/>
                </a:lnTo>
                <a:cubicBezTo>
                  <a:pt x="97687" y="78284"/>
                  <a:pt x="100077" y="78977"/>
                  <a:pt x="102642" y="80086"/>
                </a:cubicBezTo>
                <a:cubicBezTo>
                  <a:pt x="105208" y="81195"/>
                  <a:pt x="107600" y="82963"/>
                  <a:pt x="109818" y="85389"/>
                </a:cubicBezTo>
                <a:cubicBezTo>
                  <a:pt x="112037" y="87814"/>
                  <a:pt x="113875" y="90967"/>
                  <a:pt x="115330" y="94847"/>
                </a:cubicBezTo>
                <a:cubicBezTo>
                  <a:pt x="116788" y="98728"/>
                  <a:pt x="117517" y="103578"/>
                  <a:pt x="117517" y="109399"/>
                </a:cubicBezTo>
                <a:cubicBezTo>
                  <a:pt x="117517" y="118129"/>
                  <a:pt x="118175" y="126063"/>
                  <a:pt x="119491" y="133202"/>
                </a:cubicBezTo>
                <a:cubicBezTo>
                  <a:pt x="120809" y="140338"/>
                  <a:pt x="122854" y="145431"/>
                  <a:pt x="125626" y="148480"/>
                </a:cubicBezTo>
                <a:lnTo>
                  <a:pt x="97754" y="148480"/>
                </a:lnTo>
                <a:cubicBezTo>
                  <a:pt x="95814" y="145292"/>
                  <a:pt x="94670" y="141757"/>
                  <a:pt x="94323" y="137877"/>
                </a:cubicBezTo>
                <a:cubicBezTo>
                  <a:pt x="93976" y="133994"/>
                  <a:pt x="93803" y="130250"/>
                  <a:pt x="93803" y="126645"/>
                </a:cubicBezTo>
                <a:cubicBezTo>
                  <a:pt x="93803" y="119851"/>
                  <a:pt x="93387" y="113993"/>
                  <a:pt x="92556" y="109072"/>
                </a:cubicBezTo>
                <a:cubicBezTo>
                  <a:pt x="91724" y="104150"/>
                  <a:pt x="90199" y="100062"/>
                  <a:pt x="87979" y="96805"/>
                </a:cubicBezTo>
                <a:cubicBezTo>
                  <a:pt x="85762" y="93547"/>
                  <a:pt x="82746" y="91155"/>
                  <a:pt x="78931" y="89629"/>
                </a:cubicBezTo>
                <a:cubicBezTo>
                  <a:pt x="75118" y="88104"/>
                  <a:pt x="70231" y="87341"/>
                  <a:pt x="64268" y="87341"/>
                </a:cubicBezTo>
                <a:lnTo>
                  <a:pt x="25999" y="87341"/>
                </a:lnTo>
                <a:lnTo>
                  <a:pt x="25999" y="148480"/>
                </a:lnTo>
                <a:lnTo>
                  <a:pt x="0" y="148480"/>
                </a:lnTo>
                <a:lnTo>
                  <a:pt x="0" y="0"/>
                </a:lnTo>
                <a:moveTo>
                  <a:pt x="25999" y="67639"/>
                </a:moveTo>
                <a:lnTo>
                  <a:pt x="68638" y="67639"/>
                </a:lnTo>
                <a:cubicBezTo>
                  <a:pt x="76958" y="67639"/>
                  <a:pt x="83266" y="65657"/>
                  <a:pt x="87563" y="61694"/>
                </a:cubicBezTo>
                <a:cubicBezTo>
                  <a:pt x="91863" y="57731"/>
                  <a:pt x="94012" y="51787"/>
                  <a:pt x="94012" y="43861"/>
                </a:cubicBezTo>
                <a:cubicBezTo>
                  <a:pt x="94012" y="39132"/>
                  <a:pt x="93318" y="35273"/>
                  <a:pt x="91930" y="32283"/>
                </a:cubicBezTo>
                <a:cubicBezTo>
                  <a:pt x="90545" y="29294"/>
                  <a:pt x="88638" y="26965"/>
                  <a:pt x="86211" y="25298"/>
                </a:cubicBezTo>
                <a:cubicBezTo>
                  <a:pt x="83787" y="23628"/>
                  <a:pt x="81014" y="22516"/>
                  <a:pt x="77893" y="21959"/>
                </a:cubicBezTo>
                <a:cubicBezTo>
                  <a:pt x="74772" y="21403"/>
                  <a:pt x="71549" y="21124"/>
                  <a:pt x="68223" y="21124"/>
                </a:cubicBezTo>
                <a:lnTo>
                  <a:pt x="25999" y="21124"/>
                </a:lnTo>
                <a:lnTo>
                  <a:pt x="25999" y="67639"/>
                </a:lnTo>
                <a:close/>
                <a:moveTo>
                  <a:pt x="216935" y="85310"/>
                </a:moveTo>
                <a:cubicBezTo>
                  <a:pt x="216658" y="81548"/>
                  <a:pt x="215861" y="77925"/>
                  <a:pt x="214542" y="74440"/>
                </a:cubicBezTo>
                <a:cubicBezTo>
                  <a:pt x="213226" y="70955"/>
                  <a:pt x="211424" y="67924"/>
                  <a:pt x="209134" y="65347"/>
                </a:cubicBezTo>
                <a:cubicBezTo>
                  <a:pt x="206847" y="62768"/>
                  <a:pt x="204074" y="60678"/>
                  <a:pt x="200816" y="59076"/>
                </a:cubicBezTo>
                <a:cubicBezTo>
                  <a:pt x="197558" y="57472"/>
                  <a:pt x="193918" y="56670"/>
                  <a:pt x="189898" y="56670"/>
                </a:cubicBezTo>
                <a:cubicBezTo>
                  <a:pt x="185739" y="56670"/>
                  <a:pt x="181960" y="57402"/>
                  <a:pt x="178562" y="58866"/>
                </a:cubicBezTo>
                <a:cubicBezTo>
                  <a:pt x="175164" y="60328"/>
                  <a:pt x="172251" y="62349"/>
                  <a:pt x="169825" y="64928"/>
                </a:cubicBezTo>
                <a:cubicBezTo>
                  <a:pt x="167400" y="67505"/>
                  <a:pt x="165460" y="70536"/>
                  <a:pt x="164004" y="74021"/>
                </a:cubicBezTo>
                <a:cubicBezTo>
                  <a:pt x="162548" y="77506"/>
                  <a:pt x="161751" y="81269"/>
                  <a:pt x="161611" y="85310"/>
                </a:cubicBezTo>
                <a:lnTo>
                  <a:pt x="216935" y="85310"/>
                </a:lnTo>
                <a:moveTo>
                  <a:pt x="161611" y="100950"/>
                </a:moveTo>
                <a:cubicBezTo>
                  <a:pt x="161611" y="105093"/>
                  <a:pt x="162200" y="109097"/>
                  <a:pt x="163379" y="112963"/>
                </a:cubicBezTo>
                <a:cubicBezTo>
                  <a:pt x="164557" y="116828"/>
                  <a:pt x="166325" y="120212"/>
                  <a:pt x="168682" y="123112"/>
                </a:cubicBezTo>
                <a:cubicBezTo>
                  <a:pt x="171039" y="126011"/>
                  <a:pt x="174020" y="128324"/>
                  <a:pt x="177626" y="130050"/>
                </a:cubicBezTo>
                <a:cubicBezTo>
                  <a:pt x="181231" y="131775"/>
                  <a:pt x="185529" y="132637"/>
                  <a:pt x="190520" y="132637"/>
                </a:cubicBezTo>
                <a:cubicBezTo>
                  <a:pt x="197454" y="132637"/>
                  <a:pt x="203036" y="131147"/>
                  <a:pt x="207265" y="128168"/>
                </a:cubicBezTo>
                <a:cubicBezTo>
                  <a:pt x="211495" y="125189"/>
                  <a:pt x="214649" y="120720"/>
                  <a:pt x="216729" y="114762"/>
                </a:cubicBezTo>
                <a:lnTo>
                  <a:pt x="239193" y="114762"/>
                </a:lnTo>
                <a:cubicBezTo>
                  <a:pt x="237945" y="120579"/>
                  <a:pt x="235795" y="125772"/>
                  <a:pt x="232744" y="130342"/>
                </a:cubicBezTo>
                <a:cubicBezTo>
                  <a:pt x="229695" y="134912"/>
                  <a:pt x="226021" y="138756"/>
                  <a:pt x="221721" y="141872"/>
                </a:cubicBezTo>
                <a:cubicBezTo>
                  <a:pt x="217422" y="144989"/>
                  <a:pt x="212603" y="147343"/>
                  <a:pt x="207265" y="148934"/>
                </a:cubicBezTo>
                <a:cubicBezTo>
                  <a:pt x="201927" y="150527"/>
                  <a:pt x="196346" y="151324"/>
                  <a:pt x="190524" y="151324"/>
                </a:cubicBezTo>
                <a:cubicBezTo>
                  <a:pt x="182065" y="151324"/>
                  <a:pt x="174577" y="149938"/>
                  <a:pt x="168060" y="147166"/>
                </a:cubicBezTo>
                <a:cubicBezTo>
                  <a:pt x="161543" y="144392"/>
                  <a:pt x="156031" y="140510"/>
                  <a:pt x="151525" y="135519"/>
                </a:cubicBezTo>
                <a:cubicBezTo>
                  <a:pt x="147018" y="130527"/>
                  <a:pt x="143620" y="124566"/>
                  <a:pt x="141331" y="117635"/>
                </a:cubicBezTo>
                <a:cubicBezTo>
                  <a:pt x="139044" y="110701"/>
                  <a:pt x="137900" y="103076"/>
                  <a:pt x="137900" y="94758"/>
                </a:cubicBezTo>
                <a:cubicBezTo>
                  <a:pt x="137900" y="87133"/>
                  <a:pt x="139113" y="79889"/>
                  <a:pt x="141540" y="73028"/>
                </a:cubicBezTo>
                <a:cubicBezTo>
                  <a:pt x="143967" y="66164"/>
                  <a:pt x="147434" y="60133"/>
                  <a:pt x="151941" y="54934"/>
                </a:cubicBezTo>
                <a:cubicBezTo>
                  <a:pt x="156447" y="49734"/>
                  <a:pt x="161889" y="45609"/>
                  <a:pt x="168266" y="42560"/>
                </a:cubicBezTo>
                <a:cubicBezTo>
                  <a:pt x="174645" y="39509"/>
                  <a:pt x="181856" y="37983"/>
                  <a:pt x="189898" y="37983"/>
                </a:cubicBezTo>
                <a:cubicBezTo>
                  <a:pt x="198357" y="37983"/>
                  <a:pt x="205949" y="39755"/>
                  <a:pt x="212673" y="43299"/>
                </a:cubicBezTo>
                <a:cubicBezTo>
                  <a:pt x="219399" y="46843"/>
                  <a:pt x="224981" y="51535"/>
                  <a:pt x="229418" y="57375"/>
                </a:cubicBezTo>
                <a:cubicBezTo>
                  <a:pt x="233855" y="63212"/>
                  <a:pt x="237078" y="69920"/>
                  <a:pt x="239088" y="77496"/>
                </a:cubicBezTo>
                <a:cubicBezTo>
                  <a:pt x="241098" y="85071"/>
                  <a:pt x="241619" y="92889"/>
                  <a:pt x="240650" y="100950"/>
                </a:cubicBezTo>
                <a:lnTo>
                  <a:pt x="161611" y="100950"/>
                </a:lnTo>
                <a:close/>
                <a:moveTo>
                  <a:pt x="248137" y="41030"/>
                </a:moveTo>
                <a:lnTo>
                  <a:pt x="273926" y="41030"/>
                </a:lnTo>
                <a:lnTo>
                  <a:pt x="301173" y="123496"/>
                </a:lnTo>
                <a:lnTo>
                  <a:pt x="301589" y="123541"/>
                </a:lnTo>
                <a:lnTo>
                  <a:pt x="327797" y="41030"/>
                </a:lnTo>
                <a:lnTo>
                  <a:pt x="352340" y="41030"/>
                </a:lnTo>
                <a:lnTo>
                  <a:pt x="313862" y="148480"/>
                </a:lnTo>
                <a:lnTo>
                  <a:pt x="287240" y="148480"/>
                </a:lnTo>
                <a:lnTo>
                  <a:pt x="248137" y="41030"/>
                </a:lnTo>
                <a:close/>
                <a:moveTo>
                  <a:pt x="440530" y="85310"/>
                </a:moveTo>
                <a:cubicBezTo>
                  <a:pt x="440253" y="81548"/>
                  <a:pt x="439455" y="77925"/>
                  <a:pt x="438137" y="74440"/>
                </a:cubicBezTo>
                <a:cubicBezTo>
                  <a:pt x="436821" y="70955"/>
                  <a:pt x="435018" y="67924"/>
                  <a:pt x="432729" y="65347"/>
                </a:cubicBezTo>
                <a:cubicBezTo>
                  <a:pt x="430442" y="62768"/>
                  <a:pt x="427669" y="60678"/>
                  <a:pt x="424411" y="59076"/>
                </a:cubicBezTo>
                <a:cubicBezTo>
                  <a:pt x="421152" y="57472"/>
                  <a:pt x="417513" y="56670"/>
                  <a:pt x="413493" y="56670"/>
                </a:cubicBezTo>
                <a:cubicBezTo>
                  <a:pt x="409333" y="56670"/>
                  <a:pt x="405554" y="57402"/>
                  <a:pt x="402156" y="58866"/>
                </a:cubicBezTo>
                <a:cubicBezTo>
                  <a:pt x="398758" y="60328"/>
                  <a:pt x="395846" y="62349"/>
                  <a:pt x="393419" y="64928"/>
                </a:cubicBezTo>
                <a:cubicBezTo>
                  <a:pt x="390994" y="67505"/>
                  <a:pt x="389054" y="70536"/>
                  <a:pt x="387598" y="74021"/>
                </a:cubicBezTo>
                <a:cubicBezTo>
                  <a:pt x="386143" y="77506"/>
                  <a:pt x="385345" y="81269"/>
                  <a:pt x="385205" y="85310"/>
                </a:cubicBezTo>
                <a:lnTo>
                  <a:pt x="440530" y="85310"/>
                </a:lnTo>
                <a:moveTo>
                  <a:pt x="385205" y="100950"/>
                </a:moveTo>
                <a:cubicBezTo>
                  <a:pt x="385205" y="105093"/>
                  <a:pt x="385795" y="109097"/>
                  <a:pt x="386973" y="112963"/>
                </a:cubicBezTo>
                <a:cubicBezTo>
                  <a:pt x="388152" y="116828"/>
                  <a:pt x="389919" y="120212"/>
                  <a:pt x="392276" y="123112"/>
                </a:cubicBezTo>
                <a:cubicBezTo>
                  <a:pt x="394634" y="126011"/>
                  <a:pt x="397615" y="128324"/>
                  <a:pt x="401220" y="130050"/>
                </a:cubicBezTo>
                <a:cubicBezTo>
                  <a:pt x="404825" y="131775"/>
                  <a:pt x="409124" y="132637"/>
                  <a:pt x="414115" y="132637"/>
                </a:cubicBezTo>
                <a:cubicBezTo>
                  <a:pt x="421049" y="132637"/>
                  <a:pt x="426630" y="131147"/>
                  <a:pt x="430860" y="128168"/>
                </a:cubicBezTo>
                <a:cubicBezTo>
                  <a:pt x="435089" y="125189"/>
                  <a:pt x="438244" y="120720"/>
                  <a:pt x="440324" y="114762"/>
                </a:cubicBezTo>
                <a:lnTo>
                  <a:pt x="462787" y="114762"/>
                </a:lnTo>
                <a:cubicBezTo>
                  <a:pt x="461539" y="120579"/>
                  <a:pt x="459389" y="125772"/>
                  <a:pt x="456338" y="130342"/>
                </a:cubicBezTo>
                <a:cubicBezTo>
                  <a:pt x="453289" y="134912"/>
                  <a:pt x="449615" y="138756"/>
                  <a:pt x="445316" y="141872"/>
                </a:cubicBezTo>
                <a:cubicBezTo>
                  <a:pt x="441017" y="144989"/>
                  <a:pt x="436198" y="147343"/>
                  <a:pt x="430860" y="148934"/>
                </a:cubicBezTo>
                <a:cubicBezTo>
                  <a:pt x="425521" y="150527"/>
                  <a:pt x="419941" y="151324"/>
                  <a:pt x="414118" y="151324"/>
                </a:cubicBezTo>
                <a:cubicBezTo>
                  <a:pt x="405659" y="151324"/>
                  <a:pt x="398171" y="149938"/>
                  <a:pt x="391654" y="147166"/>
                </a:cubicBezTo>
                <a:cubicBezTo>
                  <a:pt x="385138" y="144392"/>
                  <a:pt x="379626" y="140510"/>
                  <a:pt x="375119" y="135519"/>
                </a:cubicBezTo>
                <a:cubicBezTo>
                  <a:pt x="370613" y="130527"/>
                  <a:pt x="367215" y="124566"/>
                  <a:pt x="364925" y="117635"/>
                </a:cubicBezTo>
                <a:cubicBezTo>
                  <a:pt x="362638" y="110701"/>
                  <a:pt x="361494" y="103076"/>
                  <a:pt x="361494" y="94758"/>
                </a:cubicBezTo>
                <a:cubicBezTo>
                  <a:pt x="361494" y="87133"/>
                  <a:pt x="362708" y="79889"/>
                  <a:pt x="365135" y="73028"/>
                </a:cubicBezTo>
                <a:cubicBezTo>
                  <a:pt x="367562" y="66164"/>
                  <a:pt x="371028" y="60133"/>
                  <a:pt x="375535" y="54934"/>
                </a:cubicBezTo>
                <a:cubicBezTo>
                  <a:pt x="380042" y="49734"/>
                  <a:pt x="385484" y="45609"/>
                  <a:pt x="391861" y="42560"/>
                </a:cubicBezTo>
                <a:cubicBezTo>
                  <a:pt x="398240" y="39509"/>
                  <a:pt x="405451" y="37983"/>
                  <a:pt x="413493" y="37983"/>
                </a:cubicBezTo>
                <a:cubicBezTo>
                  <a:pt x="421952" y="37983"/>
                  <a:pt x="429544" y="39755"/>
                  <a:pt x="436268" y="43299"/>
                </a:cubicBezTo>
                <a:cubicBezTo>
                  <a:pt x="442994" y="46843"/>
                  <a:pt x="448575" y="51535"/>
                  <a:pt x="453012" y="57375"/>
                </a:cubicBezTo>
                <a:cubicBezTo>
                  <a:pt x="457449" y="63212"/>
                  <a:pt x="460673" y="69920"/>
                  <a:pt x="462683" y="77496"/>
                </a:cubicBezTo>
                <a:cubicBezTo>
                  <a:pt x="464693" y="85071"/>
                  <a:pt x="465213" y="92889"/>
                  <a:pt x="464244" y="100950"/>
                </a:cubicBezTo>
                <a:lnTo>
                  <a:pt x="385205" y="100950"/>
                </a:lnTo>
                <a:close/>
                <a:moveTo>
                  <a:pt x="482337" y="41030"/>
                </a:moveTo>
                <a:lnTo>
                  <a:pt x="504595" y="41030"/>
                </a:lnTo>
                <a:lnTo>
                  <a:pt x="504595" y="61707"/>
                </a:lnTo>
                <a:lnTo>
                  <a:pt x="505010" y="61707"/>
                </a:lnTo>
                <a:cubicBezTo>
                  <a:pt x="505702" y="58793"/>
                  <a:pt x="507053" y="55950"/>
                  <a:pt x="509063" y="53176"/>
                </a:cubicBezTo>
                <a:cubicBezTo>
                  <a:pt x="511075" y="50400"/>
                  <a:pt x="513502" y="47867"/>
                  <a:pt x="516344" y="45578"/>
                </a:cubicBezTo>
                <a:cubicBezTo>
                  <a:pt x="519187" y="43289"/>
                  <a:pt x="522342" y="41451"/>
                  <a:pt x="525808" y="40065"/>
                </a:cubicBezTo>
                <a:cubicBezTo>
                  <a:pt x="529276" y="38677"/>
                  <a:pt x="532812" y="37983"/>
                  <a:pt x="536418" y="37983"/>
                </a:cubicBezTo>
                <a:cubicBezTo>
                  <a:pt x="539189" y="37983"/>
                  <a:pt x="541095" y="38051"/>
                  <a:pt x="542134" y="38186"/>
                </a:cubicBezTo>
                <a:cubicBezTo>
                  <a:pt x="543175" y="38322"/>
                  <a:pt x="544250" y="38457"/>
                  <a:pt x="545361" y="38593"/>
                </a:cubicBezTo>
                <a:lnTo>
                  <a:pt x="545361" y="61570"/>
                </a:lnTo>
                <a:cubicBezTo>
                  <a:pt x="543696" y="61293"/>
                  <a:pt x="541997" y="61051"/>
                  <a:pt x="540264" y="60844"/>
                </a:cubicBezTo>
                <a:cubicBezTo>
                  <a:pt x="538531" y="60634"/>
                  <a:pt x="536832" y="60530"/>
                  <a:pt x="535167" y="60530"/>
                </a:cubicBezTo>
                <a:cubicBezTo>
                  <a:pt x="531147" y="60530"/>
                  <a:pt x="527368" y="61327"/>
                  <a:pt x="523831" y="62922"/>
                </a:cubicBezTo>
                <a:cubicBezTo>
                  <a:pt x="520295" y="64516"/>
                  <a:pt x="517210" y="66872"/>
                  <a:pt x="514576" y="69990"/>
                </a:cubicBezTo>
                <a:cubicBezTo>
                  <a:pt x="511942" y="73109"/>
                  <a:pt x="509862" y="76956"/>
                  <a:pt x="508336" y="81530"/>
                </a:cubicBezTo>
                <a:cubicBezTo>
                  <a:pt x="506811" y="86105"/>
                  <a:pt x="506048" y="91372"/>
                  <a:pt x="506048" y="97332"/>
                </a:cubicBezTo>
                <a:lnTo>
                  <a:pt x="506048" y="148480"/>
                </a:lnTo>
                <a:lnTo>
                  <a:pt x="482337" y="148480"/>
                </a:lnTo>
                <a:lnTo>
                  <a:pt x="482337" y="41030"/>
                </a:lnTo>
                <a:close/>
                <a:moveTo>
                  <a:pt x="573438" y="113950"/>
                </a:moveTo>
                <a:cubicBezTo>
                  <a:pt x="574132" y="120871"/>
                  <a:pt x="576766" y="125716"/>
                  <a:pt x="581341" y="128486"/>
                </a:cubicBezTo>
                <a:cubicBezTo>
                  <a:pt x="585917" y="131253"/>
                  <a:pt x="591395" y="132637"/>
                  <a:pt x="597774" y="132637"/>
                </a:cubicBezTo>
                <a:cubicBezTo>
                  <a:pt x="599992" y="132637"/>
                  <a:pt x="602521" y="132463"/>
                  <a:pt x="605363" y="132116"/>
                </a:cubicBezTo>
                <a:cubicBezTo>
                  <a:pt x="608206" y="131769"/>
                  <a:pt x="610877" y="131109"/>
                  <a:pt x="613373" y="130136"/>
                </a:cubicBezTo>
                <a:cubicBezTo>
                  <a:pt x="615870" y="129163"/>
                  <a:pt x="617915" y="127739"/>
                  <a:pt x="619508" y="125864"/>
                </a:cubicBezTo>
                <a:cubicBezTo>
                  <a:pt x="621103" y="123989"/>
                  <a:pt x="621831" y="121523"/>
                  <a:pt x="621692" y="118466"/>
                </a:cubicBezTo>
                <a:cubicBezTo>
                  <a:pt x="621554" y="115409"/>
                  <a:pt x="620445" y="112908"/>
                  <a:pt x="618365" y="110963"/>
                </a:cubicBezTo>
                <a:cubicBezTo>
                  <a:pt x="616286" y="109019"/>
                  <a:pt x="613617" y="107456"/>
                  <a:pt x="610358" y="106276"/>
                </a:cubicBezTo>
                <a:cubicBezTo>
                  <a:pt x="607100" y="105095"/>
                  <a:pt x="603391" y="104088"/>
                  <a:pt x="599231" y="103254"/>
                </a:cubicBezTo>
                <a:cubicBezTo>
                  <a:pt x="595071" y="102421"/>
                  <a:pt x="590842" y="101517"/>
                  <a:pt x="586542" y="100544"/>
                </a:cubicBezTo>
                <a:cubicBezTo>
                  <a:pt x="582106" y="99575"/>
                  <a:pt x="577841" y="98397"/>
                  <a:pt x="573749" y="97012"/>
                </a:cubicBezTo>
                <a:cubicBezTo>
                  <a:pt x="569659" y="95626"/>
                  <a:pt x="565985" y="93755"/>
                  <a:pt x="562727" y="91400"/>
                </a:cubicBezTo>
                <a:cubicBezTo>
                  <a:pt x="559468" y="89043"/>
                  <a:pt x="556868" y="86029"/>
                  <a:pt x="554926" y="82358"/>
                </a:cubicBezTo>
                <a:cubicBezTo>
                  <a:pt x="552985" y="78685"/>
                  <a:pt x="552015" y="74147"/>
                  <a:pt x="552015" y="68743"/>
                </a:cubicBezTo>
                <a:cubicBezTo>
                  <a:pt x="552015" y="62925"/>
                  <a:pt x="553436" y="58041"/>
                  <a:pt x="556278" y="54093"/>
                </a:cubicBezTo>
                <a:cubicBezTo>
                  <a:pt x="559121" y="50143"/>
                  <a:pt x="562727" y="46955"/>
                  <a:pt x="567094" y="44531"/>
                </a:cubicBezTo>
                <a:cubicBezTo>
                  <a:pt x="571463" y="42106"/>
                  <a:pt x="576317" y="40409"/>
                  <a:pt x="581655" y="39440"/>
                </a:cubicBezTo>
                <a:cubicBezTo>
                  <a:pt x="586993" y="38469"/>
                  <a:pt x="592089" y="37983"/>
                  <a:pt x="596943" y="37983"/>
                </a:cubicBezTo>
                <a:cubicBezTo>
                  <a:pt x="602488" y="37983"/>
                  <a:pt x="607792" y="38574"/>
                  <a:pt x="612853" y="39754"/>
                </a:cubicBezTo>
                <a:cubicBezTo>
                  <a:pt x="617916" y="40933"/>
                  <a:pt x="622492" y="42841"/>
                  <a:pt x="626582" y="45480"/>
                </a:cubicBezTo>
                <a:cubicBezTo>
                  <a:pt x="630672" y="48118"/>
                  <a:pt x="634069" y="51554"/>
                  <a:pt x="636773" y="55788"/>
                </a:cubicBezTo>
                <a:cubicBezTo>
                  <a:pt x="639477" y="60022"/>
                  <a:pt x="641176" y="65123"/>
                  <a:pt x="641870" y="71092"/>
                </a:cubicBezTo>
                <a:lnTo>
                  <a:pt x="617118" y="71092"/>
                </a:lnTo>
                <a:cubicBezTo>
                  <a:pt x="616010" y="65379"/>
                  <a:pt x="613409" y="61547"/>
                  <a:pt x="609317" y="59596"/>
                </a:cubicBezTo>
                <a:cubicBezTo>
                  <a:pt x="605227" y="57646"/>
                  <a:pt x="600548" y="56670"/>
                  <a:pt x="595280" y="56670"/>
                </a:cubicBezTo>
                <a:cubicBezTo>
                  <a:pt x="593615" y="56670"/>
                  <a:pt x="591637" y="56810"/>
                  <a:pt x="589348" y="57089"/>
                </a:cubicBezTo>
                <a:cubicBezTo>
                  <a:pt x="587061" y="57366"/>
                  <a:pt x="584912" y="57887"/>
                  <a:pt x="582902" y="58651"/>
                </a:cubicBezTo>
                <a:cubicBezTo>
                  <a:pt x="580892" y="59414"/>
                  <a:pt x="579193" y="60525"/>
                  <a:pt x="577805" y="61983"/>
                </a:cubicBezTo>
                <a:cubicBezTo>
                  <a:pt x="576419" y="63441"/>
                  <a:pt x="575726" y="65350"/>
                  <a:pt x="575726" y="67712"/>
                </a:cubicBezTo>
                <a:cubicBezTo>
                  <a:pt x="575726" y="70627"/>
                  <a:pt x="576731" y="72989"/>
                  <a:pt x="578741" y="74795"/>
                </a:cubicBezTo>
                <a:cubicBezTo>
                  <a:pt x="580754" y="76600"/>
                  <a:pt x="583389" y="78093"/>
                  <a:pt x="586647" y="79274"/>
                </a:cubicBezTo>
                <a:cubicBezTo>
                  <a:pt x="589906" y="80454"/>
                  <a:pt x="593615" y="81460"/>
                  <a:pt x="597774" y="82292"/>
                </a:cubicBezTo>
                <a:cubicBezTo>
                  <a:pt x="601934" y="83123"/>
                  <a:pt x="606232" y="84025"/>
                  <a:pt x="610669" y="84996"/>
                </a:cubicBezTo>
                <a:cubicBezTo>
                  <a:pt x="614969" y="85965"/>
                  <a:pt x="619198" y="87143"/>
                  <a:pt x="623358" y="88531"/>
                </a:cubicBezTo>
                <a:cubicBezTo>
                  <a:pt x="627517" y="89917"/>
                  <a:pt x="631227" y="91789"/>
                  <a:pt x="634485" y="94146"/>
                </a:cubicBezTo>
                <a:cubicBezTo>
                  <a:pt x="637743" y="96501"/>
                  <a:pt x="640377" y="99481"/>
                  <a:pt x="642387" y="103086"/>
                </a:cubicBezTo>
                <a:cubicBezTo>
                  <a:pt x="644400" y="106689"/>
                  <a:pt x="645406" y="111125"/>
                  <a:pt x="645406" y="116394"/>
                </a:cubicBezTo>
                <a:cubicBezTo>
                  <a:pt x="645406" y="122769"/>
                  <a:pt x="643949" y="128175"/>
                  <a:pt x="641035" y="132611"/>
                </a:cubicBezTo>
                <a:cubicBezTo>
                  <a:pt x="638124" y="137046"/>
                  <a:pt x="634345" y="140650"/>
                  <a:pt x="629699" y="143424"/>
                </a:cubicBezTo>
                <a:cubicBezTo>
                  <a:pt x="625055" y="146196"/>
                  <a:pt x="619890" y="148205"/>
                  <a:pt x="614205" y="149451"/>
                </a:cubicBezTo>
                <a:cubicBezTo>
                  <a:pt x="608519" y="150700"/>
                  <a:pt x="602904" y="151324"/>
                  <a:pt x="597359" y="151324"/>
                </a:cubicBezTo>
                <a:cubicBezTo>
                  <a:pt x="590565" y="151324"/>
                  <a:pt x="584290" y="150562"/>
                  <a:pt x="578535" y="149039"/>
                </a:cubicBezTo>
                <a:cubicBezTo>
                  <a:pt x="572780" y="147517"/>
                  <a:pt x="567788" y="145200"/>
                  <a:pt x="563558" y="142085"/>
                </a:cubicBezTo>
                <a:cubicBezTo>
                  <a:pt x="559329" y="138971"/>
                  <a:pt x="556000" y="135094"/>
                  <a:pt x="553574" y="130456"/>
                </a:cubicBezTo>
                <a:cubicBezTo>
                  <a:pt x="551149" y="125819"/>
                  <a:pt x="549867" y="120316"/>
                  <a:pt x="549727" y="113950"/>
                </a:cubicBezTo>
                <a:lnTo>
                  <a:pt x="573438" y="113950"/>
                </a:lnTo>
                <a:close/>
                <a:moveTo>
                  <a:pt x="737338" y="85310"/>
                </a:moveTo>
                <a:cubicBezTo>
                  <a:pt x="737060" y="81548"/>
                  <a:pt x="736263" y="77925"/>
                  <a:pt x="734945" y="74440"/>
                </a:cubicBezTo>
                <a:cubicBezTo>
                  <a:pt x="733629" y="70955"/>
                  <a:pt x="731826" y="67924"/>
                  <a:pt x="729537" y="65347"/>
                </a:cubicBezTo>
                <a:cubicBezTo>
                  <a:pt x="727249" y="62768"/>
                  <a:pt x="724477" y="60678"/>
                  <a:pt x="721218" y="59076"/>
                </a:cubicBezTo>
                <a:cubicBezTo>
                  <a:pt x="717960" y="57472"/>
                  <a:pt x="714321" y="56670"/>
                  <a:pt x="710301" y="56670"/>
                </a:cubicBezTo>
                <a:cubicBezTo>
                  <a:pt x="706141" y="56670"/>
                  <a:pt x="702362" y="57402"/>
                  <a:pt x="698964" y="58866"/>
                </a:cubicBezTo>
                <a:cubicBezTo>
                  <a:pt x="695566" y="60328"/>
                  <a:pt x="692654" y="62349"/>
                  <a:pt x="690227" y="64928"/>
                </a:cubicBezTo>
                <a:cubicBezTo>
                  <a:pt x="687802" y="67505"/>
                  <a:pt x="685862" y="70536"/>
                  <a:pt x="684406" y="74021"/>
                </a:cubicBezTo>
                <a:cubicBezTo>
                  <a:pt x="682950" y="77506"/>
                  <a:pt x="682153" y="81269"/>
                  <a:pt x="682013" y="85310"/>
                </a:cubicBezTo>
                <a:lnTo>
                  <a:pt x="737338" y="85310"/>
                </a:lnTo>
                <a:moveTo>
                  <a:pt x="682013" y="100950"/>
                </a:moveTo>
                <a:cubicBezTo>
                  <a:pt x="682013" y="105093"/>
                  <a:pt x="682602" y="109097"/>
                  <a:pt x="683781" y="112963"/>
                </a:cubicBezTo>
                <a:cubicBezTo>
                  <a:pt x="684959" y="116828"/>
                  <a:pt x="686727" y="120212"/>
                  <a:pt x="689084" y="123112"/>
                </a:cubicBezTo>
                <a:cubicBezTo>
                  <a:pt x="691441" y="126011"/>
                  <a:pt x="694422" y="128324"/>
                  <a:pt x="698028" y="130050"/>
                </a:cubicBezTo>
                <a:cubicBezTo>
                  <a:pt x="701633" y="131775"/>
                  <a:pt x="705931" y="132637"/>
                  <a:pt x="710923" y="132637"/>
                </a:cubicBezTo>
                <a:cubicBezTo>
                  <a:pt x="717856" y="132637"/>
                  <a:pt x="723438" y="131147"/>
                  <a:pt x="727667" y="128168"/>
                </a:cubicBezTo>
                <a:cubicBezTo>
                  <a:pt x="731897" y="125189"/>
                  <a:pt x="735051" y="120720"/>
                  <a:pt x="737131" y="114762"/>
                </a:cubicBezTo>
                <a:lnTo>
                  <a:pt x="759595" y="114762"/>
                </a:lnTo>
                <a:cubicBezTo>
                  <a:pt x="758347" y="120579"/>
                  <a:pt x="756197" y="125772"/>
                  <a:pt x="753146" y="130342"/>
                </a:cubicBezTo>
                <a:cubicBezTo>
                  <a:pt x="750097" y="134912"/>
                  <a:pt x="746423" y="138756"/>
                  <a:pt x="742124" y="141872"/>
                </a:cubicBezTo>
                <a:cubicBezTo>
                  <a:pt x="737824" y="144989"/>
                  <a:pt x="733005" y="147343"/>
                  <a:pt x="727667" y="148934"/>
                </a:cubicBezTo>
                <a:cubicBezTo>
                  <a:pt x="722329" y="150527"/>
                  <a:pt x="716749" y="151324"/>
                  <a:pt x="710926" y="151324"/>
                </a:cubicBezTo>
                <a:cubicBezTo>
                  <a:pt x="702467" y="151324"/>
                  <a:pt x="694979" y="149938"/>
                  <a:pt x="688462" y="147166"/>
                </a:cubicBezTo>
                <a:cubicBezTo>
                  <a:pt x="681945" y="144392"/>
                  <a:pt x="676434" y="140510"/>
                  <a:pt x="671927" y="135519"/>
                </a:cubicBezTo>
                <a:cubicBezTo>
                  <a:pt x="667420" y="130527"/>
                  <a:pt x="664022" y="124566"/>
                  <a:pt x="661733" y="117635"/>
                </a:cubicBezTo>
                <a:cubicBezTo>
                  <a:pt x="659446" y="110701"/>
                  <a:pt x="658302" y="103076"/>
                  <a:pt x="658302" y="94758"/>
                </a:cubicBezTo>
                <a:cubicBezTo>
                  <a:pt x="658302" y="87133"/>
                  <a:pt x="659516" y="79889"/>
                  <a:pt x="661942" y="73028"/>
                </a:cubicBezTo>
                <a:cubicBezTo>
                  <a:pt x="664369" y="66164"/>
                  <a:pt x="667836" y="60133"/>
                  <a:pt x="672343" y="54934"/>
                </a:cubicBezTo>
                <a:cubicBezTo>
                  <a:pt x="676849" y="49734"/>
                  <a:pt x="682291" y="45609"/>
                  <a:pt x="688668" y="42560"/>
                </a:cubicBezTo>
                <a:cubicBezTo>
                  <a:pt x="695048" y="39509"/>
                  <a:pt x="702258" y="37983"/>
                  <a:pt x="710301" y="37983"/>
                </a:cubicBezTo>
                <a:cubicBezTo>
                  <a:pt x="718760" y="37983"/>
                  <a:pt x="726351" y="39755"/>
                  <a:pt x="733075" y="43299"/>
                </a:cubicBezTo>
                <a:cubicBezTo>
                  <a:pt x="739802" y="46843"/>
                  <a:pt x="745383" y="51535"/>
                  <a:pt x="749820" y="57375"/>
                </a:cubicBezTo>
                <a:cubicBezTo>
                  <a:pt x="754257" y="63212"/>
                  <a:pt x="757480" y="69920"/>
                  <a:pt x="759490" y="77496"/>
                </a:cubicBezTo>
                <a:cubicBezTo>
                  <a:pt x="761500" y="85071"/>
                  <a:pt x="762021" y="92889"/>
                  <a:pt x="761052" y="100950"/>
                </a:cubicBezTo>
                <a:lnTo>
                  <a:pt x="682013" y="100950"/>
                </a:lnTo>
                <a:close/>
                <a:moveTo>
                  <a:pt x="837592" y="0"/>
                </a:moveTo>
                <a:lnTo>
                  <a:pt x="861303" y="0"/>
                </a:lnTo>
                <a:lnTo>
                  <a:pt x="861303" y="54801"/>
                </a:lnTo>
                <a:lnTo>
                  <a:pt x="861719" y="54801"/>
                </a:lnTo>
                <a:cubicBezTo>
                  <a:pt x="863382" y="52171"/>
                  <a:pt x="865392" y="49818"/>
                  <a:pt x="867749" y="47743"/>
                </a:cubicBezTo>
                <a:cubicBezTo>
                  <a:pt x="870108" y="45665"/>
                  <a:pt x="872709" y="43900"/>
                  <a:pt x="875550" y="42449"/>
                </a:cubicBezTo>
                <a:cubicBezTo>
                  <a:pt x="878394" y="40995"/>
                  <a:pt x="881375" y="39888"/>
                  <a:pt x="884494" y="39126"/>
                </a:cubicBezTo>
                <a:cubicBezTo>
                  <a:pt x="887615" y="38364"/>
                  <a:pt x="890700" y="37983"/>
                  <a:pt x="893749" y="37983"/>
                </a:cubicBezTo>
                <a:cubicBezTo>
                  <a:pt x="902208" y="37983"/>
                  <a:pt x="909592" y="39474"/>
                  <a:pt x="915901" y="42455"/>
                </a:cubicBezTo>
                <a:cubicBezTo>
                  <a:pt x="922211" y="45436"/>
                  <a:pt x="927445" y="49526"/>
                  <a:pt x="931605" y="54725"/>
                </a:cubicBezTo>
                <a:cubicBezTo>
                  <a:pt x="935765" y="59923"/>
                  <a:pt x="938884" y="65989"/>
                  <a:pt x="940964" y="72923"/>
                </a:cubicBezTo>
                <a:cubicBezTo>
                  <a:pt x="943044" y="79854"/>
                  <a:pt x="944084" y="87271"/>
                  <a:pt x="944084" y="95174"/>
                </a:cubicBezTo>
                <a:cubicBezTo>
                  <a:pt x="944084" y="102383"/>
                  <a:pt x="943148" y="109384"/>
                  <a:pt x="941275" y="116178"/>
                </a:cubicBezTo>
                <a:cubicBezTo>
                  <a:pt x="939405" y="122972"/>
                  <a:pt x="936562" y="128968"/>
                  <a:pt x="932747" y="134167"/>
                </a:cubicBezTo>
                <a:cubicBezTo>
                  <a:pt x="928935" y="139365"/>
                  <a:pt x="924116" y="143525"/>
                  <a:pt x="918291" y="146646"/>
                </a:cubicBezTo>
                <a:cubicBezTo>
                  <a:pt x="912468" y="149764"/>
                  <a:pt x="905606" y="151324"/>
                  <a:pt x="897703" y="151324"/>
                </a:cubicBezTo>
                <a:cubicBezTo>
                  <a:pt x="894098" y="151324"/>
                  <a:pt x="890457" y="151087"/>
                  <a:pt x="886782" y="150613"/>
                </a:cubicBezTo>
                <a:cubicBezTo>
                  <a:pt x="883107" y="150139"/>
                  <a:pt x="879605" y="149214"/>
                  <a:pt x="876277" y="147839"/>
                </a:cubicBezTo>
                <a:cubicBezTo>
                  <a:pt x="872951" y="146464"/>
                  <a:pt x="869936" y="144667"/>
                  <a:pt x="867232" y="142450"/>
                </a:cubicBezTo>
                <a:cubicBezTo>
                  <a:pt x="864528" y="140230"/>
                  <a:pt x="862275" y="137318"/>
                  <a:pt x="860472" y="133713"/>
                </a:cubicBezTo>
                <a:lnTo>
                  <a:pt x="860056" y="133713"/>
                </a:lnTo>
                <a:lnTo>
                  <a:pt x="860056" y="148480"/>
                </a:lnTo>
                <a:lnTo>
                  <a:pt x="837592" y="148480"/>
                </a:lnTo>
                <a:lnTo>
                  <a:pt x="837592" y="0"/>
                </a:lnTo>
                <a:moveTo>
                  <a:pt x="920373" y="94758"/>
                </a:moveTo>
                <a:cubicBezTo>
                  <a:pt x="920373" y="89902"/>
                  <a:pt x="919749" y="85185"/>
                  <a:pt x="918500" y="80607"/>
                </a:cubicBezTo>
                <a:cubicBezTo>
                  <a:pt x="917252" y="76026"/>
                  <a:pt x="915380" y="71967"/>
                  <a:pt x="912883" y="68429"/>
                </a:cubicBezTo>
                <a:cubicBezTo>
                  <a:pt x="910388" y="64891"/>
                  <a:pt x="907269" y="62048"/>
                  <a:pt x="903524" y="59898"/>
                </a:cubicBezTo>
                <a:cubicBezTo>
                  <a:pt x="899781" y="57746"/>
                  <a:pt x="895483" y="56670"/>
                  <a:pt x="890632" y="56670"/>
                </a:cubicBezTo>
                <a:cubicBezTo>
                  <a:pt x="880647" y="56670"/>
                  <a:pt x="873125" y="60139"/>
                  <a:pt x="868063" y="67077"/>
                </a:cubicBezTo>
                <a:cubicBezTo>
                  <a:pt x="863002" y="74015"/>
                  <a:pt x="860472" y="83242"/>
                  <a:pt x="860472" y="94758"/>
                </a:cubicBezTo>
                <a:cubicBezTo>
                  <a:pt x="860472" y="100168"/>
                  <a:pt x="861130" y="105198"/>
                  <a:pt x="862446" y="109846"/>
                </a:cubicBezTo>
                <a:cubicBezTo>
                  <a:pt x="863764" y="114495"/>
                  <a:pt x="865740" y="118484"/>
                  <a:pt x="868375" y="121814"/>
                </a:cubicBezTo>
                <a:cubicBezTo>
                  <a:pt x="871009" y="125145"/>
                  <a:pt x="874163" y="127781"/>
                  <a:pt x="877839" y="129723"/>
                </a:cubicBezTo>
                <a:cubicBezTo>
                  <a:pt x="881514" y="131666"/>
                  <a:pt x="885778" y="132637"/>
                  <a:pt x="890632" y="132637"/>
                </a:cubicBezTo>
                <a:cubicBezTo>
                  <a:pt x="896038" y="132637"/>
                  <a:pt x="900612" y="131527"/>
                  <a:pt x="904355" y="129308"/>
                </a:cubicBezTo>
                <a:cubicBezTo>
                  <a:pt x="908100" y="127088"/>
                  <a:pt x="911186" y="124209"/>
                  <a:pt x="913613" y="120672"/>
                </a:cubicBezTo>
                <a:cubicBezTo>
                  <a:pt x="916040" y="117132"/>
                  <a:pt x="917773" y="113108"/>
                  <a:pt x="918812" y="108599"/>
                </a:cubicBezTo>
                <a:cubicBezTo>
                  <a:pt x="919853" y="104088"/>
                  <a:pt x="920373" y="99474"/>
                  <a:pt x="920373" y="94758"/>
                </a:cubicBezTo>
                <a:close/>
                <a:moveTo>
                  <a:pt x="952198" y="41030"/>
                </a:moveTo>
                <a:lnTo>
                  <a:pt x="978197" y="41030"/>
                </a:lnTo>
                <a:lnTo>
                  <a:pt x="1006275" y="121316"/>
                </a:lnTo>
                <a:lnTo>
                  <a:pt x="1006691" y="121316"/>
                </a:lnTo>
                <a:lnTo>
                  <a:pt x="1033937" y="41030"/>
                </a:lnTo>
                <a:lnTo>
                  <a:pt x="1058689" y="41030"/>
                </a:lnTo>
                <a:lnTo>
                  <a:pt x="1016882" y="154336"/>
                </a:lnTo>
                <a:cubicBezTo>
                  <a:pt x="1014941" y="159187"/>
                  <a:pt x="1013035" y="163830"/>
                  <a:pt x="1011163" y="168265"/>
                </a:cubicBezTo>
                <a:cubicBezTo>
                  <a:pt x="1009290" y="172700"/>
                  <a:pt x="1007002" y="176615"/>
                  <a:pt x="1004298" y="180011"/>
                </a:cubicBezTo>
                <a:cubicBezTo>
                  <a:pt x="1001596" y="183407"/>
                  <a:pt x="998234" y="186110"/>
                  <a:pt x="994212" y="188120"/>
                </a:cubicBezTo>
                <a:cubicBezTo>
                  <a:pt x="990189" y="190130"/>
                  <a:pt x="985059" y="191135"/>
                  <a:pt x="978819" y="191135"/>
                </a:cubicBezTo>
                <a:cubicBezTo>
                  <a:pt x="973273" y="191135"/>
                  <a:pt x="967797" y="190729"/>
                  <a:pt x="962389" y="189916"/>
                </a:cubicBezTo>
                <a:lnTo>
                  <a:pt x="962389" y="169976"/>
                </a:lnTo>
                <a:cubicBezTo>
                  <a:pt x="964329" y="170253"/>
                  <a:pt x="966200" y="170565"/>
                  <a:pt x="968003" y="170912"/>
                </a:cubicBezTo>
                <a:cubicBezTo>
                  <a:pt x="969806" y="171259"/>
                  <a:pt x="971678" y="171433"/>
                  <a:pt x="973620" y="171433"/>
                </a:cubicBezTo>
                <a:cubicBezTo>
                  <a:pt x="976394" y="171433"/>
                  <a:pt x="978682" y="171086"/>
                  <a:pt x="980482" y="170392"/>
                </a:cubicBezTo>
                <a:cubicBezTo>
                  <a:pt x="982285" y="169700"/>
                  <a:pt x="983775" y="168695"/>
                  <a:pt x="984954" y="167377"/>
                </a:cubicBezTo>
                <a:cubicBezTo>
                  <a:pt x="986135" y="166060"/>
                  <a:pt x="987141" y="164501"/>
                  <a:pt x="987972" y="162698"/>
                </a:cubicBezTo>
                <a:cubicBezTo>
                  <a:pt x="988804" y="160896"/>
                  <a:pt x="989566" y="158816"/>
                  <a:pt x="990260" y="156459"/>
                </a:cubicBezTo>
                <a:lnTo>
                  <a:pt x="992964" y="148141"/>
                </a:lnTo>
                <a:lnTo>
                  <a:pt x="952198" y="41030"/>
                </a:lnTo>
                <a:close/>
                <a:moveTo>
                  <a:pt x="1061184" y="41030"/>
                </a:moveTo>
                <a:lnTo>
                  <a:pt x="1079072" y="41030"/>
                </a:lnTo>
                <a:lnTo>
                  <a:pt x="1079072" y="8734"/>
                </a:lnTo>
                <a:lnTo>
                  <a:pt x="1102783" y="8734"/>
                </a:lnTo>
                <a:lnTo>
                  <a:pt x="1102783" y="41030"/>
                </a:lnTo>
                <a:lnTo>
                  <a:pt x="1124209" y="41030"/>
                </a:lnTo>
                <a:lnTo>
                  <a:pt x="1124209" y="58701"/>
                </a:lnTo>
                <a:lnTo>
                  <a:pt x="1102783" y="58701"/>
                </a:lnTo>
                <a:lnTo>
                  <a:pt x="1102783" y="116054"/>
                </a:lnTo>
                <a:cubicBezTo>
                  <a:pt x="1102783" y="118549"/>
                  <a:pt x="1102886" y="120696"/>
                  <a:pt x="1103094" y="122497"/>
                </a:cubicBezTo>
                <a:cubicBezTo>
                  <a:pt x="1103303" y="124297"/>
                  <a:pt x="1103789" y="125822"/>
                  <a:pt x="1104550" y="127070"/>
                </a:cubicBezTo>
                <a:cubicBezTo>
                  <a:pt x="1105314" y="128316"/>
                  <a:pt x="1106459" y="129251"/>
                  <a:pt x="1107984" y="129876"/>
                </a:cubicBezTo>
                <a:cubicBezTo>
                  <a:pt x="1109510" y="130498"/>
                  <a:pt x="1111590" y="130809"/>
                  <a:pt x="1114224" y="130809"/>
                </a:cubicBezTo>
                <a:cubicBezTo>
                  <a:pt x="1115887" y="130809"/>
                  <a:pt x="1117550" y="130775"/>
                  <a:pt x="1119213" y="130707"/>
                </a:cubicBezTo>
                <a:cubicBezTo>
                  <a:pt x="1120878" y="130637"/>
                  <a:pt x="1122543" y="130394"/>
                  <a:pt x="1124209" y="129977"/>
                </a:cubicBezTo>
                <a:lnTo>
                  <a:pt x="1124209" y="148277"/>
                </a:lnTo>
                <a:cubicBezTo>
                  <a:pt x="1121574" y="148548"/>
                  <a:pt x="1119009" y="148819"/>
                  <a:pt x="1116512" y="149089"/>
                </a:cubicBezTo>
                <a:cubicBezTo>
                  <a:pt x="1114016" y="149360"/>
                  <a:pt x="1111450" y="149496"/>
                  <a:pt x="1108816" y="149496"/>
                </a:cubicBezTo>
                <a:cubicBezTo>
                  <a:pt x="1102574" y="149496"/>
                  <a:pt x="1097547" y="148907"/>
                  <a:pt x="1093734" y="147731"/>
                </a:cubicBezTo>
                <a:cubicBezTo>
                  <a:pt x="1089922" y="146553"/>
                  <a:pt x="1086940" y="144821"/>
                  <a:pt x="1084791" y="142536"/>
                </a:cubicBezTo>
                <a:cubicBezTo>
                  <a:pt x="1082641" y="140251"/>
                  <a:pt x="1081185" y="137377"/>
                  <a:pt x="1080424" y="133916"/>
                </a:cubicBezTo>
                <a:cubicBezTo>
                  <a:pt x="1079662" y="130452"/>
                  <a:pt x="1079211" y="126504"/>
                  <a:pt x="1079072" y="122071"/>
                </a:cubicBezTo>
                <a:lnTo>
                  <a:pt x="1079072" y="58701"/>
                </a:lnTo>
                <a:lnTo>
                  <a:pt x="1061184" y="58701"/>
                </a:lnTo>
                <a:lnTo>
                  <a:pt x="1061184" y="41030"/>
                </a:lnTo>
                <a:close/>
                <a:moveTo>
                  <a:pt x="1215100" y="85310"/>
                </a:moveTo>
                <a:cubicBezTo>
                  <a:pt x="1214823" y="81548"/>
                  <a:pt x="1214025" y="77925"/>
                  <a:pt x="1212707" y="74440"/>
                </a:cubicBezTo>
                <a:cubicBezTo>
                  <a:pt x="1211391" y="70955"/>
                  <a:pt x="1209588" y="67924"/>
                  <a:pt x="1207299" y="65347"/>
                </a:cubicBezTo>
                <a:cubicBezTo>
                  <a:pt x="1205012" y="62768"/>
                  <a:pt x="1202239" y="60678"/>
                  <a:pt x="1198981" y="59076"/>
                </a:cubicBezTo>
                <a:cubicBezTo>
                  <a:pt x="1195722" y="57472"/>
                  <a:pt x="1192083" y="56670"/>
                  <a:pt x="1188063" y="56670"/>
                </a:cubicBezTo>
                <a:cubicBezTo>
                  <a:pt x="1183903" y="56670"/>
                  <a:pt x="1180125" y="57402"/>
                  <a:pt x="1176727" y="58866"/>
                </a:cubicBezTo>
                <a:cubicBezTo>
                  <a:pt x="1173329" y="60328"/>
                  <a:pt x="1170416" y="62349"/>
                  <a:pt x="1167989" y="64928"/>
                </a:cubicBezTo>
                <a:cubicBezTo>
                  <a:pt x="1165565" y="67505"/>
                  <a:pt x="1163624" y="70536"/>
                  <a:pt x="1162169" y="74021"/>
                </a:cubicBezTo>
                <a:cubicBezTo>
                  <a:pt x="1160713" y="77506"/>
                  <a:pt x="1159915" y="81269"/>
                  <a:pt x="1159776" y="85310"/>
                </a:cubicBezTo>
                <a:lnTo>
                  <a:pt x="1215100" y="85310"/>
                </a:lnTo>
                <a:moveTo>
                  <a:pt x="1159776" y="100950"/>
                </a:moveTo>
                <a:cubicBezTo>
                  <a:pt x="1159776" y="105093"/>
                  <a:pt x="1160365" y="109097"/>
                  <a:pt x="1161543" y="112963"/>
                </a:cubicBezTo>
                <a:cubicBezTo>
                  <a:pt x="1162722" y="116828"/>
                  <a:pt x="1164490" y="120212"/>
                  <a:pt x="1166847" y="123112"/>
                </a:cubicBezTo>
                <a:cubicBezTo>
                  <a:pt x="1169204" y="126011"/>
                  <a:pt x="1172185" y="128324"/>
                  <a:pt x="1175790" y="130050"/>
                </a:cubicBezTo>
                <a:cubicBezTo>
                  <a:pt x="1179396" y="131775"/>
                  <a:pt x="1183694" y="132637"/>
                  <a:pt x="1188685" y="132637"/>
                </a:cubicBezTo>
                <a:cubicBezTo>
                  <a:pt x="1195619" y="132637"/>
                  <a:pt x="1201200" y="131147"/>
                  <a:pt x="1205430" y="128168"/>
                </a:cubicBezTo>
                <a:cubicBezTo>
                  <a:pt x="1209659" y="125189"/>
                  <a:pt x="1212814" y="120720"/>
                  <a:pt x="1214894" y="114762"/>
                </a:cubicBezTo>
                <a:lnTo>
                  <a:pt x="1237358" y="114762"/>
                </a:lnTo>
                <a:cubicBezTo>
                  <a:pt x="1236109" y="120579"/>
                  <a:pt x="1233960" y="125772"/>
                  <a:pt x="1230909" y="130342"/>
                </a:cubicBezTo>
                <a:cubicBezTo>
                  <a:pt x="1227860" y="134912"/>
                  <a:pt x="1224186" y="138756"/>
                  <a:pt x="1219886" y="141872"/>
                </a:cubicBezTo>
                <a:cubicBezTo>
                  <a:pt x="1215587" y="144989"/>
                  <a:pt x="1210768" y="147343"/>
                  <a:pt x="1205430" y="148934"/>
                </a:cubicBezTo>
                <a:cubicBezTo>
                  <a:pt x="1200092" y="150527"/>
                  <a:pt x="1194511" y="151324"/>
                  <a:pt x="1188688" y="151324"/>
                </a:cubicBezTo>
                <a:cubicBezTo>
                  <a:pt x="1180229" y="151324"/>
                  <a:pt x="1172741" y="149938"/>
                  <a:pt x="1166225" y="147166"/>
                </a:cubicBezTo>
                <a:cubicBezTo>
                  <a:pt x="1159708" y="144392"/>
                  <a:pt x="1154196" y="140510"/>
                  <a:pt x="1149690" y="135519"/>
                </a:cubicBezTo>
                <a:cubicBezTo>
                  <a:pt x="1145183" y="130527"/>
                  <a:pt x="1141785" y="124566"/>
                  <a:pt x="1139495" y="117635"/>
                </a:cubicBezTo>
                <a:cubicBezTo>
                  <a:pt x="1137208" y="110701"/>
                  <a:pt x="1136065" y="103076"/>
                  <a:pt x="1136065" y="94758"/>
                </a:cubicBezTo>
                <a:cubicBezTo>
                  <a:pt x="1136065" y="87133"/>
                  <a:pt x="1137278" y="79889"/>
                  <a:pt x="1139705" y="73028"/>
                </a:cubicBezTo>
                <a:cubicBezTo>
                  <a:pt x="1142132" y="66164"/>
                  <a:pt x="1145599" y="60133"/>
                  <a:pt x="1150105" y="54934"/>
                </a:cubicBezTo>
                <a:cubicBezTo>
                  <a:pt x="1154612" y="49734"/>
                  <a:pt x="1160054" y="45609"/>
                  <a:pt x="1166431" y="42560"/>
                </a:cubicBezTo>
                <a:cubicBezTo>
                  <a:pt x="1172810" y="39509"/>
                  <a:pt x="1180021" y="37983"/>
                  <a:pt x="1188063" y="37983"/>
                </a:cubicBezTo>
                <a:cubicBezTo>
                  <a:pt x="1196522" y="37983"/>
                  <a:pt x="1204114" y="39755"/>
                  <a:pt x="1210838" y="43299"/>
                </a:cubicBezTo>
                <a:cubicBezTo>
                  <a:pt x="1217564" y="46843"/>
                  <a:pt x="1223146" y="51535"/>
                  <a:pt x="1227583" y="57375"/>
                </a:cubicBezTo>
                <a:cubicBezTo>
                  <a:pt x="1232019" y="63212"/>
                  <a:pt x="1235243" y="69920"/>
                  <a:pt x="1237253" y="77496"/>
                </a:cubicBezTo>
                <a:cubicBezTo>
                  <a:pt x="1239263" y="85071"/>
                  <a:pt x="1239783" y="92889"/>
                  <a:pt x="1238814" y="100950"/>
                </a:cubicBezTo>
                <a:lnTo>
                  <a:pt x="1159776" y="100950"/>
                </a:lnTo>
                <a:close/>
                <a:moveTo>
                  <a:pt x="1274795" y="113950"/>
                </a:moveTo>
                <a:cubicBezTo>
                  <a:pt x="1275489" y="120871"/>
                  <a:pt x="1278123" y="125716"/>
                  <a:pt x="1282698" y="128486"/>
                </a:cubicBezTo>
                <a:cubicBezTo>
                  <a:pt x="1287274" y="131253"/>
                  <a:pt x="1292752" y="132637"/>
                  <a:pt x="1299131" y="132637"/>
                </a:cubicBezTo>
                <a:cubicBezTo>
                  <a:pt x="1301349" y="132637"/>
                  <a:pt x="1303878" y="132463"/>
                  <a:pt x="1306720" y="132116"/>
                </a:cubicBezTo>
                <a:cubicBezTo>
                  <a:pt x="1309563" y="131769"/>
                  <a:pt x="1312234" y="131109"/>
                  <a:pt x="1314730" y="130136"/>
                </a:cubicBezTo>
                <a:cubicBezTo>
                  <a:pt x="1317227" y="129163"/>
                  <a:pt x="1319272" y="127739"/>
                  <a:pt x="1320865" y="125864"/>
                </a:cubicBezTo>
                <a:cubicBezTo>
                  <a:pt x="1322460" y="123989"/>
                  <a:pt x="1323188" y="121523"/>
                  <a:pt x="1323049" y="118466"/>
                </a:cubicBezTo>
                <a:cubicBezTo>
                  <a:pt x="1322911" y="115409"/>
                  <a:pt x="1321802" y="112908"/>
                  <a:pt x="1319723" y="110963"/>
                </a:cubicBezTo>
                <a:cubicBezTo>
                  <a:pt x="1317643" y="109019"/>
                  <a:pt x="1314974" y="107456"/>
                  <a:pt x="1311715" y="106276"/>
                </a:cubicBezTo>
                <a:cubicBezTo>
                  <a:pt x="1308457" y="105095"/>
                  <a:pt x="1304748" y="104088"/>
                  <a:pt x="1300588" y="103254"/>
                </a:cubicBezTo>
                <a:cubicBezTo>
                  <a:pt x="1296428" y="102421"/>
                  <a:pt x="1292199" y="101517"/>
                  <a:pt x="1287900" y="100544"/>
                </a:cubicBezTo>
                <a:cubicBezTo>
                  <a:pt x="1283463" y="99575"/>
                  <a:pt x="1279198" y="98397"/>
                  <a:pt x="1275106" y="97012"/>
                </a:cubicBezTo>
                <a:cubicBezTo>
                  <a:pt x="1271016" y="95626"/>
                  <a:pt x="1267342" y="93755"/>
                  <a:pt x="1264084" y="91400"/>
                </a:cubicBezTo>
                <a:cubicBezTo>
                  <a:pt x="1260825" y="89043"/>
                  <a:pt x="1258225" y="86029"/>
                  <a:pt x="1256283" y="82358"/>
                </a:cubicBezTo>
                <a:cubicBezTo>
                  <a:pt x="1254343" y="78685"/>
                  <a:pt x="1253372" y="74147"/>
                  <a:pt x="1253372" y="68743"/>
                </a:cubicBezTo>
                <a:cubicBezTo>
                  <a:pt x="1253372" y="62925"/>
                  <a:pt x="1254793" y="58041"/>
                  <a:pt x="1257635" y="54093"/>
                </a:cubicBezTo>
                <a:cubicBezTo>
                  <a:pt x="1260478" y="50143"/>
                  <a:pt x="1264084" y="46955"/>
                  <a:pt x="1268451" y="44531"/>
                </a:cubicBezTo>
                <a:cubicBezTo>
                  <a:pt x="1272820" y="42106"/>
                  <a:pt x="1277674" y="40409"/>
                  <a:pt x="1283012" y="39440"/>
                </a:cubicBezTo>
                <a:cubicBezTo>
                  <a:pt x="1288350" y="38469"/>
                  <a:pt x="1293446" y="37983"/>
                  <a:pt x="1298300" y="37983"/>
                </a:cubicBezTo>
                <a:cubicBezTo>
                  <a:pt x="1303845" y="37983"/>
                  <a:pt x="1309149" y="38574"/>
                  <a:pt x="1314210" y="39754"/>
                </a:cubicBezTo>
                <a:cubicBezTo>
                  <a:pt x="1319273" y="40933"/>
                  <a:pt x="1323849" y="42841"/>
                  <a:pt x="1327939" y="45480"/>
                </a:cubicBezTo>
                <a:cubicBezTo>
                  <a:pt x="1332029" y="48118"/>
                  <a:pt x="1335426" y="51554"/>
                  <a:pt x="1338130" y="55788"/>
                </a:cubicBezTo>
                <a:cubicBezTo>
                  <a:pt x="1340834" y="60022"/>
                  <a:pt x="1342533" y="65123"/>
                  <a:pt x="1343227" y="71092"/>
                </a:cubicBezTo>
                <a:lnTo>
                  <a:pt x="1318475" y="71092"/>
                </a:lnTo>
                <a:cubicBezTo>
                  <a:pt x="1317367" y="65379"/>
                  <a:pt x="1314766" y="61547"/>
                  <a:pt x="1310674" y="59596"/>
                </a:cubicBezTo>
                <a:cubicBezTo>
                  <a:pt x="1306584" y="57646"/>
                  <a:pt x="1301905" y="56670"/>
                  <a:pt x="1296637" y="56670"/>
                </a:cubicBezTo>
                <a:cubicBezTo>
                  <a:pt x="1294972" y="56670"/>
                  <a:pt x="1292994" y="56810"/>
                  <a:pt x="1290705" y="57089"/>
                </a:cubicBezTo>
                <a:cubicBezTo>
                  <a:pt x="1288418" y="57366"/>
                  <a:pt x="1286269" y="57887"/>
                  <a:pt x="1284259" y="58651"/>
                </a:cubicBezTo>
                <a:cubicBezTo>
                  <a:pt x="1282249" y="59414"/>
                  <a:pt x="1280550" y="60525"/>
                  <a:pt x="1279162" y="61983"/>
                </a:cubicBezTo>
                <a:cubicBezTo>
                  <a:pt x="1277776" y="63441"/>
                  <a:pt x="1277083" y="65350"/>
                  <a:pt x="1277083" y="67712"/>
                </a:cubicBezTo>
                <a:cubicBezTo>
                  <a:pt x="1277083" y="70627"/>
                  <a:pt x="1278088" y="72989"/>
                  <a:pt x="1280098" y="74795"/>
                </a:cubicBezTo>
                <a:cubicBezTo>
                  <a:pt x="1282111" y="76600"/>
                  <a:pt x="1284746" y="78093"/>
                  <a:pt x="1288004" y="79274"/>
                </a:cubicBezTo>
                <a:cubicBezTo>
                  <a:pt x="1291263" y="80454"/>
                  <a:pt x="1294972" y="81460"/>
                  <a:pt x="1299131" y="82292"/>
                </a:cubicBezTo>
                <a:cubicBezTo>
                  <a:pt x="1303291" y="83123"/>
                  <a:pt x="1307589" y="84025"/>
                  <a:pt x="1312026" y="84996"/>
                </a:cubicBezTo>
                <a:cubicBezTo>
                  <a:pt x="1316326" y="85965"/>
                  <a:pt x="1320555" y="87143"/>
                  <a:pt x="1324715" y="88531"/>
                </a:cubicBezTo>
                <a:cubicBezTo>
                  <a:pt x="1328875" y="89917"/>
                  <a:pt x="1332584" y="91789"/>
                  <a:pt x="1335842" y="94146"/>
                </a:cubicBezTo>
                <a:cubicBezTo>
                  <a:pt x="1339100" y="96501"/>
                  <a:pt x="1341735" y="99481"/>
                  <a:pt x="1343745" y="103086"/>
                </a:cubicBezTo>
                <a:cubicBezTo>
                  <a:pt x="1345757" y="106689"/>
                  <a:pt x="1346763" y="111125"/>
                  <a:pt x="1346763" y="116394"/>
                </a:cubicBezTo>
                <a:cubicBezTo>
                  <a:pt x="1346763" y="122769"/>
                  <a:pt x="1345306" y="128175"/>
                  <a:pt x="1342393" y="132611"/>
                </a:cubicBezTo>
                <a:cubicBezTo>
                  <a:pt x="1339481" y="137046"/>
                  <a:pt x="1335702" y="140650"/>
                  <a:pt x="1331056" y="143424"/>
                </a:cubicBezTo>
                <a:cubicBezTo>
                  <a:pt x="1326412" y="146196"/>
                  <a:pt x="1321247" y="148205"/>
                  <a:pt x="1315562" y="149451"/>
                </a:cubicBezTo>
                <a:cubicBezTo>
                  <a:pt x="1309877" y="150700"/>
                  <a:pt x="1304261" y="151324"/>
                  <a:pt x="1298716" y="151324"/>
                </a:cubicBezTo>
                <a:cubicBezTo>
                  <a:pt x="1291922" y="151324"/>
                  <a:pt x="1285647" y="150562"/>
                  <a:pt x="1279892" y="149039"/>
                </a:cubicBezTo>
                <a:cubicBezTo>
                  <a:pt x="1274137" y="147517"/>
                  <a:pt x="1269145" y="145200"/>
                  <a:pt x="1264915" y="142085"/>
                </a:cubicBezTo>
                <a:cubicBezTo>
                  <a:pt x="1260686" y="138971"/>
                  <a:pt x="1257358" y="135094"/>
                  <a:pt x="1254931" y="130456"/>
                </a:cubicBezTo>
                <a:cubicBezTo>
                  <a:pt x="1252506" y="125819"/>
                  <a:pt x="1251224" y="120316"/>
                  <a:pt x="1251084" y="113950"/>
                </a:cubicBezTo>
                <a:lnTo>
                  <a:pt x="1274795" y="113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every2bytes">
            <a:extLst xmlns:a="http://schemas.openxmlformats.org/drawingml/2006/main">
              <a:ext uri="{FF2B5EF4-FFF2-40B4-BE49-F238E27FC236}">
                <a16:creationId xmlns:a16="http://schemas.microsoft.com/office/drawing/2014/main" id="{BA2814CF-80DA-48FB-90FF-6B7525AD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537" y="2964346"/>
            <a:ext cx="996735" cy="155627"/>
          </a:xfrm>
          <a:custGeom xmlns:a="http://schemas.openxmlformats.org/drawingml/2006/main">
            <a:pathLst>
              <a:path w="996735" h="155627">
                <a:moveTo>
                  <a:pt x="65403" y="68654"/>
                </a:moveTo>
                <a:lnTo>
                  <a:pt x="15212" y="68654"/>
                </a:lnTo>
                <a:cubicBezTo>
                  <a:pt x="15437" y="65262"/>
                  <a:pt x="16169" y="62069"/>
                  <a:pt x="17409" y="59075"/>
                </a:cubicBezTo>
                <a:cubicBezTo>
                  <a:pt x="18648" y="56078"/>
                  <a:pt x="20338" y="53450"/>
                  <a:pt x="22478" y="51189"/>
                </a:cubicBezTo>
                <a:cubicBezTo>
                  <a:pt x="24618" y="48928"/>
                  <a:pt x="27182" y="47148"/>
                  <a:pt x="30168" y="45849"/>
                </a:cubicBezTo>
                <a:cubicBezTo>
                  <a:pt x="33154" y="44549"/>
                  <a:pt x="36505" y="43899"/>
                  <a:pt x="40222" y="43899"/>
                </a:cubicBezTo>
                <a:cubicBezTo>
                  <a:pt x="43827" y="43899"/>
                  <a:pt x="47122" y="44549"/>
                  <a:pt x="50109" y="45849"/>
                </a:cubicBezTo>
                <a:cubicBezTo>
                  <a:pt x="53095" y="47148"/>
                  <a:pt x="55686" y="48901"/>
                  <a:pt x="57883" y="51106"/>
                </a:cubicBezTo>
                <a:cubicBezTo>
                  <a:pt x="60080" y="53310"/>
                  <a:pt x="61826" y="55938"/>
                  <a:pt x="63120" y="58989"/>
                </a:cubicBezTo>
                <a:cubicBezTo>
                  <a:pt x="64417" y="62041"/>
                  <a:pt x="65177" y="65262"/>
                  <a:pt x="65403" y="68654"/>
                </a:cubicBezTo>
                <a:moveTo>
                  <a:pt x="79260" y="92914"/>
                </a:moveTo>
                <a:lnTo>
                  <a:pt x="65065" y="92914"/>
                </a:lnTo>
                <a:cubicBezTo>
                  <a:pt x="63825" y="98637"/>
                  <a:pt x="61262" y="102901"/>
                  <a:pt x="57375" y="105707"/>
                </a:cubicBezTo>
                <a:cubicBezTo>
                  <a:pt x="53488" y="108511"/>
                  <a:pt x="48503" y="109913"/>
                  <a:pt x="42419" y="109913"/>
                </a:cubicBezTo>
                <a:cubicBezTo>
                  <a:pt x="37688" y="109913"/>
                  <a:pt x="33576" y="109129"/>
                  <a:pt x="30083" y="107561"/>
                </a:cubicBezTo>
                <a:cubicBezTo>
                  <a:pt x="26591" y="105993"/>
                  <a:pt x="23719" y="103894"/>
                  <a:pt x="21465" y="101264"/>
                </a:cubicBezTo>
                <a:cubicBezTo>
                  <a:pt x="19211" y="98632"/>
                  <a:pt x="17577" y="95609"/>
                  <a:pt x="16563" y="92195"/>
                </a:cubicBezTo>
                <a:cubicBezTo>
                  <a:pt x="15548" y="88779"/>
                  <a:pt x="15098" y="85168"/>
                  <a:pt x="15212" y="81362"/>
                </a:cubicBezTo>
                <a:lnTo>
                  <a:pt x="80612" y="81362"/>
                </a:lnTo>
                <a:cubicBezTo>
                  <a:pt x="80837" y="76052"/>
                  <a:pt x="80358" y="70458"/>
                  <a:pt x="79175" y="64583"/>
                </a:cubicBezTo>
                <a:cubicBezTo>
                  <a:pt x="77992" y="58707"/>
                  <a:pt x="75851" y="53283"/>
                  <a:pt x="72752" y="48311"/>
                </a:cubicBezTo>
                <a:cubicBezTo>
                  <a:pt x="69654" y="43340"/>
                  <a:pt x="65542" y="39244"/>
                  <a:pt x="60415" y="36024"/>
                </a:cubicBezTo>
                <a:cubicBezTo>
                  <a:pt x="55289" y="32802"/>
                  <a:pt x="48839" y="31191"/>
                  <a:pt x="41065" y="31191"/>
                </a:cubicBezTo>
                <a:cubicBezTo>
                  <a:pt x="35095" y="31191"/>
                  <a:pt x="29602" y="32318"/>
                  <a:pt x="24588" y="34572"/>
                </a:cubicBezTo>
                <a:cubicBezTo>
                  <a:pt x="19575" y="36826"/>
                  <a:pt x="15237" y="39981"/>
                  <a:pt x="11576" y="44038"/>
                </a:cubicBezTo>
                <a:cubicBezTo>
                  <a:pt x="7914" y="48094"/>
                  <a:pt x="5069" y="52882"/>
                  <a:pt x="3040" y="58404"/>
                </a:cubicBezTo>
                <a:cubicBezTo>
                  <a:pt x="1013" y="63924"/>
                  <a:pt x="0" y="70007"/>
                  <a:pt x="0" y="76653"/>
                </a:cubicBezTo>
                <a:cubicBezTo>
                  <a:pt x="225" y="83301"/>
                  <a:pt x="1211" y="89442"/>
                  <a:pt x="2958" y="95075"/>
                </a:cubicBezTo>
                <a:cubicBezTo>
                  <a:pt x="4704" y="100709"/>
                  <a:pt x="7323" y="105554"/>
                  <a:pt x="10815" y="109611"/>
                </a:cubicBezTo>
                <a:cubicBezTo>
                  <a:pt x="14308" y="113667"/>
                  <a:pt x="18618" y="116821"/>
                  <a:pt x="23744" y="119075"/>
                </a:cubicBezTo>
                <a:cubicBezTo>
                  <a:pt x="28871" y="121329"/>
                  <a:pt x="34926" y="122455"/>
                  <a:pt x="41911" y="122455"/>
                </a:cubicBezTo>
                <a:cubicBezTo>
                  <a:pt x="51827" y="122455"/>
                  <a:pt x="60052" y="119980"/>
                  <a:pt x="66586" y="115029"/>
                </a:cubicBezTo>
                <a:cubicBezTo>
                  <a:pt x="73121" y="110076"/>
                  <a:pt x="77345" y="102705"/>
                  <a:pt x="79260" y="92914"/>
                </a:cubicBezTo>
                <a:close/>
                <a:moveTo>
                  <a:pt x="134859" y="120640"/>
                </a:moveTo>
                <a:lnTo>
                  <a:pt x="166799" y="33337"/>
                </a:lnTo>
                <a:lnTo>
                  <a:pt x="151760" y="33337"/>
                </a:lnTo>
                <a:lnTo>
                  <a:pt x="127930" y="106117"/>
                </a:lnTo>
                <a:lnTo>
                  <a:pt x="127593" y="106117"/>
                </a:lnTo>
                <a:lnTo>
                  <a:pt x="103088" y="33337"/>
                </a:lnTo>
                <a:lnTo>
                  <a:pt x="87035" y="33337"/>
                </a:lnTo>
                <a:lnTo>
                  <a:pt x="119480" y="120640"/>
                </a:lnTo>
                <a:lnTo>
                  <a:pt x="134859" y="120640"/>
                </a:lnTo>
                <a:close/>
                <a:moveTo>
                  <a:pt x="240651" y="68654"/>
                </a:moveTo>
                <a:lnTo>
                  <a:pt x="190460" y="68654"/>
                </a:lnTo>
                <a:cubicBezTo>
                  <a:pt x="190685" y="65262"/>
                  <a:pt x="191418" y="62069"/>
                  <a:pt x="192657" y="59075"/>
                </a:cubicBezTo>
                <a:cubicBezTo>
                  <a:pt x="193896" y="56078"/>
                  <a:pt x="195586" y="53450"/>
                  <a:pt x="197727" y="51189"/>
                </a:cubicBezTo>
                <a:cubicBezTo>
                  <a:pt x="199867" y="48928"/>
                  <a:pt x="202430" y="47148"/>
                  <a:pt x="205416" y="45849"/>
                </a:cubicBezTo>
                <a:cubicBezTo>
                  <a:pt x="208402" y="44549"/>
                  <a:pt x="211754" y="43899"/>
                  <a:pt x="215470" y="43899"/>
                </a:cubicBezTo>
                <a:cubicBezTo>
                  <a:pt x="219075" y="43899"/>
                  <a:pt x="222371" y="44549"/>
                  <a:pt x="225357" y="45849"/>
                </a:cubicBezTo>
                <a:cubicBezTo>
                  <a:pt x="228343" y="47148"/>
                  <a:pt x="230935" y="48901"/>
                  <a:pt x="233132" y="51106"/>
                </a:cubicBezTo>
                <a:cubicBezTo>
                  <a:pt x="235329" y="53310"/>
                  <a:pt x="237074" y="55938"/>
                  <a:pt x="238369" y="58989"/>
                </a:cubicBezTo>
                <a:cubicBezTo>
                  <a:pt x="239665" y="62041"/>
                  <a:pt x="240426" y="65262"/>
                  <a:pt x="240651" y="68654"/>
                </a:cubicBezTo>
                <a:moveTo>
                  <a:pt x="254509" y="92914"/>
                </a:moveTo>
                <a:lnTo>
                  <a:pt x="240313" y="92914"/>
                </a:lnTo>
                <a:cubicBezTo>
                  <a:pt x="239074" y="98637"/>
                  <a:pt x="236511" y="102901"/>
                  <a:pt x="232624" y="105707"/>
                </a:cubicBezTo>
                <a:cubicBezTo>
                  <a:pt x="228737" y="108511"/>
                  <a:pt x="223751" y="109913"/>
                  <a:pt x="217667" y="109913"/>
                </a:cubicBezTo>
                <a:cubicBezTo>
                  <a:pt x="212936" y="109913"/>
                  <a:pt x="208824" y="109129"/>
                  <a:pt x="205331" y="107561"/>
                </a:cubicBezTo>
                <a:cubicBezTo>
                  <a:pt x="201840" y="105993"/>
                  <a:pt x="198967" y="103894"/>
                  <a:pt x="196713" y="101264"/>
                </a:cubicBezTo>
                <a:cubicBezTo>
                  <a:pt x="194459" y="98632"/>
                  <a:pt x="192825" y="95609"/>
                  <a:pt x="191811" y="92195"/>
                </a:cubicBezTo>
                <a:cubicBezTo>
                  <a:pt x="190797" y="88779"/>
                  <a:pt x="190347" y="85168"/>
                  <a:pt x="190460" y="81362"/>
                </a:cubicBezTo>
                <a:lnTo>
                  <a:pt x="255860" y="81362"/>
                </a:lnTo>
                <a:cubicBezTo>
                  <a:pt x="256085" y="76052"/>
                  <a:pt x="255606" y="70458"/>
                  <a:pt x="254424" y="64583"/>
                </a:cubicBezTo>
                <a:cubicBezTo>
                  <a:pt x="253241" y="58707"/>
                  <a:pt x="251100" y="53283"/>
                  <a:pt x="248000" y="48311"/>
                </a:cubicBezTo>
                <a:cubicBezTo>
                  <a:pt x="244902" y="43340"/>
                  <a:pt x="240790" y="39244"/>
                  <a:pt x="235664" y="36024"/>
                </a:cubicBezTo>
                <a:cubicBezTo>
                  <a:pt x="230538" y="32802"/>
                  <a:pt x="224087" y="31191"/>
                  <a:pt x="216314" y="31191"/>
                </a:cubicBezTo>
                <a:cubicBezTo>
                  <a:pt x="210343" y="31191"/>
                  <a:pt x="204851" y="32318"/>
                  <a:pt x="199836" y="34572"/>
                </a:cubicBezTo>
                <a:cubicBezTo>
                  <a:pt x="194823" y="36826"/>
                  <a:pt x="190486" y="39981"/>
                  <a:pt x="186824" y="44038"/>
                </a:cubicBezTo>
                <a:cubicBezTo>
                  <a:pt x="183162" y="48094"/>
                  <a:pt x="180317" y="52882"/>
                  <a:pt x="178289" y="58404"/>
                </a:cubicBezTo>
                <a:cubicBezTo>
                  <a:pt x="176262" y="63924"/>
                  <a:pt x="175248" y="70007"/>
                  <a:pt x="175248" y="76653"/>
                </a:cubicBezTo>
                <a:cubicBezTo>
                  <a:pt x="175474" y="83301"/>
                  <a:pt x="176460" y="89442"/>
                  <a:pt x="178206" y="95075"/>
                </a:cubicBezTo>
                <a:cubicBezTo>
                  <a:pt x="179953" y="100709"/>
                  <a:pt x="182572" y="105554"/>
                  <a:pt x="186063" y="109611"/>
                </a:cubicBezTo>
                <a:cubicBezTo>
                  <a:pt x="189557" y="113667"/>
                  <a:pt x="193866" y="116821"/>
                  <a:pt x="198993" y="119075"/>
                </a:cubicBezTo>
                <a:cubicBezTo>
                  <a:pt x="204119" y="121329"/>
                  <a:pt x="210175" y="122455"/>
                  <a:pt x="217159" y="122455"/>
                </a:cubicBezTo>
                <a:cubicBezTo>
                  <a:pt x="227075" y="122455"/>
                  <a:pt x="235300" y="119980"/>
                  <a:pt x="241835" y="115029"/>
                </a:cubicBezTo>
                <a:cubicBezTo>
                  <a:pt x="248369" y="110076"/>
                  <a:pt x="252594" y="102705"/>
                  <a:pt x="254509" y="92914"/>
                </a:cubicBezTo>
                <a:close/>
                <a:moveTo>
                  <a:pt x="270226" y="33221"/>
                </a:moveTo>
                <a:lnTo>
                  <a:pt x="270226" y="120640"/>
                </a:lnTo>
                <a:lnTo>
                  <a:pt x="284589" y="120640"/>
                </a:lnTo>
                <a:lnTo>
                  <a:pt x="284589" y="81731"/>
                </a:lnTo>
                <a:cubicBezTo>
                  <a:pt x="284589" y="76092"/>
                  <a:pt x="285152" y="71102"/>
                  <a:pt x="286278" y="66762"/>
                </a:cubicBezTo>
                <a:cubicBezTo>
                  <a:pt x="287406" y="62419"/>
                  <a:pt x="289209" y="58726"/>
                  <a:pt x="291688" y="55681"/>
                </a:cubicBezTo>
                <a:cubicBezTo>
                  <a:pt x="294167" y="52635"/>
                  <a:pt x="297434" y="50323"/>
                  <a:pt x="301489" y="48744"/>
                </a:cubicBezTo>
                <a:cubicBezTo>
                  <a:pt x="305545" y="47165"/>
                  <a:pt x="310445" y="46375"/>
                  <a:pt x="316190" y="46375"/>
                </a:cubicBezTo>
                <a:lnTo>
                  <a:pt x="316190" y="31191"/>
                </a:lnTo>
                <a:cubicBezTo>
                  <a:pt x="308418" y="30966"/>
                  <a:pt x="301996" y="32544"/>
                  <a:pt x="296925" y="35926"/>
                </a:cubicBezTo>
                <a:cubicBezTo>
                  <a:pt x="291855" y="39307"/>
                  <a:pt x="287575" y="44549"/>
                  <a:pt x="284083" y="51651"/>
                </a:cubicBezTo>
                <a:lnTo>
                  <a:pt x="283746" y="51651"/>
                </a:lnTo>
                <a:lnTo>
                  <a:pt x="283746" y="33221"/>
                </a:lnTo>
                <a:lnTo>
                  <a:pt x="270226" y="33221"/>
                </a:lnTo>
                <a:close/>
                <a:moveTo>
                  <a:pt x="361313" y="132319"/>
                </a:moveTo>
                <a:cubicBezTo>
                  <a:pt x="359623" y="136598"/>
                  <a:pt x="357962" y="140201"/>
                  <a:pt x="356328" y="143129"/>
                </a:cubicBezTo>
                <a:cubicBezTo>
                  <a:pt x="354695" y="146056"/>
                  <a:pt x="352893" y="148448"/>
                  <a:pt x="350921" y="150305"/>
                </a:cubicBezTo>
                <a:cubicBezTo>
                  <a:pt x="348949" y="152163"/>
                  <a:pt x="346752" y="153515"/>
                  <a:pt x="344330" y="154359"/>
                </a:cubicBezTo>
                <a:cubicBezTo>
                  <a:pt x="341908" y="155204"/>
                  <a:pt x="339119" y="155627"/>
                  <a:pt x="335965" y="155627"/>
                </a:cubicBezTo>
                <a:cubicBezTo>
                  <a:pt x="334275" y="155627"/>
                  <a:pt x="332585" y="155515"/>
                  <a:pt x="330895" y="155290"/>
                </a:cubicBezTo>
                <a:cubicBezTo>
                  <a:pt x="329205" y="155064"/>
                  <a:pt x="327571" y="154670"/>
                  <a:pt x="325993" y="154106"/>
                </a:cubicBezTo>
                <a:lnTo>
                  <a:pt x="325993" y="140932"/>
                </a:lnTo>
                <a:cubicBezTo>
                  <a:pt x="327232" y="141483"/>
                  <a:pt x="328669" y="141953"/>
                  <a:pt x="330302" y="142340"/>
                </a:cubicBezTo>
                <a:cubicBezTo>
                  <a:pt x="331937" y="142726"/>
                  <a:pt x="333317" y="142920"/>
                  <a:pt x="334443" y="142920"/>
                </a:cubicBezTo>
                <a:cubicBezTo>
                  <a:pt x="337373" y="142920"/>
                  <a:pt x="339823" y="142216"/>
                  <a:pt x="341795" y="140808"/>
                </a:cubicBezTo>
                <a:cubicBezTo>
                  <a:pt x="343767" y="139402"/>
                  <a:pt x="345259" y="137404"/>
                  <a:pt x="346272" y="134815"/>
                </a:cubicBezTo>
                <a:lnTo>
                  <a:pt x="352187" y="120124"/>
                </a:lnTo>
                <a:lnTo>
                  <a:pt x="317543" y="33337"/>
                </a:lnTo>
                <a:lnTo>
                  <a:pt x="333768" y="33337"/>
                </a:lnTo>
                <a:lnTo>
                  <a:pt x="359286" y="104786"/>
                </a:lnTo>
                <a:lnTo>
                  <a:pt x="359624" y="104786"/>
                </a:lnTo>
                <a:lnTo>
                  <a:pt x="384126" y="33337"/>
                </a:lnTo>
                <a:lnTo>
                  <a:pt x="399338" y="33337"/>
                </a:lnTo>
                <a:lnTo>
                  <a:pt x="361313" y="132319"/>
                </a:lnTo>
                <a:close/>
                <a:moveTo>
                  <a:pt x="455106" y="43278"/>
                </a:moveTo>
                <a:lnTo>
                  <a:pt x="469469" y="43278"/>
                </a:lnTo>
                <a:cubicBezTo>
                  <a:pt x="469357" y="39671"/>
                  <a:pt x="469723" y="36094"/>
                  <a:pt x="470567" y="32545"/>
                </a:cubicBezTo>
                <a:cubicBezTo>
                  <a:pt x="471413" y="28997"/>
                  <a:pt x="472794" y="25815"/>
                  <a:pt x="474709" y="22999"/>
                </a:cubicBezTo>
                <a:cubicBezTo>
                  <a:pt x="476624" y="20181"/>
                  <a:pt x="479073" y="17899"/>
                  <a:pt x="482058" y="16153"/>
                </a:cubicBezTo>
                <a:cubicBezTo>
                  <a:pt x="485044" y="14406"/>
                  <a:pt x="488621" y="13533"/>
                  <a:pt x="492790" y="13533"/>
                </a:cubicBezTo>
                <a:cubicBezTo>
                  <a:pt x="495945" y="13533"/>
                  <a:pt x="498930" y="14040"/>
                  <a:pt x="501746" y="15054"/>
                </a:cubicBezTo>
                <a:cubicBezTo>
                  <a:pt x="504564" y="16067"/>
                  <a:pt x="507014" y="17531"/>
                  <a:pt x="509098" y="19446"/>
                </a:cubicBezTo>
                <a:cubicBezTo>
                  <a:pt x="511183" y="21361"/>
                  <a:pt x="512845" y="23642"/>
                  <a:pt x="514085" y="26289"/>
                </a:cubicBezTo>
                <a:cubicBezTo>
                  <a:pt x="515324" y="28935"/>
                  <a:pt x="515944" y="31891"/>
                  <a:pt x="515944" y="35157"/>
                </a:cubicBezTo>
                <a:cubicBezTo>
                  <a:pt x="515944" y="39325"/>
                  <a:pt x="515296" y="42985"/>
                  <a:pt x="514000" y="46140"/>
                </a:cubicBezTo>
                <a:cubicBezTo>
                  <a:pt x="512703" y="49293"/>
                  <a:pt x="510788" y="52220"/>
                  <a:pt x="508252" y="54923"/>
                </a:cubicBezTo>
                <a:cubicBezTo>
                  <a:pt x="505718" y="57625"/>
                  <a:pt x="502536" y="60300"/>
                  <a:pt x="498706" y="62948"/>
                </a:cubicBezTo>
                <a:cubicBezTo>
                  <a:pt x="494875" y="65593"/>
                  <a:pt x="490426" y="68494"/>
                  <a:pt x="485356" y="71648"/>
                </a:cubicBezTo>
                <a:cubicBezTo>
                  <a:pt x="481187" y="74125"/>
                  <a:pt x="477187" y="76772"/>
                  <a:pt x="473355" y="79588"/>
                </a:cubicBezTo>
                <a:cubicBezTo>
                  <a:pt x="469525" y="82404"/>
                  <a:pt x="466088" y="85670"/>
                  <a:pt x="463045" y="89387"/>
                </a:cubicBezTo>
                <a:cubicBezTo>
                  <a:pt x="460004" y="93103"/>
                  <a:pt x="457498" y="97468"/>
                  <a:pt x="455526" y="102481"/>
                </a:cubicBezTo>
                <a:cubicBezTo>
                  <a:pt x="453556" y="107492"/>
                  <a:pt x="452289" y="113545"/>
                  <a:pt x="451725" y="120640"/>
                </a:cubicBezTo>
                <a:lnTo>
                  <a:pt x="529969" y="120640"/>
                </a:lnTo>
                <a:lnTo>
                  <a:pt x="529969" y="107932"/>
                </a:lnTo>
                <a:lnTo>
                  <a:pt x="468455" y="107932"/>
                </a:lnTo>
                <a:cubicBezTo>
                  <a:pt x="469131" y="104216"/>
                  <a:pt x="470567" y="100922"/>
                  <a:pt x="472764" y="98051"/>
                </a:cubicBezTo>
                <a:cubicBezTo>
                  <a:pt x="474961" y="95178"/>
                  <a:pt x="477609" y="92503"/>
                  <a:pt x="480707" y="90026"/>
                </a:cubicBezTo>
                <a:cubicBezTo>
                  <a:pt x="483806" y="87547"/>
                  <a:pt x="487214" y="85210"/>
                  <a:pt x="490931" y="83015"/>
                </a:cubicBezTo>
                <a:cubicBezTo>
                  <a:pt x="494649" y="80818"/>
                  <a:pt x="498368" y="78593"/>
                  <a:pt x="502086" y="76341"/>
                </a:cubicBezTo>
                <a:cubicBezTo>
                  <a:pt x="505803" y="73976"/>
                  <a:pt x="509408" y="71498"/>
                  <a:pt x="512901" y="68907"/>
                </a:cubicBezTo>
                <a:cubicBezTo>
                  <a:pt x="516394" y="66316"/>
                  <a:pt x="519492" y="63416"/>
                  <a:pt x="522195" y="60207"/>
                </a:cubicBezTo>
                <a:cubicBezTo>
                  <a:pt x="524899" y="56997"/>
                  <a:pt x="527067" y="53365"/>
                  <a:pt x="528701" y="49312"/>
                </a:cubicBezTo>
                <a:cubicBezTo>
                  <a:pt x="530336" y="45256"/>
                  <a:pt x="531153" y="40582"/>
                  <a:pt x="531153" y="35289"/>
                </a:cubicBezTo>
                <a:cubicBezTo>
                  <a:pt x="531153" y="29657"/>
                  <a:pt x="530167" y="24702"/>
                  <a:pt x="528195" y="20423"/>
                </a:cubicBezTo>
                <a:cubicBezTo>
                  <a:pt x="526223" y="16142"/>
                  <a:pt x="523548" y="12567"/>
                  <a:pt x="520168" y="9696"/>
                </a:cubicBezTo>
                <a:cubicBezTo>
                  <a:pt x="516788" y="6823"/>
                  <a:pt x="512817" y="4627"/>
                  <a:pt x="508254" y="3107"/>
                </a:cubicBezTo>
                <a:cubicBezTo>
                  <a:pt x="503692" y="1586"/>
                  <a:pt x="498819" y="825"/>
                  <a:pt x="493636" y="825"/>
                </a:cubicBezTo>
                <a:cubicBezTo>
                  <a:pt x="487327" y="825"/>
                  <a:pt x="481693" y="1899"/>
                  <a:pt x="476735" y="4046"/>
                </a:cubicBezTo>
                <a:cubicBezTo>
                  <a:pt x="471779" y="6191"/>
                  <a:pt x="467639" y="9154"/>
                  <a:pt x="464314" y="12935"/>
                </a:cubicBezTo>
                <a:cubicBezTo>
                  <a:pt x="460991" y="16713"/>
                  <a:pt x="458540" y="21194"/>
                  <a:pt x="456962" y="26377"/>
                </a:cubicBezTo>
                <a:cubicBezTo>
                  <a:pt x="455386" y="31560"/>
                  <a:pt x="454767" y="37194"/>
                  <a:pt x="455106" y="43278"/>
                </a:cubicBezTo>
                <a:close/>
                <a:moveTo>
                  <a:pt x="599935" y="0"/>
                </a:moveTo>
                <a:lnTo>
                  <a:pt x="599935" y="120596"/>
                </a:lnTo>
                <a:lnTo>
                  <a:pt x="614298" y="120596"/>
                </a:lnTo>
                <a:lnTo>
                  <a:pt x="614298" y="108943"/>
                </a:lnTo>
                <a:lnTo>
                  <a:pt x="614639" y="108943"/>
                </a:lnTo>
                <a:cubicBezTo>
                  <a:pt x="616217" y="111532"/>
                  <a:pt x="618160" y="113700"/>
                  <a:pt x="620469" y="115447"/>
                </a:cubicBezTo>
                <a:cubicBezTo>
                  <a:pt x="622778" y="117192"/>
                  <a:pt x="625228" y="118571"/>
                  <a:pt x="627818" y="119585"/>
                </a:cubicBezTo>
                <a:cubicBezTo>
                  <a:pt x="630411" y="120598"/>
                  <a:pt x="633031" y="121329"/>
                  <a:pt x="635678" y="121780"/>
                </a:cubicBezTo>
                <a:cubicBezTo>
                  <a:pt x="638326" y="122230"/>
                  <a:pt x="640720" y="122455"/>
                  <a:pt x="642862" y="122455"/>
                </a:cubicBezTo>
                <a:cubicBezTo>
                  <a:pt x="649508" y="122455"/>
                  <a:pt x="655338" y="121273"/>
                  <a:pt x="660351" y="118907"/>
                </a:cubicBezTo>
                <a:cubicBezTo>
                  <a:pt x="665365" y="116540"/>
                  <a:pt x="669534" y="113300"/>
                  <a:pt x="672857" y="109188"/>
                </a:cubicBezTo>
                <a:cubicBezTo>
                  <a:pt x="676180" y="105076"/>
                  <a:pt x="678658" y="100260"/>
                  <a:pt x="680292" y="94740"/>
                </a:cubicBezTo>
                <a:cubicBezTo>
                  <a:pt x="681926" y="89218"/>
                  <a:pt x="682744" y="83359"/>
                  <a:pt x="682744" y="77161"/>
                </a:cubicBezTo>
                <a:cubicBezTo>
                  <a:pt x="682744" y="70964"/>
                  <a:pt x="681899" y="65105"/>
                  <a:pt x="680209" y="59585"/>
                </a:cubicBezTo>
                <a:cubicBezTo>
                  <a:pt x="678519" y="54063"/>
                  <a:pt x="676012" y="49191"/>
                  <a:pt x="672687" y="44967"/>
                </a:cubicBezTo>
                <a:cubicBezTo>
                  <a:pt x="669364" y="40741"/>
                  <a:pt x="665196" y="37389"/>
                  <a:pt x="660183" y="34910"/>
                </a:cubicBezTo>
                <a:cubicBezTo>
                  <a:pt x="655170" y="32431"/>
                  <a:pt x="649283" y="31191"/>
                  <a:pt x="642522" y="31191"/>
                </a:cubicBezTo>
                <a:cubicBezTo>
                  <a:pt x="636438" y="31191"/>
                  <a:pt x="630861" y="32290"/>
                  <a:pt x="625792" y="34487"/>
                </a:cubicBezTo>
                <a:cubicBezTo>
                  <a:pt x="620722" y="36684"/>
                  <a:pt x="617004" y="40205"/>
                  <a:pt x="614639" y="45049"/>
                </a:cubicBezTo>
                <a:lnTo>
                  <a:pt x="614298" y="45049"/>
                </a:lnTo>
                <a:lnTo>
                  <a:pt x="614298" y="0"/>
                </a:lnTo>
                <a:lnTo>
                  <a:pt x="599935" y="0"/>
                </a:lnTo>
                <a:moveTo>
                  <a:pt x="667532" y="76145"/>
                </a:moveTo>
                <a:cubicBezTo>
                  <a:pt x="667532" y="80422"/>
                  <a:pt x="667081" y="84587"/>
                  <a:pt x="666179" y="88639"/>
                </a:cubicBezTo>
                <a:cubicBezTo>
                  <a:pt x="665278" y="92691"/>
                  <a:pt x="663813" y="96293"/>
                  <a:pt x="661784" y="99446"/>
                </a:cubicBezTo>
                <a:cubicBezTo>
                  <a:pt x="659758" y="102597"/>
                  <a:pt x="657083" y="105129"/>
                  <a:pt x="653760" y="107043"/>
                </a:cubicBezTo>
                <a:cubicBezTo>
                  <a:pt x="650437" y="108956"/>
                  <a:pt x="646296" y="109913"/>
                  <a:pt x="641338" y="109913"/>
                </a:cubicBezTo>
                <a:cubicBezTo>
                  <a:pt x="636382" y="109913"/>
                  <a:pt x="632157" y="108985"/>
                  <a:pt x="628664" y="107128"/>
                </a:cubicBezTo>
                <a:cubicBezTo>
                  <a:pt x="625171" y="105270"/>
                  <a:pt x="622326" y="102822"/>
                  <a:pt x="620129" y="99784"/>
                </a:cubicBezTo>
                <a:cubicBezTo>
                  <a:pt x="617934" y="96744"/>
                  <a:pt x="616329" y="93227"/>
                  <a:pt x="615314" y="89232"/>
                </a:cubicBezTo>
                <a:cubicBezTo>
                  <a:pt x="614300" y="85235"/>
                  <a:pt x="613793" y="81098"/>
                  <a:pt x="613793" y="76821"/>
                </a:cubicBezTo>
                <a:cubicBezTo>
                  <a:pt x="613793" y="72769"/>
                  <a:pt x="614272" y="68774"/>
                  <a:pt x="615229" y="64835"/>
                </a:cubicBezTo>
                <a:cubicBezTo>
                  <a:pt x="616187" y="60895"/>
                  <a:pt x="617736" y="57378"/>
                  <a:pt x="619876" y="54283"/>
                </a:cubicBezTo>
                <a:cubicBezTo>
                  <a:pt x="622016" y="51187"/>
                  <a:pt x="624776" y="48683"/>
                  <a:pt x="628156" y="46769"/>
                </a:cubicBezTo>
                <a:cubicBezTo>
                  <a:pt x="631536" y="44856"/>
                  <a:pt x="635648" y="43899"/>
                  <a:pt x="640492" y="43899"/>
                </a:cubicBezTo>
                <a:cubicBezTo>
                  <a:pt x="645112" y="43899"/>
                  <a:pt x="649140" y="44800"/>
                  <a:pt x="652576" y="46602"/>
                </a:cubicBezTo>
                <a:cubicBezTo>
                  <a:pt x="656013" y="48401"/>
                  <a:pt x="658829" y="50821"/>
                  <a:pt x="661026" y="53860"/>
                </a:cubicBezTo>
                <a:cubicBezTo>
                  <a:pt x="663223" y="56900"/>
                  <a:pt x="664857" y="60361"/>
                  <a:pt x="665926" y="64245"/>
                </a:cubicBezTo>
                <a:cubicBezTo>
                  <a:pt x="666997" y="68127"/>
                  <a:pt x="667532" y="72093"/>
                  <a:pt x="667532" y="76145"/>
                </a:cubicBezTo>
                <a:close/>
                <a:moveTo>
                  <a:pt x="733948" y="132319"/>
                </a:moveTo>
                <a:cubicBezTo>
                  <a:pt x="732258" y="136598"/>
                  <a:pt x="730596" y="140201"/>
                  <a:pt x="728963" y="143129"/>
                </a:cubicBezTo>
                <a:cubicBezTo>
                  <a:pt x="727330" y="146056"/>
                  <a:pt x="725528" y="148448"/>
                  <a:pt x="723556" y="150305"/>
                </a:cubicBezTo>
                <a:cubicBezTo>
                  <a:pt x="721584" y="152163"/>
                  <a:pt x="719387" y="153515"/>
                  <a:pt x="716965" y="154359"/>
                </a:cubicBezTo>
                <a:cubicBezTo>
                  <a:pt x="714542" y="155204"/>
                  <a:pt x="711754" y="155627"/>
                  <a:pt x="708600" y="155627"/>
                </a:cubicBezTo>
                <a:cubicBezTo>
                  <a:pt x="706910" y="155627"/>
                  <a:pt x="705220" y="155515"/>
                  <a:pt x="703530" y="155290"/>
                </a:cubicBezTo>
                <a:cubicBezTo>
                  <a:pt x="701840" y="155064"/>
                  <a:pt x="700206" y="154670"/>
                  <a:pt x="698628" y="154106"/>
                </a:cubicBezTo>
                <a:lnTo>
                  <a:pt x="698628" y="140932"/>
                </a:lnTo>
                <a:cubicBezTo>
                  <a:pt x="699867" y="141483"/>
                  <a:pt x="701304" y="141953"/>
                  <a:pt x="702937" y="142340"/>
                </a:cubicBezTo>
                <a:cubicBezTo>
                  <a:pt x="704572" y="142726"/>
                  <a:pt x="705952" y="142920"/>
                  <a:pt x="707078" y="142920"/>
                </a:cubicBezTo>
                <a:cubicBezTo>
                  <a:pt x="710007" y="142920"/>
                  <a:pt x="712458" y="142216"/>
                  <a:pt x="714430" y="140808"/>
                </a:cubicBezTo>
                <a:cubicBezTo>
                  <a:pt x="716402" y="139402"/>
                  <a:pt x="717894" y="137404"/>
                  <a:pt x="718906" y="134815"/>
                </a:cubicBezTo>
                <a:lnTo>
                  <a:pt x="724822" y="120124"/>
                </a:lnTo>
                <a:lnTo>
                  <a:pt x="690178" y="33337"/>
                </a:lnTo>
                <a:lnTo>
                  <a:pt x="706403" y="33337"/>
                </a:lnTo>
                <a:lnTo>
                  <a:pt x="731921" y="104786"/>
                </a:lnTo>
                <a:lnTo>
                  <a:pt x="732259" y="104786"/>
                </a:lnTo>
                <a:lnTo>
                  <a:pt x="756761" y="33337"/>
                </a:lnTo>
                <a:lnTo>
                  <a:pt x="771973" y="33337"/>
                </a:lnTo>
                <a:lnTo>
                  <a:pt x="733948" y="132319"/>
                </a:lnTo>
                <a:close/>
                <a:moveTo>
                  <a:pt x="804082" y="33172"/>
                </a:moveTo>
                <a:lnTo>
                  <a:pt x="804082" y="7096"/>
                </a:lnTo>
                <a:lnTo>
                  <a:pt x="789716" y="7096"/>
                </a:lnTo>
                <a:lnTo>
                  <a:pt x="789716" y="33172"/>
                </a:lnTo>
                <a:lnTo>
                  <a:pt x="774845" y="33172"/>
                </a:lnTo>
                <a:lnTo>
                  <a:pt x="774845" y="45880"/>
                </a:lnTo>
                <a:lnTo>
                  <a:pt x="789716" y="45880"/>
                </a:lnTo>
                <a:lnTo>
                  <a:pt x="789716" y="101527"/>
                </a:lnTo>
                <a:cubicBezTo>
                  <a:pt x="789716" y="105586"/>
                  <a:pt x="790111" y="108856"/>
                  <a:pt x="790900" y="111336"/>
                </a:cubicBezTo>
                <a:cubicBezTo>
                  <a:pt x="791689" y="113817"/>
                  <a:pt x="792900" y="115735"/>
                  <a:pt x="794533" y="117089"/>
                </a:cubicBezTo>
                <a:cubicBezTo>
                  <a:pt x="796166" y="118442"/>
                  <a:pt x="798306" y="119372"/>
                  <a:pt x="800954" y="119879"/>
                </a:cubicBezTo>
                <a:cubicBezTo>
                  <a:pt x="803601" y="120387"/>
                  <a:pt x="806784" y="120640"/>
                  <a:pt x="810503" y="120640"/>
                </a:cubicBezTo>
                <a:lnTo>
                  <a:pt x="821488" y="120640"/>
                </a:lnTo>
                <a:lnTo>
                  <a:pt x="821488" y="107932"/>
                </a:lnTo>
                <a:lnTo>
                  <a:pt x="814897" y="107932"/>
                </a:lnTo>
                <a:cubicBezTo>
                  <a:pt x="812643" y="107932"/>
                  <a:pt x="810812" y="107848"/>
                  <a:pt x="809404" y="107680"/>
                </a:cubicBezTo>
                <a:cubicBezTo>
                  <a:pt x="807996" y="107510"/>
                  <a:pt x="806898" y="107143"/>
                  <a:pt x="806109" y="106581"/>
                </a:cubicBezTo>
                <a:cubicBezTo>
                  <a:pt x="805321" y="106017"/>
                  <a:pt x="804787" y="105228"/>
                  <a:pt x="804505" y="104214"/>
                </a:cubicBezTo>
                <a:cubicBezTo>
                  <a:pt x="804223" y="103198"/>
                  <a:pt x="804082" y="101845"/>
                  <a:pt x="804082" y="100155"/>
                </a:cubicBezTo>
                <a:lnTo>
                  <a:pt x="804082" y="45880"/>
                </a:lnTo>
                <a:lnTo>
                  <a:pt x="821488" y="45880"/>
                </a:lnTo>
                <a:lnTo>
                  <a:pt x="821488" y="33172"/>
                </a:lnTo>
                <a:lnTo>
                  <a:pt x="804082" y="33172"/>
                </a:lnTo>
                <a:close/>
                <a:moveTo>
                  <a:pt x="898042" y="68654"/>
                </a:moveTo>
                <a:lnTo>
                  <a:pt x="847851" y="68654"/>
                </a:lnTo>
                <a:cubicBezTo>
                  <a:pt x="848076" y="65262"/>
                  <a:pt x="848808" y="62069"/>
                  <a:pt x="850048" y="59075"/>
                </a:cubicBezTo>
                <a:cubicBezTo>
                  <a:pt x="851287" y="56078"/>
                  <a:pt x="852977" y="53450"/>
                  <a:pt x="855117" y="51189"/>
                </a:cubicBezTo>
                <a:cubicBezTo>
                  <a:pt x="857258" y="48928"/>
                  <a:pt x="859821" y="47148"/>
                  <a:pt x="862807" y="45849"/>
                </a:cubicBezTo>
                <a:cubicBezTo>
                  <a:pt x="865793" y="44549"/>
                  <a:pt x="869144" y="43899"/>
                  <a:pt x="872861" y="43899"/>
                </a:cubicBezTo>
                <a:cubicBezTo>
                  <a:pt x="876466" y="43899"/>
                  <a:pt x="879762" y="44549"/>
                  <a:pt x="882748" y="45849"/>
                </a:cubicBezTo>
                <a:cubicBezTo>
                  <a:pt x="885734" y="47148"/>
                  <a:pt x="888325" y="48901"/>
                  <a:pt x="890522" y="51106"/>
                </a:cubicBezTo>
                <a:cubicBezTo>
                  <a:pt x="892719" y="53310"/>
                  <a:pt x="894465" y="55938"/>
                  <a:pt x="895760" y="58989"/>
                </a:cubicBezTo>
                <a:cubicBezTo>
                  <a:pt x="897056" y="62041"/>
                  <a:pt x="897817" y="65262"/>
                  <a:pt x="898042" y="68654"/>
                </a:cubicBezTo>
                <a:moveTo>
                  <a:pt x="911900" y="92914"/>
                </a:moveTo>
                <a:lnTo>
                  <a:pt x="897704" y="92914"/>
                </a:lnTo>
                <a:cubicBezTo>
                  <a:pt x="896465" y="98637"/>
                  <a:pt x="893901" y="102901"/>
                  <a:pt x="890014" y="105707"/>
                </a:cubicBezTo>
                <a:cubicBezTo>
                  <a:pt x="886128" y="108511"/>
                  <a:pt x="881142" y="109913"/>
                  <a:pt x="875058" y="109913"/>
                </a:cubicBezTo>
                <a:cubicBezTo>
                  <a:pt x="870327" y="109913"/>
                  <a:pt x="866215" y="109129"/>
                  <a:pt x="862722" y="107561"/>
                </a:cubicBezTo>
                <a:cubicBezTo>
                  <a:pt x="859230" y="105993"/>
                  <a:pt x="856358" y="103894"/>
                  <a:pt x="854104" y="101264"/>
                </a:cubicBezTo>
                <a:cubicBezTo>
                  <a:pt x="851850" y="98632"/>
                  <a:pt x="850216" y="95609"/>
                  <a:pt x="849202" y="92195"/>
                </a:cubicBezTo>
                <a:cubicBezTo>
                  <a:pt x="848188" y="88779"/>
                  <a:pt x="847737" y="85168"/>
                  <a:pt x="847851" y="81362"/>
                </a:cubicBezTo>
                <a:lnTo>
                  <a:pt x="913251" y="81362"/>
                </a:lnTo>
                <a:cubicBezTo>
                  <a:pt x="913476" y="76052"/>
                  <a:pt x="912997" y="70458"/>
                  <a:pt x="911814" y="64583"/>
                </a:cubicBezTo>
                <a:cubicBezTo>
                  <a:pt x="910632" y="58707"/>
                  <a:pt x="908491" y="53283"/>
                  <a:pt x="905391" y="48311"/>
                </a:cubicBezTo>
                <a:cubicBezTo>
                  <a:pt x="902293" y="43340"/>
                  <a:pt x="898181" y="39244"/>
                  <a:pt x="893055" y="36024"/>
                </a:cubicBezTo>
                <a:cubicBezTo>
                  <a:pt x="887928" y="32802"/>
                  <a:pt x="881478" y="31191"/>
                  <a:pt x="873704" y="31191"/>
                </a:cubicBezTo>
                <a:cubicBezTo>
                  <a:pt x="867734" y="31191"/>
                  <a:pt x="862241" y="32318"/>
                  <a:pt x="857227" y="34572"/>
                </a:cubicBezTo>
                <a:cubicBezTo>
                  <a:pt x="852214" y="36826"/>
                  <a:pt x="847877" y="39981"/>
                  <a:pt x="844215" y="44038"/>
                </a:cubicBezTo>
                <a:cubicBezTo>
                  <a:pt x="840553" y="48094"/>
                  <a:pt x="837708" y="52882"/>
                  <a:pt x="835679" y="58404"/>
                </a:cubicBezTo>
                <a:cubicBezTo>
                  <a:pt x="833653" y="63924"/>
                  <a:pt x="832639" y="70007"/>
                  <a:pt x="832639" y="76653"/>
                </a:cubicBezTo>
                <a:cubicBezTo>
                  <a:pt x="832864" y="83301"/>
                  <a:pt x="833850" y="89442"/>
                  <a:pt x="835597" y="95075"/>
                </a:cubicBezTo>
                <a:cubicBezTo>
                  <a:pt x="837344" y="100709"/>
                  <a:pt x="839963" y="105554"/>
                  <a:pt x="843454" y="109611"/>
                </a:cubicBezTo>
                <a:cubicBezTo>
                  <a:pt x="846947" y="113667"/>
                  <a:pt x="851257" y="116821"/>
                  <a:pt x="856384" y="119075"/>
                </a:cubicBezTo>
                <a:cubicBezTo>
                  <a:pt x="861510" y="121329"/>
                  <a:pt x="867565" y="122455"/>
                  <a:pt x="874550" y="122455"/>
                </a:cubicBezTo>
                <a:cubicBezTo>
                  <a:pt x="884466" y="122455"/>
                  <a:pt x="892691" y="119980"/>
                  <a:pt x="899225" y="115029"/>
                </a:cubicBezTo>
                <a:cubicBezTo>
                  <a:pt x="905760" y="110076"/>
                  <a:pt x="909984" y="102705"/>
                  <a:pt x="911900" y="92914"/>
                </a:cubicBezTo>
                <a:close/>
                <a:moveTo>
                  <a:pt x="936910" y="93079"/>
                </a:moveTo>
                <a:lnTo>
                  <a:pt x="922546" y="93079"/>
                </a:lnTo>
                <a:cubicBezTo>
                  <a:pt x="922772" y="98482"/>
                  <a:pt x="923898" y="103069"/>
                  <a:pt x="925925" y="106839"/>
                </a:cubicBezTo>
                <a:cubicBezTo>
                  <a:pt x="927953" y="110609"/>
                  <a:pt x="930657" y="113648"/>
                  <a:pt x="934037" y="115957"/>
                </a:cubicBezTo>
                <a:cubicBezTo>
                  <a:pt x="937417" y="118264"/>
                  <a:pt x="941304" y="119924"/>
                  <a:pt x="945698" y="120937"/>
                </a:cubicBezTo>
                <a:cubicBezTo>
                  <a:pt x="950092" y="121949"/>
                  <a:pt x="954711" y="122455"/>
                  <a:pt x="959555" y="122455"/>
                </a:cubicBezTo>
                <a:cubicBezTo>
                  <a:pt x="963949" y="122455"/>
                  <a:pt x="968371" y="122033"/>
                  <a:pt x="972820" y="121187"/>
                </a:cubicBezTo>
                <a:cubicBezTo>
                  <a:pt x="977271" y="120343"/>
                  <a:pt x="981270" y="118851"/>
                  <a:pt x="984819" y="116713"/>
                </a:cubicBezTo>
                <a:cubicBezTo>
                  <a:pt x="988369" y="114572"/>
                  <a:pt x="991242" y="111757"/>
                  <a:pt x="993439" y="108265"/>
                </a:cubicBezTo>
                <a:cubicBezTo>
                  <a:pt x="995636" y="104774"/>
                  <a:pt x="996735" y="100381"/>
                  <a:pt x="996735" y="95088"/>
                </a:cubicBezTo>
                <a:cubicBezTo>
                  <a:pt x="996735" y="90921"/>
                  <a:pt x="995917" y="87429"/>
                  <a:pt x="994282" y="84614"/>
                </a:cubicBezTo>
                <a:cubicBezTo>
                  <a:pt x="992649" y="81798"/>
                  <a:pt x="990509" y="79461"/>
                  <a:pt x="987861" y="77602"/>
                </a:cubicBezTo>
                <a:cubicBezTo>
                  <a:pt x="985214" y="75744"/>
                  <a:pt x="982172" y="74252"/>
                  <a:pt x="978735" y="73126"/>
                </a:cubicBezTo>
                <a:cubicBezTo>
                  <a:pt x="975301" y="72000"/>
                  <a:pt x="971781" y="71042"/>
                  <a:pt x="968176" y="70253"/>
                </a:cubicBezTo>
                <a:cubicBezTo>
                  <a:pt x="964794" y="69466"/>
                  <a:pt x="961414" y="68706"/>
                  <a:pt x="958034" y="67974"/>
                </a:cubicBezTo>
                <a:cubicBezTo>
                  <a:pt x="954654" y="67241"/>
                  <a:pt x="951612" y="66340"/>
                  <a:pt x="948908" y="65271"/>
                </a:cubicBezTo>
                <a:cubicBezTo>
                  <a:pt x="946206" y="64200"/>
                  <a:pt x="943981" y="62848"/>
                  <a:pt x="942235" y="61215"/>
                </a:cubicBezTo>
                <a:cubicBezTo>
                  <a:pt x="940488" y="59582"/>
                  <a:pt x="939615" y="57526"/>
                  <a:pt x="939615" y="55049"/>
                </a:cubicBezTo>
                <a:cubicBezTo>
                  <a:pt x="939615" y="52797"/>
                  <a:pt x="940178" y="50967"/>
                  <a:pt x="941304" y="49559"/>
                </a:cubicBezTo>
                <a:cubicBezTo>
                  <a:pt x="942431" y="48151"/>
                  <a:pt x="943896" y="47025"/>
                  <a:pt x="945698" y="46181"/>
                </a:cubicBezTo>
                <a:cubicBezTo>
                  <a:pt x="947501" y="45335"/>
                  <a:pt x="949501" y="44744"/>
                  <a:pt x="951698" y="44407"/>
                </a:cubicBezTo>
                <a:cubicBezTo>
                  <a:pt x="953895" y="44068"/>
                  <a:pt x="956064" y="43899"/>
                  <a:pt x="958204" y="43899"/>
                </a:cubicBezTo>
                <a:cubicBezTo>
                  <a:pt x="960570" y="43899"/>
                  <a:pt x="962907" y="44153"/>
                  <a:pt x="965216" y="44660"/>
                </a:cubicBezTo>
                <a:cubicBezTo>
                  <a:pt x="967526" y="45165"/>
                  <a:pt x="969639" y="45981"/>
                  <a:pt x="971554" y="47107"/>
                </a:cubicBezTo>
                <a:cubicBezTo>
                  <a:pt x="973469" y="48233"/>
                  <a:pt x="975046" y="49724"/>
                  <a:pt x="976286" y="51581"/>
                </a:cubicBezTo>
                <a:cubicBezTo>
                  <a:pt x="977525" y="53438"/>
                  <a:pt x="978258" y="55773"/>
                  <a:pt x="978483" y="58587"/>
                </a:cubicBezTo>
                <a:lnTo>
                  <a:pt x="992849" y="58587"/>
                </a:lnTo>
                <a:cubicBezTo>
                  <a:pt x="992510" y="53289"/>
                  <a:pt x="991383" y="48864"/>
                  <a:pt x="989468" y="45312"/>
                </a:cubicBezTo>
                <a:cubicBezTo>
                  <a:pt x="987553" y="41761"/>
                  <a:pt x="984990" y="38942"/>
                  <a:pt x="981778" y="36857"/>
                </a:cubicBezTo>
                <a:cubicBezTo>
                  <a:pt x="978569" y="34772"/>
                  <a:pt x="974880" y="33306"/>
                  <a:pt x="970711" y="32460"/>
                </a:cubicBezTo>
                <a:cubicBezTo>
                  <a:pt x="966542" y="31614"/>
                  <a:pt x="961978" y="31191"/>
                  <a:pt x="957021" y="31191"/>
                </a:cubicBezTo>
                <a:cubicBezTo>
                  <a:pt x="953190" y="31191"/>
                  <a:pt x="949332" y="31670"/>
                  <a:pt x="945445" y="32628"/>
                </a:cubicBezTo>
                <a:cubicBezTo>
                  <a:pt x="941558" y="33585"/>
                  <a:pt x="938066" y="35050"/>
                  <a:pt x="934968" y="37022"/>
                </a:cubicBezTo>
                <a:cubicBezTo>
                  <a:pt x="931870" y="38992"/>
                  <a:pt x="929335" y="41553"/>
                  <a:pt x="927363" y="44706"/>
                </a:cubicBezTo>
                <a:cubicBezTo>
                  <a:pt x="925392" y="47859"/>
                  <a:pt x="924406" y="51632"/>
                  <a:pt x="924406" y="56024"/>
                </a:cubicBezTo>
                <a:cubicBezTo>
                  <a:pt x="924406" y="61656"/>
                  <a:pt x="925814" y="66048"/>
                  <a:pt x="928630" y="69201"/>
                </a:cubicBezTo>
                <a:cubicBezTo>
                  <a:pt x="931447" y="72354"/>
                  <a:pt x="934968" y="74804"/>
                  <a:pt x="939192" y="76550"/>
                </a:cubicBezTo>
                <a:cubicBezTo>
                  <a:pt x="943417" y="78295"/>
                  <a:pt x="948008" y="79646"/>
                  <a:pt x="952964" y="80604"/>
                </a:cubicBezTo>
                <a:cubicBezTo>
                  <a:pt x="957922" y="81561"/>
                  <a:pt x="962513" y="82631"/>
                  <a:pt x="966737" y="83814"/>
                </a:cubicBezTo>
                <a:cubicBezTo>
                  <a:pt x="970963" y="84995"/>
                  <a:pt x="974483" y="86543"/>
                  <a:pt x="977299" y="88458"/>
                </a:cubicBezTo>
                <a:cubicBezTo>
                  <a:pt x="980117" y="90373"/>
                  <a:pt x="981526" y="93189"/>
                  <a:pt x="981526" y="96906"/>
                </a:cubicBezTo>
                <a:cubicBezTo>
                  <a:pt x="981526" y="99609"/>
                  <a:pt x="980849" y="101833"/>
                  <a:pt x="979496" y="103580"/>
                </a:cubicBezTo>
                <a:cubicBezTo>
                  <a:pt x="978145" y="105325"/>
                  <a:pt x="976427" y="106647"/>
                  <a:pt x="974341" y="107548"/>
                </a:cubicBezTo>
                <a:cubicBezTo>
                  <a:pt x="972258" y="108449"/>
                  <a:pt x="969977" y="109069"/>
                  <a:pt x="967498" y="109407"/>
                </a:cubicBezTo>
                <a:cubicBezTo>
                  <a:pt x="965020" y="109744"/>
                  <a:pt x="962655" y="109913"/>
                  <a:pt x="960401" y="109913"/>
                </a:cubicBezTo>
                <a:cubicBezTo>
                  <a:pt x="957472" y="109913"/>
                  <a:pt x="954627" y="109633"/>
                  <a:pt x="951866" y="109072"/>
                </a:cubicBezTo>
                <a:cubicBezTo>
                  <a:pt x="949105" y="108510"/>
                  <a:pt x="946626" y="107584"/>
                  <a:pt x="944429" y="106295"/>
                </a:cubicBezTo>
                <a:cubicBezTo>
                  <a:pt x="942232" y="105004"/>
                  <a:pt x="940458" y="103264"/>
                  <a:pt x="939107" y="101076"/>
                </a:cubicBezTo>
                <a:cubicBezTo>
                  <a:pt x="937755" y="98887"/>
                  <a:pt x="937023" y="96222"/>
                  <a:pt x="936910" y="9307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23F8B0-9C54-409D-9433-73F13E53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710" y="197985"/>
            <a:ext cx="2560275" cy="522463"/>
          </a:xfrm>
          <a:custGeom xmlns:a="http://schemas.openxmlformats.org/drawingml/2006/main">
            <a:pathLst>
              <a:path w="2560275" h="522463">
                <a:moveTo>
                  <a:pt x="0" y="522463"/>
                </a:moveTo>
                <a:lnTo>
                  <a:pt x="2560275" y="522463"/>
                </a:lnTo>
                <a:lnTo>
                  <a:pt x="2560275" y="0"/>
                </a:lnTo>
                <a:lnTo>
                  <a:pt x="0" y="0"/>
                </a:lnTo>
                <a:lnTo>
                  <a:pt x="0" y="5224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694F6-16FD-4B62-B07C-F238A786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710" y="197984"/>
            <a:ext cx="2560275" cy="522463"/>
          </a:xfrm>
          <a:custGeom xmlns:a="http://schemas.openxmlformats.org/drawingml/2006/main">
            <a:pathLst>
              <a:path w="2560275" h="522463" fill="none">
                <a:moveTo>
                  <a:pt x="0" y="0"/>
                </a:moveTo>
                <a:lnTo>
                  <a:pt x="2560275" y="0"/>
                </a:lnTo>
                <a:lnTo>
                  <a:pt x="2560275" y="522463"/>
                </a:lnTo>
                <a:lnTo>
                  <a:pt x="0" y="5224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82" name="Text IPv4,IPv6,orEthernet">
            <a:extLst xmlns:a="http://schemas.openxmlformats.org/drawingml/2006/main">
              <a:ext uri="{FF2B5EF4-FFF2-40B4-BE49-F238E27FC236}">
                <a16:creationId xmlns:a16="http://schemas.microsoft.com/office/drawing/2014/main" id="{7CB0FDCE-B475-4F8C-8504-A841150B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095" y="392217"/>
            <a:ext cx="2178945" cy="182807"/>
          </a:xfrm>
          <a:custGeom xmlns:a="http://schemas.openxmlformats.org/drawingml/2006/main">
            <a:pathLst>
              <a:path w="2178945" h="182807">
                <a:moveTo>
                  <a:pt x="0" y="0"/>
                </a:moveTo>
                <a:lnTo>
                  <a:pt x="0" y="148480"/>
                </a:lnTo>
                <a:lnTo>
                  <a:pt x="32655" y="148480"/>
                </a:lnTo>
                <a:lnTo>
                  <a:pt x="32655" y="0"/>
                </a:lnTo>
                <a:lnTo>
                  <a:pt x="0" y="0"/>
                </a:lnTo>
                <a:close/>
                <a:moveTo>
                  <a:pt x="94013" y="69873"/>
                </a:moveTo>
                <a:lnTo>
                  <a:pt x="94013" y="25390"/>
                </a:lnTo>
                <a:lnTo>
                  <a:pt x="119387" y="25390"/>
                </a:lnTo>
                <a:cubicBezTo>
                  <a:pt x="123132" y="25390"/>
                  <a:pt x="126737" y="25667"/>
                  <a:pt x="130203" y="26221"/>
                </a:cubicBezTo>
                <a:cubicBezTo>
                  <a:pt x="133668" y="26776"/>
                  <a:pt x="136718" y="27850"/>
                  <a:pt x="139353" y="29443"/>
                </a:cubicBezTo>
                <a:cubicBezTo>
                  <a:pt x="141989" y="31036"/>
                  <a:pt x="144104" y="33288"/>
                  <a:pt x="145697" y="36200"/>
                </a:cubicBezTo>
                <a:cubicBezTo>
                  <a:pt x="147292" y="39109"/>
                  <a:pt x="148090" y="42919"/>
                  <a:pt x="148090" y="47631"/>
                </a:cubicBezTo>
                <a:cubicBezTo>
                  <a:pt x="148090" y="52343"/>
                  <a:pt x="147292" y="56155"/>
                  <a:pt x="145697" y="59066"/>
                </a:cubicBezTo>
                <a:cubicBezTo>
                  <a:pt x="144104" y="61976"/>
                  <a:pt x="141989" y="64227"/>
                  <a:pt x="139353" y="65820"/>
                </a:cubicBezTo>
                <a:cubicBezTo>
                  <a:pt x="136718" y="67413"/>
                  <a:pt x="133668" y="68487"/>
                  <a:pt x="130203" y="69041"/>
                </a:cubicBezTo>
                <a:cubicBezTo>
                  <a:pt x="126737" y="69596"/>
                  <a:pt x="123132" y="69873"/>
                  <a:pt x="119387" y="69873"/>
                </a:cubicBezTo>
                <a:lnTo>
                  <a:pt x="94013" y="69873"/>
                </a:lnTo>
                <a:moveTo>
                  <a:pt x="61358" y="0"/>
                </a:moveTo>
                <a:lnTo>
                  <a:pt x="61358" y="148480"/>
                </a:lnTo>
                <a:lnTo>
                  <a:pt x="94013" y="148480"/>
                </a:lnTo>
                <a:lnTo>
                  <a:pt x="94013" y="95263"/>
                </a:lnTo>
                <a:lnTo>
                  <a:pt x="128333" y="95263"/>
                </a:lnTo>
                <a:cubicBezTo>
                  <a:pt x="137622" y="95263"/>
                  <a:pt x="145524" y="93911"/>
                  <a:pt x="152041" y="91207"/>
                </a:cubicBezTo>
                <a:cubicBezTo>
                  <a:pt x="158560" y="88503"/>
                  <a:pt x="163864" y="84932"/>
                  <a:pt x="167954" y="80495"/>
                </a:cubicBezTo>
                <a:cubicBezTo>
                  <a:pt x="172046" y="76059"/>
                  <a:pt x="175027" y="70963"/>
                  <a:pt x="176898" y="65208"/>
                </a:cubicBezTo>
                <a:cubicBezTo>
                  <a:pt x="178770" y="59453"/>
                  <a:pt x="179707" y="53594"/>
                  <a:pt x="179707" y="47631"/>
                </a:cubicBezTo>
                <a:cubicBezTo>
                  <a:pt x="179707" y="41529"/>
                  <a:pt x="178770" y="35636"/>
                  <a:pt x="176898" y="29951"/>
                </a:cubicBezTo>
                <a:cubicBezTo>
                  <a:pt x="175027" y="24265"/>
                  <a:pt x="172046" y="19204"/>
                  <a:pt x="167954" y="14767"/>
                </a:cubicBezTo>
                <a:cubicBezTo>
                  <a:pt x="163864" y="10331"/>
                  <a:pt x="158561" y="6760"/>
                  <a:pt x="152044" y="4056"/>
                </a:cubicBezTo>
                <a:cubicBezTo>
                  <a:pt x="145528" y="1352"/>
                  <a:pt x="137624" y="0"/>
                  <a:pt x="128333" y="0"/>
                </a:cubicBezTo>
                <a:lnTo>
                  <a:pt x="61358" y="0"/>
                </a:lnTo>
                <a:close/>
                <a:moveTo>
                  <a:pt x="256456" y="148480"/>
                </a:moveTo>
                <a:lnTo>
                  <a:pt x="292855" y="41030"/>
                </a:lnTo>
                <a:lnTo>
                  <a:pt x="263527" y="41030"/>
                </a:lnTo>
                <a:lnTo>
                  <a:pt x="240857" y="114394"/>
                </a:lnTo>
                <a:lnTo>
                  <a:pt x="240441" y="114394"/>
                </a:lnTo>
                <a:lnTo>
                  <a:pt x="217771" y="41030"/>
                </a:lnTo>
                <a:lnTo>
                  <a:pt x="186779" y="41030"/>
                </a:lnTo>
                <a:lnTo>
                  <a:pt x="223595" y="148480"/>
                </a:lnTo>
                <a:lnTo>
                  <a:pt x="256456" y="148480"/>
                </a:lnTo>
                <a:close/>
                <a:moveTo>
                  <a:pt x="358789" y="39846"/>
                </a:moveTo>
                <a:lnTo>
                  <a:pt x="358789" y="90388"/>
                </a:lnTo>
                <a:lnTo>
                  <a:pt x="320520" y="90388"/>
                </a:lnTo>
                <a:lnTo>
                  <a:pt x="358167" y="39846"/>
                </a:lnTo>
                <a:lnTo>
                  <a:pt x="358789" y="39846"/>
                </a:lnTo>
                <a:moveTo>
                  <a:pt x="358789" y="114762"/>
                </a:moveTo>
                <a:lnTo>
                  <a:pt x="358789" y="148480"/>
                </a:lnTo>
                <a:lnTo>
                  <a:pt x="386870" y="148480"/>
                </a:lnTo>
                <a:lnTo>
                  <a:pt x="386870" y="114762"/>
                </a:lnTo>
                <a:lnTo>
                  <a:pt x="406211" y="114762"/>
                </a:lnTo>
                <a:lnTo>
                  <a:pt x="406211" y="90388"/>
                </a:lnTo>
                <a:lnTo>
                  <a:pt x="386870" y="90388"/>
                </a:lnTo>
                <a:lnTo>
                  <a:pt x="386870" y="2844"/>
                </a:lnTo>
                <a:lnTo>
                  <a:pt x="360452" y="2844"/>
                </a:lnTo>
                <a:lnTo>
                  <a:pt x="297225" y="87719"/>
                </a:lnTo>
                <a:lnTo>
                  <a:pt x="297225" y="114762"/>
                </a:lnTo>
                <a:lnTo>
                  <a:pt x="358789" y="114762"/>
                </a:lnTo>
                <a:close/>
                <a:moveTo>
                  <a:pt x="422229" y="116387"/>
                </a:moveTo>
                <a:lnTo>
                  <a:pt x="422229" y="148480"/>
                </a:lnTo>
                <a:lnTo>
                  <a:pt x="437202" y="148480"/>
                </a:lnTo>
                <a:cubicBezTo>
                  <a:pt x="437342" y="150700"/>
                  <a:pt x="437065" y="152884"/>
                  <a:pt x="436371" y="155034"/>
                </a:cubicBezTo>
                <a:cubicBezTo>
                  <a:pt x="435677" y="157184"/>
                  <a:pt x="434637" y="159125"/>
                  <a:pt x="433251" y="160858"/>
                </a:cubicBezTo>
                <a:cubicBezTo>
                  <a:pt x="431865" y="162593"/>
                  <a:pt x="430236" y="164084"/>
                  <a:pt x="428364" y="165333"/>
                </a:cubicBezTo>
                <a:cubicBezTo>
                  <a:pt x="426491" y="166581"/>
                  <a:pt x="424515" y="167412"/>
                  <a:pt x="422435" y="167827"/>
                </a:cubicBezTo>
                <a:lnTo>
                  <a:pt x="422435" y="182807"/>
                </a:lnTo>
                <a:cubicBezTo>
                  <a:pt x="426872" y="182113"/>
                  <a:pt x="431067" y="180829"/>
                  <a:pt x="435019" y="178954"/>
                </a:cubicBezTo>
                <a:cubicBezTo>
                  <a:pt x="438971" y="177082"/>
                  <a:pt x="442403" y="174688"/>
                  <a:pt x="445315" y="171772"/>
                </a:cubicBezTo>
                <a:cubicBezTo>
                  <a:pt x="448228" y="168857"/>
                  <a:pt x="450551" y="165420"/>
                  <a:pt x="452284" y="161464"/>
                </a:cubicBezTo>
                <a:cubicBezTo>
                  <a:pt x="454017" y="157509"/>
                  <a:pt x="454883" y="153172"/>
                  <a:pt x="454883" y="148452"/>
                </a:cubicBezTo>
                <a:lnTo>
                  <a:pt x="454883" y="116387"/>
                </a:lnTo>
                <a:lnTo>
                  <a:pt x="422229" y="116387"/>
                </a:lnTo>
                <a:close/>
                <a:moveTo>
                  <a:pt x="539537" y="0"/>
                </a:moveTo>
                <a:lnTo>
                  <a:pt x="539537" y="148480"/>
                </a:lnTo>
                <a:lnTo>
                  <a:pt x="572191" y="148480"/>
                </a:lnTo>
                <a:lnTo>
                  <a:pt x="572191" y="0"/>
                </a:lnTo>
                <a:lnTo>
                  <a:pt x="539537" y="0"/>
                </a:lnTo>
                <a:close/>
                <a:moveTo>
                  <a:pt x="633549" y="69873"/>
                </a:moveTo>
                <a:lnTo>
                  <a:pt x="633549" y="25390"/>
                </a:lnTo>
                <a:lnTo>
                  <a:pt x="658923" y="25390"/>
                </a:lnTo>
                <a:cubicBezTo>
                  <a:pt x="662668" y="25390"/>
                  <a:pt x="666274" y="25667"/>
                  <a:pt x="669739" y="26221"/>
                </a:cubicBezTo>
                <a:cubicBezTo>
                  <a:pt x="673205" y="26776"/>
                  <a:pt x="676255" y="27850"/>
                  <a:pt x="678889" y="29443"/>
                </a:cubicBezTo>
                <a:cubicBezTo>
                  <a:pt x="681526" y="31036"/>
                  <a:pt x="683640" y="33288"/>
                  <a:pt x="685234" y="36200"/>
                </a:cubicBezTo>
                <a:cubicBezTo>
                  <a:pt x="686829" y="39109"/>
                  <a:pt x="687627" y="42919"/>
                  <a:pt x="687627" y="47631"/>
                </a:cubicBezTo>
                <a:cubicBezTo>
                  <a:pt x="687627" y="52343"/>
                  <a:pt x="686829" y="56155"/>
                  <a:pt x="685234" y="59066"/>
                </a:cubicBezTo>
                <a:cubicBezTo>
                  <a:pt x="683640" y="61976"/>
                  <a:pt x="681526" y="64227"/>
                  <a:pt x="678889" y="65820"/>
                </a:cubicBezTo>
                <a:cubicBezTo>
                  <a:pt x="676255" y="67413"/>
                  <a:pt x="673205" y="68487"/>
                  <a:pt x="669739" y="69041"/>
                </a:cubicBezTo>
                <a:cubicBezTo>
                  <a:pt x="666274" y="69596"/>
                  <a:pt x="662668" y="69873"/>
                  <a:pt x="658923" y="69873"/>
                </a:cubicBezTo>
                <a:lnTo>
                  <a:pt x="633549" y="69873"/>
                </a:lnTo>
                <a:moveTo>
                  <a:pt x="600895" y="0"/>
                </a:moveTo>
                <a:lnTo>
                  <a:pt x="600895" y="148480"/>
                </a:lnTo>
                <a:lnTo>
                  <a:pt x="633549" y="148480"/>
                </a:lnTo>
                <a:lnTo>
                  <a:pt x="633549" y="95263"/>
                </a:lnTo>
                <a:lnTo>
                  <a:pt x="667870" y="95263"/>
                </a:lnTo>
                <a:cubicBezTo>
                  <a:pt x="677159" y="95263"/>
                  <a:pt x="685061" y="93911"/>
                  <a:pt x="691578" y="91207"/>
                </a:cubicBezTo>
                <a:cubicBezTo>
                  <a:pt x="698097" y="88503"/>
                  <a:pt x="703401" y="84932"/>
                  <a:pt x="707491" y="80495"/>
                </a:cubicBezTo>
                <a:cubicBezTo>
                  <a:pt x="711583" y="76059"/>
                  <a:pt x="714564" y="70963"/>
                  <a:pt x="716435" y="65208"/>
                </a:cubicBezTo>
                <a:cubicBezTo>
                  <a:pt x="718307" y="59453"/>
                  <a:pt x="719243" y="53594"/>
                  <a:pt x="719243" y="47631"/>
                </a:cubicBezTo>
                <a:cubicBezTo>
                  <a:pt x="719243" y="41529"/>
                  <a:pt x="718307" y="35636"/>
                  <a:pt x="716435" y="29951"/>
                </a:cubicBezTo>
                <a:cubicBezTo>
                  <a:pt x="714564" y="24265"/>
                  <a:pt x="711583" y="19204"/>
                  <a:pt x="707491" y="14767"/>
                </a:cubicBezTo>
                <a:cubicBezTo>
                  <a:pt x="703401" y="10331"/>
                  <a:pt x="698098" y="6760"/>
                  <a:pt x="691581" y="4056"/>
                </a:cubicBezTo>
                <a:cubicBezTo>
                  <a:pt x="685064" y="1352"/>
                  <a:pt x="677161" y="0"/>
                  <a:pt x="667870" y="0"/>
                </a:cubicBezTo>
                <a:lnTo>
                  <a:pt x="600895" y="0"/>
                </a:lnTo>
                <a:close/>
                <a:moveTo>
                  <a:pt x="795992" y="148480"/>
                </a:moveTo>
                <a:lnTo>
                  <a:pt x="832392" y="41030"/>
                </a:lnTo>
                <a:lnTo>
                  <a:pt x="803063" y="41030"/>
                </a:lnTo>
                <a:lnTo>
                  <a:pt x="780393" y="114394"/>
                </a:lnTo>
                <a:lnTo>
                  <a:pt x="779978" y="114394"/>
                </a:lnTo>
                <a:lnTo>
                  <a:pt x="757308" y="41030"/>
                </a:lnTo>
                <a:lnTo>
                  <a:pt x="726316" y="41030"/>
                </a:lnTo>
                <a:lnTo>
                  <a:pt x="763131" y="148480"/>
                </a:lnTo>
                <a:lnTo>
                  <a:pt x="795992" y="148480"/>
                </a:lnTo>
                <a:close/>
                <a:moveTo>
                  <a:pt x="892921" y="72920"/>
                </a:moveTo>
                <a:cubicBezTo>
                  <a:pt x="896663" y="72920"/>
                  <a:pt x="899956" y="73716"/>
                  <a:pt x="902797" y="75310"/>
                </a:cubicBezTo>
                <a:cubicBezTo>
                  <a:pt x="905641" y="76903"/>
                  <a:pt x="907964" y="78982"/>
                  <a:pt x="909767" y="81546"/>
                </a:cubicBezTo>
                <a:cubicBezTo>
                  <a:pt x="911569" y="84108"/>
                  <a:pt x="912921" y="87018"/>
                  <a:pt x="913823" y="90274"/>
                </a:cubicBezTo>
                <a:cubicBezTo>
                  <a:pt x="914724" y="93528"/>
                  <a:pt x="915175" y="96887"/>
                  <a:pt x="915175" y="100350"/>
                </a:cubicBezTo>
                <a:cubicBezTo>
                  <a:pt x="915175" y="103674"/>
                  <a:pt x="914689" y="106930"/>
                  <a:pt x="913718" y="110116"/>
                </a:cubicBezTo>
                <a:cubicBezTo>
                  <a:pt x="912747" y="113302"/>
                  <a:pt x="911290" y="116143"/>
                  <a:pt x="909348" y="118637"/>
                </a:cubicBezTo>
                <a:cubicBezTo>
                  <a:pt x="907408" y="121132"/>
                  <a:pt x="905085" y="123141"/>
                  <a:pt x="902381" y="124664"/>
                </a:cubicBezTo>
                <a:cubicBezTo>
                  <a:pt x="899680" y="126188"/>
                  <a:pt x="896526" y="126949"/>
                  <a:pt x="892921" y="126949"/>
                </a:cubicBezTo>
                <a:cubicBezTo>
                  <a:pt x="889176" y="126949"/>
                  <a:pt x="885847" y="126188"/>
                  <a:pt x="882936" y="124664"/>
                </a:cubicBezTo>
                <a:cubicBezTo>
                  <a:pt x="880025" y="123141"/>
                  <a:pt x="877563" y="121098"/>
                  <a:pt x="875551" y="118536"/>
                </a:cubicBezTo>
                <a:cubicBezTo>
                  <a:pt x="873541" y="115972"/>
                  <a:pt x="872015" y="113061"/>
                  <a:pt x="870974" y="109805"/>
                </a:cubicBezTo>
                <a:cubicBezTo>
                  <a:pt x="869935" y="106549"/>
                  <a:pt x="869416" y="103259"/>
                  <a:pt x="869416" y="99935"/>
                </a:cubicBezTo>
                <a:cubicBezTo>
                  <a:pt x="869416" y="96333"/>
                  <a:pt x="869901" y="92905"/>
                  <a:pt x="870873" y="89649"/>
                </a:cubicBezTo>
                <a:cubicBezTo>
                  <a:pt x="871844" y="86392"/>
                  <a:pt x="873299" y="83518"/>
                  <a:pt x="875240" y="81025"/>
                </a:cubicBezTo>
                <a:cubicBezTo>
                  <a:pt x="877182" y="78531"/>
                  <a:pt x="879644" y="76557"/>
                  <a:pt x="882625" y="75103"/>
                </a:cubicBezTo>
                <a:cubicBezTo>
                  <a:pt x="885606" y="73648"/>
                  <a:pt x="889038" y="72920"/>
                  <a:pt x="892921" y="72920"/>
                </a:cubicBezTo>
                <a:moveTo>
                  <a:pt x="914134" y="40421"/>
                </a:moveTo>
                <a:lnTo>
                  <a:pt x="942212" y="40421"/>
                </a:lnTo>
                <a:cubicBezTo>
                  <a:pt x="941380" y="33891"/>
                  <a:pt x="939647" y="28127"/>
                  <a:pt x="937013" y="23127"/>
                </a:cubicBezTo>
                <a:cubicBezTo>
                  <a:pt x="934379" y="18127"/>
                  <a:pt x="930982" y="13926"/>
                  <a:pt x="926822" y="10524"/>
                </a:cubicBezTo>
                <a:cubicBezTo>
                  <a:pt x="922663" y="7120"/>
                  <a:pt x="917879" y="4515"/>
                  <a:pt x="912471" y="2710"/>
                </a:cubicBezTo>
                <a:cubicBezTo>
                  <a:pt x="907063" y="903"/>
                  <a:pt x="901239" y="0"/>
                  <a:pt x="894999" y="0"/>
                </a:cubicBezTo>
                <a:cubicBezTo>
                  <a:pt x="884598" y="0"/>
                  <a:pt x="875792" y="2287"/>
                  <a:pt x="868581" y="6862"/>
                </a:cubicBezTo>
                <a:cubicBezTo>
                  <a:pt x="861373" y="11434"/>
                  <a:pt x="855480" y="17358"/>
                  <a:pt x="850903" y="24635"/>
                </a:cubicBezTo>
                <a:cubicBezTo>
                  <a:pt x="846327" y="31909"/>
                  <a:pt x="842999" y="40049"/>
                  <a:pt x="840919" y="49056"/>
                </a:cubicBezTo>
                <a:cubicBezTo>
                  <a:pt x="838839" y="58064"/>
                  <a:pt x="837799" y="67072"/>
                  <a:pt x="837799" y="76081"/>
                </a:cubicBezTo>
                <a:cubicBezTo>
                  <a:pt x="837799" y="85365"/>
                  <a:pt x="838631" y="94477"/>
                  <a:pt x="840294" y="103416"/>
                </a:cubicBezTo>
                <a:cubicBezTo>
                  <a:pt x="841959" y="112353"/>
                  <a:pt x="844940" y="120357"/>
                  <a:pt x="849237" y="127426"/>
                </a:cubicBezTo>
                <a:cubicBezTo>
                  <a:pt x="853537" y="134492"/>
                  <a:pt x="859292" y="140208"/>
                  <a:pt x="866502" y="144573"/>
                </a:cubicBezTo>
                <a:cubicBezTo>
                  <a:pt x="873713" y="148938"/>
                  <a:pt x="882795" y="151121"/>
                  <a:pt x="893749" y="151121"/>
                </a:cubicBezTo>
                <a:cubicBezTo>
                  <a:pt x="901376" y="151121"/>
                  <a:pt x="908310" y="149768"/>
                  <a:pt x="914550" y="147061"/>
                </a:cubicBezTo>
                <a:cubicBezTo>
                  <a:pt x="920789" y="144355"/>
                  <a:pt x="926162" y="140608"/>
                  <a:pt x="930669" y="135820"/>
                </a:cubicBezTo>
                <a:cubicBezTo>
                  <a:pt x="935176" y="131032"/>
                  <a:pt x="938642" y="125411"/>
                  <a:pt x="941069" y="118958"/>
                </a:cubicBezTo>
                <a:cubicBezTo>
                  <a:pt x="943496" y="112505"/>
                  <a:pt x="944710" y="105532"/>
                  <a:pt x="944710" y="98040"/>
                </a:cubicBezTo>
                <a:cubicBezTo>
                  <a:pt x="944710" y="92211"/>
                  <a:pt x="943808" y="86452"/>
                  <a:pt x="942006" y="80762"/>
                </a:cubicBezTo>
                <a:cubicBezTo>
                  <a:pt x="940203" y="75071"/>
                  <a:pt x="937360" y="70004"/>
                  <a:pt x="933478" y="65563"/>
                </a:cubicBezTo>
                <a:cubicBezTo>
                  <a:pt x="929318" y="60984"/>
                  <a:pt x="924257" y="57342"/>
                  <a:pt x="918295" y="54636"/>
                </a:cubicBezTo>
                <a:cubicBezTo>
                  <a:pt x="912332" y="51930"/>
                  <a:pt x="906231" y="50577"/>
                  <a:pt x="899992" y="50577"/>
                </a:cubicBezTo>
                <a:cubicBezTo>
                  <a:pt x="892918" y="50577"/>
                  <a:pt x="886678" y="51829"/>
                  <a:pt x="881270" y="54334"/>
                </a:cubicBezTo>
                <a:cubicBezTo>
                  <a:pt x="875864" y="56840"/>
                  <a:pt x="871150" y="61015"/>
                  <a:pt x="867128" y="66861"/>
                </a:cubicBezTo>
                <a:lnTo>
                  <a:pt x="866712" y="66445"/>
                </a:lnTo>
                <a:cubicBezTo>
                  <a:pt x="866851" y="62442"/>
                  <a:pt x="867406" y="57887"/>
                  <a:pt x="868375" y="52779"/>
                </a:cubicBezTo>
                <a:cubicBezTo>
                  <a:pt x="869346" y="47672"/>
                  <a:pt x="870872" y="42875"/>
                  <a:pt x="872951" y="38390"/>
                </a:cubicBezTo>
                <a:cubicBezTo>
                  <a:pt x="875031" y="33904"/>
                  <a:pt x="877839" y="30108"/>
                  <a:pt x="881374" y="27002"/>
                </a:cubicBezTo>
                <a:cubicBezTo>
                  <a:pt x="884910" y="23896"/>
                  <a:pt x="889313" y="22343"/>
                  <a:pt x="894584" y="22343"/>
                </a:cubicBezTo>
                <a:cubicBezTo>
                  <a:pt x="899714" y="22343"/>
                  <a:pt x="904013" y="24145"/>
                  <a:pt x="907478" y="27748"/>
                </a:cubicBezTo>
                <a:cubicBezTo>
                  <a:pt x="910944" y="31349"/>
                  <a:pt x="913163" y="35573"/>
                  <a:pt x="914134" y="40421"/>
                </a:cubicBezTo>
                <a:close/>
                <a:moveTo>
                  <a:pt x="961765" y="116387"/>
                </a:moveTo>
                <a:lnTo>
                  <a:pt x="961765" y="148480"/>
                </a:lnTo>
                <a:lnTo>
                  <a:pt x="976739" y="148480"/>
                </a:lnTo>
                <a:cubicBezTo>
                  <a:pt x="976878" y="150700"/>
                  <a:pt x="976601" y="152884"/>
                  <a:pt x="975907" y="155034"/>
                </a:cubicBezTo>
                <a:cubicBezTo>
                  <a:pt x="975213" y="157184"/>
                  <a:pt x="974173" y="159125"/>
                  <a:pt x="972787" y="160858"/>
                </a:cubicBezTo>
                <a:cubicBezTo>
                  <a:pt x="971402" y="162593"/>
                  <a:pt x="969772" y="164084"/>
                  <a:pt x="967900" y="165333"/>
                </a:cubicBezTo>
                <a:cubicBezTo>
                  <a:pt x="966027" y="166581"/>
                  <a:pt x="964051" y="167412"/>
                  <a:pt x="961971" y="167827"/>
                </a:cubicBezTo>
                <a:lnTo>
                  <a:pt x="961971" y="182807"/>
                </a:lnTo>
                <a:cubicBezTo>
                  <a:pt x="966408" y="182113"/>
                  <a:pt x="970603" y="180829"/>
                  <a:pt x="974555" y="178954"/>
                </a:cubicBezTo>
                <a:cubicBezTo>
                  <a:pt x="978508" y="177082"/>
                  <a:pt x="981939" y="174688"/>
                  <a:pt x="984851" y="171772"/>
                </a:cubicBezTo>
                <a:cubicBezTo>
                  <a:pt x="987764" y="168857"/>
                  <a:pt x="990088" y="165420"/>
                  <a:pt x="991820" y="161464"/>
                </a:cubicBezTo>
                <a:cubicBezTo>
                  <a:pt x="993553" y="157509"/>
                  <a:pt x="994420" y="153172"/>
                  <a:pt x="994420" y="148452"/>
                </a:cubicBezTo>
                <a:lnTo>
                  <a:pt x="994420" y="116387"/>
                </a:lnTo>
                <a:lnTo>
                  <a:pt x="961765" y="116387"/>
                </a:lnTo>
                <a:close/>
                <a:moveTo>
                  <a:pt x="1102159" y="94860"/>
                </a:moveTo>
                <a:cubicBezTo>
                  <a:pt x="1102159" y="90560"/>
                  <a:pt x="1102574" y="86331"/>
                  <a:pt x="1103406" y="82171"/>
                </a:cubicBezTo>
                <a:cubicBezTo>
                  <a:pt x="1104237" y="78009"/>
                  <a:pt x="1105658" y="74334"/>
                  <a:pt x="1107668" y="71146"/>
                </a:cubicBezTo>
                <a:cubicBezTo>
                  <a:pt x="1109680" y="67955"/>
                  <a:pt x="1112351" y="65355"/>
                  <a:pt x="1115679" y="63345"/>
                </a:cubicBezTo>
                <a:cubicBezTo>
                  <a:pt x="1119007" y="61332"/>
                  <a:pt x="1123167" y="60326"/>
                  <a:pt x="1128158" y="60326"/>
                </a:cubicBezTo>
                <a:cubicBezTo>
                  <a:pt x="1133151" y="60326"/>
                  <a:pt x="1137346" y="61332"/>
                  <a:pt x="1140742" y="63345"/>
                </a:cubicBezTo>
                <a:cubicBezTo>
                  <a:pt x="1144140" y="65355"/>
                  <a:pt x="1146844" y="67955"/>
                  <a:pt x="1148854" y="71146"/>
                </a:cubicBezTo>
                <a:cubicBezTo>
                  <a:pt x="1150866" y="74334"/>
                  <a:pt x="1152288" y="78009"/>
                  <a:pt x="1153119" y="82171"/>
                </a:cubicBezTo>
                <a:cubicBezTo>
                  <a:pt x="1153951" y="86331"/>
                  <a:pt x="1154367" y="90560"/>
                  <a:pt x="1154367" y="94860"/>
                </a:cubicBezTo>
                <a:cubicBezTo>
                  <a:pt x="1154367" y="99159"/>
                  <a:pt x="1153951" y="103355"/>
                  <a:pt x="1153119" y="107447"/>
                </a:cubicBezTo>
                <a:cubicBezTo>
                  <a:pt x="1152288" y="111537"/>
                  <a:pt x="1150866" y="115212"/>
                  <a:pt x="1148854" y="118472"/>
                </a:cubicBezTo>
                <a:cubicBezTo>
                  <a:pt x="1146844" y="121731"/>
                  <a:pt x="1144140" y="124331"/>
                  <a:pt x="1140742" y="126273"/>
                </a:cubicBezTo>
                <a:cubicBezTo>
                  <a:pt x="1137346" y="128214"/>
                  <a:pt x="1133151" y="129184"/>
                  <a:pt x="1128158" y="129184"/>
                </a:cubicBezTo>
                <a:cubicBezTo>
                  <a:pt x="1123167" y="129184"/>
                  <a:pt x="1119007" y="128214"/>
                  <a:pt x="1115679" y="126273"/>
                </a:cubicBezTo>
                <a:cubicBezTo>
                  <a:pt x="1112351" y="124331"/>
                  <a:pt x="1109680" y="121731"/>
                  <a:pt x="1107668" y="118472"/>
                </a:cubicBezTo>
                <a:cubicBezTo>
                  <a:pt x="1105658" y="115212"/>
                  <a:pt x="1104237" y="111537"/>
                  <a:pt x="1103406" y="107447"/>
                </a:cubicBezTo>
                <a:cubicBezTo>
                  <a:pt x="1102574" y="103355"/>
                  <a:pt x="1102159" y="99159"/>
                  <a:pt x="1102159" y="94860"/>
                </a:cubicBezTo>
                <a:moveTo>
                  <a:pt x="1072624" y="94863"/>
                </a:moveTo>
                <a:cubicBezTo>
                  <a:pt x="1072624" y="103474"/>
                  <a:pt x="1073941" y="111252"/>
                  <a:pt x="1076575" y="118196"/>
                </a:cubicBezTo>
                <a:cubicBezTo>
                  <a:pt x="1079209" y="125140"/>
                  <a:pt x="1082953" y="131078"/>
                  <a:pt x="1087807" y="136010"/>
                </a:cubicBezTo>
                <a:cubicBezTo>
                  <a:pt x="1092661" y="140940"/>
                  <a:pt x="1098484" y="144726"/>
                  <a:pt x="1105278" y="147366"/>
                </a:cubicBezTo>
                <a:cubicBezTo>
                  <a:pt x="1112074" y="150005"/>
                  <a:pt x="1119701" y="151324"/>
                  <a:pt x="1128158" y="151324"/>
                </a:cubicBezTo>
                <a:cubicBezTo>
                  <a:pt x="1136617" y="151324"/>
                  <a:pt x="1144278" y="150005"/>
                  <a:pt x="1151142" y="147366"/>
                </a:cubicBezTo>
                <a:cubicBezTo>
                  <a:pt x="1158006" y="144726"/>
                  <a:pt x="1163865" y="140940"/>
                  <a:pt x="1168718" y="136010"/>
                </a:cubicBezTo>
                <a:cubicBezTo>
                  <a:pt x="1173572" y="131078"/>
                  <a:pt x="1177316" y="125140"/>
                  <a:pt x="1179950" y="118196"/>
                </a:cubicBezTo>
                <a:cubicBezTo>
                  <a:pt x="1182584" y="111252"/>
                  <a:pt x="1183901" y="103474"/>
                  <a:pt x="1183901" y="94863"/>
                </a:cubicBezTo>
                <a:cubicBezTo>
                  <a:pt x="1183901" y="86252"/>
                  <a:pt x="1182584" y="78439"/>
                  <a:pt x="1179950" y="71425"/>
                </a:cubicBezTo>
                <a:cubicBezTo>
                  <a:pt x="1177316" y="64409"/>
                  <a:pt x="1173572" y="58436"/>
                  <a:pt x="1168718" y="53506"/>
                </a:cubicBezTo>
                <a:cubicBezTo>
                  <a:pt x="1163865" y="48574"/>
                  <a:pt x="1158006" y="44754"/>
                  <a:pt x="1151142" y="42046"/>
                </a:cubicBezTo>
                <a:cubicBezTo>
                  <a:pt x="1144278" y="39337"/>
                  <a:pt x="1136617" y="37983"/>
                  <a:pt x="1128158" y="37983"/>
                </a:cubicBezTo>
                <a:cubicBezTo>
                  <a:pt x="1119701" y="37983"/>
                  <a:pt x="1112074" y="39337"/>
                  <a:pt x="1105278" y="42046"/>
                </a:cubicBezTo>
                <a:cubicBezTo>
                  <a:pt x="1098484" y="44754"/>
                  <a:pt x="1092661" y="48574"/>
                  <a:pt x="1087807" y="53506"/>
                </a:cubicBezTo>
                <a:cubicBezTo>
                  <a:pt x="1082953" y="58436"/>
                  <a:pt x="1079209" y="64409"/>
                  <a:pt x="1076575" y="71425"/>
                </a:cubicBezTo>
                <a:cubicBezTo>
                  <a:pt x="1073941" y="78439"/>
                  <a:pt x="1072624" y="86252"/>
                  <a:pt x="1072624" y="94863"/>
                </a:cubicBezTo>
                <a:close/>
                <a:moveTo>
                  <a:pt x="1203038" y="40868"/>
                </a:moveTo>
                <a:lnTo>
                  <a:pt x="1203038" y="148480"/>
                </a:lnTo>
                <a:lnTo>
                  <a:pt x="1232572" y="148480"/>
                </a:lnTo>
                <a:lnTo>
                  <a:pt x="1232572" y="99966"/>
                </a:lnTo>
                <a:cubicBezTo>
                  <a:pt x="1232572" y="95108"/>
                  <a:pt x="1233058" y="90597"/>
                  <a:pt x="1234029" y="86434"/>
                </a:cubicBezTo>
                <a:cubicBezTo>
                  <a:pt x="1235000" y="82270"/>
                  <a:pt x="1236629" y="78626"/>
                  <a:pt x="1238917" y="75503"/>
                </a:cubicBezTo>
                <a:cubicBezTo>
                  <a:pt x="1241204" y="72380"/>
                  <a:pt x="1244219" y="69916"/>
                  <a:pt x="1247962" y="68112"/>
                </a:cubicBezTo>
                <a:cubicBezTo>
                  <a:pt x="1251707" y="66307"/>
                  <a:pt x="1256283" y="65404"/>
                  <a:pt x="1261691" y="65404"/>
                </a:cubicBezTo>
                <a:cubicBezTo>
                  <a:pt x="1263494" y="65404"/>
                  <a:pt x="1265365" y="65509"/>
                  <a:pt x="1267306" y="65719"/>
                </a:cubicBezTo>
                <a:cubicBezTo>
                  <a:pt x="1269248" y="65926"/>
                  <a:pt x="1270912" y="66168"/>
                  <a:pt x="1272298" y="66445"/>
                </a:cubicBezTo>
                <a:lnTo>
                  <a:pt x="1272298" y="39021"/>
                </a:lnTo>
                <a:cubicBezTo>
                  <a:pt x="1269941" y="38329"/>
                  <a:pt x="1267792" y="37983"/>
                  <a:pt x="1265852" y="37983"/>
                </a:cubicBezTo>
                <a:cubicBezTo>
                  <a:pt x="1262107" y="37983"/>
                  <a:pt x="1258502" y="38538"/>
                  <a:pt x="1255036" y="39646"/>
                </a:cubicBezTo>
                <a:cubicBezTo>
                  <a:pt x="1251570" y="40753"/>
                  <a:pt x="1248312" y="42310"/>
                  <a:pt x="1245261" y="44318"/>
                </a:cubicBezTo>
                <a:cubicBezTo>
                  <a:pt x="1242210" y="46326"/>
                  <a:pt x="1239506" y="48750"/>
                  <a:pt x="1237149" y="51589"/>
                </a:cubicBezTo>
                <a:cubicBezTo>
                  <a:pt x="1234792" y="54429"/>
                  <a:pt x="1232919" y="57510"/>
                  <a:pt x="1231531" y="60834"/>
                </a:cubicBezTo>
                <a:lnTo>
                  <a:pt x="1231116" y="60834"/>
                </a:lnTo>
                <a:lnTo>
                  <a:pt x="1231116" y="40868"/>
                </a:lnTo>
                <a:lnTo>
                  <a:pt x="1203038" y="40868"/>
                </a:lnTo>
                <a:close/>
                <a:moveTo>
                  <a:pt x="1344889" y="0"/>
                </a:moveTo>
                <a:lnTo>
                  <a:pt x="1344889" y="148480"/>
                </a:lnTo>
                <a:lnTo>
                  <a:pt x="1457620" y="148480"/>
                </a:lnTo>
                <a:lnTo>
                  <a:pt x="1457620" y="121059"/>
                </a:lnTo>
                <a:lnTo>
                  <a:pt x="1377544" y="121059"/>
                </a:lnTo>
                <a:lnTo>
                  <a:pt x="1377544" y="84701"/>
                </a:lnTo>
                <a:lnTo>
                  <a:pt x="1449511" y="84701"/>
                </a:lnTo>
                <a:lnTo>
                  <a:pt x="1449511" y="59311"/>
                </a:lnTo>
                <a:lnTo>
                  <a:pt x="1377544" y="59311"/>
                </a:lnTo>
                <a:lnTo>
                  <a:pt x="1377544" y="27421"/>
                </a:lnTo>
                <a:lnTo>
                  <a:pt x="1455957" y="27421"/>
                </a:lnTo>
                <a:lnTo>
                  <a:pt x="1455957" y="0"/>
                </a:lnTo>
                <a:lnTo>
                  <a:pt x="1344889" y="0"/>
                </a:lnTo>
                <a:close/>
                <a:moveTo>
                  <a:pt x="1513987" y="41030"/>
                </a:moveTo>
                <a:lnTo>
                  <a:pt x="1513987" y="8734"/>
                </a:lnTo>
                <a:lnTo>
                  <a:pt x="1484452" y="8734"/>
                </a:lnTo>
                <a:lnTo>
                  <a:pt x="1484452" y="41030"/>
                </a:lnTo>
                <a:lnTo>
                  <a:pt x="1466565" y="41030"/>
                </a:lnTo>
                <a:lnTo>
                  <a:pt x="1466565" y="60733"/>
                </a:lnTo>
                <a:lnTo>
                  <a:pt x="1484452" y="60733"/>
                </a:lnTo>
                <a:lnTo>
                  <a:pt x="1484452" y="124134"/>
                </a:lnTo>
                <a:cubicBezTo>
                  <a:pt x="1484452" y="129540"/>
                  <a:pt x="1485353" y="133906"/>
                  <a:pt x="1487156" y="137232"/>
                </a:cubicBezTo>
                <a:cubicBezTo>
                  <a:pt x="1488959" y="140558"/>
                  <a:pt x="1491419" y="143123"/>
                  <a:pt x="1494538" y="144926"/>
                </a:cubicBezTo>
                <a:cubicBezTo>
                  <a:pt x="1497659" y="146726"/>
                  <a:pt x="1501264" y="147937"/>
                  <a:pt x="1505354" y="148559"/>
                </a:cubicBezTo>
                <a:cubicBezTo>
                  <a:pt x="1509446" y="149184"/>
                  <a:pt x="1513781" y="149496"/>
                  <a:pt x="1518357" y="149496"/>
                </a:cubicBezTo>
                <a:cubicBezTo>
                  <a:pt x="1521268" y="149496"/>
                  <a:pt x="1524250" y="149428"/>
                  <a:pt x="1527301" y="149293"/>
                </a:cubicBezTo>
                <a:cubicBezTo>
                  <a:pt x="1530352" y="149157"/>
                  <a:pt x="1533124" y="148886"/>
                  <a:pt x="1535619" y="148480"/>
                </a:cubicBezTo>
                <a:lnTo>
                  <a:pt x="1535619" y="125509"/>
                </a:lnTo>
                <a:cubicBezTo>
                  <a:pt x="1534233" y="125786"/>
                  <a:pt x="1532777" y="125994"/>
                  <a:pt x="1531252" y="126134"/>
                </a:cubicBezTo>
                <a:cubicBezTo>
                  <a:pt x="1529726" y="126271"/>
                  <a:pt x="1528132" y="126340"/>
                  <a:pt x="1526469" y="126340"/>
                </a:cubicBezTo>
                <a:cubicBezTo>
                  <a:pt x="1521476" y="126340"/>
                  <a:pt x="1518147" y="125510"/>
                  <a:pt x="1516481" y="123849"/>
                </a:cubicBezTo>
                <a:cubicBezTo>
                  <a:pt x="1514818" y="122188"/>
                  <a:pt x="1513987" y="118866"/>
                  <a:pt x="1513987" y="113883"/>
                </a:cubicBezTo>
                <a:lnTo>
                  <a:pt x="1513987" y="60733"/>
                </a:lnTo>
                <a:lnTo>
                  <a:pt x="1535619" y="60733"/>
                </a:lnTo>
                <a:lnTo>
                  <a:pt x="1535619" y="41030"/>
                </a:lnTo>
                <a:lnTo>
                  <a:pt x="1513987" y="41030"/>
                </a:lnTo>
                <a:close/>
                <a:moveTo>
                  <a:pt x="1549763" y="0"/>
                </a:moveTo>
                <a:lnTo>
                  <a:pt x="1549763" y="148480"/>
                </a:lnTo>
                <a:lnTo>
                  <a:pt x="1579298" y="148480"/>
                </a:lnTo>
                <a:lnTo>
                  <a:pt x="1579298" y="92121"/>
                </a:lnTo>
                <a:cubicBezTo>
                  <a:pt x="1579298" y="81167"/>
                  <a:pt x="1581101" y="73300"/>
                  <a:pt x="1584706" y="68518"/>
                </a:cubicBezTo>
                <a:cubicBezTo>
                  <a:pt x="1588312" y="63734"/>
                  <a:pt x="1594135" y="61342"/>
                  <a:pt x="1602178" y="61342"/>
                </a:cubicBezTo>
                <a:cubicBezTo>
                  <a:pt x="1609251" y="61342"/>
                  <a:pt x="1614173" y="63526"/>
                  <a:pt x="1616945" y="67893"/>
                </a:cubicBezTo>
                <a:cubicBezTo>
                  <a:pt x="1619719" y="72260"/>
                  <a:pt x="1621106" y="78880"/>
                  <a:pt x="1621106" y="87754"/>
                </a:cubicBezTo>
                <a:lnTo>
                  <a:pt x="1621106" y="148480"/>
                </a:lnTo>
                <a:lnTo>
                  <a:pt x="1650641" y="148480"/>
                </a:lnTo>
                <a:lnTo>
                  <a:pt x="1650641" y="82308"/>
                </a:lnTo>
                <a:cubicBezTo>
                  <a:pt x="1650641" y="75649"/>
                  <a:pt x="1650051" y="69580"/>
                  <a:pt x="1648873" y="64100"/>
                </a:cubicBezTo>
                <a:cubicBezTo>
                  <a:pt x="1647694" y="58620"/>
                  <a:pt x="1645648" y="53973"/>
                  <a:pt x="1642735" y="50158"/>
                </a:cubicBezTo>
                <a:cubicBezTo>
                  <a:pt x="1639824" y="46343"/>
                  <a:pt x="1635837" y="43361"/>
                  <a:pt x="1630776" y="41211"/>
                </a:cubicBezTo>
                <a:cubicBezTo>
                  <a:pt x="1625715" y="39059"/>
                  <a:pt x="1619233" y="37983"/>
                  <a:pt x="1611331" y="37983"/>
                </a:cubicBezTo>
                <a:cubicBezTo>
                  <a:pt x="1605783" y="37983"/>
                  <a:pt x="1600097" y="39408"/>
                  <a:pt x="1594272" y="42258"/>
                </a:cubicBezTo>
                <a:cubicBezTo>
                  <a:pt x="1588449" y="45108"/>
                  <a:pt x="1583666" y="49662"/>
                  <a:pt x="1579923" y="55918"/>
                </a:cubicBezTo>
                <a:lnTo>
                  <a:pt x="1579298" y="55918"/>
                </a:lnTo>
                <a:lnTo>
                  <a:pt x="1579298" y="0"/>
                </a:lnTo>
                <a:lnTo>
                  <a:pt x="1549763" y="0"/>
                </a:lnTo>
                <a:close/>
                <a:moveTo>
                  <a:pt x="1745485" y="83279"/>
                </a:moveTo>
                <a:lnTo>
                  <a:pt x="1697441" y="83279"/>
                </a:lnTo>
                <a:cubicBezTo>
                  <a:pt x="1697578" y="81193"/>
                  <a:pt x="1698028" y="78828"/>
                  <a:pt x="1698789" y="76186"/>
                </a:cubicBezTo>
                <a:cubicBezTo>
                  <a:pt x="1699553" y="73541"/>
                  <a:pt x="1700871" y="71037"/>
                  <a:pt x="1702744" y="68673"/>
                </a:cubicBezTo>
                <a:cubicBezTo>
                  <a:pt x="1704616" y="66308"/>
                  <a:pt x="1707112" y="64325"/>
                  <a:pt x="1710231" y="62726"/>
                </a:cubicBezTo>
                <a:cubicBezTo>
                  <a:pt x="1713351" y="61126"/>
                  <a:pt x="1717269" y="60326"/>
                  <a:pt x="1721983" y="60326"/>
                </a:cubicBezTo>
                <a:cubicBezTo>
                  <a:pt x="1729194" y="60326"/>
                  <a:pt x="1734567" y="62274"/>
                  <a:pt x="1738102" y="66169"/>
                </a:cubicBezTo>
                <a:cubicBezTo>
                  <a:pt x="1741638" y="70064"/>
                  <a:pt x="1744099" y="75768"/>
                  <a:pt x="1745485" y="83279"/>
                </a:cubicBezTo>
                <a:moveTo>
                  <a:pt x="1697441" y="101966"/>
                </a:moveTo>
                <a:lnTo>
                  <a:pt x="1775022" y="101966"/>
                </a:lnTo>
                <a:cubicBezTo>
                  <a:pt x="1775577" y="93629"/>
                  <a:pt x="1774883" y="85640"/>
                  <a:pt x="1772941" y="77998"/>
                </a:cubicBezTo>
                <a:cubicBezTo>
                  <a:pt x="1771000" y="70355"/>
                  <a:pt x="1767846" y="63548"/>
                  <a:pt x="1763476" y="57575"/>
                </a:cubicBezTo>
                <a:cubicBezTo>
                  <a:pt x="1759109" y="51600"/>
                  <a:pt x="1753528" y="46841"/>
                  <a:pt x="1746732" y="43299"/>
                </a:cubicBezTo>
                <a:cubicBezTo>
                  <a:pt x="1739938" y="39755"/>
                  <a:pt x="1731965" y="37983"/>
                  <a:pt x="1722815" y="37983"/>
                </a:cubicBezTo>
                <a:cubicBezTo>
                  <a:pt x="1714633" y="37983"/>
                  <a:pt x="1707180" y="39442"/>
                  <a:pt x="1700456" y="42360"/>
                </a:cubicBezTo>
                <a:cubicBezTo>
                  <a:pt x="1693731" y="45275"/>
                  <a:pt x="1687943" y="49268"/>
                  <a:pt x="1683089" y="54338"/>
                </a:cubicBezTo>
                <a:cubicBezTo>
                  <a:pt x="1678235" y="59407"/>
                  <a:pt x="1674491" y="65415"/>
                  <a:pt x="1671857" y="72361"/>
                </a:cubicBezTo>
                <a:cubicBezTo>
                  <a:pt x="1669223" y="79305"/>
                  <a:pt x="1667906" y="86806"/>
                  <a:pt x="1667906" y="94863"/>
                </a:cubicBezTo>
                <a:cubicBezTo>
                  <a:pt x="1667906" y="103195"/>
                  <a:pt x="1669188" y="110834"/>
                  <a:pt x="1671752" y="117781"/>
                </a:cubicBezTo>
                <a:cubicBezTo>
                  <a:pt x="1674319" y="124725"/>
                  <a:pt x="1677959" y="130698"/>
                  <a:pt x="1682673" y="135699"/>
                </a:cubicBezTo>
                <a:cubicBezTo>
                  <a:pt x="1687387" y="140699"/>
                  <a:pt x="1693141" y="144553"/>
                  <a:pt x="1699935" y="147261"/>
                </a:cubicBezTo>
                <a:cubicBezTo>
                  <a:pt x="1706729" y="149970"/>
                  <a:pt x="1714355" y="151324"/>
                  <a:pt x="1722815" y="151324"/>
                </a:cubicBezTo>
                <a:cubicBezTo>
                  <a:pt x="1735016" y="151324"/>
                  <a:pt x="1745416" y="148553"/>
                  <a:pt x="1754012" y="143012"/>
                </a:cubicBezTo>
                <a:cubicBezTo>
                  <a:pt x="1762611" y="137470"/>
                  <a:pt x="1768990" y="128257"/>
                  <a:pt x="1773150" y="115372"/>
                </a:cubicBezTo>
                <a:lnTo>
                  <a:pt x="1747151" y="115372"/>
                </a:lnTo>
                <a:cubicBezTo>
                  <a:pt x="1746180" y="118670"/>
                  <a:pt x="1743544" y="121797"/>
                  <a:pt x="1739245" y="124753"/>
                </a:cubicBezTo>
                <a:cubicBezTo>
                  <a:pt x="1734948" y="127707"/>
                  <a:pt x="1729818" y="129184"/>
                  <a:pt x="1723856" y="129184"/>
                </a:cubicBezTo>
                <a:cubicBezTo>
                  <a:pt x="1715536" y="129184"/>
                  <a:pt x="1709157" y="127037"/>
                  <a:pt x="1704718" y="122744"/>
                </a:cubicBezTo>
                <a:cubicBezTo>
                  <a:pt x="1700281" y="118449"/>
                  <a:pt x="1697855" y="111523"/>
                  <a:pt x="1697441" y="101966"/>
                </a:cubicBezTo>
                <a:close/>
                <a:moveTo>
                  <a:pt x="1792493" y="40868"/>
                </a:moveTo>
                <a:lnTo>
                  <a:pt x="1792493" y="148480"/>
                </a:lnTo>
                <a:lnTo>
                  <a:pt x="1822027" y="148480"/>
                </a:lnTo>
                <a:lnTo>
                  <a:pt x="1822027" y="99966"/>
                </a:lnTo>
                <a:cubicBezTo>
                  <a:pt x="1822027" y="95108"/>
                  <a:pt x="1822513" y="90597"/>
                  <a:pt x="1823484" y="86434"/>
                </a:cubicBezTo>
                <a:cubicBezTo>
                  <a:pt x="1824455" y="82270"/>
                  <a:pt x="1826085" y="78626"/>
                  <a:pt x="1828372" y="75503"/>
                </a:cubicBezTo>
                <a:cubicBezTo>
                  <a:pt x="1830659" y="72380"/>
                  <a:pt x="1833674" y="69916"/>
                  <a:pt x="1837417" y="68112"/>
                </a:cubicBezTo>
                <a:cubicBezTo>
                  <a:pt x="1841162" y="66307"/>
                  <a:pt x="1845738" y="65404"/>
                  <a:pt x="1851146" y="65404"/>
                </a:cubicBezTo>
                <a:cubicBezTo>
                  <a:pt x="1852949" y="65404"/>
                  <a:pt x="1854821" y="65509"/>
                  <a:pt x="1856761" y="65719"/>
                </a:cubicBezTo>
                <a:cubicBezTo>
                  <a:pt x="1858703" y="65926"/>
                  <a:pt x="1860367" y="66168"/>
                  <a:pt x="1861753" y="66445"/>
                </a:cubicBezTo>
                <a:lnTo>
                  <a:pt x="1861753" y="39021"/>
                </a:lnTo>
                <a:cubicBezTo>
                  <a:pt x="1859396" y="38329"/>
                  <a:pt x="1857247" y="37983"/>
                  <a:pt x="1855307" y="37983"/>
                </a:cubicBezTo>
                <a:cubicBezTo>
                  <a:pt x="1851562" y="37983"/>
                  <a:pt x="1847957" y="38538"/>
                  <a:pt x="1844491" y="39646"/>
                </a:cubicBezTo>
                <a:cubicBezTo>
                  <a:pt x="1841025" y="40753"/>
                  <a:pt x="1837767" y="42310"/>
                  <a:pt x="1834716" y="44318"/>
                </a:cubicBezTo>
                <a:cubicBezTo>
                  <a:pt x="1831665" y="46326"/>
                  <a:pt x="1828961" y="48750"/>
                  <a:pt x="1826604" y="51589"/>
                </a:cubicBezTo>
                <a:cubicBezTo>
                  <a:pt x="1824247" y="54429"/>
                  <a:pt x="1822374" y="57510"/>
                  <a:pt x="1820986" y="60834"/>
                </a:cubicBezTo>
                <a:lnTo>
                  <a:pt x="1820571" y="60834"/>
                </a:lnTo>
                <a:lnTo>
                  <a:pt x="1820571" y="40868"/>
                </a:lnTo>
                <a:lnTo>
                  <a:pt x="1792493" y="40868"/>
                </a:lnTo>
                <a:close/>
                <a:moveTo>
                  <a:pt x="1877146" y="40944"/>
                </a:moveTo>
                <a:lnTo>
                  <a:pt x="1877146" y="148480"/>
                </a:lnTo>
                <a:lnTo>
                  <a:pt x="1906681" y="148480"/>
                </a:lnTo>
                <a:lnTo>
                  <a:pt x="1906681" y="92121"/>
                </a:lnTo>
                <a:cubicBezTo>
                  <a:pt x="1906681" y="81167"/>
                  <a:pt x="1908483" y="73300"/>
                  <a:pt x="1912089" y="68518"/>
                </a:cubicBezTo>
                <a:cubicBezTo>
                  <a:pt x="1915694" y="63734"/>
                  <a:pt x="1921518" y="61342"/>
                  <a:pt x="1929560" y="61342"/>
                </a:cubicBezTo>
                <a:cubicBezTo>
                  <a:pt x="1936633" y="61342"/>
                  <a:pt x="1941556" y="63526"/>
                  <a:pt x="1944327" y="67893"/>
                </a:cubicBezTo>
                <a:cubicBezTo>
                  <a:pt x="1947101" y="72260"/>
                  <a:pt x="1948488" y="78880"/>
                  <a:pt x="1948488" y="87754"/>
                </a:cubicBezTo>
                <a:lnTo>
                  <a:pt x="1948488" y="148480"/>
                </a:lnTo>
                <a:lnTo>
                  <a:pt x="1978023" y="148480"/>
                </a:lnTo>
                <a:lnTo>
                  <a:pt x="1978023" y="82308"/>
                </a:lnTo>
                <a:cubicBezTo>
                  <a:pt x="1978023" y="75649"/>
                  <a:pt x="1977434" y="69580"/>
                  <a:pt x="1976255" y="64100"/>
                </a:cubicBezTo>
                <a:cubicBezTo>
                  <a:pt x="1975077" y="58620"/>
                  <a:pt x="1973031" y="53973"/>
                  <a:pt x="1970117" y="50158"/>
                </a:cubicBezTo>
                <a:cubicBezTo>
                  <a:pt x="1967206" y="46343"/>
                  <a:pt x="1963220" y="43361"/>
                  <a:pt x="1958159" y="41211"/>
                </a:cubicBezTo>
                <a:cubicBezTo>
                  <a:pt x="1953098" y="39059"/>
                  <a:pt x="1946615" y="37983"/>
                  <a:pt x="1938710" y="37983"/>
                </a:cubicBezTo>
                <a:cubicBezTo>
                  <a:pt x="1932470" y="37983"/>
                  <a:pt x="1926369" y="39408"/>
                  <a:pt x="1920407" y="42258"/>
                </a:cubicBezTo>
                <a:cubicBezTo>
                  <a:pt x="1914445" y="45108"/>
                  <a:pt x="1909592" y="49662"/>
                  <a:pt x="1905849" y="55918"/>
                </a:cubicBezTo>
                <a:lnTo>
                  <a:pt x="1905224" y="55918"/>
                </a:lnTo>
                <a:lnTo>
                  <a:pt x="1905224" y="40944"/>
                </a:lnTo>
                <a:lnTo>
                  <a:pt x="1877146" y="40944"/>
                </a:lnTo>
                <a:close/>
                <a:moveTo>
                  <a:pt x="2072867" y="83279"/>
                </a:moveTo>
                <a:lnTo>
                  <a:pt x="2024823" y="83279"/>
                </a:lnTo>
                <a:cubicBezTo>
                  <a:pt x="2024960" y="81193"/>
                  <a:pt x="2025410" y="78828"/>
                  <a:pt x="2026172" y="76186"/>
                </a:cubicBezTo>
                <a:cubicBezTo>
                  <a:pt x="2026935" y="73541"/>
                  <a:pt x="2028254" y="71037"/>
                  <a:pt x="2030126" y="68673"/>
                </a:cubicBezTo>
                <a:cubicBezTo>
                  <a:pt x="2031999" y="66308"/>
                  <a:pt x="2034494" y="64325"/>
                  <a:pt x="2037613" y="62726"/>
                </a:cubicBezTo>
                <a:cubicBezTo>
                  <a:pt x="2040734" y="61126"/>
                  <a:pt x="2044651" y="60326"/>
                  <a:pt x="2049365" y="60326"/>
                </a:cubicBezTo>
                <a:cubicBezTo>
                  <a:pt x="2056576" y="60326"/>
                  <a:pt x="2061949" y="62274"/>
                  <a:pt x="2065485" y="66169"/>
                </a:cubicBezTo>
                <a:cubicBezTo>
                  <a:pt x="2069020" y="70064"/>
                  <a:pt x="2071481" y="75768"/>
                  <a:pt x="2072867" y="83279"/>
                </a:cubicBezTo>
                <a:moveTo>
                  <a:pt x="2024823" y="101966"/>
                </a:moveTo>
                <a:lnTo>
                  <a:pt x="2102405" y="101966"/>
                </a:lnTo>
                <a:cubicBezTo>
                  <a:pt x="2102959" y="93629"/>
                  <a:pt x="2102265" y="85640"/>
                  <a:pt x="2100323" y="77998"/>
                </a:cubicBezTo>
                <a:cubicBezTo>
                  <a:pt x="2098383" y="70355"/>
                  <a:pt x="2095228" y="63548"/>
                  <a:pt x="2090859" y="57575"/>
                </a:cubicBezTo>
                <a:cubicBezTo>
                  <a:pt x="2086492" y="51600"/>
                  <a:pt x="2080910" y="46841"/>
                  <a:pt x="2074114" y="43299"/>
                </a:cubicBezTo>
                <a:cubicBezTo>
                  <a:pt x="2067320" y="39755"/>
                  <a:pt x="2059348" y="37983"/>
                  <a:pt x="2050197" y="37983"/>
                </a:cubicBezTo>
                <a:cubicBezTo>
                  <a:pt x="2042015" y="37983"/>
                  <a:pt x="2034562" y="39442"/>
                  <a:pt x="2027838" y="42360"/>
                </a:cubicBezTo>
                <a:cubicBezTo>
                  <a:pt x="2021114" y="45275"/>
                  <a:pt x="2015325" y="49268"/>
                  <a:pt x="2010471" y="54338"/>
                </a:cubicBezTo>
                <a:cubicBezTo>
                  <a:pt x="2005618" y="59407"/>
                  <a:pt x="2001874" y="65415"/>
                  <a:pt x="1999239" y="72361"/>
                </a:cubicBezTo>
                <a:cubicBezTo>
                  <a:pt x="1996605" y="79305"/>
                  <a:pt x="1995288" y="86806"/>
                  <a:pt x="1995288" y="94863"/>
                </a:cubicBezTo>
                <a:cubicBezTo>
                  <a:pt x="1995288" y="103195"/>
                  <a:pt x="1996570" y="110834"/>
                  <a:pt x="1999135" y="117781"/>
                </a:cubicBezTo>
                <a:cubicBezTo>
                  <a:pt x="2001701" y="124725"/>
                  <a:pt x="2005341" y="130698"/>
                  <a:pt x="2010055" y="135699"/>
                </a:cubicBezTo>
                <a:cubicBezTo>
                  <a:pt x="2014770" y="140699"/>
                  <a:pt x="2020523" y="144553"/>
                  <a:pt x="2027317" y="147261"/>
                </a:cubicBezTo>
                <a:cubicBezTo>
                  <a:pt x="2034111" y="149970"/>
                  <a:pt x="2041738" y="151324"/>
                  <a:pt x="2050197" y="151324"/>
                </a:cubicBezTo>
                <a:cubicBezTo>
                  <a:pt x="2062399" y="151324"/>
                  <a:pt x="2072798" y="148553"/>
                  <a:pt x="2081395" y="143012"/>
                </a:cubicBezTo>
                <a:cubicBezTo>
                  <a:pt x="2089993" y="137470"/>
                  <a:pt x="2096373" y="128257"/>
                  <a:pt x="2100532" y="115372"/>
                </a:cubicBezTo>
                <a:lnTo>
                  <a:pt x="2074533" y="115372"/>
                </a:lnTo>
                <a:cubicBezTo>
                  <a:pt x="2073562" y="118670"/>
                  <a:pt x="2070927" y="121797"/>
                  <a:pt x="2066627" y="124753"/>
                </a:cubicBezTo>
                <a:cubicBezTo>
                  <a:pt x="2062330" y="127707"/>
                  <a:pt x="2057200" y="129184"/>
                  <a:pt x="2051238" y="129184"/>
                </a:cubicBezTo>
                <a:cubicBezTo>
                  <a:pt x="2042918" y="129184"/>
                  <a:pt x="2036539" y="127037"/>
                  <a:pt x="2032100" y="122744"/>
                </a:cubicBezTo>
                <a:cubicBezTo>
                  <a:pt x="2027663" y="118449"/>
                  <a:pt x="2025238" y="111523"/>
                  <a:pt x="2024823" y="101966"/>
                </a:cubicBezTo>
                <a:close/>
                <a:moveTo>
                  <a:pt x="2157313" y="41030"/>
                </a:moveTo>
                <a:lnTo>
                  <a:pt x="2157313" y="8734"/>
                </a:lnTo>
                <a:lnTo>
                  <a:pt x="2127778" y="8734"/>
                </a:lnTo>
                <a:lnTo>
                  <a:pt x="2127778" y="41030"/>
                </a:lnTo>
                <a:lnTo>
                  <a:pt x="2109891" y="41030"/>
                </a:lnTo>
                <a:lnTo>
                  <a:pt x="2109891" y="60733"/>
                </a:lnTo>
                <a:lnTo>
                  <a:pt x="2127778" y="60733"/>
                </a:lnTo>
                <a:lnTo>
                  <a:pt x="2127778" y="124134"/>
                </a:lnTo>
                <a:cubicBezTo>
                  <a:pt x="2127778" y="129540"/>
                  <a:pt x="2128680" y="133906"/>
                  <a:pt x="2130482" y="137232"/>
                </a:cubicBezTo>
                <a:cubicBezTo>
                  <a:pt x="2132285" y="140558"/>
                  <a:pt x="2134746" y="143123"/>
                  <a:pt x="2137864" y="144926"/>
                </a:cubicBezTo>
                <a:cubicBezTo>
                  <a:pt x="2140985" y="146726"/>
                  <a:pt x="2144591" y="147937"/>
                  <a:pt x="2148680" y="148559"/>
                </a:cubicBezTo>
                <a:cubicBezTo>
                  <a:pt x="2152772" y="149184"/>
                  <a:pt x="2157107" y="149496"/>
                  <a:pt x="2161683" y="149496"/>
                </a:cubicBezTo>
                <a:cubicBezTo>
                  <a:pt x="2164595" y="149496"/>
                  <a:pt x="2167576" y="149428"/>
                  <a:pt x="2170627" y="149293"/>
                </a:cubicBezTo>
                <a:cubicBezTo>
                  <a:pt x="2173678" y="149157"/>
                  <a:pt x="2176451" y="148886"/>
                  <a:pt x="2178945" y="148480"/>
                </a:cubicBezTo>
                <a:lnTo>
                  <a:pt x="2178945" y="125509"/>
                </a:lnTo>
                <a:cubicBezTo>
                  <a:pt x="2177559" y="125786"/>
                  <a:pt x="2176104" y="125994"/>
                  <a:pt x="2174578" y="126134"/>
                </a:cubicBezTo>
                <a:cubicBezTo>
                  <a:pt x="2173053" y="126271"/>
                  <a:pt x="2171458" y="126340"/>
                  <a:pt x="2169795" y="126340"/>
                </a:cubicBezTo>
                <a:cubicBezTo>
                  <a:pt x="2164802" y="126340"/>
                  <a:pt x="2161473" y="125510"/>
                  <a:pt x="2159808" y="123849"/>
                </a:cubicBezTo>
                <a:cubicBezTo>
                  <a:pt x="2158144" y="122188"/>
                  <a:pt x="2157313" y="118866"/>
                  <a:pt x="2157313" y="113883"/>
                </a:cubicBezTo>
                <a:lnTo>
                  <a:pt x="2157313" y="60733"/>
                </a:lnTo>
                <a:lnTo>
                  <a:pt x="2178945" y="60733"/>
                </a:lnTo>
                <a:lnTo>
                  <a:pt x="2178945" y="41030"/>
                </a:lnTo>
                <a:lnTo>
                  <a:pt x="2157313" y="410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E051D-CA26-4F37-A8A2-101DDB00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78" y="1347279"/>
            <a:ext cx="1297245" cy="624481"/>
          </a:xfrm>
          <a:custGeom xmlns:a="http://schemas.openxmlformats.org/drawingml/2006/main">
            <a:pathLst>
              <a:path w="1297245" h="624481">
                <a:moveTo>
                  <a:pt x="0" y="624481"/>
                </a:moveTo>
                <a:lnTo>
                  <a:pt x="1297245" y="624481"/>
                </a:lnTo>
                <a:lnTo>
                  <a:pt x="1297245" y="0"/>
                </a:lnTo>
                <a:lnTo>
                  <a:pt x="0" y="0"/>
                </a:lnTo>
                <a:lnTo>
                  <a:pt x="0" y="624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46123F-57BA-4CF7-9693-893978DB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378" y="1347278"/>
            <a:ext cx="1297245" cy="624481"/>
          </a:xfrm>
          <a:custGeom xmlns:a="http://schemas.openxmlformats.org/drawingml/2006/main">
            <a:pathLst>
              <a:path w="1297245" h="624481" fill="none">
                <a:moveTo>
                  <a:pt x="0" y="0"/>
                </a:moveTo>
                <a:lnTo>
                  <a:pt x="1297245" y="0"/>
                </a:lnTo>
                <a:lnTo>
                  <a:pt x="1297245" y="624481"/>
                </a:lnTo>
                <a:lnTo>
                  <a:pt x="0" y="6244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85" name="Text MPE">
            <a:extLst xmlns:a="http://schemas.openxmlformats.org/drawingml/2006/main">
              <a:ext uri="{FF2B5EF4-FFF2-40B4-BE49-F238E27FC236}">
                <a16:creationId xmlns:a16="http://schemas.microsoft.com/office/drawing/2014/main" id="{E1F120D7-0728-403D-BD1F-0569368A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056" y="1592519"/>
            <a:ext cx="432419" cy="148480"/>
          </a:xfrm>
          <a:custGeom xmlns:a="http://schemas.openxmlformats.org/drawingml/2006/main">
            <a:pathLst>
              <a:path w="432419" h="148480">
                <a:moveTo>
                  <a:pt x="0" y="0"/>
                </a:moveTo>
                <a:lnTo>
                  <a:pt x="36606" y="0"/>
                </a:lnTo>
                <a:lnTo>
                  <a:pt x="77582" y="116270"/>
                </a:lnTo>
                <a:lnTo>
                  <a:pt x="77998" y="116270"/>
                </a:lnTo>
                <a:lnTo>
                  <a:pt x="117933" y="0"/>
                </a:lnTo>
                <a:lnTo>
                  <a:pt x="154123" y="0"/>
                </a:lnTo>
                <a:lnTo>
                  <a:pt x="154123" y="148480"/>
                </a:lnTo>
                <a:lnTo>
                  <a:pt x="129371" y="148480"/>
                </a:lnTo>
                <a:lnTo>
                  <a:pt x="129371" y="33876"/>
                </a:lnTo>
                <a:lnTo>
                  <a:pt x="128955" y="33876"/>
                </a:lnTo>
                <a:lnTo>
                  <a:pt x="87773" y="148480"/>
                </a:lnTo>
                <a:lnTo>
                  <a:pt x="66347" y="148480"/>
                </a:lnTo>
                <a:lnTo>
                  <a:pt x="25165" y="33876"/>
                </a:lnTo>
                <a:lnTo>
                  <a:pt x="24749" y="33876"/>
                </a:lnTo>
                <a:lnTo>
                  <a:pt x="24749" y="148480"/>
                </a:lnTo>
                <a:lnTo>
                  <a:pt x="0" y="148480"/>
                </a:lnTo>
                <a:lnTo>
                  <a:pt x="0" y="0"/>
                </a:lnTo>
                <a:close/>
                <a:moveTo>
                  <a:pt x="185323" y="0"/>
                </a:moveTo>
                <a:lnTo>
                  <a:pt x="250841" y="0"/>
                </a:lnTo>
                <a:cubicBezTo>
                  <a:pt x="261380" y="0"/>
                  <a:pt x="269977" y="1523"/>
                  <a:pt x="276631" y="4570"/>
                </a:cubicBezTo>
                <a:cubicBezTo>
                  <a:pt x="283287" y="7617"/>
                  <a:pt x="288418" y="11425"/>
                  <a:pt x="292024" y="15996"/>
                </a:cubicBezTo>
                <a:cubicBezTo>
                  <a:pt x="295629" y="20566"/>
                  <a:pt x="298090" y="25552"/>
                  <a:pt x="299406" y="30953"/>
                </a:cubicBezTo>
                <a:cubicBezTo>
                  <a:pt x="300724" y="36353"/>
                  <a:pt x="301383" y="41338"/>
                  <a:pt x="301383" y="45908"/>
                </a:cubicBezTo>
                <a:cubicBezTo>
                  <a:pt x="301383" y="50478"/>
                  <a:pt x="300724" y="55429"/>
                  <a:pt x="299406" y="60761"/>
                </a:cubicBezTo>
                <a:cubicBezTo>
                  <a:pt x="298090" y="66093"/>
                  <a:pt x="295629" y="71044"/>
                  <a:pt x="292024" y="75614"/>
                </a:cubicBezTo>
                <a:cubicBezTo>
                  <a:pt x="288418" y="80184"/>
                  <a:pt x="283287" y="83959"/>
                  <a:pt x="276631" y="86938"/>
                </a:cubicBezTo>
                <a:cubicBezTo>
                  <a:pt x="269977" y="89915"/>
                  <a:pt x="261380" y="91404"/>
                  <a:pt x="250841" y="91404"/>
                </a:cubicBezTo>
                <a:lnTo>
                  <a:pt x="211322" y="91404"/>
                </a:lnTo>
                <a:lnTo>
                  <a:pt x="211322" y="148480"/>
                </a:lnTo>
                <a:lnTo>
                  <a:pt x="185323" y="148480"/>
                </a:lnTo>
                <a:lnTo>
                  <a:pt x="185323" y="0"/>
                </a:lnTo>
                <a:moveTo>
                  <a:pt x="211322" y="70279"/>
                </a:moveTo>
                <a:lnTo>
                  <a:pt x="249384" y="70279"/>
                </a:lnTo>
                <a:cubicBezTo>
                  <a:pt x="252296" y="70279"/>
                  <a:pt x="255277" y="69862"/>
                  <a:pt x="258328" y="69029"/>
                </a:cubicBezTo>
                <a:cubicBezTo>
                  <a:pt x="261379" y="68195"/>
                  <a:pt x="264187" y="66842"/>
                  <a:pt x="266751" y="64970"/>
                </a:cubicBezTo>
                <a:cubicBezTo>
                  <a:pt x="269318" y="63095"/>
                  <a:pt x="271397" y="60595"/>
                  <a:pt x="272991" y="57470"/>
                </a:cubicBezTo>
                <a:cubicBezTo>
                  <a:pt x="274586" y="54345"/>
                  <a:pt x="275384" y="50422"/>
                  <a:pt x="275384" y="45702"/>
                </a:cubicBezTo>
                <a:cubicBezTo>
                  <a:pt x="275384" y="40842"/>
                  <a:pt x="274690" y="36815"/>
                  <a:pt x="273302" y="33623"/>
                </a:cubicBezTo>
                <a:cubicBezTo>
                  <a:pt x="271916" y="30428"/>
                  <a:pt x="270044" y="27893"/>
                  <a:pt x="267687" y="26018"/>
                </a:cubicBezTo>
                <a:cubicBezTo>
                  <a:pt x="265330" y="24144"/>
                  <a:pt x="262626" y="22859"/>
                  <a:pt x="259575" y="22165"/>
                </a:cubicBezTo>
                <a:cubicBezTo>
                  <a:pt x="256526" y="21471"/>
                  <a:pt x="253268" y="21124"/>
                  <a:pt x="249800" y="21124"/>
                </a:cubicBezTo>
                <a:lnTo>
                  <a:pt x="211322" y="21124"/>
                </a:lnTo>
                <a:lnTo>
                  <a:pt x="211322" y="70279"/>
                </a:lnTo>
                <a:close/>
                <a:moveTo>
                  <a:pt x="324054" y="0"/>
                </a:moveTo>
                <a:lnTo>
                  <a:pt x="430962" y="0"/>
                </a:lnTo>
                <a:lnTo>
                  <a:pt x="430962" y="22546"/>
                </a:lnTo>
                <a:lnTo>
                  <a:pt x="350054" y="22546"/>
                </a:lnTo>
                <a:lnTo>
                  <a:pt x="350054" y="61342"/>
                </a:lnTo>
                <a:lnTo>
                  <a:pt x="424932" y="61342"/>
                </a:lnTo>
                <a:lnTo>
                  <a:pt x="424932" y="82466"/>
                </a:lnTo>
                <a:lnTo>
                  <a:pt x="350054" y="82466"/>
                </a:lnTo>
                <a:lnTo>
                  <a:pt x="350054" y="125934"/>
                </a:lnTo>
                <a:lnTo>
                  <a:pt x="432419" y="125934"/>
                </a:lnTo>
                <a:lnTo>
                  <a:pt x="432419" y="148480"/>
                </a:lnTo>
                <a:lnTo>
                  <a:pt x="324054" y="148480"/>
                </a:lnTo>
                <a:lnTo>
                  <a:pt x="32405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47B7F3-4024-46DC-8470-7DE45890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142" y="197985"/>
            <a:ext cx="2819998" cy="522463"/>
          </a:xfrm>
          <a:custGeom xmlns:a="http://schemas.openxmlformats.org/drawingml/2006/main">
            <a:pathLst>
              <a:path w="2819998" h="522463">
                <a:moveTo>
                  <a:pt x="0" y="522463"/>
                </a:moveTo>
                <a:lnTo>
                  <a:pt x="2819998" y="522463"/>
                </a:lnTo>
                <a:lnTo>
                  <a:pt x="2819998" y="0"/>
                </a:lnTo>
                <a:lnTo>
                  <a:pt x="0" y="0"/>
                </a:lnTo>
                <a:lnTo>
                  <a:pt x="0" y="5224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D8D297-E1F8-4E02-B4D4-A655858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142" y="197984"/>
            <a:ext cx="2819998" cy="522463"/>
          </a:xfrm>
          <a:custGeom xmlns:a="http://schemas.openxmlformats.org/drawingml/2006/main">
            <a:pathLst>
              <a:path w="2819998" h="522463" fill="none">
                <a:moveTo>
                  <a:pt x="0" y="0"/>
                </a:moveTo>
                <a:lnTo>
                  <a:pt x="2819998" y="0"/>
                </a:lnTo>
                <a:lnTo>
                  <a:pt x="2819998" y="522463"/>
                </a:lnTo>
                <a:lnTo>
                  <a:pt x="0" y="5224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88" name="Text BlindIPv4Hdr">
            <a:extLst xmlns:a="http://schemas.openxmlformats.org/drawingml/2006/main">
              <a:ext uri="{FF2B5EF4-FFF2-40B4-BE49-F238E27FC236}">
                <a16:creationId xmlns:a16="http://schemas.microsoft.com/office/drawing/2014/main" id="{9B1B1E93-C158-4EE1-9C04-F9B8FE6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986" y="392217"/>
            <a:ext cx="1391062" cy="151324"/>
          </a:xfrm>
          <a:custGeom xmlns:a="http://schemas.openxmlformats.org/drawingml/2006/main">
            <a:pathLst>
              <a:path w="1391062" h="151324">
                <a:moveTo>
                  <a:pt x="32655" y="60123"/>
                </a:moveTo>
                <a:lnTo>
                  <a:pt x="32655" y="25390"/>
                </a:lnTo>
                <a:lnTo>
                  <a:pt x="63230" y="25390"/>
                </a:lnTo>
                <a:cubicBezTo>
                  <a:pt x="66142" y="25390"/>
                  <a:pt x="68949" y="25633"/>
                  <a:pt x="71653" y="26120"/>
                </a:cubicBezTo>
                <a:cubicBezTo>
                  <a:pt x="74357" y="26604"/>
                  <a:pt x="76749" y="27471"/>
                  <a:pt x="78829" y="28719"/>
                </a:cubicBezTo>
                <a:cubicBezTo>
                  <a:pt x="80909" y="29965"/>
                  <a:pt x="82573" y="31698"/>
                  <a:pt x="83822" y="33918"/>
                </a:cubicBezTo>
                <a:cubicBezTo>
                  <a:pt x="85070" y="36135"/>
                  <a:pt x="85694" y="38978"/>
                  <a:pt x="85694" y="42446"/>
                </a:cubicBezTo>
                <a:cubicBezTo>
                  <a:pt x="85694" y="48685"/>
                  <a:pt x="83822" y="53192"/>
                  <a:pt x="80077" y="55966"/>
                </a:cubicBezTo>
                <a:cubicBezTo>
                  <a:pt x="76334" y="58737"/>
                  <a:pt x="71550" y="60123"/>
                  <a:pt x="65725" y="60123"/>
                </a:cubicBezTo>
                <a:lnTo>
                  <a:pt x="32655" y="60123"/>
                </a:lnTo>
                <a:moveTo>
                  <a:pt x="0" y="0"/>
                </a:moveTo>
                <a:lnTo>
                  <a:pt x="0" y="148480"/>
                </a:lnTo>
                <a:lnTo>
                  <a:pt x="71968" y="148480"/>
                </a:lnTo>
                <a:cubicBezTo>
                  <a:pt x="78622" y="148480"/>
                  <a:pt x="85104" y="147649"/>
                  <a:pt x="91413" y="145986"/>
                </a:cubicBezTo>
                <a:cubicBezTo>
                  <a:pt x="97723" y="144322"/>
                  <a:pt x="103338" y="141760"/>
                  <a:pt x="108259" y="138299"/>
                </a:cubicBezTo>
                <a:cubicBezTo>
                  <a:pt x="113183" y="134835"/>
                  <a:pt x="117100" y="130368"/>
                  <a:pt x="120012" y="124896"/>
                </a:cubicBezTo>
                <a:cubicBezTo>
                  <a:pt x="122925" y="119422"/>
                  <a:pt x="124382" y="112945"/>
                  <a:pt x="124382" y="105463"/>
                </a:cubicBezTo>
                <a:cubicBezTo>
                  <a:pt x="124382" y="96181"/>
                  <a:pt x="122129" y="88250"/>
                  <a:pt x="117622" y="81670"/>
                </a:cubicBezTo>
                <a:cubicBezTo>
                  <a:pt x="113115" y="75087"/>
                  <a:pt x="106285" y="70480"/>
                  <a:pt x="97132" y="67848"/>
                </a:cubicBezTo>
                <a:cubicBezTo>
                  <a:pt x="103789" y="64657"/>
                  <a:pt x="108815" y="60564"/>
                  <a:pt x="112211" y="55569"/>
                </a:cubicBezTo>
                <a:cubicBezTo>
                  <a:pt x="115609" y="50573"/>
                  <a:pt x="117308" y="44330"/>
                  <a:pt x="117308" y="36838"/>
                </a:cubicBezTo>
                <a:cubicBezTo>
                  <a:pt x="117308" y="29900"/>
                  <a:pt x="116163" y="24073"/>
                  <a:pt x="113874" y="19357"/>
                </a:cubicBezTo>
                <a:cubicBezTo>
                  <a:pt x="111586" y="14638"/>
                  <a:pt x="108363" y="10857"/>
                  <a:pt x="104203" y="8014"/>
                </a:cubicBezTo>
                <a:cubicBezTo>
                  <a:pt x="100044" y="5168"/>
                  <a:pt x="95051" y="3121"/>
                  <a:pt x="89226" y="1873"/>
                </a:cubicBezTo>
                <a:cubicBezTo>
                  <a:pt x="83404" y="624"/>
                  <a:pt x="76957" y="0"/>
                  <a:pt x="69886" y="0"/>
                </a:cubicBezTo>
                <a:lnTo>
                  <a:pt x="0" y="0"/>
                </a:lnTo>
                <a:moveTo>
                  <a:pt x="32655" y="123090"/>
                </a:moveTo>
                <a:lnTo>
                  <a:pt x="32655" y="82466"/>
                </a:lnTo>
                <a:lnTo>
                  <a:pt x="68223" y="82466"/>
                </a:lnTo>
                <a:cubicBezTo>
                  <a:pt x="75294" y="82466"/>
                  <a:pt x="80978" y="84090"/>
                  <a:pt x="85275" y="87338"/>
                </a:cubicBezTo>
                <a:cubicBezTo>
                  <a:pt x="89574" y="90584"/>
                  <a:pt x="91724" y="96007"/>
                  <a:pt x="91724" y="103607"/>
                </a:cubicBezTo>
                <a:cubicBezTo>
                  <a:pt x="91724" y="107476"/>
                  <a:pt x="91065" y="110655"/>
                  <a:pt x="89747" y="113144"/>
                </a:cubicBezTo>
                <a:cubicBezTo>
                  <a:pt x="88431" y="115630"/>
                  <a:pt x="86663" y="117599"/>
                  <a:pt x="84444" y="119050"/>
                </a:cubicBezTo>
                <a:cubicBezTo>
                  <a:pt x="82226" y="120499"/>
                  <a:pt x="79661" y="121535"/>
                  <a:pt x="76747" y="122157"/>
                </a:cubicBezTo>
                <a:cubicBezTo>
                  <a:pt x="73836" y="122779"/>
                  <a:pt x="70786" y="123090"/>
                  <a:pt x="67597" y="123090"/>
                </a:cubicBezTo>
                <a:lnTo>
                  <a:pt x="32655" y="123090"/>
                </a:lnTo>
                <a:close/>
                <a:moveTo>
                  <a:pt x="144139" y="0"/>
                </a:moveTo>
                <a:lnTo>
                  <a:pt x="144139" y="148480"/>
                </a:lnTo>
                <a:lnTo>
                  <a:pt x="173674" y="148480"/>
                </a:lnTo>
                <a:lnTo>
                  <a:pt x="173674" y="0"/>
                </a:lnTo>
                <a:lnTo>
                  <a:pt x="144139" y="0"/>
                </a:lnTo>
                <a:close/>
                <a:moveTo>
                  <a:pt x="227337" y="24374"/>
                </a:moveTo>
                <a:lnTo>
                  <a:pt x="227337" y="0"/>
                </a:lnTo>
                <a:lnTo>
                  <a:pt x="197802" y="0"/>
                </a:lnTo>
                <a:lnTo>
                  <a:pt x="197802" y="24374"/>
                </a:lnTo>
                <a:lnTo>
                  <a:pt x="227337" y="24374"/>
                </a:lnTo>
                <a:moveTo>
                  <a:pt x="197802" y="40948"/>
                </a:moveTo>
                <a:lnTo>
                  <a:pt x="197802" y="148480"/>
                </a:lnTo>
                <a:lnTo>
                  <a:pt x="227337" y="148480"/>
                </a:lnTo>
                <a:lnTo>
                  <a:pt x="227337" y="40948"/>
                </a:lnTo>
                <a:lnTo>
                  <a:pt x="197802" y="40948"/>
                </a:lnTo>
                <a:close/>
                <a:moveTo>
                  <a:pt x="250633" y="40944"/>
                </a:moveTo>
                <a:lnTo>
                  <a:pt x="250633" y="148480"/>
                </a:lnTo>
                <a:lnTo>
                  <a:pt x="280167" y="148480"/>
                </a:lnTo>
                <a:lnTo>
                  <a:pt x="280167" y="92121"/>
                </a:lnTo>
                <a:cubicBezTo>
                  <a:pt x="280167" y="81167"/>
                  <a:pt x="281970" y="73300"/>
                  <a:pt x="285575" y="68518"/>
                </a:cubicBezTo>
                <a:cubicBezTo>
                  <a:pt x="289181" y="63734"/>
                  <a:pt x="295005" y="61342"/>
                  <a:pt x="303047" y="61342"/>
                </a:cubicBezTo>
                <a:cubicBezTo>
                  <a:pt x="310120" y="61342"/>
                  <a:pt x="315042" y="63526"/>
                  <a:pt x="317814" y="67893"/>
                </a:cubicBezTo>
                <a:cubicBezTo>
                  <a:pt x="320588" y="72260"/>
                  <a:pt x="321975" y="78880"/>
                  <a:pt x="321975" y="87754"/>
                </a:cubicBezTo>
                <a:lnTo>
                  <a:pt x="321975" y="148480"/>
                </a:lnTo>
                <a:lnTo>
                  <a:pt x="351510" y="148480"/>
                </a:lnTo>
                <a:lnTo>
                  <a:pt x="351510" y="82308"/>
                </a:lnTo>
                <a:cubicBezTo>
                  <a:pt x="351510" y="75649"/>
                  <a:pt x="350920" y="69580"/>
                  <a:pt x="349742" y="64100"/>
                </a:cubicBezTo>
                <a:cubicBezTo>
                  <a:pt x="348563" y="58620"/>
                  <a:pt x="346517" y="53973"/>
                  <a:pt x="343604" y="50158"/>
                </a:cubicBezTo>
                <a:cubicBezTo>
                  <a:pt x="340693" y="46343"/>
                  <a:pt x="336706" y="43361"/>
                  <a:pt x="331645" y="41211"/>
                </a:cubicBezTo>
                <a:cubicBezTo>
                  <a:pt x="326584" y="39059"/>
                  <a:pt x="320101" y="37983"/>
                  <a:pt x="312197" y="37983"/>
                </a:cubicBezTo>
                <a:cubicBezTo>
                  <a:pt x="305957" y="37983"/>
                  <a:pt x="299856" y="39408"/>
                  <a:pt x="293894" y="42258"/>
                </a:cubicBezTo>
                <a:cubicBezTo>
                  <a:pt x="287931" y="45108"/>
                  <a:pt x="283079" y="49662"/>
                  <a:pt x="279336" y="55918"/>
                </a:cubicBezTo>
                <a:lnTo>
                  <a:pt x="278711" y="55918"/>
                </a:lnTo>
                <a:lnTo>
                  <a:pt x="278711" y="40944"/>
                </a:lnTo>
                <a:lnTo>
                  <a:pt x="250633" y="40944"/>
                </a:lnTo>
                <a:close/>
                <a:moveTo>
                  <a:pt x="450308" y="94444"/>
                </a:moveTo>
                <a:cubicBezTo>
                  <a:pt x="450308" y="98881"/>
                  <a:pt x="449892" y="103180"/>
                  <a:pt x="449060" y="107342"/>
                </a:cubicBezTo>
                <a:cubicBezTo>
                  <a:pt x="448229" y="111502"/>
                  <a:pt x="446842" y="115212"/>
                  <a:pt x="444900" y="118472"/>
                </a:cubicBezTo>
                <a:cubicBezTo>
                  <a:pt x="442957" y="121731"/>
                  <a:pt x="440357" y="124331"/>
                  <a:pt x="437099" y="126273"/>
                </a:cubicBezTo>
                <a:cubicBezTo>
                  <a:pt x="433840" y="128214"/>
                  <a:pt x="429784" y="129184"/>
                  <a:pt x="424931" y="129184"/>
                </a:cubicBezTo>
                <a:cubicBezTo>
                  <a:pt x="420356" y="129184"/>
                  <a:pt x="416439" y="128179"/>
                  <a:pt x="413178" y="126169"/>
                </a:cubicBezTo>
                <a:cubicBezTo>
                  <a:pt x="409920" y="124157"/>
                  <a:pt x="407216" y="121521"/>
                  <a:pt x="405066" y="118263"/>
                </a:cubicBezTo>
                <a:cubicBezTo>
                  <a:pt x="402919" y="115002"/>
                  <a:pt x="401359" y="111292"/>
                  <a:pt x="400388" y="107133"/>
                </a:cubicBezTo>
                <a:cubicBezTo>
                  <a:pt x="399417" y="102973"/>
                  <a:pt x="398931" y="98812"/>
                  <a:pt x="398931" y="94650"/>
                </a:cubicBezTo>
                <a:cubicBezTo>
                  <a:pt x="398931" y="90213"/>
                  <a:pt x="399382" y="85949"/>
                  <a:pt x="400283" y="81857"/>
                </a:cubicBezTo>
                <a:cubicBezTo>
                  <a:pt x="401185" y="77765"/>
                  <a:pt x="402640" y="74125"/>
                  <a:pt x="404650" y="70936"/>
                </a:cubicBezTo>
                <a:cubicBezTo>
                  <a:pt x="406663" y="67746"/>
                  <a:pt x="409332" y="65180"/>
                  <a:pt x="412658" y="63240"/>
                </a:cubicBezTo>
                <a:cubicBezTo>
                  <a:pt x="415986" y="61298"/>
                  <a:pt x="420077" y="60326"/>
                  <a:pt x="424931" y="60326"/>
                </a:cubicBezTo>
                <a:cubicBezTo>
                  <a:pt x="429784" y="60326"/>
                  <a:pt x="433805" y="61298"/>
                  <a:pt x="436994" y="63240"/>
                </a:cubicBezTo>
                <a:cubicBezTo>
                  <a:pt x="440185" y="65180"/>
                  <a:pt x="442785" y="67711"/>
                  <a:pt x="444795" y="70831"/>
                </a:cubicBezTo>
                <a:cubicBezTo>
                  <a:pt x="446807" y="73952"/>
                  <a:pt x="448229" y="77559"/>
                  <a:pt x="449060" y="81651"/>
                </a:cubicBezTo>
                <a:cubicBezTo>
                  <a:pt x="449892" y="85741"/>
                  <a:pt x="450308" y="90005"/>
                  <a:pt x="450308" y="94444"/>
                </a:cubicBezTo>
                <a:moveTo>
                  <a:pt x="450724" y="134881"/>
                </a:moveTo>
                <a:lnTo>
                  <a:pt x="450724" y="148617"/>
                </a:lnTo>
                <a:lnTo>
                  <a:pt x="478802" y="148617"/>
                </a:lnTo>
                <a:lnTo>
                  <a:pt x="478802" y="0"/>
                </a:lnTo>
                <a:lnTo>
                  <a:pt x="449267" y="0"/>
                </a:lnTo>
                <a:lnTo>
                  <a:pt x="449267" y="54061"/>
                </a:lnTo>
                <a:lnTo>
                  <a:pt x="448851" y="54061"/>
                </a:lnTo>
                <a:cubicBezTo>
                  <a:pt x="445523" y="48772"/>
                  <a:pt x="440981" y="44770"/>
                  <a:pt x="435226" y="42055"/>
                </a:cubicBezTo>
                <a:cubicBezTo>
                  <a:pt x="429473" y="39341"/>
                  <a:pt x="423407" y="37983"/>
                  <a:pt x="417028" y="37983"/>
                </a:cubicBezTo>
                <a:cubicBezTo>
                  <a:pt x="409123" y="37983"/>
                  <a:pt x="402190" y="39546"/>
                  <a:pt x="396227" y="42671"/>
                </a:cubicBezTo>
                <a:cubicBezTo>
                  <a:pt x="390265" y="45796"/>
                  <a:pt x="385308" y="49928"/>
                  <a:pt x="381355" y="55068"/>
                </a:cubicBezTo>
                <a:cubicBezTo>
                  <a:pt x="377405" y="60207"/>
                  <a:pt x="374424" y="66145"/>
                  <a:pt x="372412" y="72882"/>
                </a:cubicBezTo>
                <a:cubicBezTo>
                  <a:pt x="370402" y="79618"/>
                  <a:pt x="369397" y="86598"/>
                  <a:pt x="369397" y="93819"/>
                </a:cubicBezTo>
                <a:cubicBezTo>
                  <a:pt x="369397" y="101319"/>
                  <a:pt x="370402" y="108543"/>
                  <a:pt x="372412" y="115489"/>
                </a:cubicBezTo>
                <a:cubicBezTo>
                  <a:pt x="374424" y="122433"/>
                  <a:pt x="377405" y="128580"/>
                  <a:pt x="381355" y="133929"/>
                </a:cubicBezTo>
                <a:cubicBezTo>
                  <a:pt x="385308" y="139275"/>
                  <a:pt x="390334" y="143511"/>
                  <a:pt x="396434" y="146636"/>
                </a:cubicBezTo>
                <a:cubicBezTo>
                  <a:pt x="402536" y="149761"/>
                  <a:pt x="409609" y="151324"/>
                  <a:pt x="417653" y="151324"/>
                </a:cubicBezTo>
                <a:cubicBezTo>
                  <a:pt x="424724" y="151324"/>
                  <a:pt x="431068" y="150041"/>
                  <a:pt x="436683" y="147474"/>
                </a:cubicBezTo>
                <a:cubicBezTo>
                  <a:pt x="442300" y="144905"/>
                  <a:pt x="446842" y="140708"/>
                  <a:pt x="450308" y="134881"/>
                </a:cubicBezTo>
                <a:lnTo>
                  <a:pt x="450724" y="134881"/>
                </a:lnTo>
                <a:close/>
                <a:moveTo>
                  <a:pt x="562000" y="0"/>
                </a:moveTo>
                <a:lnTo>
                  <a:pt x="562000" y="148480"/>
                </a:lnTo>
                <a:lnTo>
                  <a:pt x="594654" y="148480"/>
                </a:lnTo>
                <a:lnTo>
                  <a:pt x="594654" y="0"/>
                </a:lnTo>
                <a:lnTo>
                  <a:pt x="562000" y="0"/>
                </a:lnTo>
                <a:close/>
                <a:moveTo>
                  <a:pt x="656012" y="69873"/>
                </a:moveTo>
                <a:lnTo>
                  <a:pt x="656012" y="25390"/>
                </a:lnTo>
                <a:lnTo>
                  <a:pt x="681386" y="25390"/>
                </a:lnTo>
                <a:cubicBezTo>
                  <a:pt x="685131" y="25390"/>
                  <a:pt x="688737" y="25667"/>
                  <a:pt x="692202" y="26221"/>
                </a:cubicBezTo>
                <a:cubicBezTo>
                  <a:pt x="695668" y="26776"/>
                  <a:pt x="698718" y="27850"/>
                  <a:pt x="701352" y="29443"/>
                </a:cubicBezTo>
                <a:cubicBezTo>
                  <a:pt x="703989" y="31036"/>
                  <a:pt x="706103" y="33288"/>
                  <a:pt x="707696" y="36200"/>
                </a:cubicBezTo>
                <a:cubicBezTo>
                  <a:pt x="709292" y="39109"/>
                  <a:pt x="710089" y="42919"/>
                  <a:pt x="710089" y="47631"/>
                </a:cubicBezTo>
                <a:cubicBezTo>
                  <a:pt x="710089" y="52343"/>
                  <a:pt x="709292" y="56155"/>
                  <a:pt x="707696" y="59066"/>
                </a:cubicBezTo>
                <a:cubicBezTo>
                  <a:pt x="706103" y="61976"/>
                  <a:pt x="703989" y="64227"/>
                  <a:pt x="701352" y="65820"/>
                </a:cubicBezTo>
                <a:cubicBezTo>
                  <a:pt x="698718" y="67413"/>
                  <a:pt x="695668" y="68487"/>
                  <a:pt x="692202" y="69041"/>
                </a:cubicBezTo>
                <a:cubicBezTo>
                  <a:pt x="688737" y="69596"/>
                  <a:pt x="685131" y="69873"/>
                  <a:pt x="681386" y="69873"/>
                </a:cubicBezTo>
                <a:lnTo>
                  <a:pt x="656012" y="69873"/>
                </a:lnTo>
                <a:moveTo>
                  <a:pt x="623358" y="0"/>
                </a:moveTo>
                <a:lnTo>
                  <a:pt x="623358" y="148480"/>
                </a:lnTo>
                <a:lnTo>
                  <a:pt x="656012" y="148480"/>
                </a:lnTo>
                <a:lnTo>
                  <a:pt x="656012" y="95263"/>
                </a:lnTo>
                <a:lnTo>
                  <a:pt x="690333" y="95263"/>
                </a:lnTo>
                <a:cubicBezTo>
                  <a:pt x="699621" y="95263"/>
                  <a:pt x="707524" y="93911"/>
                  <a:pt x="714041" y="91207"/>
                </a:cubicBezTo>
                <a:cubicBezTo>
                  <a:pt x="720560" y="88503"/>
                  <a:pt x="725864" y="84932"/>
                  <a:pt x="729954" y="80495"/>
                </a:cubicBezTo>
                <a:cubicBezTo>
                  <a:pt x="734046" y="76059"/>
                  <a:pt x="737027" y="70963"/>
                  <a:pt x="738898" y="65208"/>
                </a:cubicBezTo>
                <a:cubicBezTo>
                  <a:pt x="740770" y="59453"/>
                  <a:pt x="741706" y="53594"/>
                  <a:pt x="741706" y="47631"/>
                </a:cubicBezTo>
                <a:cubicBezTo>
                  <a:pt x="741706" y="41529"/>
                  <a:pt x="740770" y="35636"/>
                  <a:pt x="738898" y="29951"/>
                </a:cubicBezTo>
                <a:cubicBezTo>
                  <a:pt x="737027" y="24265"/>
                  <a:pt x="734046" y="19204"/>
                  <a:pt x="729954" y="14767"/>
                </a:cubicBezTo>
                <a:cubicBezTo>
                  <a:pt x="725864" y="10331"/>
                  <a:pt x="720561" y="6760"/>
                  <a:pt x="714044" y="4056"/>
                </a:cubicBezTo>
                <a:cubicBezTo>
                  <a:pt x="707527" y="1352"/>
                  <a:pt x="699624" y="0"/>
                  <a:pt x="690333" y="0"/>
                </a:cubicBezTo>
                <a:lnTo>
                  <a:pt x="623358" y="0"/>
                </a:lnTo>
                <a:close/>
                <a:moveTo>
                  <a:pt x="818455" y="148480"/>
                </a:moveTo>
                <a:lnTo>
                  <a:pt x="854855" y="41030"/>
                </a:lnTo>
                <a:lnTo>
                  <a:pt x="825526" y="41030"/>
                </a:lnTo>
                <a:lnTo>
                  <a:pt x="802856" y="114394"/>
                </a:lnTo>
                <a:lnTo>
                  <a:pt x="802440" y="114394"/>
                </a:lnTo>
                <a:lnTo>
                  <a:pt x="779770" y="41030"/>
                </a:lnTo>
                <a:lnTo>
                  <a:pt x="748779" y="41030"/>
                </a:lnTo>
                <a:lnTo>
                  <a:pt x="785594" y="148480"/>
                </a:lnTo>
                <a:lnTo>
                  <a:pt x="818455" y="148480"/>
                </a:lnTo>
                <a:close/>
                <a:moveTo>
                  <a:pt x="920789" y="39846"/>
                </a:moveTo>
                <a:lnTo>
                  <a:pt x="920789" y="90388"/>
                </a:lnTo>
                <a:lnTo>
                  <a:pt x="882520" y="90388"/>
                </a:lnTo>
                <a:lnTo>
                  <a:pt x="920166" y="39846"/>
                </a:lnTo>
                <a:lnTo>
                  <a:pt x="920789" y="39846"/>
                </a:lnTo>
                <a:moveTo>
                  <a:pt x="920789" y="114762"/>
                </a:moveTo>
                <a:lnTo>
                  <a:pt x="920789" y="148480"/>
                </a:lnTo>
                <a:lnTo>
                  <a:pt x="948870" y="148480"/>
                </a:lnTo>
                <a:lnTo>
                  <a:pt x="948870" y="114762"/>
                </a:lnTo>
                <a:lnTo>
                  <a:pt x="968210" y="114762"/>
                </a:lnTo>
                <a:lnTo>
                  <a:pt x="968210" y="90388"/>
                </a:lnTo>
                <a:lnTo>
                  <a:pt x="948870" y="90388"/>
                </a:lnTo>
                <a:lnTo>
                  <a:pt x="948870" y="2844"/>
                </a:lnTo>
                <a:lnTo>
                  <a:pt x="922452" y="2844"/>
                </a:lnTo>
                <a:lnTo>
                  <a:pt x="859224" y="87719"/>
                </a:lnTo>
                <a:lnTo>
                  <a:pt x="859224" y="114762"/>
                </a:lnTo>
                <a:lnTo>
                  <a:pt x="920789" y="114762"/>
                </a:lnTo>
                <a:close/>
                <a:moveTo>
                  <a:pt x="1043714" y="0"/>
                </a:moveTo>
                <a:lnTo>
                  <a:pt x="1043714" y="148480"/>
                </a:lnTo>
                <a:lnTo>
                  <a:pt x="1076368" y="148480"/>
                </a:lnTo>
                <a:lnTo>
                  <a:pt x="1076368" y="84498"/>
                </a:lnTo>
                <a:lnTo>
                  <a:pt x="1136479" y="84498"/>
                </a:lnTo>
                <a:lnTo>
                  <a:pt x="1136479" y="148480"/>
                </a:lnTo>
                <a:lnTo>
                  <a:pt x="1169134" y="148480"/>
                </a:lnTo>
                <a:lnTo>
                  <a:pt x="1169134" y="0"/>
                </a:lnTo>
                <a:lnTo>
                  <a:pt x="1136479" y="0"/>
                </a:lnTo>
                <a:lnTo>
                  <a:pt x="1136479" y="57076"/>
                </a:lnTo>
                <a:lnTo>
                  <a:pt x="1076368" y="57076"/>
                </a:lnTo>
                <a:lnTo>
                  <a:pt x="1076368" y="0"/>
                </a:lnTo>
                <a:lnTo>
                  <a:pt x="1043714" y="0"/>
                </a:lnTo>
                <a:close/>
                <a:moveTo>
                  <a:pt x="1271052" y="94444"/>
                </a:moveTo>
                <a:cubicBezTo>
                  <a:pt x="1271052" y="98881"/>
                  <a:pt x="1270636" y="103180"/>
                  <a:pt x="1269805" y="107342"/>
                </a:cubicBezTo>
                <a:cubicBezTo>
                  <a:pt x="1268973" y="111502"/>
                  <a:pt x="1267586" y="115212"/>
                  <a:pt x="1265644" y="118472"/>
                </a:cubicBezTo>
                <a:cubicBezTo>
                  <a:pt x="1263702" y="121731"/>
                  <a:pt x="1261101" y="124331"/>
                  <a:pt x="1257843" y="126273"/>
                </a:cubicBezTo>
                <a:cubicBezTo>
                  <a:pt x="1254585" y="128214"/>
                  <a:pt x="1250529" y="129184"/>
                  <a:pt x="1245675" y="129184"/>
                </a:cubicBezTo>
                <a:cubicBezTo>
                  <a:pt x="1241100" y="129184"/>
                  <a:pt x="1237183" y="128179"/>
                  <a:pt x="1233923" y="126169"/>
                </a:cubicBezTo>
                <a:cubicBezTo>
                  <a:pt x="1230664" y="124157"/>
                  <a:pt x="1227960" y="121521"/>
                  <a:pt x="1225810" y="118263"/>
                </a:cubicBezTo>
                <a:cubicBezTo>
                  <a:pt x="1223663" y="115002"/>
                  <a:pt x="1222104" y="111292"/>
                  <a:pt x="1221132" y="107133"/>
                </a:cubicBezTo>
                <a:cubicBezTo>
                  <a:pt x="1220161" y="102973"/>
                  <a:pt x="1219676" y="98812"/>
                  <a:pt x="1219676" y="94650"/>
                </a:cubicBezTo>
                <a:cubicBezTo>
                  <a:pt x="1219676" y="90213"/>
                  <a:pt x="1220126" y="85949"/>
                  <a:pt x="1221028" y="81857"/>
                </a:cubicBezTo>
                <a:cubicBezTo>
                  <a:pt x="1221929" y="77765"/>
                  <a:pt x="1223385" y="74125"/>
                  <a:pt x="1225395" y="70936"/>
                </a:cubicBezTo>
                <a:cubicBezTo>
                  <a:pt x="1227407" y="67746"/>
                  <a:pt x="1230076" y="65180"/>
                  <a:pt x="1233402" y="63240"/>
                </a:cubicBezTo>
                <a:cubicBezTo>
                  <a:pt x="1236730" y="61298"/>
                  <a:pt x="1240821" y="60326"/>
                  <a:pt x="1245675" y="60326"/>
                </a:cubicBezTo>
                <a:cubicBezTo>
                  <a:pt x="1250529" y="60326"/>
                  <a:pt x="1254550" y="61298"/>
                  <a:pt x="1257738" y="63240"/>
                </a:cubicBezTo>
                <a:cubicBezTo>
                  <a:pt x="1260929" y="65180"/>
                  <a:pt x="1263529" y="67711"/>
                  <a:pt x="1265539" y="70831"/>
                </a:cubicBezTo>
                <a:cubicBezTo>
                  <a:pt x="1267551" y="73952"/>
                  <a:pt x="1268973" y="77559"/>
                  <a:pt x="1269805" y="81651"/>
                </a:cubicBezTo>
                <a:cubicBezTo>
                  <a:pt x="1270636" y="85741"/>
                  <a:pt x="1271052" y="90005"/>
                  <a:pt x="1271052" y="94444"/>
                </a:cubicBezTo>
                <a:moveTo>
                  <a:pt x="1271468" y="134881"/>
                </a:moveTo>
                <a:lnTo>
                  <a:pt x="1271468" y="148617"/>
                </a:lnTo>
                <a:lnTo>
                  <a:pt x="1299546" y="148617"/>
                </a:lnTo>
                <a:lnTo>
                  <a:pt x="1299546" y="0"/>
                </a:lnTo>
                <a:lnTo>
                  <a:pt x="1270011" y="0"/>
                </a:lnTo>
                <a:lnTo>
                  <a:pt x="1270011" y="54061"/>
                </a:lnTo>
                <a:lnTo>
                  <a:pt x="1269595" y="54061"/>
                </a:lnTo>
                <a:cubicBezTo>
                  <a:pt x="1266267" y="48772"/>
                  <a:pt x="1261726" y="44770"/>
                  <a:pt x="1255970" y="42055"/>
                </a:cubicBezTo>
                <a:cubicBezTo>
                  <a:pt x="1250218" y="39341"/>
                  <a:pt x="1244151" y="37983"/>
                  <a:pt x="1237772" y="37983"/>
                </a:cubicBezTo>
                <a:cubicBezTo>
                  <a:pt x="1229868" y="37983"/>
                  <a:pt x="1222934" y="39546"/>
                  <a:pt x="1216972" y="42671"/>
                </a:cubicBezTo>
                <a:cubicBezTo>
                  <a:pt x="1211009" y="45796"/>
                  <a:pt x="1206052" y="49928"/>
                  <a:pt x="1202099" y="55068"/>
                </a:cubicBezTo>
                <a:cubicBezTo>
                  <a:pt x="1198149" y="60207"/>
                  <a:pt x="1195168" y="66145"/>
                  <a:pt x="1193156" y="72882"/>
                </a:cubicBezTo>
                <a:cubicBezTo>
                  <a:pt x="1191146" y="79618"/>
                  <a:pt x="1190141" y="86598"/>
                  <a:pt x="1190141" y="93819"/>
                </a:cubicBezTo>
                <a:cubicBezTo>
                  <a:pt x="1190141" y="101319"/>
                  <a:pt x="1191146" y="108543"/>
                  <a:pt x="1193156" y="115489"/>
                </a:cubicBezTo>
                <a:cubicBezTo>
                  <a:pt x="1195168" y="122433"/>
                  <a:pt x="1198149" y="128580"/>
                  <a:pt x="1202099" y="133929"/>
                </a:cubicBezTo>
                <a:cubicBezTo>
                  <a:pt x="1206052" y="139275"/>
                  <a:pt x="1211078" y="143511"/>
                  <a:pt x="1217178" y="146636"/>
                </a:cubicBezTo>
                <a:cubicBezTo>
                  <a:pt x="1223280" y="149761"/>
                  <a:pt x="1230353" y="151324"/>
                  <a:pt x="1238397" y="151324"/>
                </a:cubicBezTo>
                <a:cubicBezTo>
                  <a:pt x="1245469" y="151324"/>
                  <a:pt x="1251812" y="150041"/>
                  <a:pt x="1257427" y="147474"/>
                </a:cubicBezTo>
                <a:cubicBezTo>
                  <a:pt x="1263045" y="144905"/>
                  <a:pt x="1267586" y="140708"/>
                  <a:pt x="1271052" y="134881"/>
                </a:cubicBezTo>
                <a:lnTo>
                  <a:pt x="1271468" y="134881"/>
                </a:lnTo>
                <a:close/>
                <a:moveTo>
                  <a:pt x="1321802" y="40868"/>
                </a:moveTo>
                <a:lnTo>
                  <a:pt x="1321802" y="148480"/>
                </a:lnTo>
                <a:lnTo>
                  <a:pt x="1351336" y="148480"/>
                </a:lnTo>
                <a:lnTo>
                  <a:pt x="1351336" y="99966"/>
                </a:lnTo>
                <a:cubicBezTo>
                  <a:pt x="1351336" y="95108"/>
                  <a:pt x="1351822" y="90597"/>
                  <a:pt x="1352793" y="86434"/>
                </a:cubicBezTo>
                <a:cubicBezTo>
                  <a:pt x="1353764" y="82270"/>
                  <a:pt x="1355393" y="78626"/>
                  <a:pt x="1357681" y="75503"/>
                </a:cubicBezTo>
                <a:cubicBezTo>
                  <a:pt x="1359968" y="72380"/>
                  <a:pt x="1362983" y="69916"/>
                  <a:pt x="1366726" y="68112"/>
                </a:cubicBezTo>
                <a:cubicBezTo>
                  <a:pt x="1370471" y="66307"/>
                  <a:pt x="1375047" y="65404"/>
                  <a:pt x="1380455" y="65404"/>
                </a:cubicBezTo>
                <a:cubicBezTo>
                  <a:pt x="1382258" y="65404"/>
                  <a:pt x="1384129" y="65509"/>
                  <a:pt x="1386070" y="65719"/>
                </a:cubicBezTo>
                <a:cubicBezTo>
                  <a:pt x="1388012" y="65926"/>
                  <a:pt x="1389676" y="66168"/>
                  <a:pt x="1391062" y="66445"/>
                </a:cubicBezTo>
                <a:lnTo>
                  <a:pt x="1391062" y="39021"/>
                </a:lnTo>
                <a:cubicBezTo>
                  <a:pt x="1388705" y="38329"/>
                  <a:pt x="1386556" y="37983"/>
                  <a:pt x="1384616" y="37983"/>
                </a:cubicBezTo>
                <a:cubicBezTo>
                  <a:pt x="1380871" y="37983"/>
                  <a:pt x="1377266" y="38538"/>
                  <a:pt x="1373800" y="39646"/>
                </a:cubicBezTo>
                <a:cubicBezTo>
                  <a:pt x="1370334" y="40753"/>
                  <a:pt x="1367076" y="42310"/>
                  <a:pt x="1364025" y="44318"/>
                </a:cubicBezTo>
                <a:cubicBezTo>
                  <a:pt x="1360974" y="46326"/>
                  <a:pt x="1358270" y="48750"/>
                  <a:pt x="1355913" y="51589"/>
                </a:cubicBezTo>
                <a:cubicBezTo>
                  <a:pt x="1353556" y="54429"/>
                  <a:pt x="1351683" y="57510"/>
                  <a:pt x="1350295" y="60834"/>
                </a:cubicBezTo>
                <a:lnTo>
                  <a:pt x="1349880" y="60834"/>
                </a:lnTo>
                <a:lnTo>
                  <a:pt x="1349880" y="40868"/>
                </a:lnTo>
                <a:lnTo>
                  <a:pt x="1321802" y="408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.Extraction">
            <a:extLst xmlns:a="http://schemas.openxmlformats.org/drawingml/2006/main">
              <a:ext uri="{FF2B5EF4-FFF2-40B4-BE49-F238E27FC236}">
                <a16:creationId xmlns:a16="http://schemas.microsoft.com/office/drawing/2014/main" id="{8EADC4F8-90D3-4FD6-AFB9-30B0F8C4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5809" y="392217"/>
            <a:ext cx="1108609" cy="151324"/>
          </a:xfrm>
          <a:custGeom xmlns:a="http://schemas.openxmlformats.org/drawingml/2006/main">
            <a:pathLst>
              <a:path w="1108609" h="151324">
                <a:moveTo>
                  <a:pt x="0" y="116387"/>
                </a:moveTo>
                <a:lnTo>
                  <a:pt x="0" y="148480"/>
                </a:lnTo>
                <a:lnTo>
                  <a:pt x="32655" y="148480"/>
                </a:lnTo>
                <a:lnTo>
                  <a:pt x="32655" y="116387"/>
                </a:lnTo>
                <a:lnTo>
                  <a:pt x="0" y="116387"/>
                </a:lnTo>
                <a:close/>
                <a:moveTo>
                  <a:pt x="117517" y="0"/>
                </a:moveTo>
                <a:lnTo>
                  <a:pt x="117517" y="148480"/>
                </a:lnTo>
                <a:lnTo>
                  <a:pt x="230248" y="148480"/>
                </a:lnTo>
                <a:lnTo>
                  <a:pt x="230248" y="121059"/>
                </a:lnTo>
                <a:lnTo>
                  <a:pt x="150172" y="121059"/>
                </a:lnTo>
                <a:lnTo>
                  <a:pt x="150172" y="84701"/>
                </a:lnTo>
                <a:lnTo>
                  <a:pt x="222139" y="84701"/>
                </a:lnTo>
                <a:lnTo>
                  <a:pt x="222139" y="59311"/>
                </a:lnTo>
                <a:lnTo>
                  <a:pt x="150172" y="59311"/>
                </a:lnTo>
                <a:lnTo>
                  <a:pt x="150172" y="27421"/>
                </a:lnTo>
                <a:lnTo>
                  <a:pt x="228585" y="27421"/>
                </a:lnTo>
                <a:lnTo>
                  <a:pt x="228585" y="0"/>
                </a:lnTo>
                <a:lnTo>
                  <a:pt x="117517" y="0"/>
                </a:lnTo>
                <a:close/>
                <a:moveTo>
                  <a:pt x="276633" y="91949"/>
                </a:moveTo>
                <a:lnTo>
                  <a:pt x="237945" y="148480"/>
                </a:lnTo>
                <a:lnTo>
                  <a:pt x="271016" y="148480"/>
                </a:lnTo>
                <a:lnTo>
                  <a:pt x="293479" y="114604"/>
                </a:lnTo>
                <a:lnTo>
                  <a:pt x="315943" y="148480"/>
                </a:lnTo>
                <a:lnTo>
                  <a:pt x="349639" y="148480"/>
                </a:lnTo>
                <a:lnTo>
                  <a:pt x="309910" y="91324"/>
                </a:lnTo>
                <a:lnTo>
                  <a:pt x="345272" y="41030"/>
                </a:lnTo>
                <a:lnTo>
                  <a:pt x="312614" y="41030"/>
                </a:lnTo>
                <a:lnTo>
                  <a:pt x="293895" y="69089"/>
                </a:lnTo>
                <a:lnTo>
                  <a:pt x="274967" y="41030"/>
                </a:lnTo>
                <a:lnTo>
                  <a:pt x="241275" y="41030"/>
                </a:lnTo>
                <a:lnTo>
                  <a:pt x="276633" y="91949"/>
                </a:lnTo>
                <a:close/>
                <a:moveTo>
                  <a:pt x="398307" y="41030"/>
                </a:moveTo>
                <a:lnTo>
                  <a:pt x="398307" y="8734"/>
                </a:lnTo>
                <a:lnTo>
                  <a:pt x="368772" y="8734"/>
                </a:lnTo>
                <a:lnTo>
                  <a:pt x="368772" y="41030"/>
                </a:lnTo>
                <a:lnTo>
                  <a:pt x="350885" y="41030"/>
                </a:lnTo>
                <a:lnTo>
                  <a:pt x="350885" y="60733"/>
                </a:lnTo>
                <a:lnTo>
                  <a:pt x="368772" y="60733"/>
                </a:lnTo>
                <a:lnTo>
                  <a:pt x="368772" y="124134"/>
                </a:lnTo>
                <a:cubicBezTo>
                  <a:pt x="368772" y="129540"/>
                  <a:pt x="369674" y="133906"/>
                  <a:pt x="371476" y="137232"/>
                </a:cubicBezTo>
                <a:cubicBezTo>
                  <a:pt x="373279" y="140558"/>
                  <a:pt x="375740" y="143123"/>
                  <a:pt x="378858" y="144926"/>
                </a:cubicBezTo>
                <a:cubicBezTo>
                  <a:pt x="381979" y="146726"/>
                  <a:pt x="385585" y="147937"/>
                  <a:pt x="389675" y="148559"/>
                </a:cubicBezTo>
                <a:cubicBezTo>
                  <a:pt x="393767" y="149184"/>
                  <a:pt x="398101" y="149496"/>
                  <a:pt x="402677" y="149496"/>
                </a:cubicBezTo>
                <a:cubicBezTo>
                  <a:pt x="405589" y="149496"/>
                  <a:pt x="408570" y="149428"/>
                  <a:pt x="411621" y="149293"/>
                </a:cubicBezTo>
                <a:cubicBezTo>
                  <a:pt x="414672" y="149157"/>
                  <a:pt x="417445" y="148886"/>
                  <a:pt x="419939" y="148480"/>
                </a:cubicBezTo>
                <a:lnTo>
                  <a:pt x="419939" y="125509"/>
                </a:lnTo>
                <a:cubicBezTo>
                  <a:pt x="418553" y="125786"/>
                  <a:pt x="417098" y="125994"/>
                  <a:pt x="415572" y="126134"/>
                </a:cubicBezTo>
                <a:cubicBezTo>
                  <a:pt x="414047" y="126271"/>
                  <a:pt x="412452" y="126340"/>
                  <a:pt x="410789" y="126340"/>
                </a:cubicBezTo>
                <a:cubicBezTo>
                  <a:pt x="405796" y="126340"/>
                  <a:pt x="402467" y="125510"/>
                  <a:pt x="400802" y="123849"/>
                </a:cubicBezTo>
                <a:cubicBezTo>
                  <a:pt x="399139" y="122188"/>
                  <a:pt x="398307" y="118866"/>
                  <a:pt x="398307" y="113883"/>
                </a:cubicBezTo>
                <a:lnTo>
                  <a:pt x="398307" y="60733"/>
                </a:lnTo>
                <a:lnTo>
                  <a:pt x="419939" y="60733"/>
                </a:lnTo>
                <a:lnTo>
                  <a:pt x="419939" y="41030"/>
                </a:lnTo>
                <a:lnTo>
                  <a:pt x="398307" y="41030"/>
                </a:lnTo>
                <a:close/>
                <a:moveTo>
                  <a:pt x="434085" y="40868"/>
                </a:moveTo>
                <a:lnTo>
                  <a:pt x="434085" y="148480"/>
                </a:lnTo>
                <a:lnTo>
                  <a:pt x="463619" y="148480"/>
                </a:lnTo>
                <a:lnTo>
                  <a:pt x="463619" y="99966"/>
                </a:lnTo>
                <a:cubicBezTo>
                  <a:pt x="463619" y="95108"/>
                  <a:pt x="464105" y="90597"/>
                  <a:pt x="465076" y="86434"/>
                </a:cubicBezTo>
                <a:cubicBezTo>
                  <a:pt x="466047" y="82270"/>
                  <a:pt x="467676" y="78626"/>
                  <a:pt x="469964" y="75503"/>
                </a:cubicBezTo>
                <a:cubicBezTo>
                  <a:pt x="472251" y="72380"/>
                  <a:pt x="475266" y="69916"/>
                  <a:pt x="479009" y="68112"/>
                </a:cubicBezTo>
                <a:cubicBezTo>
                  <a:pt x="482754" y="66307"/>
                  <a:pt x="487330" y="65404"/>
                  <a:pt x="492738" y="65404"/>
                </a:cubicBezTo>
                <a:cubicBezTo>
                  <a:pt x="494541" y="65404"/>
                  <a:pt x="496413" y="65509"/>
                  <a:pt x="498353" y="65719"/>
                </a:cubicBezTo>
                <a:cubicBezTo>
                  <a:pt x="500295" y="65926"/>
                  <a:pt x="501959" y="66168"/>
                  <a:pt x="503345" y="66445"/>
                </a:cubicBezTo>
                <a:lnTo>
                  <a:pt x="503345" y="39021"/>
                </a:lnTo>
                <a:cubicBezTo>
                  <a:pt x="500988" y="38329"/>
                  <a:pt x="498839" y="37983"/>
                  <a:pt x="496899" y="37983"/>
                </a:cubicBezTo>
                <a:cubicBezTo>
                  <a:pt x="493154" y="37983"/>
                  <a:pt x="489549" y="38538"/>
                  <a:pt x="486083" y="39646"/>
                </a:cubicBezTo>
                <a:cubicBezTo>
                  <a:pt x="482617" y="40753"/>
                  <a:pt x="479359" y="42310"/>
                  <a:pt x="476308" y="44318"/>
                </a:cubicBezTo>
                <a:cubicBezTo>
                  <a:pt x="473257" y="46326"/>
                  <a:pt x="470553" y="48750"/>
                  <a:pt x="468196" y="51589"/>
                </a:cubicBezTo>
                <a:cubicBezTo>
                  <a:pt x="465839" y="54429"/>
                  <a:pt x="463966" y="57510"/>
                  <a:pt x="462578" y="60834"/>
                </a:cubicBezTo>
                <a:lnTo>
                  <a:pt x="462163" y="60834"/>
                </a:lnTo>
                <a:lnTo>
                  <a:pt x="462163" y="40868"/>
                </a:lnTo>
                <a:lnTo>
                  <a:pt x="434085" y="40868"/>
                </a:lnTo>
                <a:close/>
                <a:moveTo>
                  <a:pt x="513746" y="74018"/>
                </a:moveTo>
                <a:cubicBezTo>
                  <a:pt x="514161" y="67084"/>
                  <a:pt x="515894" y="61330"/>
                  <a:pt x="518945" y="56756"/>
                </a:cubicBezTo>
                <a:cubicBezTo>
                  <a:pt x="521996" y="52179"/>
                  <a:pt x="525878" y="48504"/>
                  <a:pt x="530592" y="45730"/>
                </a:cubicBezTo>
                <a:cubicBezTo>
                  <a:pt x="535307" y="42957"/>
                  <a:pt x="540610" y="40980"/>
                  <a:pt x="546502" y="39802"/>
                </a:cubicBezTo>
                <a:cubicBezTo>
                  <a:pt x="552397" y="38623"/>
                  <a:pt x="558326" y="38034"/>
                  <a:pt x="564288" y="38034"/>
                </a:cubicBezTo>
                <a:cubicBezTo>
                  <a:pt x="569696" y="38034"/>
                  <a:pt x="575173" y="38416"/>
                  <a:pt x="580718" y="39180"/>
                </a:cubicBezTo>
                <a:cubicBezTo>
                  <a:pt x="586266" y="39941"/>
                  <a:pt x="591327" y="41432"/>
                  <a:pt x="595902" y="43652"/>
                </a:cubicBezTo>
                <a:cubicBezTo>
                  <a:pt x="600478" y="45869"/>
                  <a:pt x="604222" y="48954"/>
                  <a:pt x="607133" y="52906"/>
                </a:cubicBezTo>
                <a:cubicBezTo>
                  <a:pt x="610047" y="56859"/>
                  <a:pt x="611504" y="62093"/>
                  <a:pt x="611504" y="68610"/>
                </a:cubicBezTo>
                <a:lnTo>
                  <a:pt x="611504" y="124560"/>
                </a:lnTo>
                <a:cubicBezTo>
                  <a:pt x="611504" y="129413"/>
                  <a:pt x="611781" y="134059"/>
                  <a:pt x="612335" y="138496"/>
                </a:cubicBezTo>
                <a:cubicBezTo>
                  <a:pt x="612890" y="142932"/>
                  <a:pt x="613860" y="146261"/>
                  <a:pt x="615246" y="148480"/>
                </a:cubicBezTo>
                <a:lnTo>
                  <a:pt x="585295" y="148480"/>
                </a:lnTo>
                <a:cubicBezTo>
                  <a:pt x="584741" y="146817"/>
                  <a:pt x="584290" y="145119"/>
                  <a:pt x="583943" y="143386"/>
                </a:cubicBezTo>
                <a:cubicBezTo>
                  <a:pt x="583596" y="141651"/>
                  <a:pt x="583354" y="139882"/>
                  <a:pt x="583216" y="138080"/>
                </a:cubicBezTo>
                <a:cubicBezTo>
                  <a:pt x="578502" y="142933"/>
                  <a:pt x="572955" y="146331"/>
                  <a:pt x="566576" y="148274"/>
                </a:cubicBezTo>
                <a:cubicBezTo>
                  <a:pt x="560197" y="150214"/>
                  <a:pt x="553679" y="151184"/>
                  <a:pt x="547023" y="151184"/>
                </a:cubicBezTo>
                <a:cubicBezTo>
                  <a:pt x="541894" y="151184"/>
                  <a:pt x="537110" y="150560"/>
                  <a:pt x="532671" y="149312"/>
                </a:cubicBezTo>
                <a:cubicBezTo>
                  <a:pt x="528234" y="148063"/>
                  <a:pt x="524352" y="146122"/>
                  <a:pt x="521024" y="143488"/>
                </a:cubicBezTo>
                <a:cubicBezTo>
                  <a:pt x="517698" y="140854"/>
                  <a:pt x="515098" y="137526"/>
                  <a:pt x="513226" y="133506"/>
                </a:cubicBezTo>
                <a:cubicBezTo>
                  <a:pt x="511353" y="129484"/>
                  <a:pt x="510417" y="124699"/>
                  <a:pt x="510417" y="119152"/>
                </a:cubicBezTo>
                <a:cubicBezTo>
                  <a:pt x="510417" y="113052"/>
                  <a:pt x="511492" y="108026"/>
                  <a:pt x="513642" y="104073"/>
                </a:cubicBezTo>
                <a:cubicBezTo>
                  <a:pt x="515791" y="100121"/>
                  <a:pt x="518564" y="96966"/>
                  <a:pt x="521960" y="94609"/>
                </a:cubicBezTo>
                <a:cubicBezTo>
                  <a:pt x="525358" y="92252"/>
                  <a:pt x="529240" y="90484"/>
                  <a:pt x="533607" y="89306"/>
                </a:cubicBezTo>
                <a:cubicBezTo>
                  <a:pt x="537977" y="88127"/>
                  <a:pt x="542380" y="87192"/>
                  <a:pt x="546817" y="86500"/>
                </a:cubicBezTo>
                <a:cubicBezTo>
                  <a:pt x="551253" y="85806"/>
                  <a:pt x="555621" y="85251"/>
                  <a:pt x="559918" y="84834"/>
                </a:cubicBezTo>
                <a:cubicBezTo>
                  <a:pt x="564217" y="84417"/>
                  <a:pt x="568031" y="83793"/>
                  <a:pt x="571359" y="82961"/>
                </a:cubicBezTo>
                <a:cubicBezTo>
                  <a:pt x="574687" y="82130"/>
                  <a:pt x="577321" y="80918"/>
                  <a:pt x="579262" y="79324"/>
                </a:cubicBezTo>
                <a:cubicBezTo>
                  <a:pt x="581204" y="77729"/>
                  <a:pt x="582106" y="75406"/>
                  <a:pt x="581969" y="72355"/>
                </a:cubicBezTo>
                <a:cubicBezTo>
                  <a:pt x="581969" y="69164"/>
                  <a:pt x="581448" y="66634"/>
                  <a:pt x="580407" y="64763"/>
                </a:cubicBezTo>
                <a:cubicBezTo>
                  <a:pt x="579366" y="62891"/>
                  <a:pt x="577980" y="61435"/>
                  <a:pt x="576247" y="60396"/>
                </a:cubicBezTo>
                <a:cubicBezTo>
                  <a:pt x="574514" y="59355"/>
                  <a:pt x="572503" y="58661"/>
                  <a:pt x="570213" y="58314"/>
                </a:cubicBezTo>
                <a:cubicBezTo>
                  <a:pt x="567926" y="57967"/>
                  <a:pt x="565465" y="57794"/>
                  <a:pt x="562831" y="57794"/>
                </a:cubicBezTo>
                <a:cubicBezTo>
                  <a:pt x="557009" y="57794"/>
                  <a:pt x="552433" y="59042"/>
                  <a:pt x="549105" y="61539"/>
                </a:cubicBezTo>
                <a:cubicBezTo>
                  <a:pt x="545777" y="64035"/>
                  <a:pt x="543835" y="68195"/>
                  <a:pt x="543281" y="74018"/>
                </a:cubicBezTo>
                <a:lnTo>
                  <a:pt x="513746" y="74018"/>
                </a:lnTo>
                <a:moveTo>
                  <a:pt x="581969" y="95856"/>
                </a:moveTo>
                <a:cubicBezTo>
                  <a:pt x="580721" y="96967"/>
                  <a:pt x="579160" y="97835"/>
                  <a:pt x="577288" y="98459"/>
                </a:cubicBezTo>
                <a:cubicBezTo>
                  <a:pt x="575415" y="99083"/>
                  <a:pt x="573404" y="99603"/>
                  <a:pt x="571254" y="100020"/>
                </a:cubicBezTo>
                <a:cubicBezTo>
                  <a:pt x="569107" y="100435"/>
                  <a:pt x="566853" y="100781"/>
                  <a:pt x="564494" y="101058"/>
                </a:cubicBezTo>
                <a:cubicBezTo>
                  <a:pt x="562137" y="101335"/>
                  <a:pt x="559780" y="101681"/>
                  <a:pt x="557423" y="102096"/>
                </a:cubicBezTo>
                <a:cubicBezTo>
                  <a:pt x="555206" y="102513"/>
                  <a:pt x="553022" y="103068"/>
                  <a:pt x="550873" y="103762"/>
                </a:cubicBezTo>
                <a:cubicBezTo>
                  <a:pt x="548723" y="104454"/>
                  <a:pt x="546850" y="105390"/>
                  <a:pt x="545255" y="106571"/>
                </a:cubicBezTo>
                <a:cubicBezTo>
                  <a:pt x="543662" y="107749"/>
                  <a:pt x="542380" y="109240"/>
                  <a:pt x="541409" y="111043"/>
                </a:cubicBezTo>
                <a:cubicBezTo>
                  <a:pt x="540437" y="112843"/>
                  <a:pt x="539952" y="115130"/>
                  <a:pt x="539952" y="117904"/>
                </a:cubicBezTo>
                <a:cubicBezTo>
                  <a:pt x="539952" y="120539"/>
                  <a:pt x="540437" y="122757"/>
                  <a:pt x="541409" y="124560"/>
                </a:cubicBezTo>
                <a:cubicBezTo>
                  <a:pt x="542380" y="126362"/>
                  <a:pt x="543697" y="127784"/>
                  <a:pt x="545360" y="128825"/>
                </a:cubicBezTo>
                <a:cubicBezTo>
                  <a:pt x="547025" y="129864"/>
                  <a:pt x="548966" y="130592"/>
                  <a:pt x="551184" y="131009"/>
                </a:cubicBezTo>
                <a:cubicBezTo>
                  <a:pt x="553403" y="131425"/>
                  <a:pt x="555691" y="131634"/>
                  <a:pt x="558048" y="131634"/>
                </a:cubicBezTo>
                <a:cubicBezTo>
                  <a:pt x="563871" y="131634"/>
                  <a:pt x="568377" y="130664"/>
                  <a:pt x="571565" y="128724"/>
                </a:cubicBezTo>
                <a:cubicBezTo>
                  <a:pt x="574756" y="126781"/>
                  <a:pt x="577114" y="124458"/>
                  <a:pt x="578640" y="121754"/>
                </a:cubicBezTo>
                <a:cubicBezTo>
                  <a:pt x="580165" y="119050"/>
                  <a:pt x="581101" y="116311"/>
                  <a:pt x="581448" y="113537"/>
                </a:cubicBezTo>
                <a:cubicBezTo>
                  <a:pt x="581795" y="110763"/>
                  <a:pt x="581969" y="108545"/>
                  <a:pt x="581969" y="106882"/>
                </a:cubicBezTo>
                <a:lnTo>
                  <a:pt x="581969" y="95856"/>
                </a:lnTo>
                <a:close/>
                <a:moveTo>
                  <a:pt x="707597" y="78810"/>
                </a:moveTo>
                <a:lnTo>
                  <a:pt x="736506" y="78810"/>
                </a:lnTo>
                <a:cubicBezTo>
                  <a:pt x="736091" y="71866"/>
                  <a:pt x="734427" y="65860"/>
                  <a:pt x="731514" y="60793"/>
                </a:cubicBezTo>
                <a:cubicBezTo>
                  <a:pt x="728602" y="55723"/>
                  <a:pt x="724824" y="51488"/>
                  <a:pt x="720177" y="48085"/>
                </a:cubicBezTo>
                <a:cubicBezTo>
                  <a:pt x="715533" y="44683"/>
                  <a:pt x="710265" y="42149"/>
                  <a:pt x="704372" y="40484"/>
                </a:cubicBezTo>
                <a:cubicBezTo>
                  <a:pt x="698479" y="38817"/>
                  <a:pt x="692344" y="37983"/>
                  <a:pt x="685964" y="37983"/>
                </a:cubicBezTo>
                <a:cubicBezTo>
                  <a:pt x="677228" y="37983"/>
                  <a:pt x="669462" y="39442"/>
                  <a:pt x="662666" y="42360"/>
                </a:cubicBezTo>
                <a:cubicBezTo>
                  <a:pt x="655872" y="45275"/>
                  <a:pt x="650118" y="49338"/>
                  <a:pt x="645404" y="54547"/>
                </a:cubicBezTo>
                <a:cubicBezTo>
                  <a:pt x="640690" y="59756"/>
                  <a:pt x="637119" y="65938"/>
                  <a:pt x="634693" y="73091"/>
                </a:cubicBezTo>
                <a:cubicBezTo>
                  <a:pt x="632266" y="80243"/>
                  <a:pt x="631052" y="87985"/>
                  <a:pt x="631052" y="96320"/>
                </a:cubicBezTo>
                <a:cubicBezTo>
                  <a:pt x="631052" y="104377"/>
                  <a:pt x="632369" y="111774"/>
                  <a:pt x="635004" y="118510"/>
                </a:cubicBezTo>
                <a:cubicBezTo>
                  <a:pt x="637638" y="125245"/>
                  <a:pt x="641312" y="131044"/>
                  <a:pt x="646026" y="135906"/>
                </a:cubicBezTo>
                <a:cubicBezTo>
                  <a:pt x="650742" y="140768"/>
                  <a:pt x="656462" y="144553"/>
                  <a:pt x="663186" y="147261"/>
                </a:cubicBezTo>
                <a:cubicBezTo>
                  <a:pt x="669913" y="149970"/>
                  <a:pt x="677297" y="151324"/>
                  <a:pt x="685339" y="151324"/>
                </a:cubicBezTo>
                <a:cubicBezTo>
                  <a:pt x="699621" y="151324"/>
                  <a:pt x="711337" y="147565"/>
                  <a:pt x="720488" y="140047"/>
                </a:cubicBezTo>
                <a:cubicBezTo>
                  <a:pt x="729641" y="132528"/>
                  <a:pt x="735189" y="121627"/>
                  <a:pt x="737131" y="107345"/>
                </a:cubicBezTo>
                <a:lnTo>
                  <a:pt x="708634" y="107345"/>
                </a:lnTo>
                <a:cubicBezTo>
                  <a:pt x="707665" y="114002"/>
                  <a:pt x="705273" y="119306"/>
                  <a:pt x="701459" y="123258"/>
                </a:cubicBezTo>
                <a:cubicBezTo>
                  <a:pt x="697646" y="127209"/>
                  <a:pt x="692204" y="129184"/>
                  <a:pt x="685133" y="129184"/>
                </a:cubicBezTo>
                <a:cubicBezTo>
                  <a:pt x="680556" y="129184"/>
                  <a:pt x="676673" y="128144"/>
                  <a:pt x="673482" y="126064"/>
                </a:cubicBezTo>
                <a:cubicBezTo>
                  <a:pt x="670293" y="123984"/>
                  <a:pt x="667763" y="121315"/>
                  <a:pt x="665890" y="118057"/>
                </a:cubicBezTo>
                <a:cubicBezTo>
                  <a:pt x="664020" y="114796"/>
                  <a:pt x="662668" y="111155"/>
                  <a:pt x="661834" y="107133"/>
                </a:cubicBezTo>
                <a:cubicBezTo>
                  <a:pt x="661003" y="103110"/>
                  <a:pt x="660587" y="99158"/>
                  <a:pt x="660587" y="95276"/>
                </a:cubicBezTo>
                <a:cubicBezTo>
                  <a:pt x="660587" y="91253"/>
                  <a:pt x="661003" y="87197"/>
                  <a:pt x="661834" y="83107"/>
                </a:cubicBezTo>
                <a:cubicBezTo>
                  <a:pt x="662668" y="79015"/>
                  <a:pt x="664090" y="75270"/>
                  <a:pt x="666100" y="71872"/>
                </a:cubicBezTo>
                <a:cubicBezTo>
                  <a:pt x="668110" y="68474"/>
                  <a:pt x="670709" y="65701"/>
                  <a:pt x="673898" y="63551"/>
                </a:cubicBezTo>
                <a:cubicBezTo>
                  <a:pt x="677088" y="61401"/>
                  <a:pt x="681041" y="60326"/>
                  <a:pt x="685755" y="60326"/>
                </a:cubicBezTo>
                <a:cubicBezTo>
                  <a:pt x="698374" y="60326"/>
                  <a:pt x="705654" y="66488"/>
                  <a:pt x="707597" y="78810"/>
                </a:cubicBezTo>
                <a:close/>
                <a:moveTo>
                  <a:pt x="791208" y="41030"/>
                </a:moveTo>
                <a:lnTo>
                  <a:pt x="791208" y="8734"/>
                </a:lnTo>
                <a:lnTo>
                  <a:pt x="761673" y="8734"/>
                </a:lnTo>
                <a:lnTo>
                  <a:pt x="761673" y="41030"/>
                </a:lnTo>
                <a:lnTo>
                  <a:pt x="743786" y="41030"/>
                </a:lnTo>
                <a:lnTo>
                  <a:pt x="743786" y="60733"/>
                </a:lnTo>
                <a:lnTo>
                  <a:pt x="761673" y="60733"/>
                </a:lnTo>
                <a:lnTo>
                  <a:pt x="761673" y="124134"/>
                </a:lnTo>
                <a:cubicBezTo>
                  <a:pt x="761673" y="129540"/>
                  <a:pt x="762575" y="133906"/>
                  <a:pt x="764377" y="137232"/>
                </a:cubicBezTo>
                <a:cubicBezTo>
                  <a:pt x="766180" y="140558"/>
                  <a:pt x="768641" y="143123"/>
                  <a:pt x="771760" y="144926"/>
                </a:cubicBezTo>
                <a:cubicBezTo>
                  <a:pt x="774880" y="146726"/>
                  <a:pt x="778486" y="147937"/>
                  <a:pt x="782576" y="148559"/>
                </a:cubicBezTo>
                <a:cubicBezTo>
                  <a:pt x="786668" y="149184"/>
                  <a:pt x="791002" y="149496"/>
                  <a:pt x="795578" y="149496"/>
                </a:cubicBezTo>
                <a:cubicBezTo>
                  <a:pt x="798490" y="149496"/>
                  <a:pt x="801471" y="149428"/>
                  <a:pt x="804522" y="149293"/>
                </a:cubicBezTo>
                <a:cubicBezTo>
                  <a:pt x="807573" y="149157"/>
                  <a:pt x="810346" y="148886"/>
                  <a:pt x="812840" y="148480"/>
                </a:cubicBezTo>
                <a:lnTo>
                  <a:pt x="812840" y="125509"/>
                </a:lnTo>
                <a:cubicBezTo>
                  <a:pt x="811455" y="125786"/>
                  <a:pt x="809999" y="125994"/>
                  <a:pt x="808473" y="126134"/>
                </a:cubicBezTo>
                <a:cubicBezTo>
                  <a:pt x="806948" y="126271"/>
                  <a:pt x="805354" y="126340"/>
                  <a:pt x="803691" y="126340"/>
                </a:cubicBezTo>
                <a:cubicBezTo>
                  <a:pt x="798697" y="126340"/>
                  <a:pt x="795368" y="125510"/>
                  <a:pt x="793703" y="123849"/>
                </a:cubicBezTo>
                <a:cubicBezTo>
                  <a:pt x="792040" y="122188"/>
                  <a:pt x="791208" y="118866"/>
                  <a:pt x="791208" y="113883"/>
                </a:cubicBezTo>
                <a:lnTo>
                  <a:pt x="791208" y="60733"/>
                </a:lnTo>
                <a:lnTo>
                  <a:pt x="812840" y="60733"/>
                </a:lnTo>
                <a:lnTo>
                  <a:pt x="812840" y="41030"/>
                </a:lnTo>
                <a:lnTo>
                  <a:pt x="791208" y="41030"/>
                </a:lnTo>
                <a:close/>
                <a:moveTo>
                  <a:pt x="857350" y="24374"/>
                </a:moveTo>
                <a:lnTo>
                  <a:pt x="857350" y="0"/>
                </a:lnTo>
                <a:lnTo>
                  <a:pt x="827815" y="0"/>
                </a:lnTo>
                <a:lnTo>
                  <a:pt x="827815" y="24374"/>
                </a:lnTo>
                <a:lnTo>
                  <a:pt x="857350" y="24374"/>
                </a:lnTo>
                <a:moveTo>
                  <a:pt x="827815" y="40948"/>
                </a:moveTo>
                <a:lnTo>
                  <a:pt x="827815" y="148480"/>
                </a:lnTo>
                <a:lnTo>
                  <a:pt x="857350" y="148480"/>
                </a:lnTo>
                <a:lnTo>
                  <a:pt x="857350" y="40948"/>
                </a:lnTo>
                <a:lnTo>
                  <a:pt x="827815" y="40948"/>
                </a:lnTo>
                <a:close/>
                <a:moveTo>
                  <a:pt x="906852" y="94860"/>
                </a:moveTo>
                <a:cubicBezTo>
                  <a:pt x="906852" y="90560"/>
                  <a:pt x="907268" y="86331"/>
                  <a:pt x="908099" y="82171"/>
                </a:cubicBezTo>
                <a:cubicBezTo>
                  <a:pt x="908931" y="78009"/>
                  <a:pt x="910351" y="74334"/>
                  <a:pt x="912362" y="71146"/>
                </a:cubicBezTo>
                <a:cubicBezTo>
                  <a:pt x="914374" y="67955"/>
                  <a:pt x="917044" y="65355"/>
                  <a:pt x="920372" y="63345"/>
                </a:cubicBezTo>
                <a:cubicBezTo>
                  <a:pt x="923700" y="61332"/>
                  <a:pt x="927860" y="60326"/>
                  <a:pt x="932851" y="60326"/>
                </a:cubicBezTo>
                <a:cubicBezTo>
                  <a:pt x="937845" y="60326"/>
                  <a:pt x="942039" y="61332"/>
                  <a:pt x="945435" y="63345"/>
                </a:cubicBezTo>
                <a:cubicBezTo>
                  <a:pt x="948833" y="65355"/>
                  <a:pt x="951537" y="67955"/>
                  <a:pt x="953547" y="71146"/>
                </a:cubicBezTo>
                <a:cubicBezTo>
                  <a:pt x="955559" y="74334"/>
                  <a:pt x="956981" y="78009"/>
                  <a:pt x="957813" y="82171"/>
                </a:cubicBezTo>
                <a:cubicBezTo>
                  <a:pt x="958644" y="86331"/>
                  <a:pt x="959060" y="90560"/>
                  <a:pt x="959060" y="94860"/>
                </a:cubicBezTo>
                <a:cubicBezTo>
                  <a:pt x="959060" y="99159"/>
                  <a:pt x="958644" y="103355"/>
                  <a:pt x="957813" y="107447"/>
                </a:cubicBezTo>
                <a:cubicBezTo>
                  <a:pt x="956981" y="111537"/>
                  <a:pt x="955559" y="115212"/>
                  <a:pt x="953547" y="118472"/>
                </a:cubicBezTo>
                <a:cubicBezTo>
                  <a:pt x="951537" y="121731"/>
                  <a:pt x="948833" y="124331"/>
                  <a:pt x="945435" y="126273"/>
                </a:cubicBezTo>
                <a:cubicBezTo>
                  <a:pt x="942039" y="128214"/>
                  <a:pt x="937845" y="129184"/>
                  <a:pt x="932851" y="129184"/>
                </a:cubicBezTo>
                <a:cubicBezTo>
                  <a:pt x="927860" y="129184"/>
                  <a:pt x="923700" y="128214"/>
                  <a:pt x="920372" y="126273"/>
                </a:cubicBezTo>
                <a:cubicBezTo>
                  <a:pt x="917044" y="124331"/>
                  <a:pt x="914374" y="121731"/>
                  <a:pt x="912362" y="118472"/>
                </a:cubicBezTo>
                <a:cubicBezTo>
                  <a:pt x="910351" y="115212"/>
                  <a:pt x="908931" y="111537"/>
                  <a:pt x="908099" y="107447"/>
                </a:cubicBezTo>
                <a:cubicBezTo>
                  <a:pt x="907268" y="103355"/>
                  <a:pt x="906852" y="99159"/>
                  <a:pt x="906852" y="94860"/>
                </a:cubicBezTo>
                <a:moveTo>
                  <a:pt x="877317" y="94863"/>
                </a:moveTo>
                <a:cubicBezTo>
                  <a:pt x="877317" y="103474"/>
                  <a:pt x="878634" y="111252"/>
                  <a:pt x="881268" y="118196"/>
                </a:cubicBezTo>
                <a:cubicBezTo>
                  <a:pt x="883903" y="125140"/>
                  <a:pt x="887647" y="131078"/>
                  <a:pt x="892500" y="136010"/>
                </a:cubicBezTo>
                <a:cubicBezTo>
                  <a:pt x="897354" y="140940"/>
                  <a:pt x="903178" y="144726"/>
                  <a:pt x="909972" y="147366"/>
                </a:cubicBezTo>
                <a:cubicBezTo>
                  <a:pt x="916768" y="150005"/>
                  <a:pt x="924394" y="151324"/>
                  <a:pt x="932851" y="151324"/>
                </a:cubicBezTo>
                <a:cubicBezTo>
                  <a:pt x="941310" y="151324"/>
                  <a:pt x="948972" y="150005"/>
                  <a:pt x="955835" y="147366"/>
                </a:cubicBezTo>
                <a:cubicBezTo>
                  <a:pt x="962699" y="144726"/>
                  <a:pt x="968558" y="140940"/>
                  <a:pt x="973412" y="136010"/>
                </a:cubicBezTo>
                <a:cubicBezTo>
                  <a:pt x="978265" y="131078"/>
                  <a:pt x="982009" y="125140"/>
                  <a:pt x="984643" y="118196"/>
                </a:cubicBezTo>
                <a:cubicBezTo>
                  <a:pt x="987278" y="111252"/>
                  <a:pt x="988595" y="103474"/>
                  <a:pt x="988595" y="94863"/>
                </a:cubicBezTo>
                <a:cubicBezTo>
                  <a:pt x="988595" y="86252"/>
                  <a:pt x="987278" y="78439"/>
                  <a:pt x="984643" y="71425"/>
                </a:cubicBezTo>
                <a:cubicBezTo>
                  <a:pt x="982009" y="64409"/>
                  <a:pt x="978265" y="58436"/>
                  <a:pt x="973412" y="53506"/>
                </a:cubicBezTo>
                <a:cubicBezTo>
                  <a:pt x="968558" y="48574"/>
                  <a:pt x="962699" y="44754"/>
                  <a:pt x="955835" y="42046"/>
                </a:cubicBezTo>
                <a:cubicBezTo>
                  <a:pt x="948972" y="39337"/>
                  <a:pt x="941310" y="37983"/>
                  <a:pt x="932851" y="37983"/>
                </a:cubicBezTo>
                <a:cubicBezTo>
                  <a:pt x="924394" y="37983"/>
                  <a:pt x="916768" y="39337"/>
                  <a:pt x="909972" y="42046"/>
                </a:cubicBezTo>
                <a:cubicBezTo>
                  <a:pt x="903178" y="44754"/>
                  <a:pt x="897354" y="48574"/>
                  <a:pt x="892500" y="53506"/>
                </a:cubicBezTo>
                <a:cubicBezTo>
                  <a:pt x="887647" y="58436"/>
                  <a:pt x="883903" y="64409"/>
                  <a:pt x="881268" y="71425"/>
                </a:cubicBezTo>
                <a:cubicBezTo>
                  <a:pt x="878634" y="78439"/>
                  <a:pt x="877317" y="86252"/>
                  <a:pt x="877317" y="94863"/>
                </a:cubicBezTo>
                <a:close/>
                <a:moveTo>
                  <a:pt x="1007731" y="40944"/>
                </a:moveTo>
                <a:lnTo>
                  <a:pt x="1007731" y="148480"/>
                </a:lnTo>
                <a:lnTo>
                  <a:pt x="1037266" y="148480"/>
                </a:lnTo>
                <a:lnTo>
                  <a:pt x="1037266" y="92121"/>
                </a:lnTo>
                <a:cubicBezTo>
                  <a:pt x="1037266" y="81167"/>
                  <a:pt x="1039069" y="73300"/>
                  <a:pt x="1042674" y="68518"/>
                </a:cubicBezTo>
                <a:cubicBezTo>
                  <a:pt x="1046280" y="63734"/>
                  <a:pt x="1052103" y="61342"/>
                  <a:pt x="1060146" y="61342"/>
                </a:cubicBezTo>
                <a:cubicBezTo>
                  <a:pt x="1067219" y="61342"/>
                  <a:pt x="1072141" y="63526"/>
                  <a:pt x="1074913" y="67893"/>
                </a:cubicBezTo>
                <a:cubicBezTo>
                  <a:pt x="1077687" y="72260"/>
                  <a:pt x="1079074" y="78880"/>
                  <a:pt x="1079074" y="87754"/>
                </a:cubicBezTo>
                <a:lnTo>
                  <a:pt x="1079074" y="148480"/>
                </a:lnTo>
                <a:lnTo>
                  <a:pt x="1108609" y="148480"/>
                </a:lnTo>
                <a:lnTo>
                  <a:pt x="1108609" y="82308"/>
                </a:lnTo>
                <a:cubicBezTo>
                  <a:pt x="1108609" y="75649"/>
                  <a:pt x="1108019" y="69580"/>
                  <a:pt x="1106841" y="64100"/>
                </a:cubicBezTo>
                <a:cubicBezTo>
                  <a:pt x="1105662" y="58620"/>
                  <a:pt x="1103616" y="53973"/>
                  <a:pt x="1100703" y="50158"/>
                </a:cubicBezTo>
                <a:cubicBezTo>
                  <a:pt x="1097791" y="46343"/>
                  <a:pt x="1093805" y="43361"/>
                  <a:pt x="1088744" y="41211"/>
                </a:cubicBezTo>
                <a:cubicBezTo>
                  <a:pt x="1083683" y="39059"/>
                  <a:pt x="1077200" y="37983"/>
                  <a:pt x="1069296" y="37983"/>
                </a:cubicBezTo>
                <a:cubicBezTo>
                  <a:pt x="1063056" y="37983"/>
                  <a:pt x="1056955" y="39408"/>
                  <a:pt x="1050993" y="42258"/>
                </a:cubicBezTo>
                <a:cubicBezTo>
                  <a:pt x="1045030" y="45108"/>
                  <a:pt x="1040178" y="49662"/>
                  <a:pt x="1036435" y="55918"/>
                </a:cubicBezTo>
                <a:lnTo>
                  <a:pt x="1035809" y="55918"/>
                </a:lnTo>
                <a:lnTo>
                  <a:pt x="1035809" y="40944"/>
                </a:lnTo>
                <a:lnTo>
                  <a:pt x="1007731" y="409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E1F76-5742-4DD3-8C1D-8B8982D1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099" y="2578858"/>
            <a:ext cx="1729498" cy="586737"/>
          </a:xfrm>
          <a:custGeom xmlns:a="http://schemas.openxmlformats.org/drawingml/2006/main">
            <a:pathLst>
              <a:path w="1729498" h="586737">
                <a:moveTo>
                  <a:pt x="0" y="586737"/>
                </a:moveTo>
                <a:lnTo>
                  <a:pt x="1729498" y="586737"/>
                </a:lnTo>
                <a:lnTo>
                  <a:pt x="1729498" y="0"/>
                </a:lnTo>
                <a:lnTo>
                  <a:pt x="0" y="0"/>
                </a:lnTo>
                <a:lnTo>
                  <a:pt x="0" y="5867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AB82D9-96A2-4815-B7CA-8095B613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099" y="2578857"/>
            <a:ext cx="1729497" cy="586737"/>
          </a:xfrm>
          <a:custGeom xmlns:a="http://schemas.openxmlformats.org/drawingml/2006/main">
            <a:pathLst>
              <a:path w="1729497" h="586737" fill="none">
                <a:moveTo>
                  <a:pt x="0" y="0"/>
                </a:moveTo>
                <a:lnTo>
                  <a:pt x="1729497" y="0"/>
                </a:lnTo>
                <a:lnTo>
                  <a:pt x="1729497" y="586737"/>
                </a:lnTo>
                <a:lnTo>
                  <a:pt x="0" y="5867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92" name="Text MPEG-TS">
            <a:extLst xmlns:a="http://schemas.openxmlformats.org/drawingml/2006/main">
              <a:ext uri="{FF2B5EF4-FFF2-40B4-BE49-F238E27FC236}">
                <a16:creationId xmlns:a16="http://schemas.microsoft.com/office/drawing/2014/main" id="{647FC0B1-36BE-4142-8CD7-A3CF1552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54" y="2801571"/>
            <a:ext cx="929317" cy="155589"/>
          </a:xfrm>
          <a:custGeom xmlns:a="http://schemas.openxmlformats.org/drawingml/2006/main">
            <a:pathLst>
              <a:path w="929317" h="155589">
                <a:moveTo>
                  <a:pt x="0" y="3656"/>
                </a:moveTo>
                <a:lnTo>
                  <a:pt x="36606" y="3656"/>
                </a:lnTo>
                <a:lnTo>
                  <a:pt x="77582" y="119926"/>
                </a:lnTo>
                <a:lnTo>
                  <a:pt x="77998" y="119926"/>
                </a:lnTo>
                <a:lnTo>
                  <a:pt x="117933" y="3656"/>
                </a:lnTo>
                <a:lnTo>
                  <a:pt x="154123" y="3656"/>
                </a:lnTo>
                <a:lnTo>
                  <a:pt x="154123" y="152136"/>
                </a:lnTo>
                <a:lnTo>
                  <a:pt x="129371" y="152136"/>
                </a:lnTo>
                <a:lnTo>
                  <a:pt x="129371" y="37533"/>
                </a:lnTo>
                <a:lnTo>
                  <a:pt x="128955" y="37533"/>
                </a:lnTo>
                <a:lnTo>
                  <a:pt x="87773" y="152136"/>
                </a:lnTo>
                <a:lnTo>
                  <a:pt x="66347" y="152136"/>
                </a:lnTo>
                <a:lnTo>
                  <a:pt x="25165" y="37533"/>
                </a:lnTo>
                <a:lnTo>
                  <a:pt x="24749" y="37533"/>
                </a:lnTo>
                <a:lnTo>
                  <a:pt x="24749" y="152136"/>
                </a:lnTo>
                <a:lnTo>
                  <a:pt x="0" y="152136"/>
                </a:lnTo>
                <a:lnTo>
                  <a:pt x="0" y="3656"/>
                </a:lnTo>
                <a:close/>
                <a:moveTo>
                  <a:pt x="185323" y="3656"/>
                </a:moveTo>
                <a:lnTo>
                  <a:pt x="250841" y="3656"/>
                </a:lnTo>
                <a:cubicBezTo>
                  <a:pt x="261380" y="3656"/>
                  <a:pt x="269977" y="5180"/>
                  <a:pt x="276631" y="8226"/>
                </a:cubicBezTo>
                <a:cubicBezTo>
                  <a:pt x="283287" y="11273"/>
                  <a:pt x="288418" y="15082"/>
                  <a:pt x="292024" y="19652"/>
                </a:cubicBezTo>
                <a:cubicBezTo>
                  <a:pt x="295629" y="24222"/>
                  <a:pt x="298090" y="29208"/>
                  <a:pt x="299406" y="34610"/>
                </a:cubicBezTo>
                <a:cubicBezTo>
                  <a:pt x="300724" y="40009"/>
                  <a:pt x="301383" y="44994"/>
                  <a:pt x="301383" y="49564"/>
                </a:cubicBezTo>
                <a:cubicBezTo>
                  <a:pt x="301383" y="54134"/>
                  <a:pt x="300724" y="59085"/>
                  <a:pt x="299406" y="64417"/>
                </a:cubicBezTo>
                <a:cubicBezTo>
                  <a:pt x="298090" y="69749"/>
                  <a:pt x="295629" y="74700"/>
                  <a:pt x="292024" y="79270"/>
                </a:cubicBezTo>
                <a:cubicBezTo>
                  <a:pt x="288418" y="83841"/>
                  <a:pt x="283287" y="87615"/>
                  <a:pt x="276631" y="90594"/>
                </a:cubicBezTo>
                <a:cubicBezTo>
                  <a:pt x="269977" y="93571"/>
                  <a:pt x="261380" y="95060"/>
                  <a:pt x="250841" y="95060"/>
                </a:cubicBezTo>
                <a:lnTo>
                  <a:pt x="211322" y="95060"/>
                </a:lnTo>
                <a:lnTo>
                  <a:pt x="211322" y="152136"/>
                </a:lnTo>
                <a:lnTo>
                  <a:pt x="185323" y="152136"/>
                </a:lnTo>
                <a:lnTo>
                  <a:pt x="185323" y="3656"/>
                </a:lnTo>
                <a:moveTo>
                  <a:pt x="211322" y="73935"/>
                </a:moveTo>
                <a:lnTo>
                  <a:pt x="249384" y="73935"/>
                </a:lnTo>
                <a:cubicBezTo>
                  <a:pt x="252296" y="73935"/>
                  <a:pt x="255277" y="73519"/>
                  <a:pt x="258328" y="72685"/>
                </a:cubicBezTo>
                <a:cubicBezTo>
                  <a:pt x="261379" y="71851"/>
                  <a:pt x="264187" y="70498"/>
                  <a:pt x="266751" y="68626"/>
                </a:cubicBezTo>
                <a:cubicBezTo>
                  <a:pt x="269318" y="66751"/>
                  <a:pt x="271397" y="64251"/>
                  <a:pt x="272991" y="61126"/>
                </a:cubicBezTo>
                <a:cubicBezTo>
                  <a:pt x="274586" y="58001"/>
                  <a:pt x="275384" y="54078"/>
                  <a:pt x="275384" y="49358"/>
                </a:cubicBezTo>
                <a:cubicBezTo>
                  <a:pt x="275384" y="44498"/>
                  <a:pt x="274690" y="40471"/>
                  <a:pt x="273302" y="37279"/>
                </a:cubicBezTo>
                <a:cubicBezTo>
                  <a:pt x="271916" y="34084"/>
                  <a:pt x="270044" y="31549"/>
                  <a:pt x="267687" y="29674"/>
                </a:cubicBezTo>
                <a:cubicBezTo>
                  <a:pt x="265330" y="27800"/>
                  <a:pt x="262626" y="26516"/>
                  <a:pt x="259575" y="25822"/>
                </a:cubicBezTo>
                <a:cubicBezTo>
                  <a:pt x="256526" y="25128"/>
                  <a:pt x="253268" y="24781"/>
                  <a:pt x="249800" y="24781"/>
                </a:cubicBezTo>
                <a:lnTo>
                  <a:pt x="211322" y="24781"/>
                </a:lnTo>
                <a:lnTo>
                  <a:pt x="211322" y="73935"/>
                </a:lnTo>
                <a:close/>
                <a:moveTo>
                  <a:pt x="324055" y="3656"/>
                </a:moveTo>
                <a:lnTo>
                  <a:pt x="430962" y="3656"/>
                </a:lnTo>
                <a:lnTo>
                  <a:pt x="430962" y="26202"/>
                </a:lnTo>
                <a:lnTo>
                  <a:pt x="350054" y="26202"/>
                </a:lnTo>
                <a:lnTo>
                  <a:pt x="350054" y="64998"/>
                </a:lnTo>
                <a:lnTo>
                  <a:pt x="424932" y="64998"/>
                </a:lnTo>
                <a:lnTo>
                  <a:pt x="424932" y="86123"/>
                </a:lnTo>
                <a:lnTo>
                  <a:pt x="350054" y="86123"/>
                </a:lnTo>
                <a:lnTo>
                  <a:pt x="350054" y="129590"/>
                </a:lnTo>
                <a:lnTo>
                  <a:pt x="432419" y="129590"/>
                </a:lnTo>
                <a:lnTo>
                  <a:pt x="432419" y="152136"/>
                </a:lnTo>
                <a:lnTo>
                  <a:pt x="324055" y="152136"/>
                </a:lnTo>
                <a:lnTo>
                  <a:pt x="324055" y="3656"/>
                </a:lnTo>
                <a:close/>
                <a:moveTo>
                  <a:pt x="584671" y="152136"/>
                </a:moveTo>
                <a:lnTo>
                  <a:pt x="568031" y="152136"/>
                </a:lnTo>
                <a:lnTo>
                  <a:pt x="564080" y="134671"/>
                </a:lnTo>
                <a:cubicBezTo>
                  <a:pt x="557147" y="142542"/>
                  <a:pt x="550213" y="147997"/>
                  <a:pt x="543279" y="151035"/>
                </a:cubicBezTo>
                <a:cubicBezTo>
                  <a:pt x="536346" y="154071"/>
                  <a:pt x="528374" y="155589"/>
                  <a:pt x="519362" y="155589"/>
                </a:cubicBezTo>
                <a:cubicBezTo>
                  <a:pt x="508269" y="155589"/>
                  <a:pt x="498319" y="153544"/>
                  <a:pt x="489513" y="149454"/>
                </a:cubicBezTo>
                <a:cubicBezTo>
                  <a:pt x="480707" y="145362"/>
                  <a:pt x="473253" y="139781"/>
                  <a:pt x="467151" y="132710"/>
                </a:cubicBezTo>
                <a:cubicBezTo>
                  <a:pt x="461051" y="125637"/>
                  <a:pt x="456372" y="117386"/>
                  <a:pt x="453114" y="107958"/>
                </a:cubicBezTo>
                <a:cubicBezTo>
                  <a:pt x="449855" y="98528"/>
                  <a:pt x="448226" y="88473"/>
                  <a:pt x="448226" y="77795"/>
                </a:cubicBezTo>
                <a:cubicBezTo>
                  <a:pt x="448226" y="67256"/>
                  <a:pt x="449855" y="57272"/>
                  <a:pt x="453114" y="47844"/>
                </a:cubicBezTo>
                <a:cubicBezTo>
                  <a:pt x="456372" y="38414"/>
                  <a:pt x="461051" y="30162"/>
                  <a:pt x="467151" y="23089"/>
                </a:cubicBezTo>
                <a:cubicBezTo>
                  <a:pt x="473253" y="16016"/>
                  <a:pt x="480706" y="10399"/>
                  <a:pt x="489510" y="6240"/>
                </a:cubicBezTo>
                <a:cubicBezTo>
                  <a:pt x="498316" y="2080"/>
                  <a:pt x="508266" y="0"/>
                  <a:pt x="519359" y="0"/>
                </a:cubicBezTo>
                <a:cubicBezTo>
                  <a:pt x="527401" y="0"/>
                  <a:pt x="535062" y="1071"/>
                  <a:pt x="542340" y="3212"/>
                </a:cubicBezTo>
                <a:cubicBezTo>
                  <a:pt x="549621" y="5351"/>
                  <a:pt x="556104" y="8526"/>
                  <a:pt x="561789" y="12736"/>
                </a:cubicBezTo>
                <a:cubicBezTo>
                  <a:pt x="567474" y="16947"/>
                  <a:pt x="572188" y="22240"/>
                  <a:pt x="575931" y="28618"/>
                </a:cubicBezTo>
                <a:cubicBezTo>
                  <a:pt x="579676" y="34993"/>
                  <a:pt x="582034" y="42340"/>
                  <a:pt x="583005" y="50659"/>
                </a:cubicBezTo>
                <a:lnTo>
                  <a:pt x="557631" y="50659"/>
                </a:lnTo>
                <a:cubicBezTo>
                  <a:pt x="556937" y="45805"/>
                  <a:pt x="555447" y="41542"/>
                  <a:pt x="553159" y="37869"/>
                </a:cubicBezTo>
                <a:cubicBezTo>
                  <a:pt x="550872" y="34194"/>
                  <a:pt x="547995" y="31109"/>
                  <a:pt x="544527" y="28614"/>
                </a:cubicBezTo>
                <a:cubicBezTo>
                  <a:pt x="541061" y="26118"/>
                  <a:pt x="537179" y="24245"/>
                  <a:pt x="532879" y="22997"/>
                </a:cubicBezTo>
                <a:cubicBezTo>
                  <a:pt x="528582" y="21749"/>
                  <a:pt x="524075" y="21124"/>
                  <a:pt x="519359" y="21124"/>
                </a:cubicBezTo>
                <a:cubicBezTo>
                  <a:pt x="511456" y="21124"/>
                  <a:pt x="504628" y="22722"/>
                  <a:pt x="498873" y="25917"/>
                </a:cubicBezTo>
                <a:cubicBezTo>
                  <a:pt x="493118" y="29112"/>
                  <a:pt x="488437" y="33383"/>
                  <a:pt x="484832" y="38732"/>
                </a:cubicBezTo>
                <a:cubicBezTo>
                  <a:pt x="481227" y="44079"/>
                  <a:pt x="478557" y="50156"/>
                  <a:pt x="476825" y="56962"/>
                </a:cubicBezTo>
                <a:cubicBezTo>
                  <a:pt x="475092" y="63767"/>
                  <a:pt x="474225" y="70711"/>
                  <a:pt x="474225" y="77795"/>
                </a:cubicBezTo>
                <a:cubicBezTo>
                  <a:pt x="474225" y="84878"/>
                  <a:pt x="475092" y="91824"/>
                  <a:pt x="476825" y="98630"/>
                </a:cubicBezTo>
                <a:cubicBezTo>
                  <a:pt x="478557" y="105435"/>
                  <a:pt x="481227" y="111511"/>
                  <a:pt x="484832" y="116860"/>
                </a:cubicBezTo>
                <a:cubicBezTo>
                  <a:pt x="488437" y="122207"/>
                  <a:pt x="493118" y="126478"/>
                  <a:pt x="498873" y="129673"/>
                </a:cubicBezTo>
                <a:cubicBezTo>
                  <a:pt x="504628" y="132867"/>
                  <a:pt x="511457" y="134465"/>
                  <a:pt x="519362" y="134465"/>
                </a:cubicBezTo>
                <a:cubicBezTo>
                  <a:pt x="526016" y="134605"/>
                  <a:pt x="531909" y="133737"/>
                  <a:pt x="537040" y="131862"/>
                </a:cubicBezTo>
                <a:cubicBezTo>
                  <a:pt x="542171" y="129988"/>
                  <a:pt x="546504" y="127280"/>
                  <a:pt x="550040" y="123738"/>
                </a:cubicBezTo>
                <a:cubicBezTo>
                  <a:pt x="553575" y="120196"/>
                  <a:pt x="556244" y="115856"/>
                  <a:pt x="558047" y="110719"/>
                </a:cubicBezTo>
                <a:cubicBezTo>
                  <a:pt x="559850" y="105580"/>
                  <a:pt x="560821" y="99886"/>
                  <a:pt x="560960" y="93638"/>
                </a:cubicBezTo>
                <a:lnTo>
                  <a:pt x="521441" y="93638"/>
                </a:lnTo>
                <a:lnTo>
                  <a:pt x="521441" y="73935"/>
                </a:lnTo>
                <a:lnTo>
                  <a:pt x="584671" y="73935"/>
                </a:lnTo>
                <a:lnTo>
                  <a:pt x="584671" y="152136"/>
                </a:lnTo>
                <a:close/>
                <a:moveTo>
                  <a:pt x="607341" y="84294"/>
                </a:moveTo>
                <a:lnTo>
                  <a:pt x="667867" y="84294"/>
                </a:lnTo>
                <a:lnTo>
                  <a:pt x="667867" y="106841"/>
                </a:lnTo>
                <a:lnTo>
                  <a:pt x="607341" y="106841"/>
                </a:lnTo>
                <a:lnTo>
                  <a:pt x="607341" y="84294"/>
                </a:lnTo>
                <a:close/>
                <a:moveTo>
                  <a:pt x="679723" y="3656"/>
                </a:moveTo>
                <a:lnTo>
                  <a:pt x="799944" y="3656"/>
                </a:lnTo>
                <a:lnTo>
                  <a:pt x="799944" y="26202"/>
                </a:lnTo>
                <a:lnTo>
                  <a:pt x="752728" y="26202"/>
                </a:lnTo>
                <a:lnTo>
                  <a:pt x="752728" y="152136"/>
                </a:lnTo>
                <a:lnTo>
                  <a:pt x="726729" y="152136"/>
                </a:lnTo>
                <a:lnTo>
                  <a:pt x="726729" y="26202"/>
                </a:lnTo>
                <a:lnTo>
                  <a:pt x="679723" y="26202"/>
                </a:lnTo>
                <a:lnTo>
                  <a:pt x="679723" y="3656"/>
                </a:lnTo>
                <a:close/>
                <a:moveTo>
                  <a:pt x="834264" y="102575"/>
                </a:moveTo>
                <a:cubicBezTo>
                  <a:pt x="834264" y="108273"/>
                  <a:pt x="835234" y="113137"/>
                  <a:pt x="837174" y="117168"/>
                </a:cubicBezTo>
                <a:cubicBezTo>
                  <a:pt x="839117" y="121197"/>
                  <a:pt x="841821" y="124496"/>
                  <a:pt x="845286" y="127067"/>
                </a:cubicBezTo>
                <a:cubicBezTo>
                  <a:pt x="848754" y="129638"/>
                  <a:pt x="852742" y="131513"/>
                  <a:pt x="857248" y="132694"/>
                </a:cubicBezTo>
                <a:cubicBezTo>
                  <a:pt x="861755" y="133875"/>
                  <a:pt x="866643" y="134465"/>
                  <a:pt x="871911" y="134465"/>
                </a:cubicBezTo>
                <a:cubicBezTo>
                  <a:pt x="877596" y="134465"/>
                  <a:pt x="882449" y="133807"/>
                  <a:pt x="886469" y="132491"/>
                </a:cubicBezTo>
                <a:cubicBezTo>
                  <a:pt x="890491" y="131173"/>
                  <a:pt x="893749" y="129474"/>
                  <a:pt x="896244" y="127394"/>
                </a:cubicBezTo>
                <a:cubicBezTo>
                  <a:pt x="898741" y="125314"/>
                  <a:pt x="900543" y="122923"/>
                  <a:pt x="901652" y="120221"/>
                </a:cubicBezTo>
                <a:cubicBezTo>
                  <a:pt x="902763" y="117517"/>
                  <a:pt x="903318" y="114778"/>
                  <a:pt x="903318" y="112004"/>
                </a:cubicBezTo>
                <a:cubicBezTo>
                  <a:pt x="903318" y="106321"/>
                  <a:pt x="902035" y="102129"/>
                  <a:pt x="899468" y="99427"/>
                </a:cubicBezTo>
                <a:cubicBezTo>
                  <a:pt x="896904" y="96723"/>
                  <a:pt x="894096" y="94815"/>
                  <a:pt x="891045" y="93705"/>
                </a:cubicBezTo>
                <a:cubicBezTo>
                  <a:pt x="885777" y="91764"/>
                  <a:pt x="879641" y="89927"/>
                  <a:pt x="872638" y="88192"/>
                </a:cubicBezTo>
                <a:cubicBezTo>
                  <a:pt x="865636" y="86457"/>
                  <a:pt x="857005" y="84200"/>
                  <a:pt x="846743" y="81422"/>
                </a:cubicBezTo>
                <a:cubicBezTo>
                  <a:pt x="840364" y="79757"/>
                  <a:pt x="835060" y="77571"/>
                  <a:pt x="830830" y="74865"/>
                </a:cubicBezTo>
                <a:cubicBezTo>
                  <a:pt x="826601" y="72157"/>
                  <a:pt x="823237" y="69137"/>
                  <a:pt x="820741" y="65804"/>
                </a:cubicBezTo>
                <a:cubicBezTo>
                  <a:pt x="818246" y="62472"/>
                  <a:pt x="816478" y="58932"/>
                  <a:pt x="815437" y="55185"/>
                </a:cubicBezTo>
                <a:cubicBezTo>
                  <a:pt x="814399" y="51436"/>
                  <a:pt x="813879" y="47618"/>
                  <a:pt x="813879" y="43731"/>
                </a:cubicBezTo>
                <a:cubicBezTo>
                  <a:pt x="813879" y="36235"/>
                  <a:pt x="815439" y="29744"/>
                  <a:pt x="818557" y="24260"/>
                </a:cubicBezTo>
                <a:cubicBezTo>
                  <a:pt x="821678" y="18776"/>
                  <a:pt x="825804" y="14229"/>
                  <a:pt x="830935" y="10619"/>
                </a:cubicBezTo>
                <a:cubicBezTo>
                  <a:pt x="836066" y="7010"/>
                  <a:pt x="841890" y="4337"/>
                  <a:pt x="848406" y="2602"/>
                </a:cubicBezTo>
                <a:cubicBezTo>
                  <a:pt x="854923" y="867"/>
                  <a:pt x="861510" y="0"/>
                  <a:pt x="868166" y="0"/>
                </a:cubicBezTo>
                <a:cubicBezTo>
                  <a:pt x="875931" y="0"/>
                  <a:pt x="883245" y="1001"/>
                  <a:pt x="890109" y="3002"/>
                </a:cubicBezTo>
                <a:cubicBezTo>
                  <a:pt x="896973" y="5004"/>
                  <a:pt x="903004" y="8007"/>
                  <a:pt x="908203" y="12013"/>
                </a:cubicBezTo>
                <a:cubicBezTo>
                  <a:pt x="913403" y="16016"/>
                  <a:pt x="917529" y="20961"/>
                  <a:pt x="920580" y="26850"/>
                </a:cubicBezTo>
                <a:cubicBezTo>
                  <a:pt x="923631" y="32738"/>
                  <a:pt x="925157" y="39565"/>
                  <a:pt x="925157" y="47330"/>
                </a:cubicBezTo>
                <a:lnTo>
                  <a:pt x="899157" y="47330"/>
                </a:lnTo>
                <a:cubicBezTo>
                  <a:pt x="898463" y="37762"/>
                  <a:pt x="895204" y="31003"/>
                  <a:pt x="889379" y="27053"/>
                </a:cubicBezTo>
                <a:cubicBezTo>
                  <a:pt x="883556" y="23101"/>
                  <a:pt x="876138" y="21124"/>
                  <a:pt x="867125" y="21124"/>
                </a:cubicBezTo>
                <a:cubicBezTo>
                  <a:pt x="864076" y="21124"/>
                  <a:pt x="860956" y="21438"/>
                  <a:pt x="857766" y="22064"/>
                </a:cubicBezTo>
                <a:cubicBezTo>
                  <a:pt x="854577" y="22690"/>
                  <a:pt x="851665" y="23734"/>
                  <a:pt x="849028" y="25196"/>
                </a:cubicBezTo>
                <a:cubicBezTo>
                  <a:pt x="846394" y="26656"/>
                  <a:pt x="844211" y="28639"/>
                  <a:pt x="842478" y="31144"/>
                </a:cubicBezTo>
                <a:cubicBezTo>
                  <a:pt x="840745" y="33647"/>
                  <a:pt x="839878" y="36776"/>
                  <a:pt x="839878" y="40532"/>
                </a:cubicBezTo>
                <a:cubicBezTo>
                  <a:pt x="839878" y="45819"/>
                  <a:pt x="841508" y="49959"/>
                  <a:pt x="844766" y="52951"/>
                </a:cubicBezTo>
                <a:cubicBezTo>
                  <a:pt x="848024" y="55940"/>
                  <a:pt x="852289" y="58200"/>
                  <a:pt x="857559" y="59730"/>
                </a:cubicBezTo>
                <a:cubicBezTo>
                  <a:pt x="858114" y="59869"/>
                  <a:pt x="860297" y="60461"/>
                  <a:pt x="864110" y="61504"/>
                </a:cubicBezTo>
                <a:cubicBezTo>
                  <a:pt x="867923" y="62547"/>
                  <a:pt x="872186" y="63695"/>
                  <a:pt x="876900" y="64947"/>
                </a:cubicBezTo>
                <a:cubicBezTo>
                  <a:pt x="881616" y="66200"/>
                  <a:pt x="886228" y="67415"/>
                  <a:pt x="890734" y="68594"/>
                </a:cubicBezTo>
                <a:cubicBezTo>
                  <a:pt x="895241" y="69770"/>
                  <a:pt x="898465" y="70636"/>
                  <a:pt x="900405" y="71190"/>
                </a:cubicBezTo>
                <a:cubicBezTo>
                  <a:pt x="905258" y="72716"/>
                  <a:pt x="909488" y="74795"/>
                  <a:pt x="913093" y="77430"/>
                </a:cubicBezTo>
                <a:cubicBezTo>
                  <a:pt x="916699" y="80062"/>
                  <a:pt x="919715" y="83076"/>
                  <a:pt x="922142" y="86472"/>
                </a:cubicBezTo>
                <a:cubicBezTo>
                  <a:pt x="924569" y="89865"/>
                  <a:pt x="926371" y="93503"/>
                  <a:pt x="927550" y="97383"/>
                </a:cubicBezTo>
                <a:cubicBezTo>
                  <a:pt x="928728" y="101263"/>
                  <a:pt x="929317" y="105144"/>
                  <a:pt x="929317" y="109024"/>
                </a:cubicBezTo>
                <a:cubicBezTo>
                  <a:pt x="929317" y="117339"/>
                  <a:pt x="927618" y="124442"/>
                  <a:pt x="924220" y="130333"/>
                </a:cubicBezTo>
                <a:cubicBezTo>
                  <a:pt x="920825" y="136223"/>
                  <a:pt x="916353" y="141040"/>
                  <a:pt x="910805" y="144783"/>
                </a:cubicBezTo>
                <a:cubicBezTo>
                  <a:pt x="905260" y="148523"/>
                  <a:pt x="898950" y="151259"/>
                  <a:pt x="891877" y="152990"/>
                </a:cubicBezTo>
                <a:cubicBezTo>
                  <a:pt x="884806" y="154723"/>
                  <a:pt x="877596" y="155589"/>
                  <a:pt x="870248" y="155589"/>
                </a:cubicBezTo>
                <a:cubicBezTo>
                  <a:pt x="861789" y="155589"/>
                  <a:pt x="853815" y="154549"/>
                  <a:pt x="846327" y="152469"/>
                </a:cubicBezTo>
                <a:cubicBezTo>
                  <a:pt x="838840" y="150392"/>
                  <a:pt x="832322" y="147204"/>
                  <a:pt x="826774" y="142907"/>
                </a:cubicBezTo>
                <a:cubicBezTo>
                  <a:pt x="821228" y="138610"/>
                  <a:pt x="816792" y="133100"/>
                  <a:pt x="813463" y="126378"/>
                </a:cubicBezTo>
                <a:cubicBezTo>
                  <a:pt x="810137" y="119656"/>
                  <a:pt x="808404" y="111722"/>
                  <a:pt x="808265" y="102575"/>
                </a:cubicBezTo>
                <a:lnTo>
                  <a:pt x="834264" y="1025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248084-6C48-407B-9953-5DD0F406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448" y="3408039"/>
            <a:ext cx="1479942" cy="605609"/>
          </a:xfrm>
          <a:custGeom xmlns:a="http://schemas.openxmlformats.org/drawingml/2006/main">
            <a:pathLst>
              <a:path w="1479942" h="605609">
                <a:moveTo>
                  <a:pt x="0" y="605609"/>
                </a:moveTo>
                <a:lnTo>
                  <a:pt x="1479942" y="605609"/>
                </a:lnTo>
                <a:lnTo>
                  <a:pt x="1479942" y="0"/>
                </a:lnTo>
                <a:lnTo>
                  <a:pt x="0" y="0"/>
                </a:lnTo>
                <a:lnTo>
                  <a:pt x="0" y="6056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7C706D-FF8C-4C3E-A096-AC991853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448" y="3408038"/>
            <a:ext cx="1479942" cy="605608"/>
          </a:xfrm>
          <a:custGeom xmlns:a="http://schemas.openxmlformats.org/drawingml/2006/main">
            <a:pathLst>
              <a:path w="1479942" h="605608" fill="none">
                <a:moveTo>
                  <a:pt x="0" y="0"/>
                </a:moveTo>
                <a:lnTo>
                  <a:pt x="1479942" y="0"/>
                </a:lnTo>
                <a:lnTo>
                  <a:pt x="1479942" y="605608"/>
                </a:lnTo>
                <a:lnTo>
                  <a:pt x="0" y="6056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95" name="Text RawBytes">
            <a:extLst xmlns:a="http://schemas.openxmlformats.org/drawingml/2006/main">
              <a:ext uri="{FF2B5EF4-FFF2-40B4-BE49-F238E27FC236}">
                <a16:creationId xmlns:a16="http://schemas.microsoft.com/office/drawing/2014/main" id="{A0AB4D0B-FC69-4125-8F20-260035D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754" y="3643844"/>
            <a:ext cx="1007523" cy="191135"/>
          </a:xfrm>
          <a:custGeom xmlns:a="http://schemas.openxmlformats.org/drawingml/2006/main">
            <a:pathLst>
              <a:path w="1007523" h="191135">
                <a:moveTo>
                  <a:pt x="0" y="0"/>
                </a:moveTo>
                <a:lnTo>
                  <a:pt x="70927" y="0"/>
                </a:lnTo>
                <a:cubicBezTo>
                  <a:pt x="87288" y="0"/>
                  <a:pt x="99559" y="3537"/>
                  <a:pt x="107739" y="10610"/>
                </a:cubicBezTo>
                <a:cubicBezTo>
                  <a:pt x="115921" y="17681"/>
                  <a:pt x="120012" y="27527"/>
                  <a:pt x="120012" y="40148"/>
                </a:cubicBezTo>
                <a:cubicBezTo>
                  <a:pt x="120012" y="47221"/>
                  <a:pt x="118972" y="53081"/>
                  <a:pt x="116892" y="57727"/>
                </a:cubicBezTo>
                <a:cubicBezTo>
                  <a:pt x="114812" y="62371"/>
                  <a:pt x="112385" y="66115"/>
                  <a:pt x="109611" y="68959"/>
                </a:cubicBezTo>
                <a:cubicBezTo>
                  <a:pt x="106837" y="71801"/>
                  <a:pt x="104099" y="73845"/>
                  <a:pt x="101395" y="75094"/>
                </a:cubicBezTo>
                <a:cubicBezTo>
                  <a:pt x="98693" y="76342"/>
                  <a:pt x="96718" y="77175"/>
                  <a:pt x="95469" y="77592"/>
                </a:cubicBezTo>
                <a:lnTo>
                  <a:pt x="95469" y="78007"/>
                </a:lnTo>
                <a:cubicBezTo>
                  <a:pt x="97687" y="78284"/>
                  <a:pt x="100077" y="78977"/>
                  <a:pt x="102642" y="80086"/>
                </a:cubicBezTo>
                <a:cubicBezTo>
                  <a:pt x="105208" y="81195"/>
                  <a:pt x="107600" y="82963"/>
                  <a:pt x="109818" y="85389"/>
                </a:cubicBezTo>
                <a:cubicBezTo>
                  <a:pt x="112037" y="87814"/>
                  <a:pt x="113875" y="90967"/>
                  <a:pt x="115330" y="94847"/>
                </a:cubicBezTo>
                <a:cubicBezTo>
                  <a:pt x="116788" y="98728"/>
                  <a:pt x="117517" y="103578"/>
                  <a:pt x="117517" y="109399"/>
                </a:cubicBezTo>
                <a:cubicBezTo>
                  <a:pt x="117517" y="118129"/>
                  <a:pt x="118175" y="126063"/>
                  <a:pt x="119491" y="133202"/>
                </a:cubicBezTo>
                <a:cubicBezTo>
                  <a:pt x="120809" y="140338"/>
                  <a:pt x="122854" y="145431"/>
                  <a:pt x="125626" y="148480"/>
                </a:cubicBezTo>
                <a:lnTo>
                  <a:pt x="97754" y="148480"/>
                </a:lnTo>
                <a:cubicBezTo>
                  <a:pt x="95814" y="145292"/>
                  <a:pt x="94670" y="141757"/>
                  <a:pt x="94323" y="137877"/>
                </a:cubicBezTo>
                <a:cubicBezTo>
                  <a:pt x="93976" y="133994"/>
                  <a:pt x="93803" y="130250"/>
                  <a:pt x="93803" y="126645"/>
                </a:cubicBezTo>
                <a:cubicBezTo>
                  <a:pt x="93803" y="119851"/>
                  <a:pt x="93387" y="113993"/>
                  <a:pt x="92556" y="109072"/>
                </a:cubicBezTo>
                <a:cubicBezTo>
                  <a:pt x="91724" y="104150"/>
                  <a:pt x="90199" y="100062"/>
                  <a:pt x="87979" y="96805"/>
                </a:cubicBezTo>
                <a:cubicBezTo>
                  <a:pt x="85762" y="93547"/>
                  <a:pt x="82746" y="91155"/>
                  <a:pt x="78931" y="89629"/>
                </a:cubicBezTo>
                <a:cubicBezTo>
                  <a:pt x="75118" y="88104"/>
                  <a:pt x="70231" y="87341"/>
                  <a:pt x="64268" y="87341"/>
                </a:cubicBezTo>
                <a:lnTo>
                  <a:pt x="25999" y="87341"/>
                </a:lnTo>
                <a:lnTo>
                  <a:pt x="25999" y="148480"/>
                </a:lnTo>
                <a:lnTo>
                  <a:pt x="0" y="148480"/>
                </a:lnTo>
                <a:lnTo>
                  <a:pt x="0" y="0"/>
                </a:lnTo>
                <a:moveTo>
                  <a:pt x="25999" y="67639"/>
                </a:moveTo>
                <a:lnTo>
                  <a:pt x="68638" y="67639"/>
                </a:lnTo>
                <a:cubicBezTo>
                  <a:pt x="76958" y="67639"/>
                  <a:pt x="83266" y="65657"/>
                  <a:pt x="87563" y="61694"/>
                </a:cubicBezTo>
                <a:cubicBezTo>
                  <a:pt x="91863" y="57731"/>
                  <a:pt x="94012" y="51787"/>
                  <a:pt x="94012" y="43861"/>
                </a:cubicBezTo>
                <a:cubicBezTo>
                  <a:pt x="94012" y="39132"/>
                  <a:pt x="93318" y="35273"/>
                  <a:pt x="91930" y="32283"/>
                </a:cubicBezTo>
                <a:cubicBezTo>
                  <a:pt x="90545" y="29294"/>
                  <a:pt x="88638" y="26965"/>
                  <a:pt x="86211" y="25298"/>
                </a:cubicBezTo>
                <a:cubicBezTo>
                  <a:pt x="83787" y="23628"/>
                  <a:pt x="81014" y="22516"/>
                  <a:pt x="77893" y="21959"/>
                </a:cubicBezTo>
                <a:cubicBezTo>
                  <a:pt x="74772" y="21403"/>
                  <a:pt x="71549" y="21124"/>
                  <a:pt x="68223" y="21124"/>
                </a:cubicBezTo>
                <a:lnTo>
                  <a:pt x="25999" y="21124"/>
                </a:lnTo>
                <a:lnTo>
                  <a:pt x="25999" y="67639"/>
                </a:lnTo>
                <a:close/>
                <a:moveTo>
                  <a:pt x="233160" y="124525"/>
                </a:moveTo>
                <a:cubicBezTo>
                  <a:pt x="233160" y="127436"/>
                  <a:pt x="233541" y="129516"/>
                  <a:pt x="234303" y="130764"/>
                </a:cubicBezTo>
                <a:cubicBezTo>
                  <a:pt x="235067" y="132013"/>
                  <a:pt x="236558" y="132637"/>
                  <a:pt x="238778" y="132637"/>
                </a:cubicBezTo>
                <a:cubicBezTo>
                  <a:pt x="239470" y="132637"/>
                  <a:pt x="240301" y="132637"/>
                  <a:pt x="241272" y="132637"/>
                </a:cubicBezTo>
                <a:cubicBezTo>
                  <a:pt x="242243" y="132637"/>
                  <a:pt x="243353" y="132498"/>
                  <a:pt x="244601" y="132221"/>
                </a:cubicBezTo>
                <a:lnTo>
                  <a:pt x="244601" y="148626"/>
                </a:lnTo>
                <a:cubicBezTo>
                  <a:pt x="243770" y="148901"/>
                  <a:pt x="242695" y="149211"/>
                  <a:pt x="241377" y="149556"/>
                </a:cubicBezTo>
                <a:cubicBezTo>
                  <a:pt x="240059" y="149903"/>
                  <a:pt x="238707" y="150215"/>
                  <a:pt x="237321" y="150492"/>
                </a:cubicBezTo>
                <a:cubicBezTo>
                  <a:pt x="235935" y="150769"/>
                  <a:pt x="234548" y="150977"/>
                  <a:pt x="233160" y="151114"/>
                </a:cubicBezTo>
                <a:cubicBezTo>
                  <a:pt x="231774" y="151254"/>
                  <a:pt x="230596" y="151324"/>
                  <a:pt x="229625" y="151324"/>
                </a:cubicBezTo>
                <a:cubicBezTo>
                  <a:pt x="224771" y="151324"/>
                  <a:pt x="220749" y="150355"/>
                  <a:pt x="217558" y="148417"/>
                </a:cubicBezTo>
                <a:cubicBezTo>
                  <a:pt x="214370" y="146479"/>
                  <a:pt x="212291" y="143087"/>
                  <a:pt x="211322" y="138242"/>
                </a:cubicBezTo>
                <a:cubicBezTo>
                  <a:pt x="206608" y="142810"/>
                  <a:pt x="200818" y="146133"/>
                  <a:pt x="193952" y="148210"/>
                </a:cubicBezTo>
                <a:cubicBezTo>
                  <a:pt x="187088" y="150286"/>
                  <a:pt x="180468" y="151324"/>
                  <a:pt x="174091" y="151324"/>
                </a:cubicBezTo>
                <a:cubicBezTo>
                  <a:pt x="169237" y="151324"/>
                  <a:pt x="164592" y="150666"/>
                  <a:pt x="160155" y="149350"/>
                </a:cubicBezTo>
                <a:cubicBezTo>
                  <a:pt x="155718" y="148036"/>
                  <a:pt x="151800" y="146099"/>
                  <a:pt x="148402" y="143539"/>
                </a:cubicBezTo>
                <a:cubicBezTo>
                  <a:pt x="145006" y="140976"/>
                  <a:pt x="142302" y="137722"/>
                  <a:pt x="140290" y="133776"/>
                </a:cubicBezTo>
                <a:cubicBezTo>
                  <a:pt x="138280" y="129830"/>
                  <a:pt x="137275" y="125226"/>
                  <a:pt x="137275" y="119964"/>
                </a:cubicBezTo>
                <a:cubicBezTo>
                  <a:pt x="137275" y="113318"/>
                  <a:pt x="138489" y="107919"/>
                  <a:pt x="140916" y="103765"/>
                </a:cubicBezTo>
                <a:cubicBezTo>
                  <a:pt x="143342" y="99612"/>
                  <a:pt x="146531" y="96359"/>
                  <a:pt x="150481" y="94006"/>
                </a:cubicBezTo>
                <a:cubicBezTo>
                  <a:pt x="154434" y="91651"/>
                  <a:pt x="158870" y="89955"/>
                  <a:pt x="163792" y="88919"/>
                </a:cubicBezTo>
                <a:cubicBezTo>
                  <a:pt x="168715" y="87880"/>
                  <a:pt x="173674" y="87083"/>
                  <a:pt x="178667" y="86529"/>
                </a:cubicBezTo>
                <a:cubicBezTo>
                  <a:pt x="182964" y="85693"/>
                  <a:pt x="187054" y="85102"/>
                  <a:pt x="190937" y="84755"/>
                </a:cubicBezTo>
                <a:cubicBezTo>
                  <a:pt x="194821" y="84406"/>
                  <a:pt x="198254" y="83814"/>
                  <a:pt x="201236" y="82981"/>
                </a:cubicBezTo>
                <a:cubicBezTo>
                  <a:pt x="204217" y="82145"/>
                  <a:pt x="206574" y="80857"/>
                  <a:pt x="208307" y="79118"/>
                </a:cubicBezTo>
                <a:cubicBezTo>
                  <a:pt x="210040" y="77377"/>
                  <a:pt x="210906" y="74766"/>
                  <a:pt x="210906" y="71285"/>
                </a:cubicBezTo>
                <a:cubicBezTo>
                  <a:pt x="210906" y="68224"/>
                  <a:pt x="210178" y="65719"/>
                  <a:pt x="208722" y="63770"/>
                </a:cubicBezTo>
                <a:cubicBezTo>
                  <a:pt x="207267" y="61821"/>
                  <a:pt x="205464" y="60325"/>
                  <a:pt x="203314" y="59282"/>
                </a:cubicBezTo>
                <a:cubicBezTo>
                  <a:pt x="201165" y="58237"/>
                  <a:pt x="198773" y="57541"/>
                  <a:pt x="196139" y="57194"/>
                </a:cubicBezTo>
                <a:cubicBezTo>
                  <a:pt x="193504" y="56845"/>
                  <a:pt x="191008" y="56670"/>
                  <a:pt x="188649" y="56670"/>
                </a:cubicBezTo>
                <a:cubicBezTo>
                  <a:pt x="181994" y="56670"/>
                  <a:pt x="176517" y="58057"/>
                  <a:pt x="172218" y="60831"/>
                </a:cubicBezTo>
                <a:cubicBezTo>
                  <a:pt x="167919" y="63605"/>
                  <a:pt x="165492" y="67905"/>
                  <a:pt x="164938" y="73732"/>
                </a:cubicBezTo>
                <a:lnTo>
                  <a:pt x="141227" y="73732"/>
                </a:lnTo>
                <a:cubicBezTo>
                  <a:pt x="141643" y="66805"/>
                  <a:pt x="143307" y="61055"/>
                  <a:pt x="146219" y="56483"/>
                </a:cubicBezTo>
                <a:cubicBezTo>
                  <a:pt x="149130" y="51909"/>
                  <a:pt x="152839" y="48237"/>
                  <a:pt x="157346" y="45467"/>
                </a:cubicBezTo>
                <a:cubicBezTo>
                  <a:pt x="161853" y="42695"/>
                  <a:pt x="166949" y="40755"/>
                  <a:pt x="172634" y="39646"/>
                </a:cubicBezTo>
                <a:cubicBezTo>
                  <a:pt x="178319" y="38538"/>
                  <a:pt x="184143" y="37983"/>
                  <a:pt x="190105" y="37983"/>
                </a:cubicBezTo>
                <a:cubicBezTo>
                  <a:pt x="195374" y="37983"/>
                  <a:pt x="200573" y="38539"/>
                  <a:pt x="205704" y="39649"/>
                </a:cubicBezTo>
                <a:cubicBezTo>
                  <a:pt x="210835" y="40758"/>
                  <a:pt x="215445" y="42561"/>
                  <a:pt x="219535" y="45058"/>
                </a:cubicBezTo>
                <a:cubicBezTo>
                  <a:pt x="223627" y="47552"/>
                  <a:pt x="226921" y="50777"/>
                  <a:pt x="229415" y="54731"/>
                </a:cubicBezTo>
                <a:cubicBezTo>
                  <a:pt x="231912" y="58683"/>
                  <a:pt x="233160" y="63502"/>
                  <a:pt x="233160" y="69187"/>
                </a:cubicBezTo>
                <a:lnTo>
                  <a:pt x="233160" y="124525"/>
                </a:lnTo>
                <a:moveTo>
                  <a:pt x="209449" y="94704"/>
                </a:moveTo>
                <a:cubicBezTo>
                  <a:pt x="205844" y="97061"/>
                  <a:pt x="201406" y="98483"/>
                  <a:pt x="196135" y="98970"/>
                </a:cubicBezTo>
                <a:cubicBezTo>
                  <a:pt x="190867" y="99454"/>
                  <a:pt x="185599" y="100182"/>
                  <a:pt x="180330" y="101153"/>
                </a:cubicBezTo>
                <a:cubicBezTo>
                  <a:pt x="177833" y="101568"/>
                  <a:pt x="175407" y="102155"/>
                  <a:pt x="173050" y="102915"/>
                </a:cubicBezTo>
                <a:cubicBezTo>
                  <a:pt x="170693" y="103674"/>
                  <a:pt x="168613" y="104710"/>
                  <a:pt x="166810" y="106022"/>
                </a:cubicBezTo>
                <a:cubicBezTo>
                  <a:pt x="165007" y="107334"/>
                  <a:pt x="163586" y="109060"/>
                  <a:pt x="162545" y="111201"/>
                </a:cubicBezTo>
                <a:cubicBezTo>
                  <a:pt x="161506" y="113340"/>
                  <a:pt x="160986" y="115929"/>
                  <a:pt x="160986" y="118968"/>
                </a:cubicBezTo>
                <a:cubicBezTo>
                  <a:pt x="160986" y="121591"/>
                  <a:pt x="161749" y="123800"/>
                  <a:pt x="163274" y="125594"/>
                </a:cubicBezTo>
                <a:cubicBezTo>
                  <a:pt x="164800" y="127388"/>
                  <a:pt x="166637" y="128804"/>
                  <a:pt x="168784" y="129841"/>
                </a:cubicBezTo>
                <a:cubicBezTo>
                  <a:pt x="170934" y="130875"/>
                  <a:pt x="173291" y="131600"/>
                  <a:pt x="175855" y="132015"/>
                </a:cubicBezTo>
                <a:cubicBezTo>
                  <a:pt x="178422" y="132429"/>
                  <a:pt x="180745" y="132637"/>
                  <a:pt x="182825" y="132637"/>
                </a:cubicBezTo>
                <a:cubicBezTo>
                  <a:pt x="185461" y="132637"/>
                  <a:pt x="188304" y="132292"/>
                  <a:pt x="191353" y="131602"/>
                </a:cubicBezTo>
                <a:cubicBezTo>
                  <a:pt x="194404" y="130910"/>
                  <a:pt x="197281" y="129736"/>
                  <a:pt x="199985" y="128079"/>
                </a:cubicBezTo>
                <a:cubicBezTo>
                  <a:pt x="202689" y="126423"/>
                  <a:pt x="204942" y="124317"/>
                  <a:pt x="206745" y="121764"/>
                </a:cubicBezTo>
                <a:cubicBezTo>
                  <a:pt x="208548" y="119208"/>
                  <a:pt x="209449" y="116066"/>
                  <a:pt x="209449" y="112338"/>
                </a:cubicBezTo>
                <a:lnTo>
                  <a:pt x="209449" y="94704"/>
                </a:lnTo>
                <a:close/>
                <a:moveTo>
                  <a:pt x="248968" y="41030"/>
                </a:moveTo>
                <a:lnTo>
                  <a:pt x="274136" y="41030"/>
                </a:lnTo>
                <a:lnTo>
                  <a:pt x="295143" y="121316"/>
                </a:lnTo>
                <a:lnTo>
                  <a:pt x="295559" y="121316"/>
                </a:lnTo>
                <a:lnTo>
                  <a:pt x="315734" y="41030"/>
                </a:lnTo>
                <a:lnTo>
                  <a:pt x="339655" y="41030"/>
                </a:lnTo>
                <a:lnTo>
                  <a:pt x="358999" y="121316"/>
                </a:lnTo>
                <a:lnTo>
                  <a:pt x="359414" y="121316"/>
                </a:lnTo>
                <a:lnTo>
                  <a:pt x="381253" y="41030"/>
                </a:lnTo>
                <a:lnTo>
                  <a:pt x="405380" y="41030"/>
                </a:lnTo>
                <a:lnTo>
                  <a:pt x="371684" y="148480"/>
                </a:lnTo>
                <a:lnTo>
                  <a:pt x="347348" y="148480"/>
                </a:lnTo>
                <a:lnTo>
                  <a:pt x="327382" y="68610"/>
                </a:lnTo>
                <a:lnTo>
                  <a:pt x="326966" y="68610"/>
                </a:lnTo>
                <a:lnTo>
                  <a:pt x="307206" y="148480"/>
                </a:lnTo>
                <a:lnTo>
                  <a:pt x="282248" y="148480"/>
                </a:lnTo>
                <a:lnTo>
                  <a:pt x="248968" y="41030"/>
                </a:lnTo>
                <a:close/>
                <a:moveTo>
                  <a:pt x="507714" y="62154"/>
                </a:moveTo>
                <a:lnTo>
                  <a:pt x="550143" y="62154"/>
                </a:lnTo>
                <a:cubicBezTo>
                  <a:pt x="556383" y="62154"/>
                  <a:pt x="561583" y="60385"/>
                  <a:pt x="565742" y="56845"/>
                </a:cubicBezTo>
                <a:cubicBezTo>
                  <a:pt x="569902" y="53303"/>
                  <a:pt x="571982" y="48200"/>
                  <a:pt x="571982" y="41535"/>
                </a:cubicBezTo>
                <a:cubicBezTo>
                  <a:pt x="571982" y="34036"/>
                  <a:pt x="570109" y="28760"/>
                  <a:pt x="566364" y="25707"/>
                </a:cubicBezTo>
                <a:cubicBezTo>
                  <a:pt x="562621" y="22652"/>
                  <a:pt x="557215" y="21124"/>
                  <a:pt x="550143" y="21124"/>
                </a:cubicBezTo>
                <a:lnTo>
                  <a:pt x="507714" y="21124"/>
                </a:lnTo>
                <a:lnTo>
                  <a:pt x="507714" y="62154"/>
                </a:lnTo>
                <a:moveTo>
                  <a:pt x="481714" y="0"/>
                </a:moveTo>
                <a:lnTo>
                  <a:pt x="553888" y="0"/>
                </a:lnTo>
                <a:cubicBezTo>
                  <a:pt x="567199" y="0"/>
                  <a:pt x="577876" y="3049"/>
                  <a:pt x="585918" y="9147"/>
                </a:cubicBezTo>
                <a:cubicBezTo>
                  <a:pt x="593960" y="15242"/>
                  <a:pt x="597981" y="24457"/>
                  <a:pt x="597981" y="36790"/>
                </a:cubicBezTo>
                <a:cubicBezTo>
                  <a:pt x="597981" y="44274"/>
                  <a:pt x="596144" y="50684"/>
                  <a:pt x="592468" y="56020"/>
                </a:cubicBezTo>
                <a:cubicBezTo>
                  <a:pt x="588795" y="61354"/>
                  <a:pt x="583562" y="65475"/>
                  <a:pt x="576768" y="68385"/>
                </a:cubicBezTo>
                <a:lnTo>
                  <a:pt x="576768" y="68800"/>
                </a:lnTo>
                <a:cubicBezTo>
                  <a:pt x="585919" y="70743"/>
                  <a:pt x="592851" y="75077"/>
                  <a:pt x="597565" y="81803"/>
                </a:cubicBezTo>
                <a:cubicBezTo>
                  <a:pt x="602282" y="88529"/>
                  <a:pt x="604640" y="96954"/>
                  <a:pt x="604640" y="107079"/>
                </a:cubicBezTo>
                <a:cubicBezTo>
                  <a:pt x="604640" y="112906"/>
                  <a:pt x="603600" y="118351"/>
                  <a:pt x="601520" y="123414"/>
                </a:cubicBezTo>
                <a:cubicBezTo>
                  <a:pt x="599440" y="128475"/>
                  <a:pt x="596182" y="132843"/>
                  <a:pt x="591745" y="136518"/>
                </a:cubicBezTo>
                <a:cubicBezTo>
                  <a:pt x="587308" y="140193"/>
                  <a:pt x="581623" y="143106"/>
                  <a:pt x="574689" y="145256"/>
                </a:cubicBezTo>
                <a:cubicBezTo>
                  <a:pt x="567756" y="147405"/>
                  <a:pt x="559505" y="148480"/>
                  <a:pt x="549937" y="148480"/>
                </a:cubicBezTo>
                <a:lnTo>
                  <a:pt x="481714" y="148480"/>
                </a:lnTo>
                <a:lnTo>
                  <a:pt x="481714" y="0"/>
                </a:lnTo>
                <a:moveTo>
                  <a:pt x="507714" y="127356"/>
                </a:moveTo>
                <a:lnTo>
                  <a:pt x="553682" y="127356"/>
                </a:lnTo>
                <a:cubicBezTo>
                  <a:pt x="561585" y="127356"/>
                  <a:pt x="567720" y="125304"/>
                  <a:pt x="572087" y="121202"/>
                </a:cubicBezTo>
                <a:cubicBezTo>
                  <a:pt x="576456" y="117099"/>
                  <a:pt x="578640" y="111293"/>
                  <a:pt x="578640" y="103784"/>
                </a:cubicBezTo>
                <a:cubicBezTo>
                  <a:pt x="578640" y="96415"/>
                  <a:pt x="576456" y="90749"/>
                  <a:pt x="572087" y="86786"/>
                </a:cubicBezTo>
                <a:cubicBezTo>
                  <a:pt x="567720" y="82823"/>
                  <a:pt x="561585" y="80841"/>
                  <a:pt x="553682" y="80841"/>
                </a:cubicBezTo>
                <a:lnTo>
                  <a:pt x="507714" y="80841"/>
                </a:lnTo>
                <a:lnTo>
                  <a:pt x="507714" y="127356"/>
                </a:lnTo>
                <a:close/>
                <a:moveTo>
                  <a:pt x="612959" y="41030"/>
                </a:moveTo>
                <a:lnTo>
                  <a:pt x="638958" y="41030"/>
                </a:lnTo>
                <a:lnTo>
                  <a:pt x="667036" y="121316"/>
                </a:lnTo>
                <a:lnTo>
                  <a:pt x="667452" y="121316"/>
                </a:lnTo>
                <a:lnTo>
                  <a:pt x="694699" y="41030"/>
                </a:lnTo>
                <a:lnTo>
                  <a:pt x="719451" y="41030"/>
                </a:lnTo>
                <a:lnTo>
                  <a:pt x="677643" y="154336"/>
                </a:lnTo>
                <a:cubicBezTo>
                  <a:pt x="675703" y="159187"/>
                  <a:pt x="673796" y="163830"/>
                  <a:pt x="671924" y="168265"/>
                </a:cubicBezTo>
                <a:cubicBezTo>
                  <a:pt x="670051" y="172700"/>
                  <a:pt x="667763" y="176615"/>
                  <a:pt x="665059" y="180011"/>
                </a:cubicBezTo>
                <a:cubicBezTo>
                  <a:pt x="662357" y="183407"/>
                  <a:pt x="658995" y="186110"/>
                  <a:pt x="654973" y="188120"/>
                </a:cubicBezTo>
                <a:cubicBezTo>
                  <a:pt x="650951" y="190130"/>
                  <a:pt x="645820" y="191135"/>
                  <a:pt x="639580" y="191135"/>
                </a:cubicBezTo>
                <a:cubicBezTo>
                  <a:pt x="634035" y="191135"/>
                  <a:pt x="628558" y="190729"/>
                  <a:pt x="623150" y="189916"/>
                </a:cubicBezTo>
                <a:lnTo>
                  <a:pt x="623150" y="169976"/>
                </a:lnTo>
                <a:cubicBezTo>
                  <a:pt x="625090" y="170253"/>
                  <a:pt x="626962" y="170565"/>
                  <a:pt x="628764" y="170912"/>
                </a:cubicBezTo>
                <a:cubicBezTo>
                  <a:pt x="630567" y="171259"/>
                  <a:pt x="632439" y="171433"/>
                  <a:pt x="634382" y="171433"/>
                </a:cubicBezTo>
                <a:cubicBezTo>
                  <a:pt x="637156" y="171433"/>
                  <a:pt x="639443" y="171086"/>
                  <a:pt x="641243" y="170392"/>
                </a:cubicBezTo>
                <a:cubicBezTo>
                  <a:pt x="643046" y="169700"/>
                  <a:pt x="644537" y="168695"/>
                  <a:pt x="645715" y="167377"/>
                </a:cubicBezTo>
                <a:cubicBezTo>
                  <a:pt x="646896" y="166060"/>
                  <a:pt x="647902" y="164501"/>
                  <a:pt x="648733" y="162698"/>
                </a:cubicBezTo>
                <a:cubicBezTo>
                  <a:pt x="649565" y="160896"/>
                  <a:pt x="650328" y="158816"/>
                  <a:pt x="651022" y="156459"/>
                </a:cubicBezTo>
                <a:lnTo>
                  <a:pt x="653726" y="148141"/>
                </a:lnTo>
                <a:lnTo>
                  <a:pt x="612959" y="41030"/>
                </a:lnTo>
                <a:close/>
                <a:moveTo>
                  <a:pt x="721946" y="41030"/>
                </a:moveTo>
                <a:lnTo>
                  <a:pt x="739833" y="41030"/>
                </a:lnTo>
                <a:lnTo>
                  <a:pt x="739833" y="8734"/>
                </a:lnTo>
                <a:lnTo>
                  <a:pt x="763544" y="8734"/>
                </a:lnTo>
                <a:lnTo>
                  <a:pt x="763544" y="41030"/>
                </a:lnTo>
                <a:lnTo>
                  <a:pt x="784970" y="41030"/>
                </a:lnTo>
                <a:lnTo>
                  <a:pt x="784970" y="58701"/>
                </a:lnTo>
                <a:lnTo>
                  <a:pt x="763544" y="58701"/>
                </a:lnTo>
                <a:lnTo>
                  <a:pt x="763544" y="116054"/>
                </a:lnTo>
                <a:cubicBezTo>
                  <a:pt x="763544" y="118549"/>
                  <a:pt x="763648" y="120696"/>
                  <a:pt x="763855" y="122497"/>
                </a:cubicBezTo>
                <a:cubicBezTo>
                  <a:pt x="764064" y="124297"/>
                  <a:pt x="764550" y="125822"/>
                  <a:pt x="765312" y="127070"/>
                </a:cubicBezTo>
                <a:cubicBezTo>
                  <a:pt x="766076" y="128316"/>
                  <a:pt x="767220" y="129251"/>
                  <a:pt x="768746" y="129876"/>
                </a:cubicBezTo>
                <a:cubicBezTo>
                  <a:pt x="770271" y="130498"/>
                  <a:pt x="772351" y="130809"/>
                  <a:pt x="774985" y="130809"/>
                </a:cubicBezTo>
                <a:cubicBezTo>
                  <a:pt x="776648" y="130809"/>
                  <a:pt x="778311" y="130775"/>
                  <a:pt x="779974" y="130707"/>
                </a:cubicBezTo>
                <a:cubicBezTo>
                  <a:pt x="781640" y="130637"/>
                  <a:pt x="783305" y="130394"/>
                  <a:pt x="784970" y="129977"/>
                </a:cubicBezTo>
                <a:lnTo>
                  <a:pt x="784970" y="148277"/>
                </a:lnTo>
                <a:cubicBezTo>
                  <a:pt x="782336" y="148548"/>
                  <a:pt x="779770" y="148819"/>
                  <a:pt x="777274" y="149089"/>
                </a:cubicBezTo>
                <a:cubicBezTo>
                  <a:pt x="774777" y="149360"/>
                  <a:pt x="772211" y="149496"/>
                  <a:pt x="769577" y="149496"/>
                </a:cubicBezTo>
                <a:cubicBezTo>
                  <a:pt x="763336" y="149496"/>
                  <a:pt x="758308" y="148907"/>
                  <a:pt x="754496" y="147731"/>
                </a:cubicBezTo>
                <a:cubicBezTo>
                  <a:pt x="750683" y="146553"/>
                  <a:pt x="747702" y="144821"/>
                  <a:pt x="745552" y="142536"/>
                </a:cubicBezTo>
                <a:cubicBezTo>
                  <a:pt x="743402" y="140251"/>
                  <a:pt x="741947" y="137377"/>
                  <a:pt x="741185" y="133916"/>
                </a:cubicBezTo>
                <a:cubicBezTo>
                  <a:pt x="740423" y="130452"/>
                  <a:pt x="739973" y="126504"/>
                  <a:pt x="739833" y="122071"/>
                </a:cubicBezTo>
                <a:lnTo>
                  <a:pt x="739833" y="58701"/>
                </a:lnTo>
                <a:lnTo>
                  <a:pt x="721946" y="58701"/>
                </a:lnTo>
                <a:lnTo>
                  <a:pt x="721946" y="41030"/>
                </a:lnTo>
                <a:close/>
                <a:moveTo>
                  <a:pt x="875861" y="85310"/>
                </a:moveTo>
                <a:cubicBezTo>
                  <a:pt x="875584" y="81548"/>
                  <a:pt x="874786" y="77925"/>
                  <a:pt x="873468" y="74440"/>
                </a:cubicBezTo>
                <a:cubicBezTo>
                  <a:pt x="872152" y="70955"/>
                  <a:pt x="870349" y="67924"/>
                  <a:pt x="868060" y="65347"/>
                </a:cubicBezTo>
                <a:cubicBezTo>
                  <a:pt x="865772" y="62768"/>
                  <a:pt x="863000" y="60678"/>
                  <a:pt x="859741" y="59076"/>
                </a:cubicBezTo>
                <a:cubicBezTo>
                  <a:pt x="856483" y="57472"/>
                  <a:pt x="852844" y="56670"/>
                  <a:pt x="848824" y="56670"/>
                </a:cubicBezTo>
                <a:cubicBezTo>
                  <a:pt x="844664" y="56670"/>
                  <a:pt x="840885" y="57402"/>
                  <a:pt x="837487" y="58866"/>
                </a:cubicBezTo>
                <a:cubicBezTo>
                  <a:pt x="834089" y="60328"/>
                  <a:pt x="831177" y="62349"/>
                  <a:pt x="828750" y="64928"/>
                </a:cubicBezTo>
                <a:cubicBezTo>
                  <a:pt x="826325" y="67505"/>
                  <a:pt x="824385" y="70536"/>
                  <a:pt x="822929" y="74021"/>
                </a:cubicBezTo>
                <a:cubicBezTo>
                  <a:pt x="821473" y="77506"/>
                  <a:pt x="820676" y="81269"/>
                  <a:pt x="820536" y="85310"/>
                </a:cubicBezTo>
                <a:lnTo>
                  <a:pt x="875861" y="85310"/>
                </a:lnTo>
                <a:moveTo>
                  <a:pt x="820536" y="100950"/>
                </a:moveTo>
                <a:cubicBezTo>
                  <a:pt x="820536" y="105093"/>
                  <a:pt x="821125" y="109097"/>
                  <a:pt x="822304" y="112963"/>
                </a:cubicBezTo>
                <a:cubicBezTo>
                  <a:pt x="823482" y="116828"/>
                  <a:pt x="825250" y="120212"/>
                  <a:pt x="827607" y="123112"/>
                </a:cubicBezTo>
                <a:cubicBezTo>
                  <a:pt x="829964" y="126011"/>
                  <a:pt x="832945" y="128324"/>
                  <a:pt x="836551" y="130050"/>
                </a:cubicBezTo>
                <a:cubicBezTo>
                  <a:pt x="840156" y="131775"/>
                  <a:pt x="844454" y="132637"/>
                  <a:pt x="849446" y="132637"/>
                </a:cubicBezTo>
                <a:cubicBezTo>
                  <a:pt x="856379" y="132637"/>
                  <a:pt x="861961" y="131147"/>
                  <a:pt x="866190" y="128168"/>
                </a:cubicBezTo>
                <a:cubicBezTo>
                  <a:pt x="870420" y="125189"/>
                  <a:pt x="873575" y="120720"/>
                  <a:pt x="875654" y="114762"/>
                </a:cubicBezTo>
                <a:lnTo>
                  <a:pt x="898118" y="114762"/>
                </a:lnTo>
                <a:cubicBezTo>
                  <a:pt x="896870" y="120579"/>
                  <a:pt x="894720" y="125772"/>
                  <a:pt x="891669" y="130342"/>
                </a:cubicBezTo>
                <a:cubicBezTo>
                  <a:pt x="888620" y="134912"/>
                  <a:pt x="884946" y="138756"/>
                  <a:pt x="880647" y="141872"/>
                </a:cubicBezTo>
                <a:cubicBezTo>
                  <a:pt x="876347" y="144989"/>
                  <a:pt x="871529" y="147343"/>
                  <a:pt x="866190" y="148934"/>
                </a:cubicBezTo>
                <a:cubicBezTo>
                  <a:pt x="860852" y="150527"/>
                  <a:pt x="855272" y="151324"/>
                  <a:pt x="849449" y="151324"/>
                </a:cubicBezTo>
                <a:cubicBezTo>
                  <a:pt x="840990" y="151324"/>
                  <a:pt x="833502" y="149938"/>
                  <a:pt x="826985" y="147166"/>
                </a:cubicBezTo>
                <a:cubicBezTo>
                  <a:pt x="820468" y="144392"/>
                  <a:pt x="814957" y="140510"/>
                  <a:pt x="810450" y="135519"/>
                </a:cubicBezTo>
                <a:cubicBezTo>
                  <a:pt x="805943" y="130527"/>
                  <a:pt x="802545" y="124566"/>
                  <a:pt x="800256" y="117635"/>
                </a:cubicBezTo>
                <a:cubicBezTo>
                  <a:pt x="797969" y="110701"/>
                  <a:pt x="796825" y="103076"/>
                  <a:pt x="796825" y="94758"/>
                </a:cubicBezTo>
                <a:cubicBezTo>
                  <a:pt x="796825" y="87133"/>
                  <a:pt x="798039" y="79889"/>
                  <a:pt x="800465" y="73028"/>
                </a:cubicBezTo>
                <a:cubicBezTo>
                  <a:pt x="802892" y="66164"/>
                  <a:pt x="806359" y="60133"/>
                  <a:pt x="810866" y="54934"/>
                </a:cubicBezTo>
                <a:cubicBezTo>
                  <a:pt x="815372" y="49734"/>
                  <a:pt x="820814" y="45609"/>
                  <a:pt x="827191" y="42560"/>
                </a:cubicBezTo>
                <a:cubicBezTo>
                  <a:pt x="833571" y="39509"/>
                  <a:pt x="840781" y="37983"/>
                  <a:pt x="848824" y="37983"/>
                </a:cubicBezTo>
                <a:cubicBezTo>
                  <a:pt x="857283" y="37983"/>
                  <a:pt x="864874" y="39755"/>
                  <a:pt x="871598" y="43299"/>
                </a:cubicBezTo>
                <a:cubicBezTo>
                  <a:pt x="878325" y="46843"/>
                  <a:pt x="883906" y="51535"/>
                  <a:pt x="888343" y="57375"/>
                </a:cubicBezTo>
                <a:cubicBezTo>
                  <a:pt x="892780" y="63212"/>
                  <a:pt x="896003" y="69920"/>
                  <a:pt x="898013" y="77496"/>
                </a:cubicBezTo>
                <a:cubicBezTo>
                  <a:pt x="900023" y="85071"/>
                  <a:pt x="900544" y="92889"/>
                  <a:pt x="899575" y="100950"/>
                </a:cubicBezTo>
                <a:lnTo>
                  <a:pt x="820536" y="100950"/>
                </a:lnTo>
                <a:close/>
                <a:moveTo>
                  <a:pt x="935555" y="113950"/>
                </a:moveTo>
                <a:cubicBezTo>
                  <a:pt x="936249" y="120871"/>
                  <a:pt x="938884" y="125716"/>
                  <a:pt x="943458" y="128486"/>
                </a:cubicBezTo>
                <a:cubicBezTo>
                  <a:pt x="948034" y="131253"/>
                  <a:pt x="953512" y="132637"/>
                  <a:pt x="959892" y="132637"/>
                </a:cubicBezTo>
                <a:cubicBezTo>
                  <a:pt x="962109" y="132637"/>
                  <a:pt x="964638" y="132463"/>
                  <a:pt x="967480" y="132116"/>
                </a:cubicBezTo>
                <a:cubicBezTo>
                  <a:pt x="970324" y="131769"/>
                  <a:pt x="972994" y="131109"/>
                  <a:pt x="975490" y="130136"/>
                </a:cubicBezTo>
                <a:cubicBezTo>
                  <a:pt x="977987" y="129163"/>
                  <a:pt x="980032" y="127739"/>
                  <a:pt x="981625" y="125864"/>
                </a:cubicBezTo>
                <a:cubicBezTo>
                  <a:pt x="983221" y="123989"/>
                  <a:pt x="983948" y="121523"/>
                  <a:pt x="983809" y="118466"/>
                </a:cubicBezTo>
                <a:cubicBezTo>
                  <a:pt x="983671" y="115409"/>
                  <a:pt x="982563" y="112908"/>
                  <a:pt x="980483" y="110963"/>
                </a:cubicBezTo>
                <a:cubicBezTo>
                  <a:pt x="978403" y="109019"/>
                  <a:pt x="975734" y="107456"/>
                  <a:pt x="972475" y="106276"/>
                </a:cubicBezTo>
                <a:cubicBezTo>
                  <a:pt x="969217" y="105095"/>
                  <a:pt x="965508" y="104088"/>
                  <a:pt x="961348" y="103254"/>
                </a:cubicBezTo>
                <a:cubicBezTo>
                  <a:pt x="957189" y="102421"/>
                  <a:pt x="952959" y="101517"/>
                  <a:pt x="948660" y="100544"/>
                </a:cubicBezTo>
                <a:cubicBezTo>
                  <a:pt x="944223" y="99575"/>
                  <a:pt x="939958" y="98397"/>
                  <a:pt x="935866" y="97012"/>
                </a:cubicBezTo>
                <a:cubicBezTo>
                  <a:pt x="931776" y="95626"/>
                  <a:pt x="928102" y="93755"/>
                  <a:pt x="924844" y="91400"/>
                </a:cubicBezTo>
                <a:cubicBezTo>
                  <a:pt x="921586" y="89043"/>
                  <a:pt x="918985" y="86029"/>
                  <a:pt x="917043" y="82358"/>
                </a:cubicBezTo>
                <a:cubicBezTo>
                  <a:pt x="915103" y="78685"/>
                  <a:pt x="914133" y="74147"/>
                  <a:pt x="914133" y="68743"/>
                </a:cubicBezTo>
                <a:cubicBezTo>
                  <a:pt x="914133" y="62925"/>
                  <a:pt x="915553" y="58041"/>
                  <a:pt x="918395" y="54093"/>
                </a:cubicBezTo>
                <a:cubicBezTo>
                  <a:pt x="921239" y="50143"/>
                  <a:pt x="924844" y="46955"/>
                  <a:pt x="929211" y="44531"/>
                </a:cubicBezTo>
                <a:cubicBezTo>
                  <a:pt x="933580" y="42106"/>
                  <a:pt x="938434" y="40409"/>
                  <a:pt x="943772" y="39440"/>
                </a:cubicBezTo>
                <a:cubicBezTo>
                  <a:pt x="949110" y="38469"/>
                  <a:pt x="954206" y="37983"/>
                  <a:pt x="959060" y="37983"/>
                </a:cubicBezTo>
                <a:cubicBezTo>
                  <a:pt x="964606" y="37983"/>
                  <a:pt x="969909" y="38574"/>
                  <a:pt x="974970" y="39754"/>
                </a:cubicBezTo>
                <a:cubicBezTo>
                  <a:pt x="980033" y="40933"/>
                  <a:pt x="984610" y="42841"/>
                  <a:pt x="988700" y="45480"/>
                </a:cubicBezTo>
                <a:cubicBezTo>
                  <a:pt x="992789" y="48118"/>
                  <a:pt x="996186" y="51554"/>
                  <a:pt x="998890" y="55788"/>
                </a:cubicBezTo>
                <a:cubicBezTo>
                  <a:pt x="1001594" y="60022"/>
                  <a:pt x="1003293" y="65123"/>
                  <a:pt x="1003987" y="71092"/>
                </a:cubicBezTo>
                <a:lnTo>
                  <a:pt x="979235" y="71092"/>
                </a:lnTo>
                <a:cubicBezTo>
                  <a:pt x="978127" y="65379"/>
                  <a:pt x="975526" y="61547"/>
                  <a:pt x="971434" y="59596"/>
                </a:cubicBezTo>
                <a:cubicBezTo>
                  <a:pt x="967345" y="57646"/>
                  <a:pt x="962665" y="56670"/>
                  <a:pt x="957397" y="56670"/>
                </a:cubicBezTo>
                <a:cubicBezTo>
                  <a:pt x="955732" y="56670"/>
                  <a:pt x="953755" y="56810"/>
                  <a:pt x="951465" y="57089"/>
                </a:cubicBezTo>
                <a:cubicBezTo>
                  <a:pt x="949178" y="57366"/>
                  <a:pt x="947029" y="57887"/>
                  <a:pt x="945019" y="58651"/>
                </a:cubicBezTo>
                <a:cubicBezTo>
                  <a:pt x="943009" y="59414"/>
                  <a:pt x="941310" y="60525"/>
                  <a:pt x="939922" y="61983"/>
                </a:cubicBezTo>
                <a:cubicBezTo>
                  <a:pt x="938537" y="63441"/>
                  <a:pt x="937844" y="65350"/>
                  <a:pt x="937844" y="67712"/>
                </a:cubicBezTo>
                <a:cubicBezTo>
                  <a:pt x="937844" y="70627"/>
                  <a:pt x="938849" y="72989"/>
                  <a:pt x="940859" y="74795"/>
                </a:cubicBezTo>
                <a:cubicBezTo>
                  <a:pt x="942871" y="76600"/>
                  <a:pt x="945506" y="78093"/>
                  <a:pt x="948764" y="79274"/>
                </a:cubicBezTo>
                <a:cubicBezTo>
                  <a:pt x="952023" y="80454"/>
                  <a:pt x="955732" y="81460"/>
                  <a:pt x="959892" y="82292"/>
                </a:cubicBezTo>
                <a:cubicBezTo>
                  <a:pt x="964051" y="83123"/>
                  <a:pt x="968350" y="84025"/>
                  <a:pt x="972786" y="84996"/>
                </a:cubicBezTo>
                <a:cubicBezTo>
                  <a:pt x="977086" y="85965"/>
                  <a:pt x="981315" y="87143"/>
                  <a:pt x="985475" y="88531"/>
                </a:cubicBezTo>
                <a:cubicBezTo>
                  <a:pt x="989635" y="89917"/>
                  <a:pt x="993344" y="91789"/>
                  <a:pt x="996602" y="94146"/>
                </a:cubicBezTo>
                <a:cubicBezTo>
                  <a:pt x="999861" y="96501"/>
                  <a:pt x="1002495" y="99481"/>
                  <a:pt x="1004505" y="103086"/>
                </a:cubicBezTo>
                <a:cubicBezTo>
                  <a:pt x="1006517" y="106689"/>
                  <a:pt x="1007523" y="111125"/>
                  <a:pt x="1007523" y="116394"/>
                </a:cubicBezTo>
                <a:cubicBezTo>
                  <a:pt x="1007523" y="122769"/>
                  <a:pt x="1006066" y="128175"/>
                  <a:pt x="1003153" y="132611"/>
                </a:cubicBezTo>
                <a:cubicBezTo>
                  <a:pt x="1000241" y="137046"/>
                  <a:pt x="996462" y="140650"/>
                  <a:pt x="991816" y="143424"/>
                </a:cubicBezTo>
                <a:cubicBezTo>
                  <a:pt x="987172" y="146196"/>
                  <a:pt x="982007" y="148205"/>
                  <a:pt x="976322" y="149451"/>
                </a:cubicBezTo>
                <a:cubicBezTo>
                  <a:pt x="970637" y="150700"/>
                  <a:pt x="965021" y="151324"/>
                  <a:pt x="959476" y="151324"/>
                </a:cubicBezTo>
                <a:cubicBezTo>
                  <a:pt x="952682" y="151324"/>
                  <a:pt x="946407" y="150562"/>
                  <a:pt x="940652" y="149039"/>
                </a:cubicBezTo>
                <a:cubicBezTo>
                  <a:pt x="934897" y="147517"/>
                  <a:pt x="929905" y="145200"/>
                  <a:pt x="925675" y="142085"/>
                </a:cubicBezTo>
                <a:cubicBezTo>
                  <a:pt x="921446" y="138971"/>
                  <a:pt x="918118" y="135094"/>
                  <a:pt x="915691" y="130456"/>
                </a:cubicBezTo>
                <a:cubicBezTo>
                  <a:pt x="913266" y="125819"/>
                  <a:pt x="911984" y="120316"/>
                  <a:pt x="911844" y="113950"/>
                </a:cubicBezTo>
                <a:lnTo>
                  <a:pt x="935555" y="113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39B4C-DC99-4F25-81A7-379D2F8E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564" y="862535"/>
            <a:ext cx="10" cy="456482"/>
          </a:xfrm>
          <a:custGeom xmlns:a="http://schemas.openxmlformats.org/drawingml/2006/main">
            <a:pathLst>
              <a:path w="1" h="456482" fill="none">
                <a:moveTo>
                  <a:pt x="0" y="45648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FF404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B4FB4-E544-42DC-8AAB-EF6714A4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805" y="775178"/>
            <a:ext cx="65518" cy="87357"/>
          </a:xfrm>
          <a:custGeom xmlns:a="http://schemas.openxmlformats.org/drawingml/2006/main">
            <a:pathLst>
              <a:path w="65518" h="87357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905819-C333-4F76-92C6-1562F4A9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805" y="775178"/>
            <a:ext cx="65518" cy="87357"/>
          </a:xfrm>
          <a:custGeom xmlns:a="http://schemas.openxmlformats.org/drawingml/2006/main">
            <a:pathLst>
              <a:path w="65518" h="87357" fill="none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FF4040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39963-6F3D-434A-9921-A7F87742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408" y="862605"/>
            <a:ext cx="10" cy="450341"/>
          </a:xfrm>
          <a:custGeom xmlns:a="http://schemas.openxmlformats.org/drawingml/2006/main">
            <a:pathLst>
              <a:path w="1" h="450341" fill="none">
                <a:moveTo>
                  <a:pt x="0" y="450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CC720-6CDA-45DA-895A-E70E06B3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49" y="775248"/>
            <a:ext cx="65518" cy="87357"/>
          </a:xfrm>
          <a:custGeom xmlns:a="http://schemas.openxmlformats.org/drawingml/2006/main">
            <a:pathLst>
              <a:path w="65518" h="87357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887F77-18B1-44CD-8775-8758DFB3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649" y="775248"/>
            <a:ext cx="65518" cy="87357"/>
          </a:xfrm>
          <a:custGeom xmlns:a="http://schemas.openxmlformats.org/drawingml/2006/main">
            <a:pathLst>
              <a:path w="65518" h="87357" fill="none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102" name="Text 28">
            <a:extLst xmlns:a="http://schemas.openxmlformats.org/drawingml/2006/main">
              <a:ext uri="{FF2B5EF4-FFF2-40B4-BE49-F238E27FC236}">
                <a16:creationId xmlns:a16="http://schemas.microsoft.com/office/drawing/2014/main" id="{7DED5939-C490-4237-87E4-3CDA6898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289" y="946298"/>
            <a:ext cx="252013" cy="170239"/>
          </a:xfrm>
          <a:custGeom xmlns:a="http://schemas.openxmlformats.org/drawingml/2006/main">
            <a:pathLst>
              <a:path w="252013" h="170239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165433" y="47769"/>
                </a:moveTo>
                <a:cubicBezTo>
                  <a:pt x="165433" y="44037"/>
                  <a:pt x="166096" y="40771"/>
                  <a:pt x="167422" y="37972"/>
                </a:cubicBezTo>
                <a:cubicBezTo>
                  <a:pt x="168748" y="35170"/>
                  <a:pt x="170581" y="32836"/>
                  <a:pt x="172921" y="30970"/>
                </a:cubicBezTo>
                <a:cubicBezTo>
                  <a:pt x="175261" y="29104"/>
                  <a:pt x="177951" y="27665"/>
                  <a:pt x="180994" y="26653"/>
                </a:cubicBezTo>
                <a:cubicBezTo>
                  <a:pt x="184036" y="25642"/>
                  <a:pt x="187195" y="25136"/>
                  <a:pt x="190473" y="25136"/>
                </a:cubicBezTo>
                <a:cubicBezTo>
                  <a:pt x="195619" y="25136"/>
                  <a:pt x="199791" y="25914"/>
                  <a:pt x="202987" y="27471"/>
                </a:cubicBezTo>
                <a:cubicBezTo>
                  <a:pt x="206187" y="29025"/>
                  <a:pt x="208684" y="30970"/>
                  <a:pt x="210478" y="33305"/>
                </a:cubicBezTo>
                <a:cubicBezTo>
                  <a:pt x="212273" y="35638"/>
                  <a:pt x="213482" y="38087"/>
                  <a:pt x="214106" y="40653"/>
                </a:cubicBezTo>
                <a:cubicBezTo>
                  <a:pt x="214730" y="43219"/>
                  <a:pt x="215041" y="45591"/>
                  <a:pt x="215041" y="47769"/>
                </a:cubicBezTo>
                <a:cubicBezTo>
                  <a:pt x="215041" y="54770"/>
                  <a:pt x="212702" y="60098"/>
                  <a:pt x="208022" y="63754"/>
                </a:cubicBezTo>
                <a:cubicBezTo>
                  <a:pt x="203342" y="67410"/>
                  <a:pt x="197493" y="69238"/>
                  <a:pt x="190473" y="69238"/>
                </a:cubicBezTo>
                <a:cubicBezTo>
                  <a:pt x="183763" y="69238"/>
                  <a:pt x="177912" y="67410"/>
                  <a:pt x="172921" y="63754"/>
                </a:cubicBezTo>
                <a:cubicBezTo>
                  <a:pt x="167929" y="60098"/>
                  <a:pt x="165433" y="54770"/>
                  <a:pt x="165433" y="47769"/>
                </a:cubicBezTo>
                <a:moveTo>
                  <a:pt x="135249" y="44663"/>
                </a:moveTo>
                <a:cubicBezTo>
                  <a:pt x="135249" y="52770"/>
                  <a:pt x="137277" y="59863"/>
                  <a:pt x="141333" y="65943"/>
                </a:cubicBezTo>
                <a:cubicBezTo>
                  <a:pt x="145389" y="72022"/>
                  <a:pt x="151394" y="76153"/>
                  <a:pt x="159349" y="78336"/>
                </a:cubicBezTo>
                <a:lnTo>
                  <a:pt x="159349" y="78803"/>
                </a:lnTo>
                <a:cubicBezTo>
                  <a:pt x="149524" y="81148"/>
                  <a:pt x="141920" y="85837"/>
                  <a:pt x="136538" y="92871"/>
                </a:cubicBezTo>
                <a:cubicBezTo>
                  <a:pt x="131156" y="99905"/>
                  <a:pt x="128465" y="108657"/>
                  <a:pt x="128465" y="119128"/>
                </a:cubicBezTo>
                <a:cubicBezTo>
                  <a:pt x="128465" y="128038"/>
                  <a:pt x="130219" y="135697"/>
                  <a:pt x="133728" y="142108"/>
                </a:cubicBezTo>
                <a:cubicBezTo>
                  <a:pt x="137239" y="148515"/>
                  <a:pt x="141918" y="153829"/>
                  <a:pt x="147767" y="158050"/>
                </a:cubicBezTo>
                <a:cubicBezTo>
                  <a:pt x="153618" y="162268"/>
                  <a:pt x="160248" y="165354"/>
                  <a:pt x="167658" y="167308"/>
                </a:cubicBezTo>
                <a:cubicBezTo>
                  <a:pt x="175068" y="169262"/>
                  <a:pt x="182751" y="170239"/>
                  <a:pt x="190709" y="170239"/>
                </a:cubicBezTo>
                <a:cubicBezTo>
                  <a:pt x="198352" y="170239"/>
                  <a:pt x="205839" y="169184"/>
                  <a:pt x="213170" y="167072"/>
                </a:cubicBezTo>
                <a:cubicBezTo>
                  <a:pt x="220502" y="164963"/>
                  <a:pt x="227054" y="161799"/>
                  <a:pt x="232826" y="157578"/>
                </a:cubicBezTo>
                <a:cubicBezTo>
                  <a:pt x="238598" y="153358"/>
                  <a:pt x="243238" y="148044"/>
                  <a:pt x="246747" y="141636"/>
                </a:cubicBezTo>
                <a:cubicBezTo>
                  <a:pt x="250258" y="135229"/>
                  <a:pt x="252013" y="127648"/>
                  <a:pt x="252013" y="118896"/>
                </a:cubicBezTo>
                <a:cubicBezTo>
                  <a:pt x="252013" y="108582"/>
                  <a:pt x="249361" y="99870"/>
                  <a:pt x="244055" y="92760"/>
                </a:cubicBezTo>
                <a:cubicBezTo>
                  <a:pt x="238752" y="85648"/>
                  <a:pt x="231186" y="80997"/>
                  <a:pt x="221357" y="78807"/>
                </a:cubicBezTo>
                <a:lnTo>
                  <a:pt x="221357" y="78339"/>
                </a:lnTo>
                <a:cubicBezTo>
                  <a:pt x="229312" y="75690"/>
                  <a:pt x="235279" y="71326"/>
                  <a:pt x="239256" y="65246"/>
                </a:cubicBezTo>
                <a:cubicBezTo>
                  <a:pt x="243236" y="59165"/>
                  <a:pt x="245226" y="52070"/>
                  <a:pt x="245226" y="43963"/>
                </a:cubicBezTo>
                <a:cubicBezTo>
                  <a:pt x="245226" y="39909"/>
                  <a:pt x="244289" y="35350"/>
                  <a:pt x="242416" y="30285"/>
                </a:cubicBezTo>
                <a:cubicBezTo>
                  <a:pt x="240545" y="25217"/>
                  <a:pt x="237465" y="20462"/>
                  <a:pt x="233176" y="16021"/>
                </a:cubicBezTo>
                <a:cubicBezTo>
                  <a:pt x="228886" y="11577"/>
                  <a:pt x="223231" y="7795"/>
                  <a:pt x="216209" y="4677"/>
                </a:cubicBezTo>
                <a:cubicBezTo>
                  <a:pt x="209189" y="1559"/>
                  <a:pt x="200611" y="0"/>
                  <a:pt x="190473" y="0"/>
                </a:cubicBezTo>
                <a:cubicBezTo>
                  <a:pt x="183763" y="0"/>
                  <a:pt x="177131" y="935"/>
                  <a:pt x="170578" y="2806"/>
                </a:cubicBezTo>
                <a:cubicBezTo>
                  <a:pt x="164028" y="4677"/>
                  <a:pt x="158140" y="7484"/>
                  <a:pt x="152915" y="11226"/>
                </a:cubicBezTo>
                <a:cubicBezTo>
                  <a:pt x="147691" y="14965"/>
                  <a:pt x="143439" y="19641"/>
                  <a:pt x="140162" y="25254"/>
                </a:cubicBezTo>
                <a:cubicBezTo>
                  <a:pt x="136887" y="30867"/>
                  <a:pt x="135249" y="37336"/>
                  <a:pt x="135249" y="44663"/>
                </a:cubicBezTo>
                <a:moveTo>
                  <a:pt x="161692" y="117429"/>
                </a:moveTo>
                <a:cubicBezTo>
                  <a:pt x="161692" y="108988"/>
                  <a:pt x="164499" y="102541"/>
                  <a:pt x="170114" y="98088"/>
                </a:cubicBezTo>
                <a:cubicBezTo>
                  <a:pt x="175729" y="93632"/>
                  <a:pt x="182593" y="91404"/>
                  <a:pt x="190705" y="91404"/>
                </a:cubicBezTo>
                <a:cubicBezTo>
                  <a:pt x="194604" y="91404"/>
                  <a:pt x="198230" y="92030"/>
                  <a:pt x="201584" y="93282"/>
                </a:cubicBezTo>
                <a:cubicBezTo>
                  <a:pt x="204938" y="94531"/>
                  <a:pt x="207902" y="96328"/>
                  <a:pt x="210475" y="98673"/>
                </a:cubicBezTo>
                <a:cubicBezTo>
                  <a:pt x="213050" y="101018"/>
                  <a:pt x="215078" y="103792"/>
                  <a:pt x="216559" y="106996"/>
                </a:cubicBezTo>
                <a:cubicBezTo>
                  <a:pt x="218042" y="110200"/>
                  <a:pt x="218783" y="113756"/>
                  <a:pt x="218783" y="117664"/>
                </a:cubicBezTo>
                <a:cubicBezTo>
                  <a:pt x="218783" y="121727"/>
                  <a:pt x="218081" y="125479"/>
                  <a:pt x="216677" y="128918"/>
                </a:cubicBezTo>
                <a:cubicBezTo>
                  <a:pt x="215272" y="132358"/>
                  <a:pt x="213283" y="135289"/>
                  <a:pt x="210710" y="137712"/>
                </a:cubicBezTo>
                <a:cubicBezTo>
                  <a:pt x="208137" y="140136"/>
                  <a:pt x="205174" y="142011"/>
                  <a:pt x="201820" y="143339"/>
                </a:cubicBezTo>
                <a:cubicBezTo>
                  <a:pt x="198466" y="144668"/>
                  <a:pt x="194761" y="145332"/>
                  <a:pt x="190705" y="145332"/>
                </a:cubicBezTo>
                <a:cubicBezTo>
                  <a:pt x="186806" y="145332"/>
                  <a:pt x="183062" y="144668"/>
                  <a:pt x="179472" y="143339"/>
                </a:cubicBezTo>
                <a:cubicBezTo>
                  <a:pt x="175885" y="142011"/>
                  <a:pt x="172805" y="140136"/>
                  <a:pt x="170232" y="137712"/>
                </a:cubicBezTo>
                <a:cubicBezTo>
                  <a:pt x="167659" y="135289"/>
                  <a:pt x="165592" y="132358"/>
                  <a:pt x="164030" y="128918"/>
                </a:cubicBezTo>
                <a:cubicBezTo>
                  <a:pt x="162471" y="125479"/>
                  <a:pt x="161692" y="121649"/>
                  <a:pt x="161692" y="117429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2FF253-478A-4172-B86F-ED4424E2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474" y="2194153"/>
            <a:ext cx="10" cy="358203"/>
          </a:xfrm>
          <a:custGeom xmlns:a="http://schemas.openxmlformats.org/drawingml/2006/main">
            <a:pathLst>
              <a:path w="1" h="358203" fill="none">
                <a:moveTo>
                  <a:pt x="0" y="3582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998" cap="sq">
            <a:solidFill>
              <a:srgbClr val="FF404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682B8-9437-43D4-BD97-413BAABA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336" y="2063117"/>
            <a:ext cx="98277" cy="131036"/>
          </a:xfrm>
          <a:custGeom xmlns:a="http://schemas.openxmlformats.org/drawingml/2006/main">
            <a:pathLst>
              <a:path w="98277" h="131036">
                <a:moveTo>
                  <a:pt x="49139" y="0"/>
                </a:moveTo>
                <a:lnTo>
                  <a:pt x="0" y="131036"/>
                </a:lnTo>
                <a:lnTo>
                  <a:pt x="98277" y="131036"/>
                </a:lnTo>
                <a:lnTo>
                  <a:pt x="49139" y="0"/>
                </a:lnTo>
                <a:close/>
                <a:moveTo>
                  <a:pt x="49139" y="0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4505D5-E263-485D-8952-2CE58E43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0336" y="2063117"/>
            <a:ext cx="98277" cy="131036"/>
          </a:xfrm>
          <a:custGeom xmlns:a="http://schemas.openxmlformats.org/drawingml/2006/main">
            <a:pathLst>
              <a:path w="98277" h="131036" fill="none">
                <a:moveTo>
                  <a:pt x="49139" y="0"/>
                </a:moveTo>
                <a:lnTo>
                  <a:pt x="0" y="131036"/>
                </a:lnTo>
                <a:lnTo>
                  <a:pt x="98277" y="131036"/>
                </a:lnTo>
                <a:lnTo>
                  <a:pt x="49139" y="0"/>
                </a:lnTo>
                <a:close/>
                <a:moveTo>
                  <a:pt x="4913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4998" cap="flat">
            <a:solidFill>
              <a:srgbClr val="FF4040"/>
            </a:solidFill>
            <a:miter/>
          </a:ln>
        </p:spPr>
      </p:sp>
      <p:sp>
        <p:nvSpPr>
          <p:cNvPr id="106" name="Text 24">
            <a:extLst xmlns:a="http://schemas.openxmlformats.org/drawingml/2006/main">
              <a:ext uri="{FF2B5EF4-FFF2-40B4-BE49-F238E27FC236}">
                <a16:creationId xmlns:a16="http://schemas.microsoft.com/office/drawing/2014/main" id="{6D3C2377-5B9C-4A67-A807-67BC4516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248" y="2231575"/>
            <a:ext cx="251542" cy="167040"/>
          </a:xfrm>
          <a:custGeom xmlns:a="http://schemas.openxmlformats.org/drawingml/2006/main">
            <a:pathLst>
              <a:path w="251542" h="167040">
                <a:moveTo>
                  <a:pt x="3745" y="66235"/>
                </a:moveTo>
                <a:lnTo>
                  <a:pt x="35569" y="66235"/>
                </a:lnTo>
                <a:cubicBezTo>
                  <a:pt x="35569" y="61868"/>
                  <a:pt x="35997" y="57461"/>
                  <a:pt x="36854" y="53014"/>
                </a:cubicBezTo>
                <a:cubicBezTo>
                  <a:pt x="37714" y="48568"/>
                  <a:pt x="39157" y="44512"/>
                  <a:pt x="41185" y="40846"/>
                </a:cubicBezTo>
                <a:cubicBezTo>
                  <a:pt x="43213" y="37180"/>
                  <a:pt x="45904" y="34217"/>
                  <a:pt x="49258" y="31956"/>
                </a:cubicBezTo>
                <a:cubicBezTo>
                  <a:pt x="52612" y="29694"/>
                  <a:pt x="56707" y="28564"/>
                  <a:pt x="61544" y="28564"/>
                </a:cubicBezTo>
                <a:cubicBezTo>
                  <a:pt x="68718" y="28564"/>
                  <a:pt x="74606" y="30786"/>
                  <a:pt x="79207" y="35230"/>
                </a:cubicBezTo>
                <a:cubicBezTo>
                  <a:pt x="83810" y="39674"/>
                  <a:pt x="86112" y="45872"/>
                  <a:pt x="86112" y="53825"/>
                </a:cubicBezTo>
                <a:cubicBezTo>
                  <a:pt x="86112" y="58816"/>
                  <a:pt x="84980" y="63261"/>
                  <a:pt x="82717" y="67160"/>
                </a:cubicBezTo>
                <a:cubicBezTo>
                  <a:pt x="80455" y="71059"/>
                  <a:pt x="77648" y="74568"/>
                  <a:pt x="74294" y="77686"/>
                </a:cubicBezTo>
                <a:cubicBezTo>
                  <a:pt x="70940" y="80804"/>
                  <a:pt x="67235" y="83650"/>
                  <a:pt x="63179" y="86223"/>
                </a:cubicBezTo>
                <a:cubicBezTo>
                  <a:pt x="59123" y="88796"/>
                  <a:pt x="55302" y="91330"/>
                  <a:pt x="51714" y="93824"/>
                </a:cubicBezTo>
                <a:cubicBezTo>
                  <a:pt x="44695" y="98659"/>
                  <a:pt x="38025" y="103416"/>
                  <a:pt x="31706" y="108095"/>
                </a:cubicBezTo>
                <a:cubicBezTo>
                  <a:pt x="25388" y="112773"/>
                  <a:pt x="19890" y="117880"/>
                  <a:pt x="15210" y="123416"/>
                </a:cubicBezTo>
                <a:cubicBezTo>
                  <a:pt x="10530" y="128951"/>
                  <a:pt x="6826" y="135227"/>
                  <a:pt x="4095" y="142247"/>
                </a:cubicBezTo>
                <a:cubicBezTo>
                  <a:pt x="1365" y="149264"/>
                  <a:pt x="0" y="157528"/>
                  <a:pt x="0" y="167040"/>
                </a:cubicBezTo>
                <a:lnTo>
                  <a:pt x="120274" y="167040"/>
                </a:lnTo>
                <a:lnTo>
                  <a:pt x="120274" y="138476"/>
                </a:lnTo>
                <a:lnTo>
                  <a:pt x="42820" y="138476"/>
                </a:lnTo>
                <a:cubicBezTo>
                  <a:pt x="46876" y="132864"/>
                  <a:pt x="51556" y="127952"/>
                  <a:pt x="56859" y="123741"/>
                </a:cubicBezTo>
                <a:cubicBezTo>
                  <a:pt x="62165" y="119530"/>
                  <a:pt x="67626" y="115593"/>
                  <a:pt x="73241" y="111930"/>
                </a:cubicBezTo>
                <a:cubicBezTo>
                  <a:pt x="78856" y="108264"/>
                  <a:pt x="84433" y="104561"/>
                  <a:pt x="89972" y="100819"/>
                </a:cubicBezTo>
                <a:cubicBezTo>
                  <a:pt x="95511" y="97075"/>
                  <a:pt x="100464" y="92903"/>
                  <a:pt x="104832" y="88304"/>
                </a:cubicBezTo>
                <a:cubicBezTo>
                  <a:pt x="109200" y="83703"/>
                  <a:pt x="112710" y="78440"/>
                  <a:pt x="115361" y="72516"/>
                </a:cubicBezTo>
                <a:cubicBezTo>
                  <a:pt x="118013" y="66589"/>
                  <a:pt x="119339" y="59492"/>
                  <a:pt x="119339" y="51225"/>
                </a:cubicBezTo>
                <a:cubicBezTo>
                  <a:pt x="119339" y="43273"/>
                  <a:pt x="117818" y="36100"/>
                  <a:pt x="114776" y="29706"/>
                </a:cubicBezTo>
                <a:cubicBezTo>
                  <a:pt x="111734" y="23313"/>
                  <a:pt x="107638" y="17933"/>
                  <a:pt x="102490" y="13568"/>
                </a:cubicBezTo>
                <a:cubicBezTo>
                  <a:pt x="97344" y="9200"/>
                  <a:pt x="91377" y="5847"/>
                  <a:pt x="84591" y="3510"/>
                </a:cubicBezTo>
                <a:cubicBezTo>
                  <a:pt x="77805" y="1170"/>
                  <a:pt x="70668" y="0"/>
                  <a:pt x="63179" y="0"/>
                </a:cubicBezTo>
                <a:cubicBezTo>
                  <a:pt x="53351" y="0"/>
                  <a:pt x="44653" y="1678"/>
                  <a:pt x="37086" y="5034"/>
                </a:cubicBezTo>
                <a:cubicBezTo>
                  <a:pt x="29522" y="8391"/>
                  <a:pt x="23244" y="13074"/>
                  <a:pt x="18252" y="19084"/>
                </a:cubicBezTo>
                <a:cubicBezTo>
                  <a:pt x="13261" y="25092"/>
                  <a:pt x="9516" y="32113"/>
                  <a:pt x="7020" y="40146"/>
                </a:cubicBezTo>
                <a:cubicBezTo>
                  <a:pt x="4525" y="48180"/>
                  <a:pt x="3434" y="56876"/>
                  <a:pt x="3745" y="66235"/>
                </a:cubicBezTo>
                <a:close/>
                <a:moveTo>
                  <a:pt x="198192" y="44827"/>
                </a:moveTo>
                <a:lnTo>
                  <a:pt x="198192" y="101687"/>
                </a:lnTo>
                <a:lnTo>
                  <a:pt x="155140" y="101687"/>
                </a:lnTo>
                <a:lnTo>
                  <a:pt x="197493" y="44827"/>
                </a:lnTo>
                <a:lnTo>
                  <a:pt x="198192" y="44827"/>
                </a:lnTo>
                <a:moveTo>
                  <a:pt x="198192" y="129108"/>
                </a:moveTo>
                <a:lnTo>
                  <a:pt x="198192" y="167040"/>
                </a:lnTo>
                <a:lnTo>
                  <a:pt x="229784" y="167040"/>
                </a:lnTo>
                <a:lnTo>
                  <a:pt x="229784" y="129108"/>
                </a:lnTo>
                <a:lnTo>
                  <a:pt x="251542" y="129108"/>
                </a:lnTo>
                <a:lnTo>
                  <a:pt x="251542" y="101687"/>
                </a:lnTo>
                <a:lnTo>
                  <a:pt x="229784" y="101687"/>
                </a:lnTo>
                <a:lnTo>
                  <a:pt x="229784" y="3199"/>
                </a:lnTo>
                <a:lnTo>
                  <a:pt x="200063" y="3199"/>
                </a:lnTo>
                <a:lnTo>
                  <a:pt x="128933" y="98684"/>
                </a:lnTo>
                <a:lnTo>
                  <a:pt x="128933" y="129108"/>
                </a:lnTo>
                <a:lnTo>
                  <a:pt x="198192" y="129108"/>
                </a:ln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172">
            <a:extLst xmlns:a="http://schemas.openxmlformats.org/drawingml/2006/main">
              <a:ext uri="{FF2B5EF4-FFF2-40B4-BE49-F238E27FC236}">
                <a16:creationId xmlns:a16="http://schemas.microsoft.com/office/drawing/2014/main" id="{736A936F-3A35-495F-8F0E-5BBEBD6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927" y="2216945"/>
            <a:ext cx="368071" cy="167040"/>
          </a:xfrm>
          <a:custGeom xmlns:a="http://schemas.openxmlformats.org/drawingml/2006/main">
            <a:pathLst>
              <a:path w="368071" h="167040">
                <a:moveTo>
                  <a:pt x="74408" y="167040"/>
                </a:moveTo>
                <a:lnTo>
                  <a:pt x="74408" y="3199"/>
                </a:lnTo>
                <a:lnTo>
                  <a:pt x="47969" y="3199"/>
                </a:lnTo>
                <a:cubicBezTo>
                  <a:pt x="47031" y="9424"/>
                  <a:pt x="45081" y="14638"/>
                  <a:pt x="42117" y="18841"/>
                </a:cubicBezTo>
                <a:cubicBezTo>
                  <a:pt x="39154" y="23043"/>
                  <a:pt x="35526" y="26427"/>
                  <a:pt x="31234" y="28996"/>
                </a:cubicBezTo>
                <a:cubicBezTo>
                  <a:pt x="26945" y="31562"/>
                  <a:pt x="22109" y="33352"/>
                  <a:pt x="16728" y="34366"/>
                </a:cubicBezTo>
                <a:cubicBezTo>
                  <a:pt x="11346" y="35377"/>
                  <a:pt x="5770" y="35805"/>
                  <a:pt x="0" y="35647"/>
                </a:cubicBezTo>
                <a:lnTo>
                  <a:pt x="0" y="60783"/>
                </a:lnTo>
                <a:lnTo>
                  <a:pt x="41182" y="60783"/>
                </a:lnTo>
                <a:lnTo>
                  <a:pt x="41182" y="167040"/>
                </a:lnTo>
                <a:lnTo>
                  <a:pt x="74408" y="167040"/>
                </a:lnTo>
                <a:close/>
                <a:moveTo>
                  <a:pt x="233757" y="31756"/>
                </a:moveTo>
                <a:lnTo>
                  <a:pt x="233757" y="3199"/>
                </a:lnTo>
                <a:lnTo>
                  <a:pt x="121909" y="3199"/>
                </a:lnTo>
                <a:lnTo>
                  <a:pt x="121909" y="34048"/>
                </a:lnTo>
                <a:lnTo>
                  <a:pt x="199595" y="34048"/>
                </a:lnTo>
                <a:cubicBezTo>
                  <a:pt x="183995" y="52936"/>
                  <a:pt x="171397" y="73697"/>
                  <a:pt x="161802" y="96331"/>
                </a:cubicBezTo>
                <a:cubicBezTo>
                  <a:pt x="152209" y="118963"/>
                  <a:pt x="146478" y="142533"/>
                  <a:pt x="144607" y="167040"/>
                </a:cubicBezTo>
                <a:lnTo>
                  <a:pt x="180172" y="167040"/>
                </a:lnTo>
                <a:cubicBezTo>
                  <a:pt x="180329" y="156117"/>
                  <a:pt x="181617" y="144336"/>
                  <a:pt x="184035" y="131696"/>
                </a:cubicBezTo>
                <a:cubicBezTo>
                  <a:pt x="186454" y="119057"/>
                  <a:pt x="189885" y="106574"/>
                  <a:pt x="194329" y="94249"/>
                </a:cubicBezTo>
                <a:cubicBezTo>
                  <a:pt x="198775" y="81922"/>
                  <a:pt x="204313" y="70296"/>
                  <a:pt x="210942" y="59373"/>
                </a:cubicBezTo>
                <a:cubicBezTo>
                  <a:pt x="217574" y="48450"/>
                  <a:pt x="225179" y="39244"/>
                  <a:pt x="233757" y="31756"/>
                </a:cubicBezTo>
                <a:close/>
                <a:moveTo>
                  <a:pt x="251542" y="66235"/>
                </a:moveTo>
                <a:lnTo>
                  <a:pt x="283365" y="66235"/>
                </a:lnTo>
                <a:cubicBezTo>
                  <a:pt x="283365" y="61868"/>
                  <a:pt x="283794" y="57461"/>
                  <a:pt x="284651" y="53014"/>
                </a:cubicBezTo>
                <a:cubicBezTo>
                  <a:pt x="285510" y="48568"/>
                  <a:pt x="286954" y="44512"/>
                  <a:pt x="288982" y="40846"/>
                </a:cubicBezTo>
                <a:cubicBezTo>
                  <a:pt x="291010" y="37180"/>
                  <a:pt x="293701" y="34217"/>
                  <a:pt x="297054" y="31956"/>
                </a:cubicBezTo>
                <a:cubicBezTo>
                  <a:pt x="300408" y="29694"/>
                  <a:pt x="304504" y="28564"/>
                  <a:pt x="309340" y="28564"/>
                </a:cubicBezTo>
                <a:cubicBezTo>
                  <a:pt x="316515" y="28564"/>
                  <a:pt x="322402" y="30786"/>
                  <a:pt x="327003" y="35230"/>
                </a:cubicBezTo>
                <a:cubicBezTo>
                  <a:pt x="331607" y="39674"/>
                  <a:pt x="333909" y="45872"/>
                  <a:pt x="333909" y="53825"/>
                </a:cubicBezTo>
                <a:cubicBezTo>
                  <a:pt x="333909" y="58816"/>
                  <a:pt x="332777" y="63261"/>
                  <a:pt x="330513" y="67160"/>
                </a:cubicBezTo>
                <a:cubicBezTo>
                  <a:pt x="328252" y="71059"/>
                  <a:pt x="325444" y="74568"/>
                  <a:pt x="322090" y="77686"/>
                </a:cubicBezTo>
                <a:cubicBezTo>
                  <a:pt x="318737" y="80804"/>
                  <a:pt x="315032" y="83650"/>
                  <a:pt x="310976" y="86223"/>
                </a:cubicBezTo>
                <a:cubicBezTo>
                  <a:pt x="306920" y="88796"/>
                  <a:pt x="303098" y="91330"/>
                  <a:pt x="299511" y="93824"/>
                </a:cubicBezTo>
                <a:cubicBezTo>
                  <a:pt x="292491" y="98659"/>
                  <a:pt x="285822" y="103416"/>
                  <a:pt x="279502" y="108095"/>
                </a:cubicBezTo>
                <a:cubicBezTo>
                  <a:pt x="273185" y="112773"/>
                  <a:pt x="267686" y="117880"/>
                  <a:pt x="263007" y="123416"/>
                </a:cubicBezTo>
                <a:cubicBezTo>
                  <a:pt x="258327" y="128951"/>
                  <a:pt x="254622" y="135227"/>
                  <a:pt x="251892" y="142247"/>
                </a:cubicBezTo>
                <a:cubicBezTo>
                  <a:pt x="249162" y="149264"/>
                  <a:pt x="247796" y="157528"/>
                  <a:pt x="247796" y="167040"/>
                </a:cubicBezTo>
                <a:lnTo>
                  <a:pt x="368071" y="167040"/>
                </a:lnTo>
                <a:lnTo>
                  <a:pt x="368071" y="138476"/>
                </a:lnTo>
                <a:lnTo>
                  <a:pt x="290617" y="138476"/>
                </a:lnTo>
                <a:cubicBezTo>
                  <a:pt x="294673" y="132864"/>
                  <a:pt x="299353" y="127952"/>
                  <a:pt x="304656" y="123741"/>
                </a:cubicBezTo>
                <a:cubicBezTo>
                  <a:pt x="309962" y="119530"/>
                  <a:pt x="315422" y="115593"/>
                  <a:pt x="321037" y="111930"/>
                </a:cubicBezTo>
                <a:cubicBezTo>
                  <a:pt x="326652" y="108264"/>
                  <a:pt x="332229" y="104561"/>
                  <a:pt x="337768" y="100819"/>
                </a:cubicBezTo>
                <a:cubicBezTo>
                  <a:pt x="343307" y="97075"/>
                  <a:pt x="348261" y="92903"/>
                  <a:pt x="352629" y="88304"/>
                </a:cubicBezTo>
                <a:cubicBezTo>
                  <a:pt x="356996" y="83703"/>
                  <a:pt x="360506" y="78440"/>
                  <a:pt x="363158" y="72516"/>
                </a:cubicBezTo>
                <a:cubicBezTo>
                  <a:pt x="365809" y="66589"/>
                  <a:pt x="367135" y="59492"/>
                  <a:pt x="367135" y="51225"/>
                </a:cubicBezTo>
                <a:cubicBezTo>
                  <a:pt x="367135" y="43273"/>
                  <a:pt x="365614" y="36100"/>
                  <a:pt x="362572" y="29706"/>
                </a:cubicBezTo>
                <a:cubicBezTo>
                  <a:pt x="359530" y="23313"/>
                  <a:pt x="355435" y="17933"/>
                  <a:pt x="350286" y="13568"/>
                </a:cubicBezTo>
                <a:cubicBezTo>
                  <a:pt x="345140" y="9200"/>
                  <a:pt x="339174" y="5847"/>
                  <a:pt x="332388" y="3510"/>
                </a:cubicBezTo>
                <a:cubicBezTo>
                  <a:pt x="325601" y="1170"/>
                  <a:pt x="318464" y="0"/>
                  <a:pt x="310976" y="0"/>
                </a:cubicBezTo>
                <a:cubicBezTo>
                  <a:pt x="301147" y="0"/>
                  <a:pt x="292450" y="1678"/>
                  <a:pt x="284883" y="5034"/>
                </a:cubicBezTo>
                <a:cubicBezTo>
                  <a:pt x="277318" y="8391"/>
                  <a:pt x="271040" y="13074"/>
                  <a:pt x="266049" y="19084"/>
                </a:cubicBezTo>
                <a:cubicBezTo>
                  <a:pt x="261057" y="25092"/>
                  <a:pt x="257313" y="32113"/>
                  <a:pt x="254816" y="40146"/>
                </a:cubicBezTo>
                <a:cubicBezTo>
                  <a:pt x="252321" y="48180"/>
                  <a:pt x="251230" y="56876"/>
                  <a:pt x="251542" y="66235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F4EA81-1B77-4356-A5AF-C7C7446E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289" y="2102015"/>
            <a:ext cx="10" cy="450341"/>
          </a:xfrm>
          <a:custGeom xmlns:a="http://schemas.openxmlformats.org/drawingml/2006/main">
            <a:pathLst>
              <a:path w="1" h="450341" fill="none">
                <a:moveTo>
                  <a:pt x="0" y="45034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999" cap="sq">
            <a:solidFill>
              <a:srgbClr val="310067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30199-EDA9-432B-857C-11DDE49B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530" y="2014658"/>
            <a:ext cx="65518" cy="87357"/>
          </a:xfrm>
          <a:custGeom xmlns:a="http://schemas.openxmlformats.org/drawingml/2006/main">
            <a:pathLst>
              <a:path w="65518" h="87357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59D46-C4F8-4B0D-BCA8-2A299117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530" y="2014658"/>
            <a:ext cx="65518" cy="87357"/>
          </a:xfrm>
          <a:custGeom xmlns:a="http://schemas.openxmlformats.org/drawingml/2006/main">
            <a:pathLst>
              <a:path w="65518" h="87357" fill="none">
                <a:moveTo>
                  <a:pt x="32759" y="0"/>
                </a:moveTo>
                <a:lnTo>
                  <a:pt x="0" y="87357"/>
                </a:lnTo>
                <a:lnTo>
                  <a:pt x="65518" y="87357"/>
                </a:lnTo>
                <a:lnTo>
                  <a:pt x="32759" y="0"/>
                </a:lnTo>
                <a:close/>
                <a:moveTo>
                  <a:pt x="3275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5999" cap="flat">
            <a:solidFill>
              <a:srgbClr val="310067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EB5F4-0CCF-486A-BAFA-1ED007D9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696" y="2559985"/>
            <a:ext cx="2129115" cy="624481"/>
          </a:xfrm>
          <a:custGeom xmlns:a="http://schemas.openxmlformats.org/drawingml/2006/main">
            <a:pathLst>
              <a:path w="2129115" h="624481">
                <a:moveTo>
                  <a:pt x="0" y="624481"/>
                </a:moveTo>
                <a:lnTo>
                  <a:pt x="2129115" y="624481"/>
                </a:lnTo>
                <a:lnTo>
                  <a:pt x="2129115" y="0"/>
                </a:lnTo>
                <a:lnTo>
                  <a:pt x="0" y="0"/>
                </a:lnTo>
                <a:lnTo>
                  <a:pt x="0" y="624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C366E-C23B-4F5C-B224-673D738A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1696" y="2559984"/>
            <a:ext cx="2129115" cy="624481"/>
          </a:xfrm>
          <a:custGeom xmlns:a="http://schemas.openxmlformats.org/drawingml/2006/main">
            <a:pathLst>
              <a:path w="2129115" h="624481" fill="none">
                <a:moveTo>
                  <a:pt x="0" y="0"/>
                </a:moveTo>
                <a:lnTo>
                  <a:pt x="2129115" y="0"/>
                </a:lnTo>
                <a:lnTo>
                  <a:pt x="2129115" y="624481"/>
                </a:lnTo>
                <a:lnTo>
                  <a:pt x="0" y="6244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310067"/>
            </a:solidFill>
            <a:round/>
          </a:ln>
        </p:spPr>
      </p:sp>
      <p:sp>
        <p:nvSpPr>
          <p:cNvPr id="113" name="Text BBFrames">
            <a:extLst xmlns:a="http://schemas.openxmlformats.org/drawingml/2006/main">
              <a:ext uri="{FF2B5EF4-FFF2-40B4-BE49-F238E27FC236}">
                <a16:creationId xmlns:a16="http://schemas.microsoft.com/office/drawing/2014/main" id="{75545009-BD7F-41C0-AD54-C73D638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8349" y="2705363"/>
            <a:ext cx="1046002" cy="151324"/>
          </a:xfrm>
          <a:custGeom xmlns:a="http://schemas.openxmlformats.org/drawingml/2006/main">
            <a:pathLst>
              <a:path w="1046002" h="151324">
                <a:moveTo>
                  <a:pt x="25999" y="62154"/>
                </a:moveTo>
                <a:lnTo>
                  <a:pt x="68429" y="62154"/>
                </a:lnTo>
                <a:cubicBezTo>
                  <a:pt x="74669" y="62154"/>
                  <a:pt x="79868" y="60385"/>
                  <a:pt x="84028" y="56845"/>
                </a:cubicBezTo>
                <a:cubicBezTo>
                  <a:pt x="88188" y="53303"/>
                  <a:pt x="90267" y="48200"/>
                  <a:pt x="90267" y="41535"/>
                </a:cubicBezTo>
                <a:cubicBezTo>
                  <a:pt x="90267" y="34036"/>
                  <a:pt x="88395" y="28760"/>
                  <a:pt x="84650" y="25707"/>
                </a:cubicBezTo>
                <a:cubicBezTo>
                  <a:pt x="80907" y="22652"/>
                  <a:pt x="75500" y="21124"/>
                  <a:pt x="68429" y="21124"/>
                </a:cubicBezTo>
                <a:lnTo>
                  <a:pt x="25999" y="21124"/>
                </a:lnTo>
                <a:lnTo>
                  <a:pt x="25999" y="62154"/>
                </a:lnTo>
                <a:moveTo>
                  <a:pt x="0" y="0"/>
                </a:moveTo>
                <a:lnTo>
                  <a:pt x="72174" y="0"/>
                </a:lnTo>
                <a:cubicBezTo>
                  <a:pt x="85485" y="0"/>
                  <a:pt x="96161" y="3049"/>
                  <a:pt x="104203" y="9147"/>
                </a:cubicBezTo>
                <a:cubicBezTo>
                  <a:pt x="112246" y="15242"/>
                  <a:pt x="116267" y="24457"/>
                  <a:pt x="116267" y="36790"/>
                </a:cubicBezTo>
                <a:cubicBezTo>
                  <a:pt x="116267" y="44274"/>
                  <a:pt x="114429" y="50684"/>
                  <a:pt x="110754" y="56020"/>
                </a:cubicBezTo>
                <a:cubicBezTo>
                  <a:pt x="107081" y="61354"/>
                  <a:pt x="101847" y="65475"/>
                  <a:pt x="95053" y="68385"/>
                </a:cubicBezTo>
                <a:lnTo>
                  <a:pt x="95053" y="68800"/>
                </a:lnTo>
                <a:cubicBezTo>
                  <a:pt x="104204" y="70743"/>
                  <a:pt x="111137" y="75077"/>
                  <a:pt x="115851" y="81803"/>
                </a:cubicBezTo>
                <a:cubicBezTo>
                  <a:pt x="120567" y="88529"/>
                  <a:pt x="122925" y="96954"/>
                  <a:pt x="122925" y="107079"/>
                </a:cubicBezTo>
                <a:cubicBezTo>
                  <a:pt x="122925" y="112906"/>
                  <a:pt x="121885" y="118351"/>
                  <a:pt x="119805" y="123414"/>
                </a:cubicBezTo>
                <a:cubicBezTo>
                  <a:pt x="117726" y="128475"/>
                  <a:pt x="114467" y="132843"/>
                  <a:pt x="110030" y="136518"/>
                </a:cubicBezTo>
                <a:cubicBezTo>
                  <a:pt x="105593" y="140193"/>
                  <a:pt x="99908" y="143106"/>
                  <a:pt x="92975" y="145256"/>
                </a:cubicBezTo>
                <a:cubicBezTo>
                  <a:pt x="86041" y="147405"/>
                  <a:pt x="77790" y="148480"/>
                  <a:pt x="68223" y="148480"/>
                </a:cubicBezTo>
                <a:lnTo>
                  <a:pt x="0" y="148480"/>
                </a:lnTo>
                <a:lnTo>
                  <a:pt x="0" y="0"/>
                </a:lnTo>
                <a:moveTo>
                  <a:pt x="25999" y="127356"/>
                </a:moveTo>
                <a:lnTo>
                  <a:pt x="71968" y="127356"/>
                </a:lnTo>
                <a:cubicBezTo>
                  <a:pt x="79870" y="127356"/>
                  <a:pt x="86005" y="125304"/>
                  <a:pt x="90372" y="121202"/>
                </a:cubicBezTo>
                <a:cubicBezTo>
                  <a:pt x="94741" y="117099"/>
                  <a:pt x="96926" y="111293"/>
                  <a:pt x="96926" y="103784"/>
                </a:cubicBezTo>
                <a:cubicBezTo>
                  <a:pt x="96926" y="96415"/>
                  <a:pt x="94741" y="90749"/>
                  <a:pt x="90372" y="86786"/>
                </a:cubicBezTo>
                <a:cubicBezTo>
                  <a:pt x="86005" y="82823"/>
                  <a:pt x="79870" y="80841"/>
                  <a:pt x="71968" y="80841"/>
                </a:cubicBezTo>
                <a:lnTo>
                  <a:pt x="25999" y="80841"/>
                </a:lnTo>
                <a:lnTo>
                  <a:pt x="25999" y="127356"/>
                </a:lnTo>
                <a:close/>
                <a:moveTo>
                  <a:pt x="172427" y="62154"/>
                </a:moveTo>
                <a:lnTo>
                  <a:pt x="214857" y="62154"/>
                </a:lnTo>
                <a:cubicBezTo>
                  <a:pt x="221097" y="62154"/>
                  <a:pt x="226296" y="60385"/>
                  <a:pt x="230456" y="56845"/>
                </a:cubicBezTo>
                <a:cubicBezTo>
                  <a:pt x="234616" y="53303"/>
                  <a:pt x="236695" y="48200"/>
                  <a:pt x="236695" y="41535"/>
                </a:cubicBezTo>
                <a:cubicBezTo>
                  <a:pt x="236695" y="34036"/>
                  <a:pt x="234823" y="28760"/>
                  <a:pt x="231078" y="25707"/>
                </a:cubicBezTo>
                <a:cubicBezTo>
                  <a:pt x="227335" y="22652"/>
                  <a:pt x="221928" y="21124"/>
                  <a:pt x="214857" y="21124"/>
                </a:cubicBezTo>
                <a:lnTo>
                  <a:pt x="172427" y="21124"/>
                </a:lnTo>
                <a:lnTo>
                  <a:pt x="172427" y="62154"/>
                </a:lnTo>
                <a:moveTo>
                  <a:pt x="146428" y="0"/>
                </a:moveTo>
                <a:lnTo>
                  <a:pt x="218602" y="0"/>
                </a:lnTo>
                <a:cubicBezTo>
                  <a:pt x="231913" y="0"/>
                  <a:pt x="242589" y="3049"/>
                  <a:pt x="250631" y="9147"/>
                </a:cubicBezTo>
                <a:cubicBezTo>
                  <a:pt x="258674" y="15242"/>
                  <a:pt x="262695" y="24457"/>
                  <a:pt x="262695" y="36790"/>
                </a:cubicBezTo>
                <a:cubicBezTo>
                  <a:pt x="262695" y="44274"/>
                  <a:pt x="260857" y="50684"/>
                  <a:pt x="257182" y="56020"/>
                </a:cubicBezTo>
                <a:cubicBezTo>
                  <a:pt x="253509" y="61354"/>
                  <a:pt x="248275" y="65475"/>
                  <a:pt x="241481" y="68385"/>
                </a:cubicBezTo>
                <a:lnTo>
                  <a:pt x="241481" y="68800"/>
                </a:lnTo>
                <a:cubicBezTo>
                  <a:pt x="250632" y="70743"/>
                  <a:pt x="257565" y="75077"/>
                  <a:pt x="262279" y="81803"/>
                </a:cubicBezTo>
                <a:cubicBezTo>
                  <a:pt x="266995" y="88529"/>
                  <a:pt x="269353" y="96954"/>
                  <a:pt x="269353" y="107079"/>
                </a:cubicBezTo>
                <a:cubicBezTo>
                  <a:pt x="269353" y="112906"/>
                  <a:pt x="268313" y="118351"/>
                  <a:pt x="266233" y="123414"/>
                </a:cubicBezTo>
                <a:cubicBezTo>
                  <a:pt x="264154" y="128475"/>
                  <a:pt x="260895" y="132843"/>
                  <a:pt x="256458" y="136518"/>
                </a:cubicBezTo>
                <a:cubicBezTo>
                  <a:pt x="252021" y="140193"/>
                  <a:pt x="246336" y="143106"/>
                  <a:pt x="239403" y="145256"/>
                </a:cubicBezTo>
                <a:cubicBezTo>
                  <a:pt x="232469" y="147405"/>
                  <a:pt x="224218" y="148480"/>
                  <a:pt x="214651" y="148480"/>
                </a:cubicBezTo>
                <a:lnTo>
                  <a:pt x="146428" y="148480"/>
                </a:lnTo>
                <a:lnTo>
                  <a:pt x="146428" y="0"/>
                </a:lnTo>
                <a:moveTo>
                  <a:pt x="172427" y="127356"/>
                </a:moveTo>
                <a:lnTo>
                  <a:pt x="218396" y="127356"/>
                </a:lnTo>
                <a:cubicBezTo>
                  <a:pt x="226298" y="127356"/>
                  <a:pt x="232433" y="125304"/>
                  <a:pt x="236800" y="121202"/>
                </a:cubicBezTo>
                <a:cubicBezTo>
                  <a:pt x="241169" y="117099"/>
                  <a:pt x="243354" y="111293"/>
                  <a:pt x="243354" y="103784"/>
                </a:cubicBezTo>
                <a:cubicBezTo>
                  <a:pt x="243354" y="96415"/>
                  <a:pt x="241169" y="90749"/>
                  <a:pt x="236800" y="86786"/>
                </a:cubicBezTo>
                <a:cubicBezTo>
                  <a:pt x="232433" y="82823"/>
                  <a:pt x="226298" y="80841"/>
                  <a:pt x="218396" y="80841"/>
                </a:cubicBezTo>
                <a:lnTo>
                  <a:pt x="172427" y="80841"/>
                </a:lnTo>
                <a:lnTo>
                  <a:pt x="172427" y="127356"/>
                </a:lnTo>
                <a:close/>
                <a:moveTo>
                  <a:pt x="350678" y="0"/>
                </a:moveTo>
                <a:lnTo>
                  <a:pt x="453218" y="0"/>
                </a:lnTo>
                <a:lnTo>
                  <a:pt x="453218" y="22546"/>
                </a:lnTo>
                <a:lnTo>
                  <a:pt x="376677" y="22546"/>
                </a:lnTo>
                <a:lnTo>
                  <a:pt x="376677" y="61342"/>
                </a:lnTo>
                <a:lnTo>
                  <a:pt x="443859" y="61342"/>
                </a:lnTo>
                <a:lnTo>
                  <a:pt x="443859" y="82466"/>
                </a:lnTo>
                <a:lnTo>
                  <a:pt x="376677" y="82466"/>
                </a:lnTo>
                <a:lnTo>
                  <a:pt x="376677" y="148480"/>
                </a:lnTo>
                <a:lnTo>
                  <a:pt x="350678" y="148480"/>
                </a:lnTo>
                <a:lnTo>
                  <a:pt x="350678" y="0"/>
                </a:lnTo>
                <a:close/>
                <a:moveTo>
                  <a:pt x="470689" y="41030"/>
                </a:moveTo>
                <a:lnTo>
                  <a:pt x="492947" y="41030"/>
                </a:lnTo>
                <a:lnTo>
                  <a:pt x="492947" y="61707"/>
                </a:lnTo>
                <a:lnTo>
                  <a:pt x="493363" y="61707"/>
                </a:lnTo>
                <a:cubicBezTo>
                  <a:pt x="494054" y="58793"/>
                  <a:pt x="495405" y="55950"/>
                  <a:pt x="497415" y="53176"/>
                </a:cubicBezTo>
                <a:cubicBezTo>
                  <a:pt x="499428" y="50400"/>
                  <a:pt x="501854" y="47867"/>
                  <a:pt x="504696" y="45578"/>
                </a:cubicBezTo>
                <a:cubicBezTo>
                  <a:pt x="507540" y="43289"/>
                  <a:pt x="510694" y="41451"/>
                  <a:pt x="514160" y="40065"/>
                </a:cubicBezTo>
                <a:cubicBezTo>
                  <a:pt x="517628" y="38677"/>
                  <a:pt x="521165" y="37983"/>
                  <a:pt x="524770" y="37983"/>
                </a:cubicBezTo>
                <a:cubicBezTo>
                  <a:pt x="527542" y="37983"/>
                  <a:pt x="529447" y="38051"/>
                  <a:pt x="530486" y="38186"/>
                </a:cubicBezTo>
                <a:cubicBezTo>
                  <a:pt x="531527" y="38322"/>
                  <a:pt x="532603" y="38457"/>
                  <a:pt x="533713" y="38593"/>
                </a:cubicBezTo>
                <a:lnTo>
                  <a:pt x="533713" y="61570"/>
                </a:lnTo>
                <a:cubicBezTo>
                  <a:pt x="532048" y="61293"/>
                  <a:pt x="530349" y="61051"/>
                  <a:pt x="528616" y="60844"/>
                </a:cubicBezTo>
                <a:cubicBezTo>
                  <a:pt x="526884" y="60634"/>
                  <a:pt x="525185" y="60530"/>
                  <a:pt x="523519" y="60530"/>
                </a:cubicBezTo>
                <a:cubicBezTo>
                  <a:pt x="519499" y="60530"/>
                  <a:pt x="515721" y="61327"/>
                  <a:pt x="512183" y="62922"/>
                </a:cubicBezTo>
                <a:cubicBezTo>
                  <a:pt x="508647" y="64516"/>
                  <a:pt x="505562" y="66872"/>
                  <a:pt x="502928" y="69990"/>
                </a:cubicBezTo>
                <a:cubicBezTo>
                  <a:pt x="500294" y="73109"/>
                  <a:pt x="498214" y="76956"/>
                  <a:pt x="496689" y="81530"/>
                </a:cubicBezTo>
                <a:cubicBezTo>
                  <a:pt x="495163" y="86105"/>
                  <a:pt x="494400" y="91372"/>
                  <a:pt x="494400" y="97332"/>
                </a:cubicBezTo>
                <a:lnTo>
                  <a:pt x="494400" y="148480"/>
                </a:lnTo>
                <a:lnTo>
                  <a:pt x="470689" y="148480"/>
                </a:lnTo>
                <a:lnTo>
                  <a:pt x="470689" y="41030"/>
                </a:lnTo>
                <a:close/>
                <a:moveTo>
                  <a:pt x="633964" y="124525"/>
                </a:moveTo>
                <a:cubicBezTo>
                  <a:pt x="633964" y="127436"/>
                  <a:pt x="634345" y="129516"/>
                  <a:pt x="635107" y="130764"/>
                </a:cubicBezTo>
                <a:cubicBezTo>
                  <a:pt x="635871" y="132013"/>
                  <a:pt x="637362" y="132637"/>
                  <a:pt x="639582" y="132637"/>
                </a:cubicBezTo>
                <a:cubicBezTo>
                  <a:pt x="640274" y="132637"/>
                  <a:pt x="641105" y="132637"/>
                  <a:pt x="642076" y="132637"/>
                </a:cubicBezTo>
                <a:cubicBezTo>
                  <a:pt x="643048" y="132637"/>
                  <a:pt x="644157" y="132498"/>
                  <a:pt x="645406" y="132221"/>
                </a:cubicBezTo>
                <a:lnTo>
                  <a:pt x="645406" y="148626"/>
                </a:lnTo>
                <a:cubicBezTo>
                  <a:pt x="644574" y="148901"/>
                  <a:pt x="643499" y="149211"/>
                  <a:pt x="642181" y="149556"/>
                </a:cubicBezTo>
                <a:cubicBezTo>
                  <a:pt x="640863" y="149903"/>
                  <a:pt x="639511" y="150215"/>
                  <a:pt x="638125" y="150492"/>
                </a:cubicBezTo>
                <a:cubicBezTo>
                  <a:pt x="636739" y="150769"/>
                  <a:pt x="635352" y="150977"/>
                  <a:pt x="633964" y="151114"/>
                </a:cubicBezTo>
                <a:cubicBezTo>
                  <a:pt x="632578" y="151254"/>
                  <a:pt x="631400" y="151324"/>
                  <a:pt x="630429" y="151324"/>
                </a:cubicBezTo>
                <a:cubicBezTo>
                  <a:pt x="625575" y="151324"/>
                  <a:pt x="621553" y="150355"/>
                  <a:pt x="618362" y="148417"/>
                </a:cubicBezTo>
                <a:cubicBezTo>
                  <a:pt x="615174" y="146479"/>
                  <a:pt x="613095" y="143087"/>
                  <a:pt x="612126" y="138242"/>
                </a:cubicBezTo>
                <a:cubicBezTo>
                  <a:pt x="607412" y="142810"/>
                  <a:pt x="601622" y="146133"/>
                  <a:pt x="594756" y="148210"/>
                </a:cubicBezTo>
                <a:cubicBezTo>
                  <a:pt x="587892" y="150286"/>
                  <a:pt x="581272" y="151324"/>
                  <a:pt x="574895" y="151324"/>
                </a:cubicBezTo>
                <a:cubicBezTo>
                  <a:pt x="570041" y="151324"/>
                  <a:pt x="565396" y="150666"/>
                  <a:pt x="560959" y="149350"/>
                </a:cubicBezTo>
                <a:cubicBezTo>
                  <a:pt x="556522" y="148036"/>
                  <a:pt x="552604" y="146099"/>
                  <a:pt x="549206" y="143539"/>
                </a:cubicBezTo>
                <a:cubicBezTo>
                  <a:pt x="545811" y="140976"/>
                  <a:pt x="543107" y="137722"/>
                  <a:pt x="541094" y="133776"/>
                </a:cubicBezTo>
                <a:cubicBezTo>
                  <a:pt x="539084" y="129830"/>
                  <a:pt x="538079" y="125226"/>
                  <a:pt x="538079" y="119964"/>
                </a:cubicBezTo>
                <a:cubicBezTo>
                  <a:pt x="538079" y="113318"/>
                  <a:pt x="539293" y="107919"/>
                  <a:pt x="541720" y="103765"/>
                </a:cubicBezTo>
                <a:cubicBezTo>
                  <a:pt x="544146" y="99612"/>
                  <a:pt x="547335" y="96359"/>
                  <a:pt x="551285" y="94006"/>
                </a:cubicBezTo>
                <a:cubicBezTo>
                  <a:pt x="555238" y="91651"/>
                  <a:pt x="559675" y="89955"/>
                  <a:pt x="564596" y="88919"/>
                </a:cubicBezTo>
                <a:cubicBezTo>
                  <a:pt x="569519" y="87880"/>
                  <a:pt x="574478" y="87083"/>
                  <a:pt x="579471" y="86529"/>
                </a:cubicBezTo>
                <a:cubicBezTo>
                  <a:pt x="583768" y="85693"/>
                  <a:pt x="587858" y="85102"/>
                  <a:pt x="591741" y="84755"/>
                </a:cubicBezTo>
                <a:cubicBezTo>
                  <a:pt x="595626" y="84406"/>
                  <a:pt x="599058" y="83814"/>
                  <a:pt x="602040" y="82981"/>
                </a:cubicBezTo>
                <a:cubicBezTo>
                  <a:pt x="605021" y="82145"/>
                  <a:pt x="607378" y="80857"/>
                  <a:pt x="609111" y="79118"/>
                </a:cubicBezTo>
                <a:cubicBezTo>
                  <a:pt x="610844" y="77377"/>
                  <a:pt x="611710" y="74766"/>
                  <a:pt x="611710" y="71285"/>
                </a:cubicBezTo>
                <a:cubicBezTo>
                  <a:pt x="611710" y="68224"/>
                  <a:pt x="610982" y="65719"/>
                  <a:pt x="609526" y="63770"/>
                </a:cubicBezTo>
                <a:cubicBezTo>
                  <a:pt x="608071" y="61821"/>
                  <a:pt x="606268" y="60325"/>
                  <a:pt x="604118" y="59282"/>
                </a:cubicBezTo>
                <a:cubicBezTo>
                  <a:pt x="601969" y="58237"/>
                  <a:pt x="599577" y="57541"/>
                  <a:pt x="596943" y="57194"/>
                </a:cubicBezTo>
                <a:cubicBezTo>
                  <a:pt x="594308" y="56845"/>
                  <a:pt x="591812" y="56670"/>
                  <a:pt x="589453" y="56670"/>
                </a:cubicBezTo>
                <a:cubicBezTo>
                  <a:pt x="582798" y="56670"/>
                  <a:pt x="577322" y="58057"/>
                  <a:pt x="573022" y="60831"/>
                </a:cubicBezTo>
                <a:cubicBezTo>
                  <a:pt x="568723" y="63605"/>
                  <a:pt x="566296" y="67905"/>
                  <a:pt x="565742" y="73732"/>
                </a:cubicBezTo>
                <a:lnTo>
                  <a:pt x="542031" y="73732"/>
                </a:lnTo>
                <a:cubicBezTo>
                  <a:pt x="542447" y="66805"/>
                  <a:pt x="544112" y="61055"/>
                  <a:pt x="547023" y="56483"/>
                </a:cubicBezTo>
                <a:cubicBezTo>
                  <a:pt x="549934" y="51909"/>
                  <a:pt x="553643" y="48237"/>
                  <a:pt x="558150" y="45467"/>
                </a:cubicBezTo>
                <a:cubicBezTo>
                  <a:pt x="562657" y="42695"/>
                  <a:pt x="567753" y="40755"/>
                  <a:pt x="573438" y="39646"/>
                </a:cubicBezTo>
                <a:cubicBezTo>
                  <a:pt x="579123" y="38538"/>
                  <a:pt x="584947" y="37983"/>
                  <a:pt x="590909" y="37983"/>
                </a:cubicBezTo>
                <a:cubicBezTo>
                  <a:pt x="596178" y="37983"/>
                  <a:pt x="601377" y="38539"/>
                  <a:pt x="606508" y="39649"/>
                </a:cubicBezTo>
                <a:cubicBezTo>
                  <a:pt x="611639" y="40758"/>
                  <a:pt x="616250" y="42561"/>
                  <a:pt x="620339" y="45058"/>
                </a:cubicBezTo>
                <a:cubicBezTo>
                  <a:pt x="624431" y="47552"/>
                  <a:pt x="627725" y="50777"/>
                  <a:pt x="630219" y="54731"/>
                </a:cubicBezTo>
                <a:cubicBezTo>
                  <a:pt x="632716" y="58683"/>
                  <a:pt x="633964" y="63502"/>
                  <a:pt x="633964" y="69187"/>
                </a:cubicBezTo>
                <a:lnTo>
                  <a:pt x="633964" y="124525"/>
                </a:lnTo>
                <a:moveTo>
                  <a:pt x="610253" y="94704"/>
                </a:moveTo>
                <a:cubicBezTo>
                  <a:pt x="606648" y="97061"/>
                  <a:pt x="602210" y="98483"/>
                  <a:pt x="596939" y="98970"/>
                </a:cubicBezTo>
                <a:cubicBezTo>
                  <a:pt x="591671" y="99454"/>
                  <a:pt x="586403" y="100182"/>
                  <a:pt x="581134" y="101153"/>
                </a:cubicBezTo>
                <a:cubicBezTo>
                  <a:pt x="578638" y="101568"/>
                  <a:pt x="576211" y="102155"/>
                  <a:pt x="573854" y="102915"/>
                </a:cubicBezTo>
                <a:cubicBezTo>
                  <a:pt x="571497" y="103674"/>
                  <a:pt x="569417" y="104710"/>
                  <a:pt x="567614" y="106022"/>
                </a:cubicBezTo>
                <a:cubicBezTo>
                  <a:pt x="565811" y="107334"/>
                  <a:pt x="564390" y="109060"/>
                  <a:pt x="563349" y="111201"/>
                </a:cubicBezTo>
                <a:cubicBezTo>
                  <a:pt x="562310" y="113340"/>
                  <a:pt x="561790" y="115929"/>
                  <a:pt x="561790" y="118968"/>
                </a:cubicBezTo>
                <a:cubicBezTo>
                  <a:pt x="561790" y="121591"/>
                  <a:pt x="562553" y="123800"/>
                  <a:pt x="564079" y="125594"/>
                </a:cubicBezTo>
                <a:cubicBezTo>
                  <a:pt x="565604" y="127388"/>
                  <a:pt x="567441" y="128804"/>
                  <a:pt x="569588" y="129841"/>
                </a:cubicBezTo>
                <a:cubicBezTo>
                  <a:pt x="571738" y="130875"/>
                  <a:pt x="574095" y="131600"/>
                  <a:pt x="576659" y="132015"/>
                </a:cubicBezTo>
                <a:cubicBezTo>
                  <a:pt x="579226" y="132429"/>
                  <a:pt x="581549" y="132637"/>
                  <a:pt x="583629" y="132637"/>
                </a:cubicBezTo>
                <a:cubicBezTo>
                  <a:pt x="586265" y="132637"/>
                  <a:pt x="589108" y="132292"/>
                  <a:pt x="592157" y="131602"/>
                </a:cubicBezTo>
                <a:cubicBezTo>
                  <a:pt x="595208" y="130910"/>
                  <a:pt x="598085" y="129736"/>
                  <a:pt x="600789" y="128079"/>
                </a:cubicBezTo>
                <a:cubicBezTo>
                  <a:pt x="603493" y="126423"/>
                  <a:pt x="605747" y="124317"/>
                  <a:pt x="607549" y="121764"/>
                </a:cubicBezTo>
                <a:cubicBezTo>
                  <a:pt x="609352" y="119208"/>
                  <a:pt x="610253" y="116066"/>
                  <a:pt x="610253" y="112338"/>
                </a:cubicBezTo>
                <a:lnTo>
                  <a:pt x="610253" y="94704"/>
                </a:lnTo>
                <a:close/>
                <a:moveTo>
                  <a:pt x="659548" y="41030"/>
                </a:moveTo>
                <a:lnTo>
                  <a:pt x="682012" y="41030"/>
                </a:lnTo>
                <a:lnTo>
                  <a:pt x="682012" y="56004"/>
                </a:lnTo>
                <a:lnTo>
                  <a:pt x="682637" y="56004"/>
                </a:lnTo>
                <a:cubicBezTo>
                  <a:pt x="684440" y="53370"/>
                  <a:pt x="686381" y="50944"/>
                  <a:pt x="688461" y="48726"/>
                </a:cubicBezTo>
                <a:cubicBezTo>
                  <a:pt x="690540" y="46507"/>
                  <a:pt x="692863" y="44633"/>
                  <a:pt x="695427" y="43106"/>
                </a:cubicBezTo>
                <a:cubicBezTo>
                  <a:pt x="697993" y="41576"/>
                  <a:pt x="700941" y="40340"/>
                  <a:pt x="704269" y="39399"/>
                </a:cubicBezTo>
                <a:cubicBezTo>
                  <a:pt x="707597" y="38455"/>
                  <a:pt x="711410" y="37983"/>
                  <a:pt x="715707" y="37983"/>
                </a:cubicBezTo>
                <a:cubicBezTo>
                  <a:pt x="722224" y="37983"/>
                  <a:pt x="728290" y="39440"/>
                  <a:pt x="733905" y="42354"/>
                </a:cubicBezTo>
                <a:cubicBezTo>
                  <a:pt x="739523" y="45265"/>
                  <a:pt x="743510" y="49771"/>
                  <a:pt x="745867" y="55870"/>
                </a:cubicBezTo>
                <a:cubicBezTo>
                  <a:pt x="749887" y="50325"/>
                  <a:pt x="754531" y="45958"/>
                  <a:pt x="759800" y="42769"/>
                </a:cubicBezTo>
                <a:cubicBezTo>
                  <a:pt x="765070" y="39579"/>
                  <a:pt x="771658" y="37983"/>
                  <a:pt x="779563" y="37983"/>
                </a:cubicBezTo>
                <a:cubicBezTo>
                  <a:pt x="790931" y="37983"/>
                  <a:pt x="799770" y="40758"/>
                  <a:pt x="806079" y="46308"/>
                </a:cubicBezTo>
                <a:cubicBezTo>
                  <a:pt x="812389" y="51856"/>
                  <a:pt x="815543" y="61150"/>
                  <a:pt x="815543" y="74192"/>
                </a:cubicBezTo>
                <a:lnTo>
                  <a:pt x="815543" y="148480"/>
                </a:lnTo>
                <a:lnTo>
                  <a:pt x="791832" y="148480"/>
                </a:lnTo>
                <a:lnTo>
                  <a:pt x="791832" y="85608"/>
                </a:lnTo>
                <a:cubicBezTo>
                  <a:pt x="791832" y="81305"/>
                  <a:pt x="791694" y="77384"/>
                  <a:pt x="791417" y="73847"/>
                </a:cubicBezTo>
                <a:cubicBezTo>
                  <a:pt x="791139" y="70307"/>
                  <a:pt x="790342" y="67254"/>
                  <a:pt x="789024" y="64687"/>
                </a:cubicBezTo>
                <a:cubicBezTo>
                  <a:pt x="787708" y="62118"/>
                  <a:pt x="785731" y="60140"/>
                  <a:pt x="783095" y="58752"/>
                </a:cubicBezTo>
                <a:cubicBezTo>
                  <a:pt x="780461" y="57364"/>
                  <a:pt x="776857" y="56670"/>
                  <a:pt x="772282" y="56670"/>
                </a:cubicBezTo>
                <a:cubicBezTo>
                  <a:pt x="764240" y="56670"/>
                  <a:pt x="758416" y="59169"/>
                  <a:pt x="754811" y="64167"/>
                </a:cubicBezTo>
                <a:cubicBezTo>
                  <a:pt x="751205" y="69162"/>
                  <a:pt x="749403" y="76239"/>
                  <a:pt x="749403" y="85399"/>
                </a:cubicBezTo>
                <a:lnTo>
                  <a:pt x="749403" y="148480"/>
                </a:lnTo>
                <a:lnTo>
                  <a:pt x="725692" y="148480"/>
                </a:lnTo>
                <a:lnTo>
                  <a:pt x="725692" y="79362"/>
                </a:lnTo>
                <a:cubicBezTo>
                  <a:pt x="725692" y="71868"/>
                  <a:pt x="724340" y="66213"/>
                  <a:pt x="721636" y="62396"/>
                </a:cubicBezTo>
                <a:cubicBezTo>
                  <a:pt x="718932" y="58579"/>
                  <a:pt x="713974" y="56670"/>
                  <a:pt x="706764" y="56670"/>
                </a:cubicBezTo>
                <a:cubicBezTo>
                  <a:pt x="703713" y="56670"/>
                  <a:pt x="700765" y="57295"/>
                  <a:pt x="697922" y="58546"/>
                </a:cubicBezTo>
                <a:cubicBezTo>
                  <a:pt x="695080" y="59794"/>
                  <a:pt x="692584" y="61598"/>
                  <a:pt x="690435" y="63957"/>
                </a:cubicBezTo>
                <a:cubicBezTo>
                  <a:pt x="688285" y="66316"/>
                  <a:pt x="686551" y="69231"/>
                  <a:pt x="685233" y="72701"/>
                </a:cubicBezTo>
                <a:cubicBezTo>
                  <a:pt x="683917" y="76171"/>
                  <a:pt x="683259" y="80126"/>
                  <a:pt x="683259" y="84567"/>
                </a:cubicBezTo>
                <a:lnTo>
                  <a:pt x="683259" y="148480"/>
                </a:lnTo>
                <a:lnTo>
                  <a:pt x="659548" y="148480"/>
                </a:lnTo>
                <a:lnTo>
                  <a:pt x="659548" y="41030"/>
                </a:lnTo>
                <a:close/>
                <a:moveTo>
                  <a:pt x="914340" y="85310"/>
                </a:moveTo>
                <a:cubicBezTo>
                  <a:pt x="914063" y="81548"/>
                  <a:pt x="913265" y="77925"/>
                  <a:pt x="911947" y="74440"/>
                </a:cubicBezTo>
                <a:cubicBezTo>
                  <a:pt x="910631" y="70955"/>
                  <a:pt x="908828" y="67924"/>
                  <a:pt x="906539" y="65347"/>
                </a:cubicBezTo>
                <a:cubicBezTo>
                  <a:pt x="904252" y="62768"/>
                  <a:pt x="901479" y="60678"/>
                  <a:pt x="898220" y="59076"/>
                </a:cubicBezTo>
                <a:cubicBezTo>
                  <a:pt x="894962" y="57472"/>
                  <a:pt x="891323" y="56670"/>
                  <a:pt x="887303" y="56670"/>
                </a:cubicBezTo>
                <a:cubicBezTo>
                  <a:pt x="883143" y="56670"/>
                  <a:pt x="879364" y="57402"/>
                  <a:pt x="875966" y="58866"/>
                </a:cubicBezTo>
                <a:cubicBezTo>
                  <a:pt x="872568" y="60328"/>
                  <a:pt x="869656" y="62349"/>
                  <a:pt x="867229" y="64928"/>
                </a:cubicBezTo>
                <a:cubicBezTo>
                  <a:pt x="864804" y="67505"/>
                  <a:pt x="862864" y="70536"/>
                  <a:pt x="861408" y="74021"/>
                </a:cubicBezTo>
                <a:cubicBezTo>
                  <a:pt x="859953" y="77506"/>
                  <a:pt x="859155" y="81269"/>
                  <a:pt x="859015" y="85310"/>
                </a:cubicBezTo>
                <a:lnTo>
                  <a:pt x="914340" y="85310"/>
                </a:lnTo>
                <a:moveTo>
                  <a:pt x="859015" y="100950"/>
                </a:moveTo>
                <a:cubicBezTo>
                  <a:pt x="859015" y="105093"/>
                  <a:pt x="859604" y="109097"/>
                  <a:pt x="860783" y="112963"/>
                </a:cubicBezTo>
                <a:cubicBezTo>
                  <a:pt x="861961" y="116828"/>
                  <a:pt x="863729" y="120212"/>
                  <a:pt x="866086" y="123112"/>
                </a:cubicBezTo>
                <a:cubicBezTo>
                  <a:pt x="868443" y="126011"/>
                  <a:pt x="871425" y="128324"/>
                  <a:pt x="875030" y="130050"/>
                </a:cubicBezTo>
                <a:cubicBezTo>
                  <a:pt x="878635" y="131775"/>
                  <a:pt x="882934" y="132637"/>
                  <a:pt x="887925" y="132637"/>
                </a:cubicBezTo>
                <a:cubicBezTo>
                  <a:pt x="894858" y="132637"/>
                  <a:pt x="900440" y="131147"/>
                  <a:pt x="904669" y="128168"/>
                </a:cubicBezTo>
                <a:cubicBezTo>
                  <a:pt x="908899" y="125189"/>
                  <a:pt x="912054" y="120720"/>
                  <a:pt x="914133" y="114762"/>
                </a:cubicBezTo>
                <a:lnTo>
                  <a:pt x="936597" y="114762"/>
                </a:lnTo>
                <a:cubicBezTo>
                  <a:pt x="935349" y="120579"/>
                  <a:pt x="933199" y="125772"/>
                  <a:pt x="930148" y="130342"/>
                </a:cubicBezTo>
                <a:cubicBezTo>
                  <a:pt x="927099" y="134912"/>
                  <a:pt x="923425" y="138756"/>
                  <a:pt x="919126" y="141872"/>
                </a:cubicBezTo>
                <a:cubicBezTo>
                  <a:pt x="914826" y="144989"/>
                  <a:pt x="910008" y="147343"/>
                  <a:pt x="904669" y="148934"/>
                </a:cubicBezTo>
                <a:cubicBezTo>
                  <a:pt x="899331" y="150527"/>
                  <a:pt x="893751" y="151324"/>
                  <a:pt x="887928" y="151324"/>
                </a:cubicBezTo>
                <a:cubicBezTo>
                  <a:pt x="879469" y="151324"/>
                  <a:pt x="871981" y="149938"/>
                  <a:pt x="865464" y="147166"/>
                </a:cubicBezTo>
                <a:cubicBezTo>
                  <a:pt x="858947" y="144392"/>
                  <a:pt x="853436" y="140510"/>
                  <a:pt x="848929" y="135519"/>
                </a:cubicBezTo>
                <a:cubicBezTo>
                  <a:pt x="844422" y="130527"/>
                  <a:pt x="841024" y="124566"/>
                  <a:pt x="838735" y="117635"/>
                </a:cubicBezTo>
                <a:cubicBezTo>
                  <a:pt x="836448" y="110701"/>
                  <a:pt x="835304" y="103076"/>
                  <a:pt x="835304" y="94758"/>
                </a:cubicBezTo>
                <a:cubicBezTo>
                  <a:pt x="835304" y="87133"/>
                  <a:pt x="836518" y="79889"/>
                  <a:pt x="838944" y="73028"/>
                </a:cubicBezTo>
                <a:cubicBezTo>
                  <a:pt x="841371" y="66164"/>
                  <a:pt x="844838" y="60133"/>
                  <a:pt x="849345" y="54934"/>
                </a:cubicBezTo>
                <a:cubicBezTo>
                  <a:pt x="853852" y="49734"/>
                  <a:pt x="859293" y="45609"/>
                  <a:pt x="865671" y="42560"/>
                </a:cubicBezTo>
                <a:cubicBezTo>
                  <a:pt x="872050" y="39509"/>
                  <a:pt x="879260" y="37983"/>
                  <a:pt x="887303" y="37983"/>
                </a:cubicBezTo>
                <a:cubicBezTo>
                  <a:pt x="895762" y="37983"/>
                  <a:pt x="903353" y="39755"/>
                  <a:pt x="910077" y="43299"/>
                </a:cubicBezTo>
                <a:cubicBezTo>
                  <a:pt x="916804" y="46843"/>
                  <a:pt x="922385" y="51535"/>
                  <a:pt x="926822" y="57375"/>
                </a:cubicBezTo>
                <a:cubicBezTo>
                  <a:pt x="931259" y="63212"/>
                  <a:pt x="934482" y="69920"/>
                  <a:pt x="936492" y="77496"/>
                </a:cubicBezTo>
                <a:cubicBezTo>
                  <a:pt x="938502" y="85071"/>
                  <a:pt x="939023" y="92889"/>
                  <a:pt x="938054" y="100950"/>
                </a:cubicBezTo>
                <a:lnTo>
                  <a:pt x="859015" y="100950"/>
                </a:lnTo>
                <a:close/>
                <a:moveTo>
                  <a:pt x="974034" y="113950"/>
                </a:moveTo>
                <a:cubicBezTo>
                  <a:pt x="974728" y="120871"/>
                  <a:pt x="977363" y="125716"/>
                  <a:pt x="981937" y="128486"/>
                </a:cubicBezTo>
                <a:cubicBezTo>
                  <a:pt x="986514" y="131253"/>
                  <a:pt x="991991" y="132637"/>
                  <a:pt x="998371" y="132637"/>
                </a:cubicBezTo>
                <a:cubicBezTo>
                  <a:pt x="1000588" y="132637"/>
                  <a:pt x="1003117" y="132463"/>
                  <a:pt x="1005959" y="132116"/>
                </a:cubicBezTo>
                <a:cubicBezTo>
                  <a:pt x="1008803" y="131769"/>
                  <a:pt x="1011473" y="131109"/>
                  <a:pt x="1013970" y="130136"/>
                </a:cubicBezTo>
                <a:cubicBezTo>
                  <a:pt x="1016466" y="129163"/>
                  <a:pt x="1018511" y="127739"/>
                  <a:pt x="1020104" y="125864"/>
                </a:cubicBezTo>
                <a:cubicBezTo>
                  <a:pt x="1021700" y="123989"/>
                  <a:pt x="1022428" y="121523"/>
                  <a:pt x="1022288" y="118466"/>
                </a:cubicBezTo>
                <a:cubicBezTo>
                  <a:pt x="1022150" y="115409"/>
                  <a:pt x="1021042" y="112908"/>
                  <a:pt x="1018962" y="110963"/>
                </a:cubicBezTo>
                <a:cubicBezTo>
                  <a:pt x="1016882" y="109019"/>
                  <a:pt x="1014213" y="107456"/>
                  <a:pt x="1010954" y="106276"/>
                </a:cubicBezTo>
                <a:cubicBezTo>
                  <a:pt x="1007696" y="105095"/>
                  <a:pt x="1003987" y="104088"/>
                  <a:pt x="999827" y="103254"/>
                </a:cubicBezTo>
                <a:cubicBezTo>
                  <a:pt x="995668" y="102421"/>
                  <a:pt x="991438" y="101517"/>
                  <a:pt x="987139" y="100544"/>
                </a:cubicBezTo>
                <a:cubicBezTo>
                  <a:pt x="982702" y="99575"/>
                  <a:pt x="978437" y="98397"/>
                  <a:pt x="974345" y="97012"/>
                </a:cubicBezTo>
                <a:cubicBezTo>
                  <a:pt x="970256" y="95626"/>
                  <a:pt x="966581" y="93755"/>
                  <a:pt x="963323" y="91400"/>
                </a:cubicBezTo>
                <a:cubicBezTo>
                  <a:pt x="960065" y="89043"/>
                  <a:pt x="957464" y="86029"/>
                  <a:pt x="955522" y="82358"/>
                </a:cubicBezTo>
                <a:cubicBezTo>
                  <a:pt x="953582" y="78685"/>
                  <a:pt x="952612" y="74147"/>
                  <a:pt x="952612" y="68743"/>
                </a:cubicBezTo>
                <a:cubicBezTo>
                  <a:pt x="952612" y="62925"/>
                  <a:pt x="954032" y="58041"/>
                  <a:pt x="956874" y="54093"/>
                </a:cubicBezTo>
                <a:cubicBezTo>
                  <a:pt x="959718" y="50143"/>
                  <a:pt x="963323" y="46955"/>
                  <a:pt x="967690" y="44531"/>
                </a:cubicBezTo>
                <a:cubicBezTo>
                  <a:pt x="972059" y="42106"/>
                  <a:pt x="976913" y="40409"/>
                  <a:pt x="982251" y="39440"/>
                </a:cubicBezTo>
                <a:cubicBezTo>
                  <a:pt x="987589" y="38469"/>
                  <a:pt x="992685" y="37983"/>
                  <a:pt x="997539" y="37983"/>
                </a:cubicBezTo>
                <a:cubicBezTo>
                  <a:pt x="1003085" y="37983"/>
                  <a:pt x="1008388" y="38574"/>
                  <a:pt x="1013449" y="39754"/>
                </a:cubicBezTo>
                <a:cubicBezTo>
                  <a:pt x="1018512" y="40933"/>
                  <a:pt x="1023089" y="42841"/>
                  <a:pt x="1027179" y="45480"/>
                </a:cubicBezTo>
                <a:cubicBezTo>
                  <a:pt x="1031269" y="48118"/>
                  <a:pt x="1034665" y="51554"/>
                  <a:pt x="1037370" y="55788"/>
                </a:cubicBezTo>
                <a:cubicBezTo>
                  <a:pt x="1040074" y="60022"/>
                  <a:pt x="1041773" y="65123"/>
                  <a:pt x="1042467" y="71092"/>
                </a:cubicBezTo>
                <a:lnTo>
                  <a:pt x="1017715" y="71092"/>
                </a:lnTo>
                <a:cubicBezTo>
                  <a:pt x="1016606" y="65379"/>
                  <a:pt x="1014006" y="61547"/>
                  <a:pt x="1009914" y="59596"/>
                </a:cubicBezTo>
                <a:cubicBezTo>
                  <a:pt x="1005824" y="57646"/>
                  <a:pt x="1001144" y="56670"/>
                  <a:pt x="995876" y="56670"/>
                </a:cubicBezTo>
                <a:cubicBezTo>
                  <a:pt x="994211" y="56670"/>
                  <a:pt x="992234" y="56810"/>
                  <a:pt x="989944" y="57089"/>
                </a:cubicBezTo>
                <a:cubicBezTo>
                  <a:pt x="987657" y="57366"/>
                  <a:pt x="985509" y="57887"/>
                  <a:pt x="983499" y="58651"/>
                </a:cubicBezTo>
                <a:cubicBezTo>
                  <a:pt x="981488" y="59414"/>
                  <a:pt x="979789" y="60525"/>
                  <a:pt x="978401" y="61983"/>
                </a:cubicBezTo>
                <a:cubicBezTo>
                  <a:pt x="977016" y="63441"/>
                  <a:pt x="976323" y="65350"/>
                  <a:pt x="976323" y="67712"/>
                </a:cubicBezTo>
                <a:cubicBezTo>
                  <a:pt x="976323" y="70627"/>
                  <a:pt x="977328" y="72989"/>
                  <a:pt x="979338" y="74795"/>
                </a:cubicBezTo>
                <a:cubicBezTo>
                  <a:pt x="981350" y="76600"/>
                  <a:pt x="983985" y="78093"/>
                  <a:pt x="987244" y="79274"/>
                </a:cubicBezTo>
                <a:cubicBezTo>
                  <a:pt x="990502" y="80454"/>
                  <a:pt x="994211" y="81460"/>
                  <a:pt x="998371" y="82292"/>
                </a:cubicBezTo>
                <a:cubicBezTo>
                  <a:pt x="1002530" y="83123"/>
                  <a:pt x="1006829" y="84025"/>
                  <a:pt x="1011266" y="84996"/>
                </a:cubicBezTo>
                <a:cubicBezTo>
                  <a:pt x="1015565" y="85965"/>
                  <a:pt x="1019794" y="87143"/>
                  <a:pt x="1023954" y="88531"/>
                </a:cubicBezTo>
                <a:cubicBezTo>
                  <a:pt x="1028114" y="89917"/>
                  <a:pt x="1031823" y="91789"/>
                  <a:pt x="1035081" y="94146"/>
                </a:cubicBezTo>
                <a:cubicBezTo>
                  <a:pt x="1038340" y="96501"/>
                  <a:pt x="1040974" y="99481"/>
                  <a:pt x="1042984" y="103086"/>
                </a:cubicBezTo>
                <a:cubicBezTo>
                  <a:pt x="1044996" y="106689"/>
                  <a:pt x="1046002" y="111125"/>
                  <a:pt x="1046002" y="116394"/>
                </a:cubicBezTo>
                <a:cubicBezTo>
                  <a:pt x="1046002" y="122769"/>
                  <a:pt x="1044545" y="128175"/>
                  <a:pt x="1041632" y="132611"/>
                </a:cubicBezTo>
                <a:cubicBezTo>
                  <a:pt x="1038720" y="137046"/>
                  <a:pt x="1034942" y="140650"/>
                  <a:pt x="1030295" y="143424"/>
                </a:cubicBezTo>
                <a:cubicBezTo>
                  <a:pt x="1025651" y="146196"/>
                  <a:pt x="1020486" y="148205"/>
                  <a:pt x="1014801" y="149451"/>
                </a:cubicBezTo>
                <a:cubicBezTo>
                  <a:pt x="1009116" y="150700"/>
                  <a:pt x="1003500" y="151324"/>
                  <a:pt x="997955" y="151324"/>
                </a:cubicBezTo>
                <a:cubicBezTo>
                  <a:pt x="991161" y="151324"/>
                  <a:pt x="984886" y="150562"/>
                  <a:pt x="979131" y="149039"/>
                </a:cubicBezTo>
                <a:cubicBezTo>
                  <a:pt x="973376" y="147517"/>
                  <a:pt x="968384" y="145200"/>
                  <a:pt x="964155" y="142085"/>
                </a:cubicBezTo>
                <a:cubicBezTo>
                  <a:pt x="959925" y="138971"/>
                  <a:pt x="956597" y="135094"/>
                  <a:pt x="954170" y="130456"/>
                </a:cubicBezTo>
                <a:cubicBezTo>
                  <a:pt x="951745" y="125819"/>
                  <a:pt x="950463" y="120316"/>
                  <a:pt x="950323" y="113950"/>
                </a:cubicBezTo>
                <a:lnTo>
                  <a:pt x="974034" y="1139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CRC(177)">
            <a:extLst xmlns:a="http://schemas.openxmlformats.org/drawingml/2006/main">
              <a:ext uri="{FF2B5EF4-FFF2-40B4-BE49-F238E27FC236}">
                <a16:creationId xmlns:a16="http://schemas.microsoft.com/office/drawing/2014/main" id="{CB9C4BD4-DE2A-412C-8BAF-F4EAADA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003" y="2931261"/>
            <a:ext cx="760986" cy="156948"/>
          </a:xfrm>
          <a:custGeom xmlns:a="http://schemas.openxmlformats.org/drawingml/2006/main">
            <a:pathLst>
              <a:path w="760986" h="156948">
                <a:moveTo>
                  <a:pt x="90751" y="39221"/>
                </a:moveTo>
                <a:lnTo>
                  <a:pt x="106806" y="39221"/>
                </a:lnTo>
                <a:cubicBezTo>
                  <a:pt x="105905" y="32799"/>
                  <a:pt x="103990" y="27137"/>
                  <a:pt x="101060" y="22236"/>
                </a:cubicBezTo>
                <a:cubicBezTo>
                  <a:pt x="98131" y="17335"/>
                  <a:pt x="94469" y="13249"/>
                  <a:pt x="90075" y="9979"/>
                </a:cubicBezTo>
                <a:cubicBezTo>
                  <a:pt x="85681" y="6710"/>
                  <a:pt x="80667" y="4229"/>
                  <a:pt x="75034" y="2537"/>
                </a:cubicBezTo>
                <a:cubicBezTo>
                  <a:pt x="69400" y="846"/>
                  <a:pt x="63429" y="0"/>
                  <a:pt x="57120" y="0"/>
                </a:cubicBezTo>
                <a:cubicBezTo>
                  <a:pt x="47881" y="0"/>
                  <a:pt x="39685" y="1662"/>
                  <a:pt x="32530" y="4987"/>
                </a:cubicBezTo>
                <a:cubicBezTo>
                  <a:pt x="25377" y="8310"/>
                  <a:pt x="19406" y="12845"/>
                  <a:pt x="14618" y="18592"/>
                </a:cubicBezTo>
                <a:cubicBezTo>
                  <a:pt x="9831" y="24337"/>
                  <a:pt x="6197" y="31069"/>
                  <a:pt x="3718" y="38788"/>
                </a:cubicBezTo>
                <a:cubicBezTo>
                  <a:pt x="1239" y="46507"/>
                  <a:pt x="0" y="54760"/>
                  <a:pt x="0" y="63549"/>
                </a:cubicBezTo>
                <a:cubicBezTo>
                  <a:pt x="0" y="72337"/>
                  <a:pt x="1154" y="80562"/>
                  <a:pt x="3463" y="88224"/>
                </a:cubicBezTo>
                <a:cubicBezTo>
                  <a:pt x="5774" y="95886"/>
                  <a:pt x="9238" y="102534"/>
                  <a:pt x="13858" y="108167"/>
                </a:cubicBezTo>
                <a:cubicBezTo>
                  <a:pt x="18477" y="113801"/>
                  <a:pt x="24279" y="118223"/>
                  <a:pt x="31264" y="121434"/>
                </a:cubicBezTo>
                <a:cubicBezTo>
                  <a:pt x="38248" y="124646"/>
                  <a:pt x="46417" y="126251"/>
                  <a:pt x="55769" y="126251"/>
                </a:cubicBezTo>
                <a:cubicBezTo>
                  <a:pt x="71203" y="126251"/>
                  <a:pt x="83370" y="122024"/>
                  <a:pt x="92270" y="113569"/>
                </a:cubicBezTo>
                <a:cubicBezTo>
                  <a:pt x="101171" y="105113"/>
                  <a:pt x="106411" y="93280"/>
                  <a:pt x="107989" y="78072"/>
                </a:cubicBezTo>
                <a:lnTo>
                  <a:pt x="91934" y="78072"/>
                </a:lnTo>
                <a:cubicBezTo>
                  <a:pt x="91596" y="83028"/>
                  <a:pt x="90581" y="87647"/>
                  <a:pt x="88892" y="91929"/>
                </a:cubicBezTo>
                <a:cubicBezTo>
                  <a:pt x="87202" y="96210"/>
                  <a:pt x="84864" y="99900"/>
                  <a:pt x="81878" y="102999"/>
                </a:cubicBezTo>
                <a:cubicBezTo>
                  <a:pt x="78893" y="106097"/>
                  <a:pt x="75344" y="108520"/>
                  <a:pt x="71230" y="110266"/>
                </a:cubicBezTo>
                <a:cubicBezTo>
                  <a:pt x="67118" y="112011"/>
                  <a:pt x="62415" y="112883"/>
                  <a:pt x="57120" y="112883"/>
                </a:cubicBezTo>
                <a:cubicBezTo>
                  <a:pt x="49910" y="112883"/>
                  <a:pt x="43713" y="111532"/>
                  <a:pt x="38530" y="108830"/>
                </a:cubicBezTo>
                <a:cubicBezTo>
                  <a:pt x="33349" y="106126"/>
                  <a:pt x="29096" y="102492"/>
                  <a:pt x="25771" y="97930"/>
                </a:cubicBezTo>
                <a:cubicBezTo>
                  <a:pt x="22448" y="93367"/>
                  <a:pt x="19998" y="88017"/>
                  <a:pt x="18419" y="81878"/>
                </a:cubicBezTo>
                <a:cubicBezTo>
                  <a:pt x="16843" y="75739"/>
                  <a:pt x="16055" y="69234"/>
                  <a:pt x="16055" y="62362"/>
                </a:cubicBezTo>
                <a:cubicBezTo>
                  <a:pt x="16055" y="56055"/>
                  <a:pt x="16843" y="49973"/>
                  <a:pt x="18419" y="44116"/>
                </a:cubicBezTo>
                <a:cubicBezTo>
                  <a:pt x="19998" y="38259"/>
                  <a:pt x="22448" y="33049"/>
                  <a:pt x="25771" y="28486"/>
                </a:cubicBezTo>
                <a:cubicBezTo>
                  <a:pt x="29096" y="23924"/>
                  <a:pt x="33321" y="20291"/>
                  <a:pt x="38445" y="17589"/>
                </a:cubicBezTo>
                <a:cubicBezTo>
                  <a:pt x="43572" y="14885"/>
                  <a:pt x="49741" y="13533"/>
                  <a:pt x="56952" y="13533"/>
                </a:cubicBezTo>
                <a:cubicBezTo>
                  <a:pt x="65402" y="13533"/>
                  <a:pt x="72696" y="15674"/>
                  <a:pt x="78835" y="19956"/>
                </a:cubicBezTo>
                <a:cubicBezTo>
                  <a:pt x="84975" y="24237"/>
                  <a:pt x="88947" y="30659"/>
                  <a:pt x="90751" y="39221"/>
                </a:cubicBezTo>
                <a:close/>
                <a:moveTo>
                  <a:pt x="127930" y="2971"/>
                </a:moveTo>
                <a:lnTo>
                  <a:pt x="127930" y="123611"/>
                </a:lnTo>
                <a:lnTo>
                  <a:pt x="143985" y="123611"/>
                </a:lnTo>
                <a:lnTo>
                  <a:pt x="143985" y="72120"/>
                </a:lnTo>
                <a:lnTo>
                  <a:pt x="183191" y="72120"/>
                </a:lnTo>
                <a:cubicBezTo>
                  <a:pt x="187134" y="72120"/>
                  <a:pt x="190289" y="72711"/>
                  <a:pt x="192654" y="73894"/>
                </a:cubicBezTo>
                <a:cubicBezTo>
                  <a:pt x="195021" y="75075"/>
                  <a:pt x="196937" y="76651"/>
                  <a:pt x="198399" y="78621"/>
                </a:cubicBezTo>
                <a:cubicBezTo>
                  <a:pt x="199864" y="80589"/>
                  <a:pt x="200934" y="82896"/>
                  <a:pt x="201610" y="85542"/>
                </a:cubicBezTo>
                <a:cubicBezTo>
                  <a:pt x="202287" y="88186"/>
                  <a:pt x="202851" y="90971"/>
                  <a:pt x="203302" y="93897"/>
                </a:cubicBezTo>
                <a:cubicBezTo>
                  <a:pt x="203865" y="96824"/>
                  <a:pt x="204203" y="99808"/>
                  <a:pt x="204315" y="102847"/>
                </a:cubicBezTo>
                <a:cubicBezTo>
                  <a:pt x="204428" y="105885"/>
                  <a:pt x="204541" y="108727"/>
                  <a:pt x="204653" y="111372"/>
                </a:cubicBezTo>
                <a:cubicBezTo>
                  <a:pt x="204766" y="114016"/>
                  <a:pt x="205020" y="116408"/>
                  <a:pt x="205413" y="118546"/>
                </a:cubicBezTo>
                <a:cubicBezTo>
                  <a:pt x="205807" y="120685"/>
                  <a:pt x="206568" y="122373"/>
                  <a:pt x="207696" y="123611"/>
                </a:cubicBezTo>
                <a:lnTo>
                  <a:pt x="225610" y="123611"/>
                </a:lnTo>
                <a:cubicBezTo>
                  <a:pt x="223920" y="121584"/>
                  <a:pt x="222652" y="119248"/>
                  <a:pt x="221806" y="116602"/>
                </a:cubicBezTo>
                <a:cubicBezTo>
                  <a:pt x="220962" y="113956"/>
                  <a:pt x="220314" y="111170"/>
                  <a:pt x="219862" y="108244"/>
                </a:cubicBezTo>
                <a:cubicBezTo>
                  <a:pt x="219411" y="105317"/>
                  <a:pt x="219129" y="102333"/>
                  <a:pt x="219016" y="99294"/>
                </a:cubicBezTo>
                <a:cubicBezTo>
                  <a:pt x="218904" y="96255"/>
                  <a:pt x="218736" y="93271"/>
                  <a:pt x="218510" y="90343"/>
                </a:cubicBezTo>
                <a:cubicBezTo>
                  <a:pt x="218172" y="87417"/>
                  <a:pt x="217693" y="84603"/>
                  <a:pt x="217074" y="81901"/>
                </a:cubicBezTo>
                <a:cubicBezTo>
                  <a:pt x="216455" y="79198"/>
                  <a:pt x="215498" y="76750"/>
                  <a:pt x="214202" y="74554"/>
                </a:cubicBezTo>
                <a:cubicBezTo>
                  <a:pt x="212905" y="72359"/>
                  <a:pt x="211159" y="70474"/>
                  <a:pt x="208962" y="68899"/>
                </a:cubicBezTo>
                <a:cubicBezTo>
                  <a:pt x="206765" y="67323"/>
                  <a:pt x="203920" y="66197"/>
                  <a:pt x="200429" y="65521"/>
                </a:cubicBezTo>
                <a:lnTo>
                  <a:pt x="200429" y="65183"/>
                </a:lnTo>
                <a:cubicBezTo>
                  <a:pt x="207752" y="63155"/>
                  <a:pt x="213076" y="59380"/>
                  <a:pt x="216399" y="53858"/>
                </a:cubicBezTo>
                <a:cubicBezTo>
                  <a:pt x="219722" y="48334"/>
                  <a:pt x="221383" y="41910"/>
                  <a:pt x="221383" y="34585"/>
                </a:cubicBezTo>
                <a:cubicBezTo>
                  <a:pt x="221383" y="24779"/>
                  <a:pt x="218143" y="17059"/>
                  <a:pt x="211664" y="11423"/>
                </a:cubicBezTo>
                <a:cubicBezTo>
                  <a:pt x="205187" y="5788"/>
                  <a:pt x="196202" y="2971"/>
                  <a:pt x="184712" y="2971"/>
                </a:cubicBezTo>
                <a:lnTo>
                  <a:pt x="127930" y="2971"/>
                </a:lnTo>
                <a:moveTo>
                  <a:pt x="177445" y="58587"/>
                </a:moveTo>
                <a:lnTo>
                  <a:pt x="143985" y="58587"/>
                </a:lnTo>
                <a:lnTo>
                  <a:pt x="143985" y="16503"/>
                </a:lnTo>
                <a:lnTo>
                  <a:pt x="183866" y="16503"/>
                </a:lnTo>
                <a:cubicBezTo>
                  <a:pt x="191415" y="16503"/>
                  <a:pt x="196879" y="18419"/>
                  <a:pt x="200259" y="22251"/>
                </a:cubicBezTo>
                <a:cubicBezTo>
                  <a:pt x="203638" y="26081"/>
                  <a:pt x="205328" y="31038"/>
                  <a:pt x="205328" y="37122"/>
                </a:cubicBezTo>
                <a:cubicBezTo>
                  <a:pt x="205328" y="41516"/>
                  <a:pt x="204568" y="45094"/>
                  <a:pt x="203046" y="47855"/>
                </a:cubicBezTo>
                <a:cubicBezTo>
                  <a:pt x="201527" y="50616"/>
                  <a:pt x="199499" y="52814"/>
                  <a:pt x="196963" y="54448"/>
                </a:cubicBezTo>
                <a:cubicBezTo>
                  <a:pt x="194429" y="56082"/>
                  <a:pt x="191471" y="57180"/>
                  <a:pt x="188090" y="57744"/>
                </a:cubicBezTo>
                <a:cubicBezTo>
                  <a:pt x="184710" y="58306"/>
                  <a:pt x="181162" y="58587"/>
                  <a:pt x="177445" y="58587"/>
                </a:cubicBezTo>
                <a:close/>
                <a:moveTo>
                  <a:pt x="328527" y="39221"/>
                </a:moveTo>
                <a:lnTo>
                  <a:pt x="344582" y="39221"/>
                </a:lnTo>
                <a:cubicBezTo>
                  <a:pt x="343681" y="32799"/>
                  <a:pt x="341766" y="27137"/>
                  <a:pt x="338836" y="22236"/>
                </a:cubicBezTo>
                <a:cubicBezTo>
                  <a:pt x="335907" y="17335"/>
                  <a:pt x="332245" y="13249"/>
                  <a:pt x="327851" y="9979"/>
                </a:cubicBezTo>
                <a:cubicBezTo>
                  <a:pt x="323457" y="6710"/>
                  <a:pt x="318443" y="4229"/>
                  <a:pt x="312810" y="2537"/>
                </a:cubicBezTo>
                <a:cubicBezTo>
                  <a:pt x="307176" y="846"/>
                  <a:pt x="301205" y="0"/>
                  <a:pt x="294896" y="0"/>
                </a:cubicBezTo>
                <a:cubicBezTo>
                  <a:pt x="285657" y="0"/>
                  <a:pt x="277461" y="1662"/>
                  <a:pt x="270306" y="4987"/>
                </a:cubicBezTo>
                <a:cubicBezTo>
                  <a:pt x="263153" y="8310"/>
                  <a:pt x="257182" y="12845"/>
                  <a:pt x="252394" y="18592"/>
                </a:cubicBezTo>
                <a:cubicBezTo>
                  <a:pt x="247607" y="24337"/>
                  <a:pt x="243973" y="31069"/>
                  <a:pt x="241494" y="38788"/>
                </a:cubicBezTo>
                <a:cubicBezTo>
                  <a:pt x="239015" y="46507"/>
                  <a:pt x="237776" y="54760"/>
                  <a:pt x="237776" y="63549"/>
                </a:cubicBezTo>
                <a:cubicBezTo>
                  <a:pt x="237776" y="72337"/>
                  <a:pt x="238930" y="80562"/>
                  <a:pt x="241239" y="88224"/>
                </a:cubicBezTo>
                <a:cubicBezTo>
                  <a:pt x="243550" y="95886"/>
                  <a:pt x="247014" y="102534"/>
                  <a:pt x="251634" y="108167"/>
                </a:cubicBezTo>
                <a:cubicBezTo>
                  <a:pt x="256253" y="113801"/>
                  <a:pt x="262055" y="118223"/>
                  <a:pt x="269040" y="121434"/>
                </a:cubicBezTo>
                <a:cubicBezTo>
                  <a:pt x="276024" y="124646"/>
                  <a:pt x="284193" y="126251"/>
                  <a:pt x="293545" y="126251"/>
                </a:cubicBezTo>
                <a:cubicBezTo>
                  <a:pt x="308979" y="126251"/>
                  <a:pt x="321146" y="122024"/>
                  <a:pt x="330046" y="113569"/>
                </a:cubicBezTo>
                <a:cubicBezTo>
                  <a:pt x="338947" y="105113"/>
                  <a:pt x="344187" y="93280"/>
                  <a:pt x="345765" y="78072"/>
                </a:cubicBezTo>
                <a:lnTo>
                  <a:pt x="329710" y="78072"/>
                </a:lnTo>
                <a:cubicBezTo>
                  <a:pt x="329372" y="83028"/>
                  <a:pt x="328357" y="87647"/>
                  <a:pt x="326668" y="91929"/>
                </a:cubicBezTo>
                <a:cubicBezTo>
                  <a:pt x="324978" y="96210"/>
                  <a:pt x="322640" y="99900"/>
                  <a:pt x="319654" y="102999"/>
                </a:cubicBezTo>
                <a:cubicBezTo>
                  <a:pt x="316669" y="106097"/>
                  <a:pt x="313120" y="108520"/>
                  <a:pt x="309006" y="110266"/>
                </a:cubicBezTo>
                <a:cubicBezTo>
                  <a:pt x="304894" y="112011"/>
                  <a:pt x="300191" y="112883"/>
                  <a:pt x="294896" y="112883"/>
                </a:cubicBezTo>
                <a:cubicBezTo>
                  <a:pt x="287686" y="112883"/>
                  <a:pt x="281489" y="111532"/>
                  <a:pt x="276306" y="108830"/>
                </a:cubicBezTo>
                <a:cubicBezTo>
                  <a:pt x="271125" y="106126"/>
                  <a:pt x="266872" y="102492"/>
                  <a:pt x="263547" y="97930"/>
                </a:cubicBezTo>
                <a:cubicBezTo>
                  <a:pt x="260224" y="93367"/>
                  <a:pt x="257774" y="88017"/>
                  <a:pt x="256195" y="81878"/>
                </a:cubicBezTo>
                <a:cubicBezTo>
                  <a:pt x="254619" y="75739"/>
                  <a:pt x="253831" y="69234"/>
                  <a:pt x="253831" y="62362"/>
                </a:cubicBezTo>
                <a:cubicBezTo>
                  <a:pt x="253831" y="56055"/>
                  <a:pt x="254619" y="49973"/>
                  <a:pt x="256195" y="44116"/>
                </a:cubicBezTo>
                <a:cubicBezTo>
                  <a:pt x="257774" y="38259"/>
                  <a:pt x="260224" y="33049"/>
                  <a:pt x="263547" y="28486"/>
                </a:cubicBezTo>
                <a:cubicBezTo>
                  <a:pt x="266872" y="23924"/>
                  <a:pt x="271097" y="20291"/>
                  <a:pt x="276221" y="17589"/>
                </a:cubicBezTo>
                <a:cubicBezTo>
                  <a:pt x="281348" y="14885"/>
                  <a:pt x="287517" y="13533"/>
                  <a:pt x="294728" y="13533"/>
                </a:cubicBezTo>
                <a:cubicBezTo>
                  <a:pt x="303178" y="13533"/>
                  <a:pt x="310472" y="15674"/>
                  <a:pt x="316611" y="19956"/>
                </a:cubicBezTo>
                <a:cubicBezTo>
                  <a:pt x="322751" y="24237"/>
                  <a:pt x="326723" y="30659"/>
                  <a:pt x="328527" y="39221"/>
                </a:cubicBezTo>
                <a:close/>
                <a:moveTo>
                  <a:pt x="433979" y="156948"/>
                </a:moveTo>
                <a:lnTo>
                  <a:pt x="444964" y="156948"/>
                </a:lnTo>
                <a:cubicBezTo>
                  <a:pt x="436965" y="143982"/>
                  <a:pt x="431247" y="131129"/>
                  <a:pt x="427810" y="118389"/>
                </a:cubicBezTo>
                <a:cubicBezTo>
                  <a:pt x="424374" y="105647"/>
                  <a:pt x="422656" y="92173"/>
                  <a:pt x="422656" y="77966"/>
                </a:cubicBezTo>
                <a:cubicBezTo>
                  <a:pt x="422656" y="64098"/>
                  <a:pt x="424346" y="50850"/>
                  <a:pt x="427725" y="38223"/>
                </a:cubicBezTo>
                <a:cubicBezTo>
                  <a:pt x="431107" y="25595"/>
                  <a:pt x="436853" y="12854"/>
                  <a:pt x="444964" y="0"/>
                </a:cubicBezTo>
                <a:lnTo>
                  <a:pt x="433979" y="0"/>
                </a:lnTo>
                <a:cubicBezTo>
                  <a:pt x="425191" y="11613"/>
                  <a:pt x="418571" y="24184"/>
                  <a:pt x="414120" y="37715"/>
                </a:cubicBezTo>
                <a:cubicBezTo>
                  <a:pt x="409671" y="51245"/>
                  <a:pt x="407447" y="64662"/>
                  <a:pt x="407447" y="77966"/>
                </a:cubicBezTo>
                <a:cubicBezTo>
                  <a:pt x="407447" y="85408"/>
                  <a:pt x="408066" y="92511"/>
                  <a:pt x="409306" y="99276"/>
                </a:cubicBezTo>
                <a:cubicBezTo>
                  <a:pt x="410545" y="106041"/>
                  <a:pt x="412320" y="112637"/>
                  <a:pt x="414628" y="119065"/>
                </a:cubicBezTo>
                <a:cubicBezTo>
                  <a:pt x="416939" y="125491"/>
                  <a:pt x="419727" y="131832"/>
                  <a:pt x="422993" y="138090"/>
                </a:cubicBezTo>
                <a:cubicBezTo>
                  <a:pt x="426262" y="144347"/>
                  <a:pt x="429923" y="150633"/>
                  <a:pt x="433979" y="156948"/>
                </a:cubicBezTo>
                <a:close/>
                <a:moveTo>
                  <a:pt x="503437" y="123611"/>
                </a:moveTo>
                <a:lnTo>
                  <a:pt x="503437" y="3796"/>
                </a:lnTo>
                <a:lnTo>
                  <a:pt x="492452" y="3796"/>
                </a:lnTo>
                <a:cubicBezTo>
                  <a:pt x="491663" y="8296"/>
                  <a:pt x="490198" y="12010"/>
                  <a:pt x="488058" y="14936"/>
                </a:cubicBezTo>
                <a:cubicBezTo>
                  <a:pt x="485918" y="17860"/>
                  <a:pt x="483298" y="20166"/>
                  <a:pt x="480198" y="21854"/>
                </a:cubicBezTo>
                <a:cubicBezTo>
                  <a:pt x="477101" y="23541"/>
                  <a:pt x="473637" y="24693"/>
                  <a:pt x="469806" y="25312"/>
                </a:cubicBezTo>
                <a:cubicBezTo>
                  <a:pt x="465976" y="25931"/>
                  <a:pt x="462033" y="26240"/>
                  <a:pt x="457978" y="26240"/>
                </a:cubicBezTo>
                <a:lnTo>
                  <a:pt x="457978" y="37793"/>
                </a:lnTo>
                <a:lnTo>
                  <a:pt x="489072" y="37793"/>
                </a:lnTo>
                <a:lnTo>
                  <a:pt x="489072" y="123611"/>
                </a:lnTo>
                <a:lnTo>
                  <a:pt x="503437" y="123611"/>
                </a:lnTo>
                <a:close/>
                <a:moveTo>
                  <a:pt x="623255" y="18118"/>
                </a:moveTo>
                <a:lnTo>
                  <a:pt x="623255" y="5776"/>
                </a:lnTo>
                <a:lnTo>
                  <a:pt x="545686" y="5776"/>
                </a:lnTo>
                <a:lnTo>
                  <a:pt x="545686" y="19309"/>
                </a:lnTo>
                <a:lnTo>
                  <a:pt x="608551" y="19309"/>
                </a:lnTo>
                <a:cubicBezTo>
                  <a:pt x="602242" y="25959"/>
                  <a:pt x="596355" y="33228"/>
                  <a:pt x="590890" y="41117"/>
                </a:cubicBezTo>
                <a:cubicBezTo>
                  <a:pt x="585427" y="49006"/>
                  <a:pt x="580611" y="57373"/>
                  <a:pt x="576442" y="66220"/>
                </a:cubicBezTo>
                <a:cubicBezTo>
                  <a:pt x="572273" y="75067"/>
                  <a:pt x="568865" y="84308"/>
                  <a:pt x="566218" y="93943"/>
                </a:cubicBezTo>
                <a:cubicBezTo>
                  <a:pt x="563570" y="103579"/>
                  <a:pt x="561909" y="113468"/>
                  <a:pt x="561233" y="123611"/>
                </a:cubicBezTo>
                <a:lnTo>
                  <a:pt x="577288" y="123611"/>
                </a:lnTo>
                <a:cubicBezTo>
                  <a:pt x="577852" y="114255"/>
                  <a:pt x="579429" y="104619"/>
                  <a:pt x="582020" y="94701"/>
                </a:cubicBezTo>
                <a:cubicBezTo>
                  <a:pt x="584610" y="84784"/>
                  <a:pt x="587962" y="75148"/>
                  <a:pt x="592074" y="65795"/>
                </a:cubicBezTo>
                <a:cubicBezTo>
                  <a:pt x="596186" y="56439"/>
                  <a:pt x="600889" y="47648"/>
                  <a:pt x="606184" y="39420"/>
                </a:cubicBezTo>
                <a:cubicBezTo>
                  <a:pt x="611481" y="31192"/>
                  <a:pt x="617171" y="24092"/>
                  <a:pt x="623255" y="18118"/>
                </a:cubicBezTo>
                <a:close/>
                <a:moveTo>
                  <a:pt x="717216" y="18118"/>
                </a:moveTo>
                <a:lnTo>
                  <a:pt x="717216" y="5776"/>
                </a:lnTo>
                <a:lnTo>
                  <a:pt x="639647" y="5776"/>
                </a:lnTo>
                <a:lnTo>
                  <a:pt x="639647" y="19309"/>
                </a:lnTo>
                <a:lnTo>
                  <a:pt x="702512" y="19309"/>
                </a:lnTo>
                <a:cubicBezTo>
                  <a:pt x="696203" y="25959"/>
                  <a:pt x="690316" y="33228"/>
                  <a:pt x="684851" y="41117"/>
                </a:cubicBezTo>
                <a:cubicBezTo>
                  <a:pt x="679388" y="49006"/>
                  <a:pt x="674572" y="57373"/>
                  <a:pt x="670403" y="66220"/>
                </a:cubicBezTo>
                <a:cubicBezTo>
                  <a:pt x="666234" y="75067"/>
                  <a:pt x="662826" y="84308"/>
                  <a:pt x="660178" y="93943"/>
                </a:cubicBezTo>
                <a:cubicBezTo>
                  <a:pt x="657531" y="103579"/>
                  <a:pt x="655869" y="113468"/>
                  <a:pt x="655194" y="123611"/>
                </a:cubicBezTo>
                <a:lnTo>
                  <a:pt x="671249" y="123611"/>
                </a:lnTo>
                <a:cubicBezTo>
                  <a:pt x="671812" y="114255"/>
                  <a:pt x="673390" y="104619"/>
                  <a:pt x="675980" y="94701"/>
                </a:cubicBezTo>
                <a:cubicBezTo>
                  <a:pt x="678571" y="84784"/>
                  <a:pt x="681923" y="75148"/>
                  <a:pt x="686035" y="65795"/>
                </a:cubicBezTo>
                <a:cubicBezTo>
                  <a:pt x="690147" y="56439"/>
                  <a:pt x="694850" y="47648"/>
                  <a:pt x="700145" y="39420"/>
                </a:cubicBezTo>
                <a:cubicBezTo>
                  <a:pt x="705442" y="31192"/>
                  <a:pt x="711132" y="24092"/>
                  <a:pt x="717216" y="18118"/>
                </a:cubicBezTo>
                <a:close/>
                <a:moveTo>
                  <a:pt x="723637" y="156948"/>
                </a:moveTo>
                <a:lnTo>
                  <a:pt x="734452" y="156948"/>
                </a:lnTo>
                <a:cubicBezTo>
                  <a:pt x="743240" y="145335"/>
                  <a:pt x="749859" y="132792"/>
                  <a:pt x="754310" y="119320"/>
                </a:cubicBezTo>
                <a:cubicBezTo>
                  <a:pt x="758761" y="105845"/>
                  <a:pt x="760986" y="92455"/>
                  <a:pt x="760986" y="79149"/>
                </a:cubicBezTo>
                <a:cubicBezTo>
                  <a:pt x="760986" y="71709"/>
                  <a:pt x="760366" y="64607"/>
                  <a:pt x="759127" y="57842"/>
                </a:cubicBezTo>
                <a:cubicBezTo>
                  <a:pt x="757888" y="51076"/>
                  <a:pt x="756113" y="44451"/>
                  <a:pt x="753802" y="37968"/>
                </a:cubicBezTo>
                <a:cubicBezTo>
                  <a:pt x="751493" y="31485"/>
                  <a:pt x="748705" y="25115"/>
                  <a:pt x="745437" y="18858"/>
                </a:cubicBezTo>
                <a:cubicBezTo>
                  <a:pt x="742171" y="12600"/>
                  <a:pt x="738509" y="6314"/>
                  <a:pt x="734452" y="0"/>
                </a:cubicBezTo>
                <a:lnTo>
                  <a:pt x="723637" y="0"/>
                </a:lnTo>
                <a:cubicBezTo>
                  <a:pt x="731524" y="12966"/>
                  <a:pt x="737185" y="25847"/>
                  <a:pt x="740620" y="38644"/>
                </a:cubicBezTo>
                <a:cubicBezTo>
                  <a:pt x="744056" y="51441"/>
                  <a:pt x="745775" y="64943"/>
                  <a:pt x="745775" y="79149"/>
                </a:cubicBezTo>
                <a:cubicBezTo>
                  <a:pt x="745775" y="92906"/>
                  <a:pt x="744085" y="106127"/>
                  <a:pt x="740705" y="118812"/>
                </a:cubicBezTo>
                <a:cubicBezTo>
                  <a:pt x="737325" y="131495"/>
                  <a:pt x="731636" y="144207"/>
                  <a:pt x="723637" y="156948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|">
            <a:extLst xmlns:a="http://schemas.openxmlformats.org/drawingml/2006/main">
              <a:ext uri="{FF2B5EF4-FFF2-40B4-BE49-F238E27FC236}">
                <a16:creationId xmlns:a16="http://schemas.microsoft.com/office/drawing/2014/main" id="{5FFCC83E-BF5B-491B-BE8C-77254A8D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924" y="2922019"/>
            <a:ext cx="11493" cy="168830"/>
          </a:xfrm>
          <a:custGeom xmlns:a="http://schemas.openxmlformats.org/drawingml/2006/main">
            <a:pathLst>
              <a:path w="11493" h="168830">
                <a:moveTo>
                  <a:pt x="0" y="0"/>
                </a:moveTo>
                <a:lnTo>
                  <a:pt x="0" y="168830"/>
                </a:lnTo>
                <a:lnTo>
                  <a:pt x="11493" y="168830"/>
                </a:lnTo>
                <a:lnTo>
                  <a:pt x="1149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Std(113)">
            <a:extLst xmlns:a="http://schemas.openxmlformats.org/drawingml/2006/main">
              <a:ext uri="{FF2B5EF4-FFF2-40B4-BE49-F238E27FC236}">
                <a16:creationId xmlns:a16="http://schemas.microsoft.com/office/drawing/2014/main" id="{E3934690-0D7E-472E-8010-FC9D451F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6663" y="2931261"/>
            <a:ext cx="665166" cy="156948"/>
          </a:xfrm>
          <a:custGeom xmlns:a="http://schemas.openxmlformats.org/drawingml/2006/main">
            <a:pathLst>
              <a:path w="665166" h="156948">
                <a:moveTo>
                  <a:pt x="76723" y="38205"/>
                </a:moveTo>
                <a:lnTo>
                  <a:pt x="91932" y="38205"/>
                </a:lnTo>
                <a:cubicBezTo>
                  <a:pt x="91707" y="31559"/>
                  <a:pt x="90439" y="25842"/>
                  <a:pt x="88128" y="21055"/>
                </a:cubicBezTo>
                <a:cubicBezTo>
                  <a:pt x="85820" y="16265"/>
                  <a:pt x="82665" y="12292"/>
                  <a:pt x="78665" y="9136"/>
                </a:cubicBezTo>
                <a:cubicBezTo>
                  <a:pt x="74666" y="5978"/>
                  <a:pt x="70019" y="3666"/>
                  <a:pt x="64724" y="2200"/>
                </a:cubicBezTo>
                <a:cubicBezTo>
                  <a:pt x="59430" y="733"/>
                  <a:pt x="53683" y="0"/>
                  <a:pt x="47486" y="0"/>
                </a:cubicBezTo>
                <a:cubicBezTo>
                  <a:pt x="41966" y="0"/>
                  <a:pt x="36586" y="704"/>
                  <a:pt x="31346" y="2112"/>
                </a:cubicBezTo>
                <a:cubicBezTo>
                  <a:pt x="26108" y="3520"/>
                  <a:pt x="21433" y="5661"/>
                  <a:pt x="17321" y="8535"/>
                </a:cubicBezTo>
                <a:cubicBezTo>
                  <a:pt x="13210" y="11408"/>
                  <a:pt x="9916" y="15070"/>
                  <a:pt x="7437" y="19520"/>
                </a:cubicBezTo>
                <a:cubicBezTo>
                  <a:pt x="4958" y="23970"/>
                  <a:pt x="3718" y="29235"/>
                  <a:pt x="3718" y="35317"/>
                </a:cubicBezTo>
                <a:cubicBezTo>
                  <a:pt x="3718" y="40837"/>
                  <a:pt x="4817" y="45428"/>
                  <a:pt x="7014" y="49090"/>
                </a:cubicBezTo>
                <a:cubicBezTo>
                  <a:pt x="9211" y="52752"/>
                  <a:pt x="12140" y="55738"/>
                  <a:pt x="15802" y="58048"/>
                </a:cubicBezTo>
                <a:cubicBezTo>
                  <a:pt x="19464" y="60357"/>
                  <a:pt x="23604" y="62215"/>
                  <a:pt x="28223" y="63623"/>
                </a:cubicBezTo>
                <a:cubicBezTo>
                  <a:pt x="32843" y="65031"/>
                  <a:pt x="37546" y="66271"/>
                  <a:pt x="42334" y="67342"/>
                </a:cubicBezTo>
                <a:cubicBezTo>
                  <a:pt x="47122" y="68411"/>
                  <a:pt x="51825" y="69453"/>
                  <a:pt x="56444" y="70467"/>
                </a:cubicBezTo>
                <a:cubicBezTo>
                  <a:pt x="61064" y="71481"/>
                  <a:pt x="65204" y="72805"/>
                  <a:pt x="68866" y="74438"/>
                </a:cubicBezTo>
                <a:cubicBezTo>
                  <a:pt x="72527" y="76071"/>
                  <a:pt x="75457" y="78184"/>
                  <a:pt x="77654" y="80777"/>
                </a:cubicBezTo>
                <a:cubicBezTo>
                  <a:pt x="79851" y="83367"/>
                  <a:pt x="80949" y="86747"/>
                  <a:pt x="80949" y="90916"/>
                </a:cubicBezTo>
                <a:cubicBezTo>
                  <a:pt x="80949" y="95310"/>
                  <a:pt x="80048" y="98915"/>
                  <a:pt x="78244" y="101731"/>
                </a:cubicBezTo>
                <a:cubicBezTo>
                  <a:pt x="76443" y="104547"/>
                  <a:pt x="74077" y="106772"/>
                  <a:pt x="71148" y="108407"/>
                </a:cubicBezTo>
                <a:cubicBezTo>
                  <a:pt x="68218" y="110040"/>
                  <a:pt x="64923" y="111194"/>
                  <a:pt x="61261" y="111870"/>
                </a:cubicBezTo>
                <a:cubicBezTo>
                  <a:pt x="57600" y="112546"/>
                  <a:pt x="53966" y="112883"/>
                  <a:pt x="50361" y="112883"/>
                </a:cubicBezTo>
                <a:cubicBezTo>
                  <a:pt x="45854" y="112883"/>
                  <a:pt x="41459" y="112320"/>
                  <a:pt x="37177" y="111194"/>
                </a:cubicBezTo>
                <a:cubicBezTo>
                  <a:pt x="32896" y="110068"/>
                  <a:pt x="29150" y="108323"/>
                  <a:pt x="25939" y="105957"/>
                </a:cubicBezTo>
                <a:cubicBezTo>
                  <a:pt x="22729" y="103590"/>
                  <a:pt x="20138" y="100576"/>
                  <a:pt x="18167" y="96914"/>
                </a:cubicBezTo>
                <a:cubicBezTo>
                  <a:pt x="16195" y="93252"/>
                  <a:pt x="15209" y="88886"/>
                  <a:pt x="15209" y="83817"/>
                </a:cubicBezTo>
                <a:lnTo>
                  <a:pt x="0" y="83817"/>
                </a:lnTo>
                <a:cubicBezTo>
                  <a:pt x="0" y="91140"/>
                  <a:pt x="1324" y="97478"/>
                  <a:pt x="3971" y="102829"/>
                </a:cubicBezTo>
                <a:cubicBezTo>
                  <a:pt x="6619" y="108181"/>
                  <a:pt x="10224" y="112577"/>
                  <a:pt x="14786" y="116017"/>
                </a:cubicBezTo>
                <a:cubicBezTo>
                  <a:pt x="19349" y="119455"/>
                  <a:pt x="24643" y="122020"/>
                  <a:pt x="30671" y="123711"/>
                </a:cubicBezTo>
                <a:cubicBezTo>
                  <a:pt x="36700" y="125405"/>
                  <a:pt x="43094" y="126251"/>
                  <a:pt x="49853" y="126251"/>
                </a:cubicBezTo>
                <a:cubicBezTo>
                  <a:pt x="55373" y="126251"/>
                  <a:pt x="60922" y="125603"/>
                  <a:pt x="66499" y="124307"/>
                </a:cubicBezTo>
                <a:cubicBezTo>
                  <a:pt x="72075" y="123012"/>
                  <a:pt x="77117" y="120929"/>
                  <a:pt x="81622" y="118056"/>
                </a:cubicBezTo>
                <a:cubicBezTo>
                  <a:pt x="86130" y="115182"/>
                  <a:pt x="89820" y="111463"/>
                  <a:pt x="92693" y="106901"/>
                </a:cubicBezTo>
                <a:cubicBezTo>
                  <a:pt x="95565" y="102338"/>
                  <a:pt x="97001" y="96847"/>
                  <a:pt x="97001" y="90426"/>
                </a:cubicBezTo>
                <a:cubicBezTo>
                  <a:pt x="97001" y="84454"/>
                  <a:pt x="95903" y="79497"/>
                  <a:pt x="93706" y="75555"/>
                </a:cubicBezTo>
                <a:cubicBezTo>
                  <a:pt x="91509" y="71611"/>
                  <a:pt x="88580" y="68344"/>
                  <a:pt x="84918" y="65753"/>
                </a:cubicBezTo>
                <a:cubicBezTo>
                  <a:pt x="81256" y="63161"/>
                  <a:pt x="77116" y="61105"/>
                  <a:pt x="72496" y="59585"/>
                </a:cubicBezTo>
                <a:cubicBezTo>
                  <a:pt x="67879" y="58064"/>
                  <a:pt x="63175" y="56740"/>
                  <a:pt x="58386" y="55614"/>
                </a:cubicBezTo>
                <a:cubicBezTo>
                  <a:pt x="53598" y="54486"/>
                  <a:pt x="48895" y="53444"/>
                  <a:pt x="44276" y="52486"/>
                </a:cubicBezTo>
                <a:cubicBezTo>
                  <a:pt x="39658" y="51529"/>
                  <a:pt x="35518" y="50317"/>
                  <a:pt x="31857" y="48853"/>
                </a:cubicBezTo>
                <a:cubicBezTo>
                  <a:pt x="28195" y="47388"/>
                  <a:pt x="25266" y="45501"/>
                  <a:pt x="23069" y="43193"/>
                </a:cubicBezTo>
                <a:cubicBezTo>
                  <a:pt x="20872" y="40882"/>
                  <a:pt x="19773" y="37868"/>
                  <a:pt x="19773" y="34149"/>
                </a:cubicBezTo>
                <a:cubicBezTo>
                  <a:pt x="19773" y="30207"/>
                  <a:pt x="20533" y="26913"/>
                  <a:pt x="22053" y="24265"/>
                </a:cubicBezTo>
                <a:cubicBezTo>
                  <a:pt x="23574" y="21616"/>
                  <a:pt x="25602" y="19503"/>
                  <a:pt x="28136" y="17927"/>
                </a:cubicBezTo>
                <a:cubicBezTo>
                  <a:pt x="30671" y="16349"/>
                  <a:pt x="33572" y="15222"/>
                  <a:pt x="36839" y="14546"/>
                </a:cubicBezTo>
                <a:cubicBezTo>
                  <a:pt x="40107" y="13871"/>
                  <a:pt x="43431" y="13533"/>
                  <a:pt x="46810" y="13533"/>
                </a:cubicBezTo>
                <a:cubicBezTo>
                  <a:pt x="55148" y="13533"/>
                  <a:pt x="61993" y="15476"/>
                  <a:pt x="67344" y="19363"/>
                </a:cubicBezTo>
                <a:cubicBezTo>
                  <a:pt x="72696" y="23250"/>
                  <a:pt x="75822" y="29531"/>
                  <a:pt x="76723" y="38205"/>
                </a:cubicBezTo>
                <a:close/>
                <a:moveTo>
                  <a:pt x="134014" y="36143"/>
                </a:moveTo>
                <a:lnTo>
                  <a:pt x="134014" y="10067"/>
                </a:lnTo>
                <a:lnTo>
                  <a:pt x="119648" y="10067"/>
                </a:lnTo>
                <a:lnTo>
                  <a:pt x="119648" y="36143"/>
                </a:lnTo>
                <a:lnTo>
                  <a:pt x="104777" y="36143"/>
                </a:lnTo>
                <a:lnTo>
                  <a:pt x="104777" y="48850"/>
                </a:lnTo>
                <a:lnTo>
                  <a:pt x="119648" y="48850"/>
                </a:lnTo>
                <a:lnTo>
                  <a:pt x="119648" y="104498"/>
                </a:lnTo>
                <a:cubicBezTo>
                  <a:pt x="119648" y="108556"/>
                  <a:pt x="120043" y="111826"/>
                  <a:pt x="120832" y="114307"/>
                </a:cubicBezTo>
                <a:cubicBezTo>
                  <a:pt x="121621" y="116788"/>
                  <a:pt x="122832" y="118705"/>
                  <a:pt x="124465" y="120060"/>
                </a:cubicBezTo>
                <a:cubicBezTo>
                  <a:pt x="126098" y="121413"/>
                  <a:pt x="128239" y="122343"/>
                  <a:pt x="130886" y="122850"/>
                </a:cubicBezTo>
                <a:cubicBezTo>
                  <a:pt x="133533" y="123357"/>
                  <a:pt x="136716" y="123611"/>
                  <a:pt x="140435" y="123611"/>
                </a:cubicBezTo>
                <a:lnTo>
                  <a:pt x="151420" y="123611"/>
                </a:lnTo>
                <a:lnTo>
                  <a:pt x="151420" y="110903"/>
                </a:lnTo>
                <a:lnTo>
                  <a:pt x="144829" y="110903"/>
                </a:lnTo>
                <a:cubicBezTo>
                  <a:pt x="142575" y="110903"/>
                  <a:pt x="140744" y="110819"/>
                  <a:pt x="139336" y="110650"/>
                </a:cubicBezTo>
                <a:cubicBezTo>
                  <a:pt x="137928" y="110480"/>
                  <a:pt x="136830" y="110114"/>
                  <a:pt x="136041" y="109552"/>
                </a:cubicBezTo>
                <a:cubicBezTo>
                  <a:pt x="135253" y="108988"/>
                  <a:pt x="134719" y="108199"/>
                  <a:pt x="134437" y="107185"/>
                </a:cubicBezTo>
                <a:cubicBezTo>
                  <a:pt x="134155" y="106169"/>
                  <a:pt x="134014" y="104816"/>
                  <a:pt x="134014" y="103126"/>
                </a:cubicBezTo>
                <a:lnTo>
                  <a:pt x="134014" y="48850"/>
                </a:lnTo>
                <a:lnTo>
                  <a:pt x="151420" y="48850"/>
                </a:lnTo>
                <a:lnTo>
                  <a:pt x="151420" y="36143"/>
                </a:lnTo>
                <a:lnTo>
                  <a:pt x="134014" y="36143"/>
                </a:lnTo>
                <a:close/>
                <a:moveTo>
                  <a:pt x="177783" y="80637"/>
                </a:moveTo>
                <a:cubicBezTo>
                  <a:pt x="177783" y="76360"/>
                  <a:pt x="178234" y="72196"/>
                  <a:pt x="179135" y="68144"/>
                </a:cubicBezTo>
                <a:cubicBezTo>
                  <a:pt x="180037" y="64092"/>
                  <a:pt x="181502" y="60490"/>
                  <a:pt x="183529" y="57339"/>
                </a:cubicBezTo>
                <a:cubicBezTo>
                  <a:pt x="185557" y="54186"/>
                  <a:pt x="188261" y="51653"/>
                  <a:pt x="191641" y="49740"/>
                </a:cubicBezTo>
                <a:cubicBezTo>
                  <a:pt x="195021" y="47826"/>
                  <a:pt x="199133" y="46870"/>
                  <a:pt x="203977" y="46870"/>
                </a:cubicBezTo>
                <a:cubicBezTo>
                  <a:pt x="208934" y="46870"/>
                  <a:pt x="213158" y="47799"/>
                  <a:pt x="216652" y="49657"/>
                </a:cubicBezTo>
                <a:cubicBezTo>
                  <a:pt x="220145" y="51514"/>
                  <a:pt x="222989" y="53962"/>
                  <a:pt x="225184" y="57001"/>
                </a:cubicBezTo>
                <a:cubicBezTo>
                  <a:pt x="227381" y="60039"/>
                  <a:pt x="228987" y="63556"/>
                  <a:pt x="230001" y="67553"/>
                </a:cubicBezTo>
                <a:cubicBezTo>
                  <a:pt x="231016" y="71548"/>
                  <a:pt x="231523" y="75685"/>
                  <a:pt x="231523" y="79962"/>
                </a:cubicBezTo>
                <a:cubicBezTo>
                  <a:pt x="231523" y="84014"/>
                  <a:pt x="231044" y="88010"/>
                  <a:pt x="230086" y="91950"/>
                </a:cubicBezTo>
                <a:cubicBezTo>
                  <a:pt x="229129" y="95888"/>
                  <a:pt x="227580" y="99406"/>
                  <a:pt x="225440" y="102502"/>
                </a:cubicBezTo>
                <a:cubicBezTo>
                  <a:pt x="223299" y="105596"/>
                  <a:pt x="220539" y="108100"/>
                  <a:pt x="217160" y="110013"/>
                </a:cubicBezTo>
                <a:cubicBezTo>
                  <a:pt x="213780" y="111927"/>
                  <a:pt x="209668" y="112883"/>
                  <a:pt x="204823" y="112883"/>
                </a:cubicBezTo>
                <a:cubicBezTo>
                  <a:pt x="200204" y="112883"/>
                  <a:pt x="196176" y="111984"/>
                  <a:pt x="192740" y="110184"/>
                </a:cubicBezTo>
                <a:cubicBezTo>
                  <a:pt x="189303" y="108382"/>
                  <a:pt x="186486" y="105961"/>
                  <a:pt x="184289" y="102922"/>
                </a:cubicBezTo>
                <a:cubicBezTo>
                  <a:pt x="182092" y="99883"/>
                  <a:pt x="180458" y="96422"/>
                  <a:pt x="179387" y="92540"/>
                </a:cubicBezTo>
                <a:cubicBezTo>
                  <a:pt x="178318" y="88657"/>
                  <a:pt x="177783" y="84689"/>
                  <a:pt x="177783" y="80637"/>
                </a:cubicBezTo>
                <a:moveTo>
                  <a:pt x="245380" y="123567"/>
                </a:moveTo>
                <a:lnTo>
                  <a:pt x="245380" y="2971"/>
                </a:lnTo>
                <a:lnTo>
                  <a:pt x="231015" y="2971"/>
                </a:lnTo>
                <a:lnTo>
                  <a:pt x="231015" y="47852"/>
                </a:lnTo>
                <a:lnTo>
                  <a:pt x="230677" y="47852"/>
                </a:lnTo>
                <a:cubicBezTo>
                  <a:pt x="229099" y="45262"/>
                  <a:pt x="227155" y="43093"/>
                  <a:pt x="224847" y="41346"/>
                </a:cubicBezTo>
                <a:cubicBezTo>
                  <a:pt x="222538" y="39600"/>
                  <a:pt x="220087" y="38192"/>
                  <a:pt x="217495" y="37122"/>
                </a:cubicBezTo>
                <a:cubicBezTo>
                  <a:pt x="214904" y="36051"/>
                  <a:pt x="212313" y="35291"/>
                  <a:pt x="209720" y="34840"/>
                </a:cubicBezTo>
                <a:cubicBezTo>
                  <a:pt x="207129" y="34388"/>
                  <a:pt x="204707" y="34162"/>
                  <a:pt x="202453" y="34162"/>
                </a:cubicBezTo>
                <a:cubicBezTo>
                  <a:pt x="195807" y="34162"/>
                  <a:pt x="189977" y="35373"/>
                  <a:pt x="184962" y="37795"/>
                </a:cubicBezTo>
                <a:cubicBezTo>
                  <a:pt x="179949" y="40218"/>
                  <a:pt x="175781" y="43486"/>
                  <a:pt x="172458" y="47599"/>
                </a:cubicBezTo>
                <a:cubicBezTo>
                  <a:pt x="169135" y="51712"/>
                  <a:pt x="166656" y="56529"/>
                  <a:pt x="165022" y="62050"/>
                </a:cubicBezTo>
                <a:cubicBezTo>
                  <a:pt x="163388" y="67570"/>
                  <a:pt x="162572" y="73428"/>
                  <a:pt x="162572" y="79624"/>
                </a:cubicBezTo>
                <a:cubicBezTo>
                  <a:pt x="162572" y="85821"/>
                  <a:pt x="163417" y="91681"/>
                  <a:pt x="165107" y="97203"/>
                </a:cubicBezTo>
                <a:cubicBezTo>
                  <a:pt x="166797" y="102723"/>
                  <a:pt x="169303" y="107567"/>
                  <a:pt x="172626" y="111736"/>
                </a:cubicBezTo>
                <a:cubicBezTo>
                  <a:pt x="175951" y="115905"/>
                  <a:pt x="180120" y="119229"/>
                  <a:pt x="185133" y="121708"/>
                </a:cubicBezTo>
                <a:cubicBezTo>
                  <a:pt x="190145" y="124187"/>
                  <a:pt x="196033" y="125426"/>
                  <a:pt x="202794" y="125426"/>
                </a:cubicBezTo>
                <a:cubicBezTo>
                  <a:pt x="208878" y="125426"/>
                  <a:pt x="214455" y="124357"/>
                  <a:pt x="219524" y="122218"/>
                </a:cubicBezTo>
                <a:cubicBezTo>
                  <a:pt x="224594" y="120078"/>
                  <a:pt x="228311" y="116586"/>
                  <a:pt x="230677" y="111744"/>
                </a:cubicBezTo>
                <a:lnTo>
                  <a:pt x="231015" y="111744"/>
                </a:lnTo>
                <a:lnTo>
                  <a:pt x="231015" y="123567"/>
                </a:lnTo>
                <a:lnTo>
                  <a:pt x="245380" y="123567"/>
                </a:lnTo>
                <a:close/>
                <a:moveTo>
                  <a:pt x="338158" y="156948"/>
                </a:moveTo>
                <a:lnTo>
                  <a:pt x="349143" y="156948"/>
                </a:lnTo>
                <a:cubicBezTo>
                  <a:pt x="341144" y="143982"/>
                  <a:pt x="335427" y="131129"/>
                  <a:pt x="331990" y="118389"/>
                </a:cubicBezTo>
                <a:cubicBezTo>
                  <a:pt x="328554" y="105647"/>
                  <a:pt x="326835" y="92173"/>
                  <a:pt x="326835" y="77966"/>
                </a:cubicBezTo>
                <a:cubicBezTo>
                  <a:pt x="326835" y="64098"/>
                  <a:pt x="328525" y="50850"/>
                  <a:pt x="331905" y="38223"/>
                </a:cubicBezTo>
                <a:cubicBezTo>
                  <a:pt x="335286" y="25595"/>
                  <a:pt x="341033" y="12854"/>
                  <a:pt x="349143" y="0"/>
                </a:cubicBezTo>
                <a:lnTo>
                  <a:pt x="338158" y="0"/>
                </a:lnTo>
                <a:cubicBezTo>
                  <a:pt x="329370" y="11613"/>
                  <a:pt x="322751" y="24184"/>
                  <a:pt x="318300" y="37715"/>
                </a:cubicBezTo>
                <a:cubicBezTo>
                  <a:pt x="313851" y="51245"/>
                  <a:pt x="311626" y="64662"/>
                  <a:pt x="311626" y="77966"/>
                </a:cubicBezTo>
                <a:cubicBezTo>
                  <a:pt x="311626" y="85408"/>
                  <a:pt x="312246" y="92511"/>
                  <a:pt x="313486" y="99276"/>
                </a:cubicBezTo>
                <a:cubicBezTo>
                  <a:pt x="314725" y="106041"/>
                  <a:pt x="316499" y="112637"/>
                  <a:pt x="318808" y="119065"/>
                </a:cubicBezTo>
                <a:cubicBezTo>
                  <a:pt x="321118" y="125491"/>
                  <a:pt x="323907" y="131832"/>
                  <a:pt x="327173" y="138090"/>
                </a:cubicBezTo>
                <a:cubicBezTo>
                  <a:pt x="330441" y="144347"/>
                  <a:pt x="334103" y="150633"/>
                  <a:pt x="338158" y="156948"/>
                </a:cubicBezTo>
                <a:close/>
                <a:moveTo>
                  <a:pt x="407617" y="123611"/>
                </a:moveTo>
                <a:lnTo>
                  <a:pt x="407617" y="3796"/>
                </a:lnTo>
                <a:lnTo>
                  <a:pt x="396631" y="3796"/>
                </a:lnTo>
                <a:cubicBezTo>
                  <a:pt x="395842" y="8296"/>
                  <a:pt x="394378" y="12010"/>
                  <a:pt x="392237" y="14936"/>
                </a:cubicBezTo>
                <a:cubicBezTo>
                  <a:pt x="390097" y="17860"/>
                  <a:pt x="387477" y="20166"/>
                  <a:pt x="384378" y="21854"/>
                </a:cubicBezTo>
                <a:cubicBezTo>
                  <a:pt x="381280" y="23541"/>
                  <a:pt x="377816" y="24693"/>
                  <a:pt x="373986" y="25312"/>
                </a:cubicBezTo>
                <a:cubicBezTo>
                  <a:pt x="370155" y="25931"/>
                  <a:pt x="366213" y="26240"/>
                  <a:pt x="362157" y="26240"/>
                </a:cubicBezTo>
                <a:lnTo>
                  <a:pt x="362157" y="37793"/>
                </a:lnTo>
                <a:lnTo>
                  <a:pt x="393251" y="37793"/>
                </a:lnTo>
                <a:lnTo>
                  <a:pt x="393251" y="123611"/>
                </a:lnTo>
                <a:lnTo>
                  <a:pt x="407617" y="123611"/>
                </a:lnTo>
                <a:close/>
                <a:moveTo>
                  <a:pt x="501578" y="123611"/>
                </a:moveTo>
                <a:lnTo>
                  <a:pt x="501578" y="3796"/>
                </a:lnTo>
                <a:lnTo>
                  <a:pt x="490593" y="3796"/>
                </a:lnTo>
                <a:cubicBezTo>
                  <a:pt x="489804" y="8296"/>
                  <a:pt x="488339" y="12010"/>
                  <a:pt x="486199" y="14936"/>
                </a:cubicBezTo>
                <a:cubicBezTo>
                  <a:pt x="484059" y="17860"/>
                  <a:pt x="481439" y="20166"/>
                  <a:pt x="478339" y="21854"/>
                </a:cubicBezTo>
                <a:cubicBezTo>
                  <a:pt x="475241" y="23541"/>
                  <a:pt x="471777" y="24693"/>
                  <a:pt x="467947" y="25312"/>
                </a:cubicBezTo>
                <a:cubicBezTo>
                  <a:pt x="464117" y="25931"/>
                  <a:pt x="460174" y="26240"/>
                  <a:pt x="456119" y="26240"/>
                </a:cubicBezTo>
                <a:lnTo>
                  <a:pt x="456119" y="37793"/>
                </a:lnTo>
                <a:lnTo>
                  <a:pt x="487212" y="37793"/>
                </a:lnTo>
                <a:lnTo>
                  <a:pt x="487212" y="123611"/>
                </a:lnTo>
                <a:lnTo>
                  <a:pt x="501578" y="123611"/>
                </a:lnTo>
                <a:close/>
                <a:moveTo>
                  <a:pt x="572218" y="55119"/>
                </a:moveTo>
                <a:lnTo>
                  <a:pt x="572218" y="67334"/>
                </a:lnTo>
                <a:cubicBezTo>
                  <a:pt x="574922" y="67004"/>
                  <a:pt x="577795" y="66839"/>
                  <a:pt x="580836" y="66839"/>
                </a:cubicBezTo>
                <a:cubicBezTo>
                  <a:pt x="584441" y="66839"/>
                  <a:pt x="587792" y="67317"/>
                  <a:pt x="590890" y="68273"/>
                </a:cubicBezTo>
                <a:cubicBezTo>
                  <a:pt x="593990" y="69228"/>
                  <a:pt x="596665" y="70691"/>
                  <a:pt x="598918" y="72659"/>
                </a:cubicBezTo>
                <a:cubicBezTo>
                  <a:pt x="601171" y="74626"/>
                  <a:pt x="602974" y="77043"/>
                  <a:pt x="604325" y="79910"/>
                </a:cubicBezTo>
                <a:cubicBezTo>
                  <a:pt x="605678" y="82778"/>
                  <a:pt x="606354" y="86066"/>
                  <a:pt x="606354" y="89776"/>
                </a:cubicBezTo>
                <a:cubicBezTo>
                  <a:pt x="606354" y="93374"/>
                  <a:pt x="605650" y="96607"/>
                  <a:pt x="604242" y="99474"/>
                </a:cubicBezTo>
                <a:cubicBezTo>
                  <a:pt x="602834" y="102342"/>
                  <a:pt x="600947" y="104760"/>
                  <a:pt x="598580" y="106728"/>
                </a:cubicBezTo>
                <a:cubicBezTo>
                  <a:pt x="596214" y="108695"/>
                  <a:pt x="593454" y="110213"/>
                  <a:pt x="590300" y="111282"/>
                </a:cubicBezTo>
                <a:cubicBezTo>
                  <a:pt x="587145" y="112350"/>
                  <a:pt x="583822" y="112883"/>
                  <a:pt x="580331" y="112883"/>
                </a:cubicBezTo>
                <a:cubicBezTo>
                  <a:pt x="572106" y="112883"/>
                  <a:pt x="565853" y="110434"/>
                  <a:pt x="561571" y="105534"/>
                </a:cubicBezTo>
                <a:cubicBezTo>
                  <a:pt x="557290" y="100633"/>
                  <a:pt x="555037" y="94296"/>
                  <a:pt x="554812" y="86522"/>
                </a:cubicBezTo>
                <a:lnTo>
                  <a:pt x="540446" y="86522"/>
                </a:lnTo>
                <a:cubicBezTo>
                  <a:pt x="540335" y="92717"/>
                  <a:pt x="541208" y="98238"/>
                  <a:pt x="543066" y="103082"/>
                </a:cubicBezTo>
                <a:cubicBezTo>
                  <a:pt x="544925" y="107926"/>
                  <a:pt x="547600" y="112014"/>
                  <a:pt x="551091" y="115346"/>
                </a:cubicBezTo>
                <a:cubicBezTo>
                  <a:pt x="554584" y="118676"/>
                  <a:pt x="558809" y="121188"/>
                  <a:pt x="563765" y="122884"/>
                </a:cubicBezTo>
                <a:cubicBezTo>
                  <a:pt x="568723" y="124579"/>
                  <a:pt x="574244" y="125426"/>
                  <a:pt x="580328" y="125426"/>
                </a:cubicBezTo>
                <a:cubicBezTo>
                  <a:pt x="585961" y="125426"/>
                  <a:pt x="591285" y="124666"/>
                  <a:pt x="596298" y="123147"/>
                </a:cubicBezTo>
                <a:cubicBezTo>
                  <a:pt x="601312" y="121625"/>
                  <a:pt x="605678" y="119344"/>
                  <a:pt x="609395" y="116303"/>
                </a:cubicBezTo>
                <a:cubicBezTo>
                  <a:pt x="613113" y="113262"/>
                  <a:pt x="616071" y="109461"/>
                  <a:pt x="618268" y="104900"/>
                </a:cubicBezTo>
                <a:cubicBezTo>
                  <a:pt x="620465" y="100337"/>
                  <a:pt x="621563" y="95071"/>
                  <a:pt x="621563" y="89100"/>
                </a:cubicBezTo>
                <a:cubicBezTo>
                  <a:pt x="621563" y="81892"/>
                  <a:pt x="619789" y="75642"/>
                  <a:pt x="616241" y="70348"/>
                </a:cubicBezTo>
                <a:cubicBezTo>
                  <a:pt x="612693" y="65054"/>
                  <a:pt x="607257" y="61618"/>
                  <a:pt x="599934" y="60042"/>
                </a:cubicBezTo>
                <a:lnTo>
                  <a:pt x="599934" y="59704"/>
                </a:lnTo>
                <a:cubicBezTo>
                  <a:pt x="604664" y="57563"/>
                  <a:pt x="608607" y="54411"/>
                  <a:pt x="611762" y="50245"/>
                </a:cubicBezTo>
                <a:cubicBezTo>
                  <a:pt x="614916" y="46078"/>
                  <a:pt x="616494" y="41292"/>
                  <a:pt x="616494" y="35887"/>
                </a:cubicBezTo>
                <a:cubicBezTo>
                  <a:pt x="616494" y="30371"/>
                  <a:pt x="615564" y="25585"/>
                  <a:pt x="613704" y="21532"/>
                </a:cubicBezTo>
                <a:cubicBezTo>
                  <a:pt x="611845" y="17478"/>
                  <a:pt x="609282" y="14157"/>
                  <a:pt x="606014" y="11568"/>
                </a:cubicBezTo>
                <a:cubicBezTo>
                  <a:pt x="602748" y="8977"/>
                  <a:pt x="598889" y="7035"/>
                  <a:pt x="594438" y="5740"/>
                </a:cubicBezTo>
                <a:cubicBezTo>
                  <a:pt x="589989" y="4444"/>
                  <a:pt x="585173" y="3796"/>
                  <a:pt x="579990" y="3796"/>
                </a:cubicBezTo>
                <a:cubicBezTo>
                  <a:pt x="574020" y="3796"/>
                  <a:pt x="568753" y="4756"/>
                  <a:pt x="564191" y="6676"/>
                </a:cubicBezTo>
                <a:cubicBezTo>
                  <a:pt x="559628" y="8596"/>
                  <a:pt x="555826" y="11250"/>
                  <a:pt x="552783" y="14636"/>
                </a:cubicBezTo>
                <a:cubicBezTo>
                  <a:pt x="549742" y="18021"/>
                  <a:pt x="547404" y="22080"/>
                  <a:pt x="545769" y="26813"/>
                </a:cubicBezTo>
                <a:cubicBezTo>
                  <a:pt x="544136" y="31544"/>
                  <a:pt x="543206" y="36783"/>
                  <a:pt x="542981" y="42530"/>
                </a:cubicBezTo>
                <a:lnTo>
                  <a:pt x="557347" y="42530"/>
                </a:lnTo>
                <a:cubicBezTo>
                  <a:pt x="557347" y="39037"/>
                  <a:pt x="557797" y="35713"/>
                  <a:pt x="558698" y="32558"/>
                </a:cubicBezTo>
                <a:cubicBezTo>
                  <a:pt x="559601" y="29404"/>
                  <a:pt x="560981" y="26644"/>
                  <a:pt x="562839" y="24278"/>
                </a:cubicBezTo>
                <a:cubicBezTo>
                  <a:pt x="564698" y="21913"/>
                  <a:pt x="567063" y="20026"/>
                  <a:pt x="569936" y="18618"/>
                </a:cubicBezTo>
                <a:cubicBezTo>
                  <a:pt x="572809" y="17208"/>
                  <a:pt x="576161" y="16503"/>
                  <a:pt x="579993" y="16503"/>
                </a:cubicBezTo>
                <a:cubicBezTo>
                  <a:pt x="586077" y="16503"/>
                  <a:pt x="591146" y="18106"/>
                  <a:pt x="595202" y="21310"/>
                </a:cubicBezTo>
                <a:cubicBezTo>
                  <a:pt x="599257" y="24513"/>
                  <a:pt x="601285" y="29319"/>
                  <a:pt x="601285" y="35727"/>
                </a:cubicBezTo>
                <a:cubicBezTo>
                  <a:pt x="601285" y="38875"/>
                  <a:pt x="600665" y="41686"/>
                  <a:pt x="599426" y="44160"/>
                </a:cubicBezTo>
                <a:cubicBezTo>
                  <a:pt x="598186" y="46632"/>
                  <a:pt x="596524" y="48683"/>
                  <a:pt x="594438" y="50312"/>
                </a:cubicBezTo>
                <a:cubicBezTo>
                  <a:pt x="592355" y="51942"/>
                  <a:pt x="589933" y="53179"/>
                  <a:pt x="587172" y="54023"/>
                </a:cubicBezTo>
                <a:cubicBezTo>
                  <a:pt x="584413" y="54865"/>
                  <a:pt x="581512" y="55286"/>
                  <a:pt x="578471" y="55286"/>
                </a:cubicBezTo>
                <a:lnTo>
                  <a:pt x="575428" y="55286"/>
                </a:lnTo>
                <a:cubicBezTo>
                  <a:pt x="574865" y="55286"/>
                  <a:pt x="574302" y="55286"/>
                  <a:pt x="573739" y="55286"/>
                </a:cubicBezTo>
                <a:cubicBezTo>
                  <a:pt x="573289" y="55286"/>
                  <a:pt x="572782" y="55231"/>
                  <a:pt x="572218" y="55119"/>
                </a:cubicBezTo>
                <a:close/>
                <a:moveTo>
                  <a:pt x="627816" y="156948"/>
                </a:moveTo>
                <a:lnTo>
                  <a:pt x="638631" y="156948"/>
                </a:lnTo>
                <a:cubicBezTo>
                  <a:pt x="647419" y="145335"/>
                  <a:pt x="654039" y="132792"/>
                  <a:pt x="658489" y="119320"/>
                </a:cubicBezTo>
                <a:cubicBezTo>
                  <a:pt x="662940" y="105845"/>
                  <a:pt x="665166" y="92455"/>
                  <a:pt x="665166" y="79149"/>
                </a:cubicBezTo>
                <a:cubicBezTo>
                  <a:pt x="665166" y="71709"/>
                  <a:pt x="664546" y="64607"/>
                  <a:pt x="663306" y="57842"/>
                </a:cubicBezTo>
                <a:cubicBezTo>
                  <a:pt x="662067" y="51076"/>
                  <a:pt x="660292" y="44451"/>
                  <a:pt x="657981" y="37968"/>
                </a:cubicBezTo>
                <a:cubicBezTo>
                  <a:pt x="655673" y="31485"/>
                  <a:pt x="652884" y="25115"/>
                  <a:pt x="649616" y="18858"/>
                </a:cubicBezTo>
                <a:cubicBezTo>
                  <a:pt x="646350" y="12600"/>
                  <a:pt x="642688" y="6314"/>
                  <a:pt x="638631" y="0"/>
                </a:cubicBezTo>
                <a:lnTo>
                  <a:pt x="627816" y="0"/>
                </a:lnTo>
                <a:cubicBezTo>
                  <a:pt x="635703" y="12966"/>
                  <a:pt x="641364" y="25847"/>
                  <a:pt x="644799" y="38644"/>
                </a:cubicBezTo>
                <a:cubicBezTo>
                  <a:pt x="648236" y="51441"/>
                  <a:pt x="649954" y="64943"/>
                  <a:pt x="649954" y="79149"/>
                </a:cubicBezTo>
                <a:cubicBezTo>
                  <a:pt x="649954" y="92906"/>
                  <a:pt x="648264" y="106127"/>
                  <a:pt x="644884" y="118812"/>
                </a:cubicBezTo>
                <a:cubicBezTo>
                  <a:pt x="641505" y="131495"/>
                  <a:pt x="635815" y="144207"/>
                  <a:pt x="627816" y="156948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6EC16-AE47-4F5E-8A29-3AAD2A8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9534" y="948981"/>
            <a:ext cx="10" cy="358203"/>
          </a:xfrm>
          <a:custGeom xmlns:a="http://schemas.openxmlformats.org/drawingml/2006/main">
            <a:pathLst>
              <a:path w="1" h="358203" fill="none">
                <a:moveTo>
                  <a:pt x="0" y="3582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998" cap="sq">
            <a:solidFill>
              <a:srgbClr val="FF4040"/>
            </a:solidFill>
            <a:round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A38A81-C34C-46B0-9700-A109C1C1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396" y="817945"/>
            <a:ext cx="98277" cy="131036"/>
          </a:xfrm>
          <a:custGeom xmlns:a="http://schemas.openxmlformats.org/drawingml/2006/main">
            <a:pathLst>
              <a:path w="98277" h="131036">
                <a:moveTo>
                  <a:pt x="49139" y="0"/>
                </a:moveTo>
                <a:lnTo>
                  <a:pt x="0" y="131036"/>
                </a:lnTo>
                <a:lnTo>
                  <a:pt x="98277" y="131036"/>
                </a:lnTo>
                <a:lnTo>
                  <a:pt x="49139" y="0"/>
                </a:lnTo>
                <a:close/>
                <a:moveTo>
                  <a:pt x="49139" y="0"/>
                </a:moveTo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3C24B-D101-4876-9505-8DDEC609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0396" y="817945"/>
            <a:ext cx="98277" cy="131036"/>
          </a:xfrm>
          <a:custGeom xmlns:a="http://schemas.openxmlformats.org/drawingml/2006/main">
            <a:pathLst>
              <a:path w="98277" h="131036" fill="none">
                <a:moveTo>
                  <a:pt x="49139" y="0"/>
                </a:moveTo>
                <a:lnTo>
                  <a:pt x="0" y="131036"/>
                </a:lnTo>
                <a:lnTo>
                  <a:pt x="98277" y="131036"/>
                </a:lnTo>
                <a:lnTo>
                  <a:pt x="49139" y="0"/>
                </a:lnTo>
                <a:close/>
                <a:moveTo>
                  <a:pt x="4913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64998" cap="flat">
            <a:solidFill>
              <a:srgbClr val="FF4040"/>
            </a:solidFill>
            <a:miter/>
          </a:ln>
        </p:spPr>
      </p:sp>
      <p:sp>
        <p:nvSpPr>
          <p:cNvPr id="120" name="Text 89">
            <a:extLst xmlns:a="http://schemas.openxmlformats.org/drawingml/2006/main">
              <a:ext uri="{FF2B5EF4-FFF2-40B4-BE49-F238E27FC236}">
                <a16:creationId xmlns:a16="http://schemas.microsoft.com/office/drawing/2014/main" id="{C6C7FA79-C81D-47BF-903F-D15813EF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418" y="934379"/>
            <a:ext cx="252010" cy="170239"/>
          </a:xfrm>
          <a:custGeom xmlns:a="http://schemas.openxmlformats.org/drawingml/2006/main">
            <a:pathLst>
              <a:path w="252010" h="170239">
                <a:moveTo>
                  <a:pt x="36968" y="47769"/>
                </a:moveTo>
                <a:cubicBezTo>
                  <a:pt x="36968" y="44037"/>
                  <a:pt x="37631" y="40771"/>
                  <a:pt x="38957" y="37972"/>
                </a:cubicBezTo>
                <a:cubicBezTo>
                  <a:pt x="40283" y="35170"/>
                  <a:pt x="42116" y="32836"/>
                  <a:pt x="44456" y="30970"/>
                </a:cubicBezTo>
                <a:cubicBezTo>
                  <a:pt x="46796" y="29104"/>
                  <a:pt x="49486" y="27665"/>
                  <a:pt x="52529" y="26653"/>
                </a:cubicBezTo>
                <a:cubicBezTo>
                  <a:pt x="55571" y="25642"/>
                  <a:pt x="58730" y="25136"/>
                  <a:pt x="62008" y="25136"/>
                </a:cubicBezTo>
                <a:cubicBezTo>
                  <a:pt x="67154" y="25136"/>
                  <a:pt x="71326" y="25914"/>
                  <a:pt x="74523" y="27471"/>
                </a:cubicBezTo>
                <a:cubicBezTo>
                  <a:pt x="77722" y="29025"/>
                  <a:pt x="80219" y="30970"/>
                  <a:pt x="82013" y="33305"/>
                </a:cubicBezTo>
                <a:cubicBezTo>
                  <a:pt x="83808" y="35638"/>
                  <a:pt x="85017" y="38087"/>
                  <a:pt x="85641" y="40653"/>
                </a:cubicBezTo>
                <a:cubicBezTo>
                  <a:pt x="86265" y="43219"/>
                  <a:pt x="86576" y="45591"/>
                  <a:pt x="86576" y="47769"/>
                </a:cubicBezTo>
                <a:cubicBezTo>
                  <a:pt x="86576" y="54770"/>
                  <a:pt x="84237" y="60098"/>
                  <a:pt x="79557" y="63754"/>
                </a:cubicBezTo>
                <a:cubicBezTo>
                  <a:pt x="74877" y="67410"/>
                  <a:pt x="69028" y="69238"/>
                  <a:pt x="62008" y="69238"/>
                </a:cubicBezTo>
                <a:cubicBezTo>
                  <a:pt x="55298" y="69238"/>
                  <a:pt x="49447" y="67410"/>
                  <a:pt x="44456" y="63754"/>
                </a:cubicBezTo>
                <a:cubicBezTo>
                  <a:pt x="39464" y="60098"/>
                  <a:pt x="36968" y="54770"/>
                  <a:pt x="36968" y="47769"/>
                </a:cubicBezTo>
                <a:moveTo>
                  <a:pt x="6784" y="44663"/>
                </a:moveTo>
                <a:cubicBezTo>
                  <a:pt x="6784" y="52770"/>
                  <a:pt x="8812" y="59863"/>
                  <a:pt x="12868" y="65943"/>
                </a:cubicBezTo>
                <a:cubicBezTo>
                  <a:pt x="16924" y="72022"/>
                  <a:pt x="22929" y="76153"/>
                  <a:pt x="30884" y="78336"/>
                </a:cubicBezTo>
                <a:lnTo>
                  <a:pt x="30884" y="78803"/>
                </a:lnTo>
                <a:cubicBezTo>
                  <a:pt x="21059" y="81148"/>
                  <a:pt x="13455" y="85837"/>
                  <a:pt x="8073" y="92871"/>
                </a:cubicBezTo>
                <a:cubicBezTo>
                  <a:pt x="2691" y="99905"/>
                  <a:pt x="0" y="108657"/>
                  <a:pt x="0" y="119128"/>
                </a:cubicBezTo>
                <a:cubicBezTo>
                  <a:pt x="0" y="128038"/>
                  <a:pt x="1754" y="135697"/>
                  <a:pt x="5263" y="142108"/>
                </a:cubicBezTo>
                <a:cubicBezTo>
                  <a:pt x="8774" y="148515"/>
                  <a:pt x="13453" y="153829"/>
                  <a:pt x="19302" y="158050"/>
                </a:cubicBezTo>
                <a:cubicBezTo>
                  <a:pt x="25153" y="162268"/>
                  <a:pt x="31783" y="165354"/>
                  <a:pt x="39193" y="167308"/>
                </a:cubicBezTo>
                <a:cubicBezTo>
                  <a:pt x="46603" y="169262"/>
                  <a:pt x="54286" y="170239"/>
                  <a:pt x="62244" y="170239"/>
                </a:cubicBezTo>
                <a:cubicBezTo>
                  <a:pt x="69887" y="170239"/>
                  <a:pt x="77374" y="169184"/>
                  <a:pt x="84705" y="167072"/>
                </a:cubicBezTo>
                <a:cubicBezTo>
                  <a:pt x="92037" y="164963"/>
                  <a:pt x="98589" y="161799"/>
                  <a:pt x="104361" y="157578"/>
                </a:cubicBezTo>
                <a:cubicBezTo>
                  <a:pt x="110133" y="153358"/>
                  <a:pt x="114773" y="148044"/>
                  <a:pt x="118282" y="141636"/>
                </a:cubicBezTo>
                <a:cubicBezTo>
                  <a:pt x="121793" y="135229"/>
                  <a:pt x="123548" y="127648"/>
                  <a:pt x="123548" y="118896"/>
                </a:cubicBezTo>
                <a:cubicBezTo>
                  <a:pt x="123548" y="108582"/>
                  <a:pt x="120896" y="99870"/>
                  <a:pt x="115590" y="92760"/>
                </a:cubicBezTo>
                <a:cubicBezTo>
                  <a:pt x="110287" y="85648"/>
                  <a:pt x="102721" y="80997"/>
                  <a:pt x="92892" y="78807"/>
                </a:cubicBezTo>
                <a:lnTo>
                  <a:pt x="92892" y="78339"/>
                </a:lnTo>
                <a:cubicBezTo>
                  <a:pt x="100847" y="75690"/>
                  <a:pt x="106814" y="71326"/>
                  <a:pt x="110791" y="65246"/>
                </a:cubicBezTo>
                <a:cubicBezTo>
                  <a:pt x="114771" y="59165"/>
                  <a:pt x="116761" y="52070"/>
                  <a:pt x="116761" y="43963"/>
                </a:cubicBezTo>
                <a:cubicBezTo>
                  <a:pt x="116761" y="39909"/>
                  <a:pt x="115824" y="35350"/>
                  <a:pt x="113951" y="30285"/>
                </a:cubicBezTo>
                <a:cubicBezTo>
                  <a:pt x="112080" y="25217"/>
                  <a:pt x="109000" y="20462"/>
                  <a:pt x="104711" y="16021"/>
                </a:cubicBezTo>
                <a:cubicBezTo>
                  <a:pt x="100421" y="11577"/>
                  <a:pt x="94766" y="7795"/>
                  <a:pt x="87744" y="4677"/>
                </a:cubicBezTo>
                <a:cubicBezTo>
                  <a:pt x="80724" y="1559"/>
                  <a:pt x="72146" y="0"/>
                  <a:pt x="62008" y="0"/>
                </a:cubicBezTo>
                <a:cubicBezTo>
                  <a:pt x="55298" y="0"/>
                  <a:pt x="48666" y="935"/>
                  <a:pt x="42114" y="2806"/>
                </a:cubicBezTo>
                <a:cubicBezTo>
                  <a:pt x="35563" y="4677"/>
                  <a:pt x="29675" y="7484"/>
                  <a:pt x="24450" y="11226"/>
                </a:cubicBezTo>
                <a:cubicBezTo>
                  <a:pt x="19226" y="14965"/>
                  <a:pt x="14974" y="19641"/>
                  <a:pt x="11697" y="25254"/>
                </a:cubicBezTo>
                <a:cubicBezTo>
                  <a:pt x="8422" y="30867"/>
                  <a:pt x="6784" y="37336"/>
                  <a:pt x="6784" y="44663"/>
                </a:cubicBezTo>
                <a:moveTo>
                  <a:pt x="33227" y="117429"/>
                </a:moveTo>
                <a:cubicBezTo>
                  <a:pt x="33227" y="108988"/>
                  <a:pt x="36034" y="102541"/>
                  <a:pt x="41649" y="98088"/>
                </a:cubicBezTo>
                <a:cubicBezTo>
                  <a:pt x="47264" y="93632"/>
                  <a:pt x="54128" y="91404"/>
                  <a:pt x="62240" y="91404"/>
                </a:cubicBezTo>
                <a:cubicBezTo>
                  <a:pt x="66139" y="91404"/>
                  <a:pt x="69765" y="92030"/>
                  <a:pt x="73119" y="93282"/>
                </a:cubicBezTo>
                <a:cubicBezTo>
                  <a:pt x="76473" y="94531"/>
                  <a:pt x="79437" y="96328"/>
                  <a:pt x="82010" y="98673"/>
                </a:cubicBezTo>
                <a:cubicBezTo>
                  <a:pt x="84585" y="101018"/>
                  <a:pt x="86613" y="103792"/>
                  <a:pt x="88094" y="106996"/>
                </a:cubicBezTo>
                <a:cubicBezTo>
                  <a:pt x="89577" y="110200"/>
                  <a:pt x="90318" y="113756"/>
                  <a:pt x="90318" y="117664"/>
                </a:cubicBezTo>
                <a:cubicBezTo>
                  <a:pt x="90318" y="121727"/>
                  <a:pt x="89616" y="125479"/>
                  <a:pt x="88212" y="128918"/>
                </a:cubicBezTo>
                <a:cubicBezTo>
                  <a:pt x="86807" y="132358"/>
                  <a:pt x="84819" y="135289"/>
                  <a:pt x="82245" y="137712"/>
                </a:cubicBezTo>
                <a:cubicBezTo>
                  <a:pt x="79672" y="140136"/>
                  <a:pt x="76709" y="142011"/>
                  <a:pt x="73355" y="143339"/>
                </a:cubicBezTo>
                <a:cubicBezTo>
                  <a:pt x="70001" y="144668"/>
                  <a:pt x="66296" y="145332"/>
                  <a:pt x="62240" y="145332"/>
                </a:cubicBezTo>
                <a:cubicBezTo>
                  <a:pt x="58341" y="145332"/>
                  <a:pt x="54597" y="144668"/>
                  <a:pt x="51008" y="143339"/>
                </a:cubicBezTo>
                <a:cubicBezTo>
                  <a:pt x="47420" y="142011"/>
                  <a:pt x="44340" y="140136"/>
                  <a:pt x="41767" y="137712"/>
                </a:cubicBezTo>
                <a:cubicBezTo>
                  <a:pt x="39194" y="135289"/>
                  <a:pt x="37127" y="132358"/>
                  <a:pt x="35565" y="128918"/>
                </a:cubicBezTo>
                <a:cubicBezTo>
                  <a:pt x="34006" y="125479"/>
                  <a:pt x="33227" y="121649"/>
                  <a:pt x="33227" y="117429"/>
                </a:cubicBezTo>
                <a:close/>
                <a:moveTo>
                  <a:pt x="189998" y="88204"/>
                </a:moveTo>
                <a:cubicBezTo>
                  <a:pt x="185787" y="88204"/>
                  <a:pt x="182082" y="87308"/>
                  <a:pt x="178883" y="85516"/>
                </a:cubicBezTo>
                <a:cubicBezTo>
                  <a:pt x="175686" y="83724"/>
                  <a:pt x="173074" y="81386"/>
                  <a:pt x="171046" y="78504"/>
                </a:cubicBezTo>
                <a:cubicBezTo>
                  <a:pt x="169018" y="75619"/>
                  <a:pt x="167497" y="72346"/>
                  <a:pt x="166483" y="68685"/>
                </a:cubicBezTo>
                <a:cubicBezTo>
                  <a:pt x="165469" y="65022"/>
                  <a:pt x="164962" y="61242"/>
                  <a:pt x="164962" y="57345"/>
                </a:cubicBezTo>
                <a:cubicBezTo>
                  <a:pt x="164962" y="53606"/>
                  <a:pt x="165508" y="49944"/>
                  <a:pt x="166601" y="46359"/>
                </a:cubicBezTo>
                <a:cubicBezTo>
                  <a:pt x="167693" y="42774"/>
                  <a:pt x="169331" y="39578"/>
                  <a:pt x="171514" y="36772"/>
                </a:cubicBezTo>
                <a:cubicBezTo>
                  <a:pt x="173699" y="33966"/>
                  <a:pt x="176350" y="31706"/>
                  <a:pt x="179469" y="29992"/>
                </a:cubicBezTo>
                <a:cubicBezTo>
                  <a:pt x="182589" y="28278"/>
                  <a:pt x="186099" y="27421"/>
                  <a:pt x="189998" y="27421"/>
                </a:cubicBezTo>
                <a:cubicBezTo>
                  <a:pt x="194211" y="27421"/>
                  <a:pt x="197955" y="28278"/>
                  <a:pt x="201231" y="29992"/>
                </a:cubicBezTo>
                <a:cubicBezTo>
                  <a:pt x="204506" y="31706"/>
                  <a:pt x="207274" y="34005"/>
                  <a:pt x="209535" y="36890"/>
                </a:cubicBezTo>
                <a:cubicBezTo>
                  <a:pt x="211799" y="39772"/>
                  <a:pt x="213515" y="43045"/>
                  <a:pt x="214684" y="46709"/>
                </a:cubicBezTo>
                <a:cubicBezTo>
                  <a:pt x="215855" y="50372"/>
                  <a:pt x="216441" y="54073"/>
                  <a:pt x="216441" y="57813"/>
                </a:cubicBezTo>
                <a:cubicBezTo>
                  <a:pt x="216441" y="61864"/>
                  <a:pt x="215894" y="65721"/>
                  <a:pt x="214802" y="69385"/>
                </a:cubicBezTo>
                <a:cubicBezTo>
                  <a:pt x="213709" y="73048"/>
                  <a:pt x="212070" y="76283"/>
                  <a:pt x="209885" y="79089"/>
                </a:cubicBezTo>
                <a:cubicBezTo>
                  <a:pt x="207703" y="81893"/>
                  <a:pt x="204974" y="84114"/>
                  <a:pt x="201698" y="85752"/>
                </a:cubicBezTo>
                <a:cubicBezTo>
                  <a:pt x="198423" y="87387"/>
                  <a:pt x="194523" y="88204"/>
                  <a:pt x="189998" y="88204"/>
                </a:cubicBezTo>
                <a:moveTo>
                  <a:pt x="166133" y="124994"/>
                </a:moveTo>
                <a:lnTo>
                  <a:pt x="134545" y="124994"/>
                </a:lnTo>
                <a:cubicBezTo>
                  <a:pt x="135481" y="132183"/>
                  <a:pt x="137430" y="138591"/>
                  <a:pt x="140394" y="144218"/>
                </a:cubicBezTo>
                <a:cubicBezTo>
                  <a:pt x="143357" y="149845"/>
                  <a:pt x="147179" y="154613"/>
                  <a:pt x="151858" y="158521"/>
                </a:cubicBezTo>
                <a:cubicBezTo>
                  <a:pt x="156538" y="162427"/>
                  <a:pt x="161920" y="165356"/>
                  <a:pt x="168004" y="167308"/>
                </a:cubicBezTo>
                <a:cubicBezTo>
                  <a:pt x="174088" y="169262"/>
                  <a:pt x="180640" y="170239"/>
                  <a:pt x="187659" y="170239"/>
                </a:cubicBezTo>
                <a:cubicBezTo>
                  <a:pt x="199361" y="170239"/>
                  <a:pt x="209266" y="167703"/>
                  <a:pt x="217376" y="162631"/>
                </a:cubicBezTo>
                <a:cubicBezTo>
                  <a:pt x="225488" y="157556"/>
                  <a:pt x="232119" y="150921"/>
                  <a:pt x="237267" y="142725"/>
                </a:cubicBezTo>
                <a:cubicBezTo>
                  <a:pt x="242416" y="134530"/>
                  <a:pt x="246160" y="125359"/>
                  <a:pt x="248500" y="115211"/>
                </a:cubicBezTo>
                <a:cubicBezTo>
                  <a:pt x="250840" y="105064"/>
                  <a:pt x="252010" y="94917"/>
                  <a:pt x="252010" y="84770"/>
                </a:cubicBezTo>
                <a:cubicBezTo>
                  <a:pt x="252010" y="74465"/>
                  <a:pt x="251073" y="64240"/>
                  <a:pt x="249200" y="54092"/>
                </a:cubicBezTo>
                <a:cubicBezTo>
                  <a:pt x="247329" y="43945"/>
                  <a:pt x="243975" y="34852"/>
                  <a:pt x="239138" y="26814"/>
                </a:cubicBezTo>
                <a:cubicBezTo>
                  <a:pt x="234304" y="18773"/>
                  <a:pt x="227870" y="12294"/>
                  <a:pt x="219836" y="7377"/>
                </a:cubicBezTo>
                <a:cubicBezTo>
                  <a:pt x="211803" y="2459"/>
                  <a:pt x="201546" y="0"/>
                  <a:pt x="189066" y="0"/>
                </a:cubicBezTo>
                <a:cubicBezTo>
                  <a:pt x="180485" y="0"/>
                  <a:pt x="172685" y="1561"/>
                  <a:pt x="165665" y="4684"/>
                </a:cubicBezTo>
                <a:cubicBezTo>
                  <a:pt x="158646" y="7805"/>
                  <a:pt x="152601" y="12059"/>
                  <a:pt x="147531" y="17445"/>
                </a:cubicBezTo>
                <a:cubicBezTo>
                  <a:pt x="142461" y="22832"/>
                  <a:pt x="138561" y="29155"/>
                  <a:pt x="135831" y="36415"/>
                </a:cubicBezTo>
                <a:cubicBezTo>
                  <a:pt x="133100" y="43675"/>
                  <a:pt x="131735" y="51519"/>
                  <a:pt x="131735" y="59948"/>
                </a:cubicBezTo>
                <a:cubicBezTo>
                  <a:pt x="131735" y="66506"/>
                  <a:pt x="132749" y="72985"/>
                  <a:pt x="134777" y="79385"/>
                </a:cubicBezTo>
                <a:cubicBezTo>
                  <a:pt x="136805" y="85786"/>
                  <a:pt x="140003" y="91485"/>
                  <a:pt x="144371" y="96481"/>
                </a:cubicBezTo>
                <a:cubicBezTo>
                  <a:pt x="149051" y="101632"/>
                  <a:pt x="154744" y="105729"/>
                  <a:pt x="161452" y="108774"/>
                </a:cubicBezTo>
                <a:cubicBezTo>
                  <a:pt x="168160" y="111818"/>
                  <a:pt x="175023" y="113340"/>
                  <a:pt x="182043" y="113340"/>
                </a:cubicBezTo>
                <a:cubicBezTo>
                  <a:pt x="190000" y="113340"/>
                  <a:pt x="197020" y="111931"/>
                  <a:pt x="203101" y="109113"/>
                </a:cubicBezTo>
                <a:cubicBezTo>
                  <a:pt x="209186" y="106295"/>
                  <a:pt x="214490" y="101597"/>
                  <a:pt x="219015" y="95020"/>
                </a:cubicBezTo>
                <a:lnTo>
                  <a:pt x="219483" y="95488"/>
                </a:lnTo>
                <a:cubicBezTo>
                  <a:pt x="219171" y="100013"/>
                  <a:pt x="218508" y="105162"/>
                  <a:pt x="217494" y="110934"/>
                </a:cubicBezTo>
                <a:cubicBezTo>
                  <a:pt x="216480" y="116706"/>
                  <a:pt x="214803" y="122127"/>
                  <a:pt x="212463" y="127197"/>
                </a:cubicBezTo>
                <a:cubicBezTo>
                  <a:pt x="210123" y="132267"/>
                  <a:pt x="207003" y="136558"/>
                  <a:pt x="203101" y="140069"/>
                </a:cubicBezTo>
                <a:cubicBezTo>
                  <a:pt x="199203" y="143577"/>
                  <a:pt x="194211" y="145332"/>
                  <a:pt x="188127" y="145332"/>
                </a:cubicBezTo>
                <a:cubicBezTo>
                  <a:pt x="182357" y="145332"/>
                  <a:pt x="177522" y="143306"/>
                  <a:pt x="173620" y="139255"/>
                </a:cubicBezTo>
                <a:cubicBezTo>
                  <a:pt x="169721" y="135201"/>
                  <a:pt x="167226" y="130448"/>
                  <a:pt x="166133" y="124994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EA7C6-BBF7-4DEC-9339-E6BDB2E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621" y="949972"/>
            <a:ext cx="10" cy="362983"/>
          </a:xfrm>
          <a:custGeom xmlns:a="http://schemas.openxmlformats.org/drawingml/2006/main">
            <a:pathLst>
              <a:path w="1" h="362983" fill="none">
                <a:moveTo>
                  <a:pt x="0" y="36298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996" cap="sq">
            <a:solidFill>
              <a:srgbClr val="310067"/>
            </a:solidFill>
            <a:round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AC255-AADC-46F4-B7E2-14BC8280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701" y="920853"/>
            <a:ext cx="21839" cy="29119"/>
          </a:xfrm>
          <a:custGeom xmlns:a="http://schemas.openxmlformats.org/drawingml/2006/main">
            <a:pathLst>
              <a:path w="21839" h="29119">
                <a:moveTo>
                  <a:pt x="10920" y="0"/>
                </a:moveTo>
                <a:lnTo>
                  <a:pt x="0" y="29119"/>
                </a:lnTo>
                <a:lnTo>
                  <a:pt x="21839" y="29119"/>
                </a:lnTo>
                <a:lnTo>
                  <a:pt x="10920" y="0"/>
                </a:lnTo>
                <a:close/>
                <a:moveTo>
                  <a:pt x="10920" y="0"/>
                </a:moveTo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9696B-7C42-46F2-998E-DF6255B8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0701" y="920853"/>
            <a:ext cx="21839" cy="29119"/>
          </a:xfrm>
          <a:custGeom xmlns:a="http://schemas.openxmlformats.org/drawingml/2006/main">
            <a:pathLst>
              <a:path w="21839" h="29119" fill="none">
                <a:moveTo>
                  <a:pt x="10920" y="0"/>
                </a:moveTo>
                <a:lnTo>
                  <a:pt x="0" y="29119"/>
                </a:lnTo>
                <a:lnTo>
                  <a:pt x="21839" y="29119"/>
                </a:lnTo>
                <a:lnTo>
                  <a:pt x="10920" y="0"/>
                </a:lnTo>
                <a:close/>
                <a:moveTo>
                  <a:pt x="1092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29996" cap="flat">
            <a:solidFill>
              <a:srgbClr val="310067"/>
            </a:solidFill>
            <a:miter/>
          </a:ln>
        </p:spPr>
      </p:sp>
      <p:sp>
        <p:nvSpPr>
          <p:cNvPr id="124" name="Text 107">
            <a:extLst xmlns:a="http://schemas.openxmlformats.org/drawingml/2006/main">
              <a:ext uri="{FF2B5EF4-FFF2-40B4-BE49-F238E27FC236}">
                <a16:creationId xmlns:a16="http://schemas.microsoft.com/office/drawing/2014/main" id="{DBEF0F87-11B0-4E75-BE3C-0B1C3B78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134" y="943220"/>
            <a:ext cx="363858" cy="170011"/>
          </a:xfrm>
          <a:custGeom xmlns:a="http://schemas.openxmlformats.org/drawingml/2006/main">
            <a:pathLst>
              <a:path w="363858" h="170011">
                <a:moveTo>
                  <a:pt x="74408" y="167040"/>
                </a:moveTo>
                <a:lnTo>
                  <a:pt x="74408" y="3199"/>
                </a:lnTo>
                <a:lnTo>
                  <a:pt x="47969" y="3199"/>
                </a:lnTo>
                <a:cubicBezTo>
                  <a:pt x="47031" y="9424"/>
                  <a:pt x="45081" y="14638"/>
                  <a:pt x="42117" y="18841"/>
                </a:cubicBezTo>
                <a:cubicBezTo>
                  <a:pt x="39154" y="23043"/>
                  <a:pt x="35526" y="26427"/>
                  <a:pt x="31234" y="28996"/>
                </a:cubicBezTo>
                <a:cubicBezTo>
                  <a:pt x="26945" y="31562"/>
                  <a:pt x="22109" y="33352"/>
                  <a:pt x="16728" y="34366"/>
                </a:cubicBezTo>
                <a:cubicBezTo>
                  <a:pt x="11346" y="35377"/>
                  <a:pt x="5770" y="35805"/>
                  <a:pt x="0" y="35647"/>
                </a:cubicBezTo>
                <a:lnTo>
                  <a:pt x="0" y="60783"/>
                </a:lnTo>
                <a:lnTo>
                  <a:pt x="41182" y="60783"/>
                </a:lnTo>
                <a:lnTo>
                  <a:pt x="41182" y="167040"/>
                </a:lnTo>
                <a:lnTo>
                  <a:pt x="74408" y="167040"/>
                </a:lnTo>
                <a:close/>
                <a:moveTo>
                  <a:pt x="150923" y="84420"/>
                </a:moveTo>
                <a:cubicBezTo>
                  <a:pt x="150923" y="81616"/>
                  <a:pt x="150962" y="78229"/>
                  <a:pt x="151040" y="74258"/>
                </a:cubicBezTo>
                <a:cubicBezTo>
                  <a:pt x="151119" y="70286"/>
                  <a:pt x="151391" y="66197"/>
                  <a:pt x="151858" y="61994"/>
                </a:cubicBezTo>
                <a:cubicBezTo>
                  <a:pt x="152327" y="57788"/>
                  <a:pt x="153107" y="53622"/>
                  <a:pt x="154197" y="49497"/>
                </a:cubicBezTo>
                <a:cubicBezTo>
                  <a:pt x="155289" y="45370"/>
                  <a:pt x="156810" y="41671"/>
                  <a:pt x="158760" y="38400"/>
                </a:cubicBezTo>
                <a:cubicBezTo>
                  <a:pt x="160712" y="35130"/>
                  <a:pt x="163209" y="32483"/>
                  <a:pt x="166251" y="30460"/>
                </a:cubicBezTo>
                <a:cubicBezTo>
                  <a:pt x="169293" y="28434"/>
                  <a:pt x="173075" y="27421"/>
                  <a:pt x="177597" y="27421"/>
                </a:cubicBezTo>
                <a:cubicBezTo>
                  <a:pt x="182122" y="27421"/>
                  <a:pt x="185945" y="28434"/>
                  <a:pt x="189066" y="30460"/>
                </a:cubicBezTo>
                <a:cubicBezTo>
                  <a:pt x="192186" y="32483"/>
                  <a:pt x="194761" y="35130"/>
                  <a:pt x="196789" y="38400"/>
                </a:cubicBezTo>
                <a:cubicBezTo>
                  <a:pt x="198817" y="41671"/>
                  <a:pt x="200338" y="45370"/>
                  <a:pt x="201352" y="49497"/>
                </a:cubicBezTo>
                <a:cubicBezTo>
                  <a:pt x="202366" y="53622"/>
                  <a:pt x="203145" y="57788"/>
                  <a:pt x="203690" y="61994"/>
                </a:cubicBezTo>
                <a:cubicBezTo>
                  <a:pt x="204235" y="66197"/>
                  <a:pt x="204547" y="70286"/>
                  <a:pt x="204626" y="74258"/>
                </a:cubicBezTo>
                <a:cubicBezTo>
                  <a:pt x="204704" y="78229"/>
                  <a:pt x="204744" y="81616"/>
                  <a:pt x="204744" y="84420"/>
                </a:cubicBezTo>
                <a:cubicBezTo>
                  <a:pt x="204744" y="89090"/>
                  <a:pt x="204588" y="94735"/>
                  <a:pt x="204276" y="101354"/>
                </a:cubicBezTo>
                <a:cubicBezTo>
                  <a:pt x="203964" y="107974"/>
                  <a:pt x="202989" y="114359"/>
                  <a:pt x="201352" y="120510"/>
                </a:cubicBezTo>
                <a:cubicBezTo>
                  <a:pt x="199714" y="126661"/>
                  <a:pt x="197061" y="131916"/>
                  <a:pt x="193393" y="136277"/>
                </a:cubicBezTo>
                <a:cubicBezTo>
                  <a:pt x="189727" y="140638"/>
                  <a:pt x="184462" y="142818"/>
                  <a:pt x="177597" y="142818"/>
                </a:cubicBezTo>
                <a:cubicBezTo>
                  <a:pt x="170890" y="142818"/>
                  <a:pt x="165741" y="140638"/>
                  <a:pt x="162152" y="136277"/>
                </a:cubicBezTo>
                <a:cubicBezTo>
                  <a:pt x="158565" y="131916"/>
                  <a:pt x="155952" y="126661"/>
                  <a:pt x="154315" y="120510"/>
                </a:cubicBezTo>
                <a:cubicBezTo>
                  <a:pt x="152677" y="114359"/>
                  <a:pt x="151702" y="107974"/>
                  <a:pt x="151390" y="101354"/>
                </a:cubicBezTo>
                <a:cubicBezTo>
                  <a:pt x="151078" y="94735"/>
                  <a:pt x="150923" y="89090"/>
                  <a:pt x="150923" y="84420"/>
                </a:cubicBezTo>
                <a:moveTo>
                  <a:pt x="117696" y="84420"/>
                </a:moveTo>
                <a:cubicBezTo>
                  <a:pt x="117696" y="100789"/>
                  <a:pt x="119294" y="114470"/>
                  <a:pt x="122491" y="125462"/>
                </a:cubicBezTo>
                <a:cubicBezTo>
                  <a:pt x="125690" y="136452"/>
                  <a:pt x="130020" y="145221"/>
                  <a:pt x="135480" y="151769"/>
                </a:cubicBezTo>
                <a:cubicBezTo>
                  <a:pt x="140941" y="158317"/>
                  <a:pt x="147297" y="162995"/>
                  <a:pt x="154550" y="165801"/>
                </a:cubicBezTo>
                <a:cubicBezTo>
                  <a:pt x="161805" y="168608"/>
                  <a:pt x="169488" y="170011"/>
                  <a:pt x="177597" y="170011"/>
                </a:cubicBezTo>
                <a:cubicBezTo>
                  <a:pt x="185867" y="170011"/>
                  <a:pt x="193628" y="168608"/>
                  <a:pt x="200880" y="165801"/>
                </a:cubicBezTo>
                <a:cubicBezTo>
                  <a:pt x="208136" y="162995"/>
                  <a:pt x="214531" y="158317"/>
                  <a:pt x="220068" y="151769"/>
                </a:cubicBezTo>
                <a:cubicBezTo>
                  <a:pt x="225607" y="145221"/>
                  <a:pt x="229975" y="136452"/>
                  <a:pt x="233172" y="125462"/>
                </a:cubicBezTo>
                <a:cubicBezTo>
                  <a:pt x="236371" y="114470"/>
                  <a:pt x="237970" y="100789"/>
                  <a:pt x="237970" y="84420"/>
                </a:cubicBezTo>
                <a:cubicBezTo>
                  <a:pt x="237970" y="68519"/>
                  <a:pt x="236371" y="55152"/>
                  <a:pt x="233172" y="44316"/>
                </a:cubicBezTo>
                <a:cubicBezTo>
                  <a:pt x="229975" y="33481"/>
                  <a:pt x="225607" y="24790"/>
                  <a:pt x="220068" y="18241"/>
                </a:cubicBezTo>
                <a:cubicBezTo>
                  <a:pt x="214531" y="11693"/>
                  <a:pt x="208136" y="7016"/>
                  <a:pt x="200880" y="4210"/>
                </a:cubicBezTo>
                <a:cubicBezTo>
                  <a:pt x="193628" y="1403"/>
                  <a:pt x="185867" y="0"/>
                  <a:pt x="177597" y="0"/>
                </a:cubicBezTo>
                <a:cubicBezTo>
                  <a:pt x="169488" y="0"/>
                  <a:pt x="161805" y="1403"/>
                  <a:pt x="154550" y="4210"/>
                </a:cubicBezTo>
                <a:cubicBezTo>
                  <a:pt x="147297" y="7016"/>
                  <a:pt x="140941" y="11693"/>
                  <a:pt x="135480" y="18241"/>
                </a:cubicBezTo>
                <a:cubicBezTo>
                  <a:pt x="130020" y="24790"/>
                  <a:pt x="125690" y="33481"/>
                  <a:pt x="122491" y="44316"/>
                </a:cubicBezTo>
                <a:cubicBezTo>
                  <a:pt x="119294" y="55152"/>
                  <a:pt x="117696" y="68519"/>
                  <a:pt x="117696" y="84420"/>
                </a:cubicBezTo>
                <a:close/>
                <a:moveTo>
                  <a:pt x="363858" y="31756"/>
                </a:moveTo>
                <a:lnTo>
                  <a:pt x="363858" y="3199"/>
                </a:lnTo>
                <a:lnTo>
                  <a:pt x="252010" y="3199"/>
                </a:lnTo>
                <a:lnTo>
                  <a:pt x="252010" y="34048"/>
                </a:lnTo>
                <a:lnTo>
                  <a:pt x="329696" y="34048"/>
                </a:lnTo>
                <a:cubicBezTo>
                  <a:pt x="314095" y="52936"/>
                  <a:pt x="301497" y="73697"/>
                  <a:pt x="291902" y="96331"/>
                </a:cubicBezTo>
                <a:cubicBezTo>
                  <a:pt x="282310" y="118963"/>
                  <a:pt x="276578" y="142533"/>
                  <a:pt x="274707" y="167040"/>
                </a:cubicBezTo>
                <a:lnTo>
                  <a:pt x="310272" y="167040"/>
                </a:lnTo>
                <a:cubicBezTo>
                  <a:pt x="310429" y="156117"/>
                  <a:pt x="311717" y="144336"/>
                  <a:pt x="314136" y="131696"/>
                </a:cubicBezTo>
                <a:cubicBezTo>
                  <a:pt x="316554" y="119057"/>
                  <a:pt x="319985" y="106574"/>
                  <a:pt x="324429" y="94249"/>
                </a:cubicBezTo>
                <a:cubicBezTo>
                  <a:pt x="328876" y="81922"/>
                  <a:pt x="334413" y="70296"/>
                  <a:pt x="341042" y="59373"/>
                </a:cubicBezTo>
                <a:cubicBezTo>
                  <a:pt x="347674" y="48450"/>
                  <a:pt x="355279" y="39244"/>
                  <a:pt x="363858" y="31756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B99D8-D865-4D34-832F-CB189B34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463" y="1347279"/>
            <a:ext cx="4338970" cy="624481"/>
          </a:xfrm>
          <a:custGeom xmlns:a="http://schemas.openxmlformats.org/drawingml/2006/main">
            <a:pathLst>
              <a:path w="4338970" h="624481">
                <a:moveTo>
                  <a:pt x="0" y="624481"/>
                </a:moveTo>
                <a:lnTo>
                  <a:pt x="4338970" y="624481"/>
                </a:lnTo>
                <a:lnTo>
                  <a:pt x="4338970" y="0"/>
                </a:lnTo>
                <a:lnTo>
                  <a:pt x="0" y="0"/>
                </a:lnTo>
                <a:lnTo>
                  <a:pt x="0" y="624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6D392-D7BA-409E-9DAB-A23B2FD7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463" y="1347278"/>
            <a:ext cx="4338969" cy="624481"/>
          </a:xfrm>
          <a:custGeom xmlns:a="http://schemas.openxmlformats.org/drawingml/2006/main">
            <a:pathLst>
              <a:path w="4338969" h="624481" fill="none">
                <a:moveTo>
                  <a:pt x="0" y="0"/>
                </a:moveTo>
                <a:lnTo>
                  <a:pt x="4338969" y="0"/>
                </a:lnTo>
                <a:lnTo>
                  <a:pt x="4338969" y="624481"/>
                </a:lnTo>
                <a:lnTo>
                  <a:pt x="0" y="6244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00" cap="rnd">
            <a:solidFill>
              <a:srgbClr val="000000"/>
            </a:solidFill>
            <a:round/>
          </a:ln>
        </p:spPr>
      </p:sp>
      <p:sp>
        <p:nvSpPr>
          <p:cNvPr id="127" name="Text GSE">
            <a:extLst xmlns:a="http://schemas.openxmlformats.org/drawingml/2006/main">
              <a:ext uri="{FF2B5EF4-FFF2-40B4-BE49-F238E27FC236}">
                <a16:creationId xmlns:a16="http://schemas.microsoft.com/office/drawing/2014/main" id="{3CABF497-37D8-448E-A36F-7B82DDF7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050" y="1488999"/>
            <a:ext cx="407877" cy="155589"/>
          </a:xfrm>
          <a:custGeom xmlns:a="http://schemas.openxmlformats.org/drawingml/2006/main">
            <a:pathLst>
              <a:path w="407877" h="155589">
                <a:moveTo>
                  <a:pt x="136445" y="152136"/>
                </a:moveTo>
                <a:lnTo>
                  <a:pt x="119805" y="152136"/>
                </a:lnTo>
                <a:lnTo>
                  <a:pt x="115854" y="134671"/>
                </a:lnTo>
                <a:cubicBezTo>
                  <a:pt x="108921" y="142542"/>
                  <a:pt x="101987" y="147997"/>
                  <a:pt x="95053" y="151035"/>
                </a:cubicBezTo>
                <a:cubicBezTo>
                  <a:pt x="88120" y="154071"/>
                  <a:pt x="80147" y="155589"/>
                  <a:pt x="71136" y="155589"/>
                </a:cubicBezTo>
                <a:cubicBezTo>
                  <a:pt x="60043" y="155589"/>
                  <a:pt x="50093" y="153544"/>
                  <a:pt x="41287" y="149454"/>
                </a:cubicBezTo>
                <a:cubicBezTo>
                  <a:pt x="32481" y="145362"/>
                  <a:pt x="25027" y="139781"/>
                  <a:pt x="18925" y="132710"/>
                </a:cubicBezTo>
                <a:cubicBezTo>
                  <a:pt x="12825" y="125637"/>
                  <a:pt x="8146" y="117386"/>
                  <a:pt x="4888" y="107958"/>
                </a:cubicBezTo>
                <a:cubicBezTo>
                  <a:pt x="1629" y="98528"/>
                  <a:pt x="0" y="88473"/>
                  <a:pt x="0" y="77795"/>
                </a:cubicBezTo>
                <a:cubicBezTo>
                  <a:pt x="0" y="67256"/>
                  <a:pt x="1629" y="57272"/>
                  <a:pt x="4888" y="47844"/>
                </a:cubicBezTo>
                <a:cubicBezTo>
                  <a:pt x="8146" y="38414"/>
                  <a:pt x="12825" y="30162"/>
                  <a:pt x="18925" y="23089"/>
                </a:cubicBezTo>
                <a:cubicBezTo>
                  <a:pt x="25027" y="16016"/>
                  <a:pt x="32480" y="10399"/>
                  <a:pt x="41284" y="6240"/>
                </a:cubicBezTo>
                <a:cubicBezTo>
                  <a:pt x="50090" y="2080"/>
                  <a:pt x="60040" y="0"/>
                  <a:pt x="71133" y="0"/>
                </a:cubicBezTo>
                <a:cubicBezTo>
                  <a:pt x="79175" y="0"/>
                  <a:pt x="86836" y="1071"/>
                  <a:pt x="94114" y="3212"/>
                </a:cubicBezTo>
                <a:cubicBezTo>
                  <a:pt x="101395" y="5351"/>
                  <a:pt x="107877" y="8526"/>
                  <a:pt x="113563" y="12736"/>
                </a:cubicBezTo>
                <a:cubicBezTo>
                  <a:pt x="119248" y="16947"/>
                  <a:pt x="123962" y="22240"/>
                  <a:pt x="127705" y="28618"/>
                </a:cubicBezTo>
                <a:cubicBezTo>
                  <a:pt x="131450" y="34993"/>
                  <a:pt x="133808" y="42340"/>
                  <a:pt x="134779" y="50659"/>
                </a:cubicBezTo>
                <a:lnTo>
                  <a:pt x="109405" y="50659"/>
                </a:lnTo>
                <a:cubicBezTo>
                  <a:pt x="108711" y="45805"/>
                  <a:pt x="107220" y="41542"/>
                  <a:pt x="104933" y="37869"/>
                </a:cubicBezTo>
                <a:cubicBezTo>
                  <a:pt x="102646" y="34194"/>
                  <a:pt x="99769" y="31109"/>
                  <a:pt x="96301" y="28614"/>
                </a:cubicBezTo>
                <a:cubicBezTo>
                  <a:pt x="92835" y="26118"/>
                  <a:pt x="88952" y="24245"/>
                  <a:pt x="84653" y="22997"/>
                </a:cubicBezTo>
                <a:cubicBezTo>
                  <a:pt x="80356" y="21749"/>
                  <a:pt x="75849" y="21124"/>
                  <a:pt x="71133" y="21124"/>
                </a:cubicBezTo>
                <a:cubicBezTo>
                  <a:pt x="63230" y="21124"/>
                  <a:pt x="56402" y="22722"/>
                  <a:pt x="50646" y="25917"/>
                </a:cubicBezTo>
                <a:cubicBezTo>
                  <a:pt x="44891" y="29112"/>
                  <a:pt x="40211" y="33383"/>
                  <a:pt x="36606" y="38732"/>
                </a:cubicBezTo>
                <a:cubicBezTo>
                  <a:pt x="33001" y="44079"/>
                  <a:pt x="30331" y="50156"/>
                  <a:pt x="28599" y="56962"/>
                </a:cubicBezTo>
                <a:cubicBezTo>
                  <a:pt x="26866" y="63767"/>
                  <a:pt x="25999" y="70711"/>
                  <a:pt x="25999" y="77795"/>
                </a:cubicBezTo>
                <a:cubicBezTo>
                  <a:pt x="25999" y="84878"/>
                  <a:pt x="26866" y="91824"/>
                  <a:pt x="28599" y="98630"/>
                </a:cubicBezTo>
                <a:cubicBezTo>
                  <a:pt x="30331" y="105435"/>
                  <a:pt x="33001" y="111511"/>
                  <a:pt x="36606" y="116860"/>
                </a:cubicBezTo>
                <a:cubicBezTo>
                  <a:pt x="40211" y="122207"/>
                  <a:pt x="44891" y="126478"/>
                  <a:pt x="50646" y="129673"/>
                </a:cubicBezTo>
                <a:cubicBezTo>
                  <a:pt x="56402" y="132867"/>
                  <a:pt x="63231" y="134465"/>
                  <a:pt x="71136" y="134465"/>
                </a:cubicBezTo>
                <a:cubicBezTo>
                  <a:pt x="77790" y="134605"/>
                  <a:pt x="83683" y="133737"/>
                  <a:pt x="88814" y="131862"/>
                </a:cubicBezTo>
                <a:cubicBezTo>
                  <a:pt x="93945" y="129988"/>
                  <a:pt x="98278" y="127280"/>
                  <a:pt x="101813" y="123738"/>
                </a:cubicBezTo>
                <a:cubicBezTo>
                  <a:pt x="105349" y="120196"/>
                  <a:pt x="108018" y="115856"/>
                  <a:pt x="109821" y="110719"/>
                </a:cubicBezTo>
                <a:cubicBezTo>
                  <a:pt x="111623" y="105580"/>
                  <a:pt x="112595" y="99886"/>
                  <a:pt x="112734" y="93638"/>
                </a:cubicBezTo>
                <a:lnTo>
                  <a:pt x="73215" y="93638"/>
                </a:lnTo>
                <a:lnTo>
                  <a:pt x="73215" y="73935"/>
                </a:lnTo>
                <a:lnTo>
                  <a:pt x="136445" y="73935"/>
                </a:lnTo>
                <a:lnTo>
                  <a:pt x="136445" y="152136"/>
                </a:lnTo>
                <a:close/>
                <a:moveTo>
                  <a:pt x="181788" y="102575"/>
                </a:moveTo>
                <a:cubicBezTo>
                  <a:pt x="181788" y="108273"/>
                  <a:pt x="182758" y="113137"/>
                  <a:pt x="184698" y="117168"/>
                </a:cubicBezTo>
                <a:cubicBezTo>
                  <a:pt x="186641" y="121197"/>
                  <a:pt x="189345" y="124496"/>
                  <a:pt x="192810" y="127067"/>
                </a:cubicBezTo>
                <a:cubicBezTo>
                  <a:pt x="196278" y="129638"/>
                  <a:pt x="200265" y="131513"/>
                  <a:pt x="204772" y="132694"/>
                </a:cubicBezTo>
                <a:cubicBezTo>
                  <a:pt x="209279" y="133875"/>
                  <a:pt x="214166" y="134465"/>
                  <a:pt x="219435" y="134465"/>
                </a:cubicBezTo>
                <a:cubicBezTo>
                  <a:pt x="225120" y="134465"/>
                  <a:pt x="229973" y="133807"/>
                  <a:pt x="233993" y="132491"/>
                </a:cubicBezTo>
                <a:cubicBezTo>
                  <a:pt x="238015" y="131173"/>
                  <a:pt x="241273" y="129474"/>
                  <a:pt x="243768" y="127394"/>
                </a:cubicBezTo>
                <a:cubicBezTo>
                  <a:pt x="246264" y="125314"/>
                  <a:pt x="248067" y="122923"/>
                  <a:pt x="249176" y="120221"/>
                </a:cubicBezTo>
                <a:cubicBezTo>
                  <a:pt x="250287" y="117517"/>
                  <a:pt x="250842" y="114778"/>
                  <a:pt x="250842" y="112004"/>
                </a:cubicBezTo>
                <a:cubicBezTo>
                  <a:pt x="250842" y="106321"/>
                  <a:pt x="249559" y="102129"/>
                  <a:pt x="246992" y="99427"/>
                </a:cubicBezTo>
                <a:cubicBezTo>
                  <a:pt x="244428" y="96723"/>
                  <a:pt x="241620" y="94815"/>
                  <a:pt x="238569" y="93705"/>
                </a:cubicBezTo>
                <a:cubicBezTo>
                  <a:pt x="233301" y="91764"/>
                  <a:pt x="227165" y="89927"/>
                  <a:pt x="220162" y="88192"/>
                </a:cubicBezTo>
                <a:cubicBezTo>
                  <a:pt x="213160" y="86457"/>
                  <a:pt x="204529" y="84200"/>
                  <a:pt x="194267" y="81422"/>
                </a:cubicBezTo>
                <a:cubicBezTo>
                  <a:pt x="187888" y="79757"/>
                  <a:pt x="182583" y="77571"/>
                  <a:pt x="178354" y="74865"/>
                </a:cubicBezTo>
                <a:cubicBezTo>
                  <a:pt x="174124" y="72157"/>
                  <a:pt x="170761" y="69137"/>
                  <a:pt x="168265" y="65804"/>
                </a:cubicBezTo>
                <a:cubicBezTo>
                  <a:pt x="165770" y="62472"/>
                  <a:pt x="164002" y="58932"/>
                  <a:pt x="162961" y="55185"/>
                </a:cubicBezTo>
                <a:cubicBezTo>
                  <a:pt x="161922" y="51436"/>
                  <a:pt x="161403" y="47618"/>
                  <a:pt x="161403" y="43731"/>
                </a:cubicBezTo>
                <a:cubicBezTo>
                  <a:pt x="161403" y="36235"/>
                  <a:pt x="162962" y="29744"/>
                  <a:pt x="166081" y="24260"/>
                </a:cubicBezTo>
                <a:cubicBezTo>
                  <a:pt x="169202" y="18776"/>
                  <a:pt x="173328" y="14229"/>
                  <a:pt x="178459" y="10619"/>
                </a:cubicBezTo>
                <a:cubicBezTo>
                  <a:pt x="183590" y="7010"/>
                  <a:pt x="189413" y="4337"/>
                  <a:pt x="195930" y="2602"/>
                </a:cubicBezTo>
                <a:cubicBezTo>
                  <a:pt x="202447" y="867"/>
                  <a:pt x="209033" y="0"/>
                  <a:pt x="215690" y="0"/>
                </a:cubicBezTo>
                <a:cubicBezTo>
                  <a:pt x="223455" y="0"/>
                  <a:pt x="230769" y="1001"/>
                  <a:pt x="237633" y="3002"/>
                </a:cubicBezTo>
                <a:cubicBezTo>
                  <a:pt x="244497" y="5004"/>
                  <a:pt x="250528" y="8007"/>
                  <a:pt x="255726" y="12013"/>
                </a:cubicBezTo>
                <a:cubicBezTo>
                  <a:pt x="260927" y="16016"/>
                  <a:pt x="265053" y="20961"/>
                  <a:pt x="268104" y="26850"/>
                </a:cubicBezTo>
                <a:cubicBezTo>
                  <a:pt x="271155" y="32738"/>
                  <a:pt x="272681" y="39565"/>
                  <a:pt x="272681" y="47330"/>
                </a:cubicBezTo>
                <a:lnTo>
                  <a:pt x="246681" y="47330"/>
                </a:lnTo>
                <a:cubicBezTo>
                  <a:pt x="245987" y="37762"/>
                  <a:pt x="242728" y="31003"/>
                  <a:pt x="236903" y="27053"/>
                </a:cubicBezTo>
                <a:cubicBezTo>
                  <a:pt x="231080" y="23101"/>
                  <a:pt x="223662" y="21124"/>
                  <a:pt x="214649" y="21124"/>
                </a:cubicBezTo>
                <a:cubicBezTo>
                  <a:pt x="211600" y="21124"/>
                  <a:pt x="208480" y="21438"/>
                  <a:pt x="205289" y="22064"/>
                </a:cubicBezTo>
                <a:cubicBezTo>
                  <a:pt x="202101" y="22690"/>
                  <a:pt x="199188" y="23734"/>
                  <a:pt x="196552" y="25196"/>
                </a:cubicBezTo>
                <a:cubicBezTo>
                  <a:pt x="193918" y="26656"/>
                  <a:pt x="191734" y="28639"/>
                  <a:pt x="190002" y="31144"/>
                </a:cubicBezTo>
                <a:cubicBezTo>
                  <a:pt x="188269" y="33647"/>
                  <a:pt x="187402" y="36776"/>
                  <a:pt x="187402" y="40532"/>
                </a:cubicBezTo>
                <a:cubicBezTo>
                  <a:pt x="187402" y="45819"/>
                  <a:pt x="189031" y="49959"/>
                  <a:pt x="192290" y="52951"/>
                </a:cubicBezTo>
                <a:cubicBezTo>
                  <a:pt x="195548" y="55940"/>
                  <a:pt x="199813" y="58200"/>
                  <a:pt x="205083" y="59730"/>
                </a:cubicBezTo>
                <a:cubicBezTo>
                  <a:pt x="205637" y="59869"/>
                  <a:pt x="207821" y="60461"/>
                  <a:pt x="211634" y="61504"/>
                </a:cubicBezTo>
                <a:cubicBezTo>
                  <a:pt x="215446" y="62547"/>
                  <a:pt x="219710" y="63695"/>
                  <a:pt x="224424" y="64947"/>
                </a:cubicBezTo>
                <a:cubicBezTo>
                  <a:pt x="229140" y="66200"/>
                  <a:pt x="233751" y="67415"/>
                  <a:pt x="238258" y="68594"/>
                </a:cubicBezTo>
                <a:cubicBezTo>
                  <a:pt x="242765" y="69770"/>
                  <a:pt x="245988" y="70636"/>
                  <a:pt x="247929" y="71190"/>
                </a:cubicBezTo>
                <a:cubicBezTo>
                  <a:pt x="252782" y="72716"/>
                  <a:pt x="257012" y="74795"/>
                  <a:pt x="260617" y="77430"/>
                </a:cubicBezTo>
                <a:cubicBezTo>
                  <a:pt x="264223" y="80062"/>
                  <a:pt x="267239" y="83076"/>
                  <a:pt x="269665" y="86472"/>
                </a:cubicBezTo>
                <a:cubicBezTo>
                  <a:pt x="272092" y="89865"/>
                  <a:pt x="273895" y="93503"/>
                  <a:pt x="275074" y="97383"/>
                </a:cubicBezTo>
                <a:cubicBezTo>
                  <a:pt x="276252" y="101263"/>
                  <a:pt x="276841" y="105144"/>
                  <a:pt x="276841" y="109024"/>
                </a:cubicBezTo>
                <a:cubicBezTo>
                  <a:pt x="276841" y="117339"/>
                  <a:pt x="275142" y="124442"/>
                  <a:pt x="271744" y="130333"/>
                </a:cubicBezTo>
                <a:cubicBezTo>
                  <a:pt x="268348" y="136223"/>
                  <a:pt x="263877" y="141040"/>
                  <a:pt x="258329" y="144783"/>
                </a:cubicBezTo>
                <a:cubicBezTo>
                  <a:pt x="252783" y="148523"/>
                  <a:pt x="246474" y="151259"/>
                  <a:pt x="239401" y="152990"/>
                </a:cubicBezTo>
                <a:cubicBezTo>
                  <a:pt x="232330" y="154723"/>
                  <a:pt x="225120" y="155589"/>
                  <a:pt x="217772" y="155589"/>
                </a:cubicBezTo>
                <a:cubicBezTo>
                  <a:pt x="209313" y="155589"/>
                  <a:pt x="201339" y="154549"/>
                  <a:pt x="193851" y="152469"/>
                </a:cubicBezTo>
                <a:cubicBezTo>
                  <a:pt x="186363" y="150392"/>
                  <a:pt x="179846" y="147204"/>
                  <a:pt x="174298" y="142907"/>
                </a:cubicBezTo>
                <a:cubicBezTo>
                  <a:pt x="168752" y="138610"/>
                  <a:pt x="164315" y="133100"/>
                  <a:pt x="160987" y="126378"/>
                </a:cubicBezTo>
                <a:cubicBezTo>
                  <a:pt x="157661" y="119656"/>
                  <a:pt x="155928" y="111722"/>
                  <a:pt x="155789" y="102575"/>
                </a:cubicBezTo>
                <a:lnTo>
                  <a:pt x="181788" y="102575"/>
                </a:lnTo>
                <a:close/>
                <a:moveTo>
                  <a:pt x="299513" y="3656"/>
                </a:moveTo>
                <a:lnTo>
                  <a:pt x="406420" y="3656"/>
                </a:lnTo>
                <a:lnTo>
                  <a:pt x="406420" y="26202"/>
                </a:lnTo>
                <a:lnTo>
                  <a:pt x="325512" y="26202"/>
                </a:lnTo>
                <a:lnTo>
                  <a:pt x="325512" y="64998"/>
                </a:lnTo>
                <a:lnTo>
                  <a:pt x="400390" y="64998"/>
                </a:lnTo>
                <a:lnTo>
                  <a:pt x="400390" y="86123"/>
                </a:lnTo>
                <a:lnTo>
                  <a:pt x="325512" y="86123"/>
                </a:lnTo>
                <a:lnTo>
                  <a:pt x="325512" y="129590"/>
                </a:lnTo>
                <a:lnTo>
                  <a:pt x="407877" y="129590"/>
                </a:lnTo>
                <a:lnTo>
                  <a:pt x="407877" y="152136"/>
                </a:lnTo>
                <a:lnTo>
                  <a:pt x="299513" y="152136"/>
                </a:lnTo>
                <a:lnTo>
                  <a:pt x="299513" y="3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Non-stdno-frag(89)">
            <a:extLst xmlns:a="http://schemas.openxmlformats.org/drawingml/2006/main">
              <a:ext uri="{FF2B5EF4-FFF2-40B4-BE49-F238E27FC236}">
                <a16:creationId xmlns:a16="http://schemas.microsoft.com/office/drawing/2014/main" id="{6AD3CD4B-A1B6-4E08-BF8F-9F8702B6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312" y="1718553"/>
            <a:ext cx="1515888" cy="158928"/>
          </a:xfrm>
          <a:custGeom xmlns:a="http://schemas.openxmlformats.org/drawingml/2006/main">
            <a:pathLst>
              <a:path w="1515888" h="158928">
                <a:moveTo>
                  <a:pt x="0" y="2971"/>
                </a:moveTo>
                <a:lnTo>
                  <a:pt x="0" y="123611"/>
                </a:lnTo>
                <a:lnTo>
                  <a:pt x="15212" y="123611"/>
                </a:lnTo>
                <a:lnTo>
                  <a:pt x="15212" y="26795"/>
                </a:lnTo>
                <a:lnTo>
                  <a:pt x="15549" y="26795"/>
                </a:lnTo>
                <a:lnTo>
                  <a:pt x="78582" y="123611"/>
                </a:lnTo>
                <a:lnTo>
                  <a:pt x="96158" y="123611"/>
                </a:lnTo>
                <a:lnTo>
                  <a:pt x="96158" y="2971"/>
                </a:lnTo>
                <a:lnTo>
                  <a:pt x="80949" y="2971"/>
                </a:lnTo>
                <a:lnTo>
                  <a:pt x="80949" y="100800"/>
                </a:lnTo>
                <a:lnTo>
                  <a:pt x="80612" y="100800"/>
                </a:lnTo>
                <a:lnTo>
                  <a:pt x="17068" y="2971"/>
                </a:lnTo>
                <a:lnTo>
                  <a:pt x="0" y="2971"/>
                </a:lnTo>
                <a:close/>
                <a:moveTo>
                  <a:pt x="130297" y="79962"/>
                </a:moveTo>
                <a:cubicBezTo>
                  <a:pt x="130297" y="74670"/>
                  <a:pt x="131001" y="69971"/>
                  <a:pt x="132409" y="65864"/>
                </a:cubicBezTo>
                <a:cubicBezTo>
                  <a:pt x="133817" y="61755"/>
                  <a:pt x="135760" y="58294"/>
                  <a:pt x="138239" y="55480"/>
                </a:cubicBezTo>
                <a:cubicBezTo>
                  <a:pt x="140718" y="52666"/>
                  <a:pt x="143619" y="50527"/>
                  <a:pt x="146942" y="49064"/>
                </a:cubicBezTo>
                <a:cubicBezTo>
                  <a:pt x="150265" y="47601"/>
                  <a:pt x="153786" y="46870"/>
                  <a:pt x="157505" y="46870"/>
                </a:cubicBezTo>
                <a:cubicBezTo>
                  <a:pt x="161223" y="46870"/>
                  <a:pt x="164744" y="47601"/>
                  <a:pt x="168067" y="49064"/>
                </a:cubicBezTo>
                <a:cubicBezTo>
                  <a:pt x="171390" y="50527"/>
                  <a:pt x="174291" y="52666"/>
                  <a:pt x="176770" y="55480"/>
                </a:cubicBezTo>
                <a:cubicBezTo>
                  <a:pt x="179249" y="58294"/>
                  <a:pt x="181192" y="61755"/>
                  <a:pt x="182600" y="65864"/>
                </a:cubicBezTo>
                <a:cubicBezTo>
                  <a:pt x="184008" y="69971"/>
                  <a:pt x="184712" y="74670"/>
                  <a:pt x="184712" y="79962"/>
                </a:cubicBezTo>
                <a:cubicBezTo>
                  <a:pt x="184712" y="85251"/>
                  <a:pt x="184008" y="89951"/>
                  <a:pt x="182600" y="94059"/>
                </a:cubicBezTo>
                <a:cubicBezTo>
                  <a:pt x="181192" y="98168"/>
                  <a:pt x="179249" y="101601"/>
                  <a:pt x="176770" y="104358"/>
                </a:cubicBezTo>
                <a:cubicBezTo>
                  <a:pt x="174291" y="107116"/>
                  <a:pt x="171390" y="109226"/>
                  <a:pt x="168067" y="110689"/>
                </a:cubicBezTo>
                <a:cubicBezTo>
                  <a:pt x="164744" y="112152"/>
                  <a:pt x="161223" y="112883"/>
                  <a:pt x="157505" y="112883"/>
                </a:cubicBezTo>
                <a:cubicBezTo>
                  <a:pt x="153786" y="112883"/>
                  <a:pt x="150265" y="112152"/>
                  <a:pt x="146942" y="110689"/>
                </a:cubicBezTo>
                <a:cubicBezTo>
                  <a:pt x="143619" y="109226"/>
                  <a:pt x="140718" y="107116"/>
                  <a:pt x="138239" y="104358"/>
                </a:cubicBezTo>
                <a:cubicBezTo>
                  <a:pt x="135760" y="101601"/>
                  <a:pt x="133817" y="98168"/>
                  <a:pt x="132409" y="94059"/>
                </a:cubicBezTo>
                <a:cubicBezTo>
                  <a:pt x="131001" y="89951"/>
                  <a:pt x="130297" y="85251"/>
                  <a:pt x="130297" y="79962"/>
                </a:cubicBezTo>
                <a:moveTo>
                  <a:pt x="115086" y="79964"/>
                </a:moveTo>
                <a:cubicBezTo>
                  <a:pt x="115086" y="86385"/>
                  <a:pt x="115986" y="92356"/>
                  <a:pt x="117788" y="97878"/>
                </a:cubicBezTo>
                <a:cubicBezTo>
                  <a:pt x="119591" y="103398"/>
                  <a:pt x="122295" y="108215"/>
                  <a:pt x="125900" y="112329"/>
                </a:cubicBezTo>
                <a:cubicBezTo>
                  <a:pt x="129505" y="116441"/>
                  <a:pt x="133955" y="119652"/>
                  <a:pt x="139250" y="121963"/>
                </a:cubicBezTo>
                <a:cubicBezTo>
                  <a:pt x="144547" y="124272"/>
                  <a:pt x="150632" y="125426"/>
                  <a:pt x="157505" y="125426"/>
                </a:cubicBezTo>
                <a:cubicBezTo>
                  <a:pt x="164489" y="125426"/>
                  <a:pt x="170601" y="124272"/>
                  <a:pt x="175839" y="121963"/>
                </a:cubicBezTo>
                <a:cubicBezTo>
                  <a:pt x="181079" y="119652"/>
                  <a:pt x="185501" y="116441"/>
                  <a:pt x="189106" y="112329"/>
                </a:cubicBezTo>
                <a:cubicBezTo>
                  <a:pt x="192711" y="108215"/>
                  <a:pt x="195414" y="103398"/>
                  <a:pt x="197216" y="97878"/>
                </a:cubicBezTo>
                <a:cubicBezTo>
                  <a:pt x="199019" y="92356"/>
                  <a:pt x="199921" y="86385"/>
                  <a:pt x="199921" y="79964"/>
                </a:cubicBezTo>
                <a:cubicBezTo>
                  <a:pt x="199921" y="73542"/>
                  <a:pt x="199019" y="67542"/>
                  <a:pt x="197216" y="61965"/>
                </a:cubicBezTo>
                <a:cubicBezTo>
                  <a:pt x="195414" y="56387"/>
                  <a:pt x="192711" y="51541"/>
                  <a:pt x="189106" y="47429"/>
                </a:cubicBezTo>
                <a:cubicBezTo>
                  <a:pt x="185501" y="43317"/>
                  <a:pt x="181079" y="40078"/>
                  <a:pt x="175839" y="37713"/>
                </a:cubicBezTo>
                <a:cubicBezTo>
                  <a:pt x="170601" y="35346"/>
                  <a:pt x="164489" y="34162"/>
                  <a:pt x="157505" y="34162"/>
                </a:cubicBezTo>
                <a:cubicBezTo>
                  <a:pt x="150632" y="34162"/>
                  <a:pt x="144547" y="35346"/>
                  <a:pt x="139250" y="37713"/>
                </a:cubicBezTo>
                <a:cubicBezTo>
                  <a:pt x="133955" y="40078"/>
                  <a:pt x="129505" y="43317"/>
                  <a:pt x="125900" y="47429"/>
                </a:cubicBezTo>
                <a:cubicBezTo>
                  <a:pt x="122295" y="51541"/>
                  <a:pt x="119591" y="56387"/>
                  <a:pt x="117788" y="61965"/>
                </a:cubicBezTo>
                <a:cubicBezTo>
                  <a:pt x="115986" y="67542"/>
                  <a:pt x="115086" y="73542"/>
                  <a:pt x="115086" y="79964"/>
                </a:cubicBezTo>
                <a:close/>
                <a:moveTo>
                  <a:pt x="216820" y="36192"/>
                </a:moveTo>
                <a:lnTo>
                  <a:pt x="216820" y="123611"/>
                </a:lnTo>
                <a:lnTo>
                  <a:pt x="231186" y="123611"/>
                </a:lnTo>
                <a:lnTo>
                  <a:pt x="231186" y="74253"/>
                </a:lnTo>
                <a:cubicBezTo>
                  <a:pt x="231186" y="70309"/>
                  <a:pt x="231721" y="66675"/>
                  <a:pt x="232790" y="63350"/>
                </a:cubicBezTo>
                <a:cubicBezTo>
                  <a:pt x="233861" y="60025"/>
                  <a:pt x="235467" y="57123"/>
                  <a:pt x="237607" y="54644"/>
                </a:cubicBezTo>
                <a:cubicBezTo>
                  <a:pt x="239747" y="52165"/>
                  <a:pt x="242423" y="50250"/>
                  <a:pt x="245634" y="48899"/>
                </a:cubicBezTo>
                <a:cubicBezTo>
                  <a:pt x="248846" y="47546"/>
                  <a:pt x="252648" y="46870"/>
                  <a:pt x="257042" y="46870"/>
                </a:cubicBezTo>
                <a:cubicBezTo>
                  <a:pt x="262562" y="46870"/>
                  <a:pt x="266900" y="48448"/>
                  <a:pt x="270054" y="51604"/>
                </a:cubicBezTo>
                <a:cubicBezTo>
                  <a:pt x="273209" y="54759"/>
                  <a:pt x="274786" y="59040"/>
                  <a:pt x="274786" y="64448"/>
                </a:cubicBezTo>
                <a:lnTo>
                  <a:pt x="274786" y="123611"/>
                </a:lnTo>
                <a:lnTo>
                  <a:pt x="289152" y="123611"/>
                </a:lnTo>
                <a:lnTo>
                  <a:pt x="289152" y="66119"/>
                </a:lnTo>
                <a:cubicBezTo>
                  <a:pt x="289152" y="61385"/>
                  <a:pt x="288673" y="57073"/>
                  <a:pt x="287715" y="53185"/>
                </a:cubicBezTo>
                <a:cubicBezTo>
                  <a:pt x="286758" y="49296"/>
                  <a:pt x="285096" y="45943"/>
                  <a:pt x="282728" y="43126"/>
                </a:cubicBezTo>
                <a:cubicBezTo>
                  <a:pt x="280363" y="40306"/>
                  <a:pt x="277265" y="38107"/>
                  <a:pt x="273435" y="36529"/>
                </a:cubicBezTo>
                <a:cubicBezTo>
                  <a:pt x="269605" y="34951"/>
                  <a:pt x="264816" y="34162"/>
                  <a:pt x="259069" y="34162"/>
                </a:cubicBezTo>
                <a:cubicBezTo>
                  <a:pt x="246112" y="34162"/>
                  <a:pt x="236649" y="39460"/>
                  <a:pt x="230678" y="50057"/>
                </a:cubicBezTo>
                <a:lnTo>
                  <a:pt x="230340" y="50057"/>
                </a:lnTo>
                <a:lnTo>
                  <a:pt x="230340" y="36192"/>
                </a:lnTo>
                <a:lnTo>
                  <a:pt x="216820" y="36192"/>
                </a:lnTo>
                <a:close/>
                <a:moveTo>
                  <a:pt x="308417" y="69810"/>
                </a:moveTo>
                <a:lnTo>
                  <a:pt x="308417" y="83342"/>
                </a:lnTo>
                <a:lnTo>
                  <a:pt x="357257" y="83342"/>
                </a:lnTo>
                <a:lnTo>
                  <a:pt x="357257" y="69810"/>
                </a:lnTo>
                <a:lnTo>
                  <a:pt x="308417" y="69810"/>
                </a:lnTo>
                <a:close/>
                <a:moveTo>
                  <a:pt x="385310" y="96050"/>
                </a:moveTo>
                <a:lnTo>
                  <a:pt x="370946" y="96050"/>
                </a:lnTo>
                <a:cubicBezTo>
                  <a:pt x="371172" y="101453"/>
                  <a:pt x="372298" y="106040"/>
                  <a:pt x="374324" y="109810"/>
                </a:cubicBezTo>
                <a:cubicBezTo>
                  <a:pt x="376353" y="113580"/>
                  <a:pt x="379057" y="116619"/>
                  <a:pt x="382437" y="118928"/>
                </a:cubicBezTo>
                <a:cubicBezTo>
                  <a:pt x="385817" y="121235"/>
                  <a:pt x="389704" y="122895"/>
                  <a:pt x="394098" y="123907"/>
                </a:cubicBezTo>
                <a:cubicBezTo>
                  <a:pt x="398492" y="124920"/>
                  <a:pt x="403111" y="125426"/>
                  <a:pt x="407955" y="125426"/>
                </a:cubicBezTo>
                <a:cubicBezTo>
                  <a:pt x="412349" y="125426"/>
                  <a:pt x="416771" y="125003"/>
                  <a:pt x="421220" y="124157"/>
                </a:cubicBezTo>
                <a:cubicBezTo>
                  <a:pt x="425671" y="123313"/>
                  <a:pt x="429670" y="121822"/>
                  <a:pt x="433218" y="119683"/>
                </a:cubicBezTo>
                <a:cubicBezTo>
                  <a:pt x="436768" y="117543"/>
                  <a:pt x="439642" y="114727"/>
                  <a:pt x="441839" y="111236"/>
                </a:cubicBezTo>
                <a:cubicBezTo>
                  <a:pt x="444036" y="107744"/>
                  <a:pt x="445134" y="103352"/>
                  <a:pt x="445134" y="98059"/>
                </a:cubicBezTo>
                <a:cubicBezTo>
                  <a:pt x="445134" y="93892"/>
                  <a:pt x="444317" y="90400"/>
                  <a:pt x="442682" y="87584"/>
                </a:cubicBezTo>
                <a:cubicBezTo>
                  <a:pt x="441049" y="84768"/>
                  <a:pt x="438909" y="82431"/>
                  <a:pt x="436261" y="80573"/>
                </a:cubicBezTo>
                <a:cubicBezTo>
                  <a:pt x="433614" y="78714"/>
                  <a:pt x="430572" y="77222"/>
                  <a:pt x="427135" y="76096"/>
                </a:cubicBezTo>
                <a:cubicBezTo>
                  <a:pt x="423701" y="74970"/>
                  <a:pt x="420181" y="74013"/>
                  <a:pt x="416576" y="73224"/>
                </a:cubicBezTo>
                <a:cubicBezTo>
                  <a:pt x="413194" y="72436"/>
                  <a:pt x="409814" y="71676"/>
                  <a:pt x="406434" y="70944"/>
                </a:cubicBezTo>
                <a:cubicBezTo>
                  <a:pt x="403054" y="70212"/>
                  <a:pt x="400012" y="69311"/>
                  <a:pt x="397308" y="68242"/>
                </a:cubicBezTo>
                <a:cubicBezTo>
                  <a:pt x="394606" y="67171"/>
                  <a:pt x="392381" y="65819"/>
                  <a:pt x="390634" y="64185"/>
                </a:cubicBezTo>
                <a:cubicBezTo>
                  <a:pt x="388888" y="62552"/>
                  <a:pt x="388015" y="60497"/>
                  <a:pt x="388015" y="58020"/>
                </a:cubicBezTo>
                <a:cubicBezTo>
                  <a:pt x="388015" y="55768"/>
                  <a:pt x="388578" y="53938"/>
                  <a:pt x="389704" y="52530"/>
                </a:cubicBezTo>
                <a:cubicBezTo>
                  <a:pt x="390831" y="51122"/>
                  <a:pt x="392296" y="49996"/>
                  <a:pt x="394098" y="49152"/>
                </a:cubicBezTo>
                <a:cubicBezTo>
                  <a:pt x="395901" y="48306"/>
                  <a:pt x="397901" y="47715"/>
                  <a:pt x="400098" y="47378"/>
                </a:cubicBezTo>
                <a:cubicBezTo>
                  <a:pt x="402295" y="47039"/>
                  <a:pt x="404464" y="46870"/>
                  <a:pt x="406604" y="46870"/>
                </a:cubicBezTo>
                <a:cubicBezTo>
                  <a:pt x="408970" y="46870"/>
                  <a:pt x="411307" y="47123"/>
                  <a:pt x="413615" y="47630"/>
                </a:cubicBezTo>
                <a:cubicBezTo>
                  <a:pt x="415926" y="48136"/>
                  <a:pt x="418039" y="48952"/>
                  <a:pt x="419954" y="50078"/>
                </a:cubicBezTo>
                <a:cubicBezTo>
                  <a:pt x="421869" y="51204"/>
                  <a:pt x="423446" y="52695"/>
                  <a:pt x="424686" y="54552"/>
                </a:cubicBezTo>
                <a:cubicBezTo>
                  <a:pt x="425925" y="56408"/>
                  <a:pt x="426658" y="58744"/>
                  <a:pt x="426883" y="61558"/>
                </a:cubicBezTo>
                <a:lnTo>
                  <a:pt x="441248" y="61558"/>
                </a:lnTo>
                <a:cubicBezTo>
                  <a:pt x="440910" y="56260"/>
                  <a:pt x="439783" y="51835"/>
                  <a:pt x="437868" y="48283"/>
                </a:cubicBezTo>
                <a:cubicBezTo>
                  <a:pt x="435953" y="44731"/>
                  <a:pt x="433390" y="41913"/>
                  <a:pt x="430178" y="39827"/>
                </a:cubicBezTo>
                <a:cubicBezTo>
                  <a:pt x="426969" y="37742"/>
                  <a:pt x="423279" y="36277"/>
                  <a:pt x="419111" y="35431"/>
                </a:cubicBezTo>
                <a:cubicBezTo>
                  <a:pt x="414942" y="34585"/>
                  <a:pt x="410378" y="34162"/>
                  <a:pt x="405421" y="34162"/>
                </a:cubicBezTo>
                <a:cubicBezTo>
                  <a:pt x="401590" y="34162"/>
                  <a:pt x="397732" y="34641"/>
                  <a:pt x="393845" y="35598"/>
                </a:cubicBezTo>
                <a:cubicBezTo>
                  <a:pt x="389958" y="36556"/>
                  <a:pt x="386466" y="38021"/>
                  <a:pt x="383368" y="39992"/>
                </a:cubicBezTo>
                <a:cubicBezTo>
                  <a:pt x="380270" y="41963"/>
                  <a:pt x="377735" y="44524"/>
                  <a:pt x="375763" y="47677"/>
                </a:cubicBezTo>
                <a:cubicBezTo>
                  <a:pt x="373792" y="50830"/>
                  <a:pt x="372806" y="54602"/>
                  <a:pt x="372806" y="58995"/>
                </a:cubicBezTo>
                <a:cubicBezTo>
                  <a:pt x="372806" y="64626"/>
                  <a:pt x="374214" y="69019"/>
                  <a:pt x="377029" y="72172"/>
                </a:cubicBezTo>
                <a:cubicBezTo>
                  <a:pt x="379847" y="75324"/>
                  <a:pt x="383368" y="77774"/>
                  <a:pt x="387592" y="79521"/>
                </a:cubicBezTo>
                <a:cubicBezTo>
                  <a:pt x="391817" y="81266"/>
                  <a:pt x="396408" y="82617"/>
                  <a:pt x="401364" y="83574"/>
                </a:cubicBezTo>
                <a:cubicBezTo>
                  <a:pt x="406322" y="84532"/>
                  <a:pt x="410913" y="85602"/>
                  <a:pt x="415137" y="86785"/>
                </a:cubicBezTo>
                <a:cubicBezTo>
                  <a:pt x="419362" y="87966"/>
                  <a:pt x="422883" y="89514"/>
                  <a:pt x="425699" y="91429"/>
                </a:cubicBezTo>
                <a:cubicBezTo>
                  <a:pt x="428517" y="93344"/>
                  <a:pt x="429926" y="96160"/>
                  <a:pt x="429926" y="99877"/>
                </a:cubicBezTo>
                <a:cubicBezTo>
                  <a:pt x="429926" y="102579"/>
                  <a:pt x="429249" y="104804"/>
                  <a:pt x="427896" y="106550"/>
                </a:cubicBezTo>
                <a:cubicBezTo>
                  <a:pt x="426545" y="108295"/>
                  <a:pt x="424827" y="109618"/>
                  <a:pt x="422741" y="110519"/>
                </a:cubicBezTo>
                <a:cubicBezTo>
                  <a:pt x="420658" y="111420"/>
                  <a:pt x="418377" y="112039"/>
                  <a:pt x="415898" y="112378"/>
                </a:cubicBezTo>
                <a:cubicBezTo>
                  <a:pt x="413420" y="112715"/>
                  <a:pt x="411055" y="112883"/>
                  <a:pt x="408801" y="112883"/>
                </a:cubicBezTo>
                <a:cubicBezTo>
                  <a:pt x="405872" y="112883"/>
                  <a:pt x="403027" y="112603"/>
                  <a:pt x="400266" y="112043"/>
                </a:cubicBezTo>
                <a:cubicBezTo>
                  <a:pt x="397505" y="111481"/>
                  <a:pt x="395026" y="110555"/>
                  <a:pt x="392829" y="109266"/>
                </a:cubicBezTo>
                <a:cubicBezTo>
                  <a:pt x="390632" y="107975"/>
                  <a:pt x="388858" y="106235"/>
                  <a:pt x="387507" y="104046"/>
                </a:cubicBezTo>
                <a:cubicBezTo>
                  <a:pt x="386155" y="101858"/>
                  <a:pt x="385423" y="99192"/>
                  <a:pt x="385310" y="96050"/>
                </a:cubicBezTo>
                <a:close/>
                <a:moveTo>
                  <a:pt x="480962" y="36143"/>
                </a:moveTo>
                <a:lnTo>
                  <a:pt x="480962" y="10067"/>
                </a:lnTo>
                <a:lnTo>
                  <a:pt x="466596" y="10067"/>
                </a:lnTo>
                <a:lnTo>
                  <a:pt x="466596" y="36143"/>
                </a:lnTo>
                <a:lnTo>
                  <a:pt x="451725" y="36143"/>
                </a:lnTo>
                <a:lnTo>
                  <a:pt x="451725" y="48850"/>
                </a:lnTo>
                <a:lnTo>
                  <a:pt x="466596" y="48850"/>
                </a:lnTo>
                <a:lnTo>
                  <a:pt x="466596" y="104498"/>
                </a:lnTo>
                <a:cubicBezTo>
                  <a:pt x="466596" y="108556"/>
                  <a:pt x="466991" y="111826"/>
                  <a:pt x="467780" y="114307"/>
                </a:cubicBezTo>
                <a:cubicBezTo>
                  <a:pt x="468569" y="116788"/>
                  <a:pt x="469780" y="118705"/>
                  <a:pt x="471413" y="120060"/>
                </a:cubicBezTo>
                <a:cubicBezTo>
                  <a:pt x="473046" y="121413"/>
                  <a:pt x="475187" y="122343"/>
                  <a:pt x="477834" y="122850"/>
                </a:cubicBezTo>
                <a:cubicBezTo>
                  <a:pt x="480481" y="123357"/>
                  <a:pt x="483664" y="123611"/>
                  <a:pt x="487383" y="123611"/>
                </a:cubicBezTo>
                <a:lnTo>
                  <a:pt x="498368" y="123611"/>
                </a:lnTo>
                <a:lnTo>
                  <a:pt x="498368" y="110903"/>
                </a:lnTo>
                <a:lnTo>
                  <a:pt x="491777" y="110903"/>
                </a:lnTo>
                <a:cubicBezTo>
                  <a:pt x="489523" y="110903"/>
                  <a:pt x="487692" y="110819"/>
                  <a:pt x="486284" y="110650"/>
                </a:cubicBezTo>
                <a:cubicBezTo>
                  <a:pt x="484876" y="110480"/>
                  <a:pt x="483778" y="110114"/>
                  <a:pt x="482989" y="109552"/>
                </a:cubicBezTo>
                <a:cubicBezTo>
                  <a:pt x="482201" y="108988"/>
                  <a:pt x="481667" y="108199"/>
                  <a:pt x="481385" y="107185"/>
                </a:cubicBezTo>
                <a:cubicBezTo>
                  <a:pt x="481103" y="106169"/>
                  <a:pt x="480962" y="104816"/>
                  <a:pt x="480962" y="103126"/>
                </a:cubicBezTo>
                <a:lnTo>
                  <a:pt x="480962" y="48850"/>
                </a:lnTo>
                <a:lnTo>
                  <a:pt x="498368" y="48850"/>
                </a:lnTo>
                <a:lnTo>
                  <a:pt x="498368" y="36143"/>
                </a:lnTo>
                <a:lnTo>
                  <a:pt x="480962" y="36143"/>
                </a:lnTo>
                <a:close/>
                <a:moveTo>
                  <a:pt x="524732" y="80637"/>
                </a:moveTo>
                <a:cubicBezTo>
                  <a:pt x="524732" y="76360"/>
                  <a:pt x="525182" y="72196"/>
                  <a:pt x="526083" y="68144"/>
                </a:cubicBezTo>
                <a:cubicBezTo>
                  <a:pt x="526986" y="64092"/>
                  <a:pt x="528450" y="60490"/>
                  <a:pt x="530477" y="57339"/>
                </a:cubicBezTo>
                <a:cubicBezTo>
                  <a:pt x="532506" y="54186"/>
                  <a:pt x="535210" y="51653"/>
                  <a:pt x="538590" y="49740"/>
                </a:cubicBezTo>
                <a:cubicBezTo>
                  <a:pt x="541970" y="47826"/>
                  <a:pt x="546082" y="46870"/>
                  <a:pt x="550926" y="46870"/>
                </a:cubicBezTo>
                <a:cubicBezTo>
                  <a:pt x="555882" y="46870"/>
                  <a:pt x="560107" y="47799"/>
                  <a:pt x="563600" y="49657"/>
                </a:cubicBezTo>
                <a:cubicBezTo>
                  <a:pt x="567093" y="51514"/>
                  <a:pt x="569938" y="53962"/>
                  <a:pt x="572133" y="57001"/>
                </a:cubicBezTo>
                <a:cubicBezTo>
                  <a:pt x="574330" y="60039"/>
                  <a:pt x="575936" y="63556"/>
                  <a:pt x="576950" y="67553"/>
                </a:cubicBezTo>
                <a:cubicBezTo>
                  <a:pt x="577964" y="71548"/>
                  <a:pt x="578471" y="75685"/>
                  <a:pt x="578471" y="79962"/>
                </a:cubicBezTo>
                <a:cubicBezTo>
                  <a:pt x="578471" y="84014"/>
                  <a:pt x="577993" y="88010"/>
                  <a:pt x="577035" y="91950"/>
                </a:cubicBezTo>
                <a:cubicBezTo>
                  <a:pt x="576078" y="95888"/>
                  <a:pt x="574529" y="99406"/>
                  <a:pt x="572388" y="102502"/>
                </a:cubicBezTo>
                <a:cubicBezTo>
                  <a:pt x="570248" y="105596"/>
                  <a:pt x="567488" y="108100"/>
                  <a:pt x="564108" y="110013"/>
                </a:cubicBezTo>
                <a:cubicBezTo>
                  <a:pt x="560728" y="111927"/>
                  <a:pt x="556616" y="112883"/>
                  <a:pt x="551772" y="112883"/>
                </a:cubicBezTo>
                <a:cubicBezTo>
                  <a:pt x="547153" y="112883"/>
                  <a:pt x="543125" y="111984"/>
                  <a:pt x="539688" y="110184"/>
                </a:cubicBezTo>
                <a:cubicBezTo>
                  <a:pt x="536252" y="108382"/>
                  <a:pt x="533435" y="105961"/>
                  <a:pt x="531238" y="102922"/>
                </a:cubicBezTo>
                <a:cubicBezTo>
                  <a:pt x="529041" y="99883"/>
                  <a:pt x="527407" y="96422"/>
                  <a:pt x="526336" y="92540"/>
                </a:cubicBezTo>
                <a:cubicBezTo>
                  <a:pt x="525267" y="88657"/>
                  <a:pt x="524732" y="84689"/>
                  <a:pt x="524732" y="80637"/>
                </a:cubicBezTo>
                <a:moveTo>
                  <a:pt x="592329" y="123567"/>
                </a:moveTo>
                <a:lnTo>
                  <a:pt x="592329" y="2971"/>
                </a:lnTo>
                <a:lnTo>
                  <a:pt x="577963" y="2971"/>
                </a:lnTo>
                <a:lnTo>
                  <a:pt x="577963" y="47852"/>
                </a:lnTo>
                <a:lnTo>
                  <a:pt x="577626" y="47852"/>
                </a:lnTo>
                <a:cubicBezTo>
                  <a:pt x="576047" y="45262"/>
                  <a:pt x="574104" y="43093"/>
                  <a:pt x="571795" y="41346"/>
                </a:cubicBezTo>
                <a:cubicBezTo>
                  <a:pt x="569486" y="39600"/>
                  <a:pt x="567036" y="38192"/>
                  <a:pt x="564443" y="37122"/>
                </a:cubicBezTo>
                <a:cubicBezTo>
                  <a:pt x="561853" y="36051"/>
                  <a:pt x="559261" y="35291"/>
                  <a:pt x="556669" y="34840"/>
                </a:cubicBezTo>
                <a:cubicBezTo>
                  <a:pt x="554078" y="34388"/>
                  <a:pt x="551656" y="34162"/>
                  <a:pt x="549402" y="34162"/>
                </a:cubicBezTo>
                <a:cubicBezTo>
                  <a:pt x="542756" y="34162"/>
                  <a:pt x="536926" y="35373"/>
                  <a:pt x="531911" y="37795"/>
                </a:cubicBezTo>
                <a:cubicBezTo>
                  <a:pt x="526898" y="40218"/>
                  <a:pt x="522730" y="43486"/>
                  <a:pt x="519407" y="47599"/>
                </a:cubicBezTo>
                <a:cubicBezTo>
                  <a:pt x="516084" y="51712"/>
                  <a:pt x="513605" y="56529"/>
                  <a:pt x="511970" y="62050"/>
                </a:cubicBezTo>
                <a:cubicBezTo>
                  <a:pt x="510337" y="67570"/>
                  <a:pt x="509521" y="73428"/>
                  <a:pt x="509521" y="79624"/>
                </a:cubicBezTo>
                <a:cubicBezTo>
                  <a:pt x="509521" y="85821"/>
                  <a:pt x="510365" y="91681"/>
                  <a:pt x="512055" y="97203"/>
                </a:cubicBezTo>
                <a:cubicBezTo>
                  <a:pt x="513745" y="102723"/>
                  <a:pt x="516252" y="107567"/>
                  <a:pt x="519575" y="111736"/>
                </a:cubicBezTo>
                <a:cubicBezTo>
                  <a:pt x="522899" y="115905"/>
                  <a:pt x="527068" y="119229"/>
                  <a:pt x="532081" y="121708"/>
                </a:cubicBezTo>
                <a:cubicBezTo>
                  <a:pt x="537094" y="124187"/>
                  <a:pt x="542981" y="125426"/>
                  <a:pt x="549742" y="125426"/>
                </a:cubicBezTo>
                <a:cubicBezTo>
                  <a:pt x="555826" y="125426"/>
                  <a:pt x="561403" y="124357"/>
                  <a:pt x="566473" y="122218"/>
                </a:cubicBezTo>
                <a:cubicBezTo>
                  <a:pt x="571542" y="120078"/>
                  <a:pt x="575260" y="116586"/>
                  <a:pt x="577626" y="111744"/>
                </a:cubicBezTo>
                <a:lnTo>
                  <a:pt x="577963" y="111744"/>
                </a:lnTo>
                <a:lnTo>
                  <a:pt x="577963" y="123567"/>
                </a:lnTo>
                <a:lnTo>
                  <a:pt x="592329" y="123567"/>
                </a:lnTo>
                <a:close/>
                <a:moveTo>
                  <a:pt x="661447" y="36192"/>
                </a:moveTo>
                <a:lnTo>
                  <a:pt x="661447" y="123611"/>
                </a:lnTo>
                <a:lnTo>
                  <a:pt x="675813" y="123611"/>
                </a:lnTo>
                <a:lnTo>
                  <a:pt x="675813" y="74253"/>
                </a:lnTo>
                <a:cubicBezTo>
                  <a:pt x="675813" y="70309"/>
                  <a:pt x="676347" y="66675"/>
                  <a:pt x="677416" y="63350"/>
                </a:cubicBezTo>
                <a:cubicBezTo>
                  <a:pt x="678487" y="60025"/>
                  <a:pt x="680093" y="57123"/>
                  <a:pt x="682233" y="54644"/>
                </a:cubicBezTo>
                <a:cubicBezTo>
                  <a:pt x="684374" y="52165"/>
                  <a:pt x="687049" y="50250"/>
                  <a:pt x="690261" y="48899"/>
                </a:cubicBezTo>
                <a:cubicBezTo>
                  <a:pt x="693472" y="47546"/>
                  <a:pt x="697275" y="46870"/>
                  <a:pt x="701669" y="46870"/>
                </a:cubicBezTo>
                <a:cubicBezTo>
                  <a:pt x="707189" y="46870"/>
                  <a:pt x="711526" y="48448"/>
                  <a:pt x="714681" y="51604"/>
                </a:cubicBezTo>
                <a:cubicBezTo>
                  <a:pt x="717835" y="54759"/>
                  <a:pt x="719413" y="59040"/>
                  <a:pt x="719413" y="64448"/>
                </a:cubicBezTo>
                <a:lnTo>
                  <a:pt x="719413" y="123611"/>
                </a:lnTo>
                <a:lnTo>
                  <a:pt x="733778" y="123611"/>
                </a:lnTo>
                <a:lnTo>
                  <a:pt x="733778" y="66119"/>
                </a:lnTo>
                <a:cubicBezTo>
                  <a:pt x="733778" y="61385"/>
                  <a:pt x="733299" y="57073"/>
                  <a:pt x="732342" y="53185"/>
                </a:cubicBezTo>
                <a:cubicBezTo>
                  <a:pt x="731384" y="49296"/>
                  <a:pt x="729722" y="45943"/>
                  <a:pt x="727355" y="43126"/>
                </a:cubicBezTo>
                <a:cubicBezTo>
                  <a:pt x="724989" y="40306"/>
                  <a:pt x="721891" y="38107"/>
                  <a:pt x="718061" y="36529"/>
                </a:cubicBezTo>
                <a:cubicBezTo>
                  <a:pt x="714231" y="34951"/>
                  <a:pt x="709443" y="34162"/>
                  <a:pt x="703696" y="34162"/>
                </a:cubicBezTo>
                <a:cubicBezTo>
                  <a:pt x="690739" y="34162"/>
                  <a:pt x="681275" y="39460"/>
                  <a:pt x="675305" y="50057"/>
                </a:cubicBezTo>
                <a:lnTo>
                  <a:pt x="674967" y="50057"/>
                </a:lnTo>
                <a:lnTo>
                  <a:pt x="674967" y="36192"/>
                </a:lnTo>
                <a:lnTo>
                  <a:pt x="661447" y="36192"/>
                </a:lnTo>
                <a:close/>
                <a:moveTo>
                  <a:pt x="765888" y="79962"/>
                </a:moveTo>
                <a:cubicBezTo>
                  <a:pt x="765888" y="74670"/>
                  <a:pt x="766592" y="69971"/>
                  <a:pt x="768000" y="65864"/>
                </a:cubicBezTo>
                <a:cubicBezTo>
                  <a:pt x="769408" y="61755"/>
                  <a:pt x="771351" y="58294"/>
                  <a:pt x="773830" y="55480"/>
                </a:cubicBezTo>
                <a:cubicBezTo>
                  <a:pt x="776309" y="52666"/>
                  <a:pt x="779210" y="50527"/>
                  <a:pt x="782533" y="49064"/>
                </a:cubicBezTo>
                <a:cubicBezTo>
                  <a:pt x="785856" y="47601"/>
                  <a:pt x="789377" y="46870"/>
                  <a:pt x="793095" y="46870"/>
                </a:cubicBezTo>
                <a:cubicBezTo>
                  <a:pt x="796814" y="46870"/>
                  <a:pt x="800334" y="47601"/>
                  <a:pt x="803657" y="49064"/>
                </a:cubicBezTo>
                <a:cubicBezTo>
                  <a:pt x="806980" y="50527"/>
                  <a:pt x="809881" y="52666"/>
                  <a:pt x="812360" y="55480"/>
                </a:cubicBezTo>
                <a:cubicBezTo>
                  <a:pt x="814839" y="58294"/>
                  <a:pt x="816783" y="61755"/>
                  <a:pt x="818191" y="65864"/>
                </a:cubicBezTo>
                <a:cubicBezTo>
                  <a:pt x="819599" y="69971"/>
                  <a:pt x="820303" y="74670"/>
                  <a:pt x="820303" y="79962"/>
                </a:cubicBezTo>
                <a:cubicBezTo>
                  <a:pt x="820303" y="85251"/>
                  <a:pt x="819599" y="89951"/>
                  <a:pt x="818191" y="94059"/>
                </a:cubicBezTo>
                <a:cubicBezTo>
                  <a:pt x="816783" y="98168"/>
                  <a:pt x="814839" y="101601"/>
                  <a:pt x="812360" y="104358"/>
                </a:cubicBezTo>
                <a:cubicBezTo>
                  <a:pt x="809881" y="107116"/>
                  <a:pt x="806980" y="109226"/>
                  <a:pt x="803657" y="110689"/>
                </a:cubicBezTo>
                <a:cubicBezTo>
                  <a:pt x="800334" y="112152"/>
                  <a:pt x="796814" y="112883"/>
                  <a:pt x="793095" y="112883"/>
                </a:cubicBezTo>
                <a:cubicBezTo>
                  <a:pt x="789377" y="112883"/>
                  <a:pt x="785856" y="112152"/>
                  <a:pt x="782533" y="110689"/>
                </a:cubicBezTo>
                <a:cubicBezTo>
                  <a:pt x="779210" y="109226"/>
                  <a:pt x="776309" y="107116"/>
                  <a:pt x="773830" y="104358"/>
                </a:cubicBezTo>
                <a:cubicBezTo>
                  <a:pt x="771351" y="101601"/>
                  <a:pt x="769408" y="98168"/>
                  <a:pt x="768000" y="94059"/>
                </a:cubicBezTo>
                <a:cubicBezTo>
                  <a:pt x="766592" y="89951"/>
                  <a:pt x="765888" y="85251"/>
                  <a:pt x="765888" y="79962"/>
                </a:cubicBezTo>
                <a:moveTo>
                  <a:pt x="750676" y="79964"/>
                </a:moveTo>
                <a:cubicBezTo>
                  <a:pt x="750676" y="86385"/>
                  <a:pt x="751577" y="92356"/>
                  <a:pt x="753379" y="97878"/>
                </a:cubicBezTo>
                <a:cubicBezTo>
                  <a:pt x="755182" y="103398"/>
                  <a:pt x="757886" y="108215"/>
                  <a:pt x="761491" y="112329"/>
                </a:cubicBezTo>
                <a:cubicBezTo>
                  <a:pt x="765096" y="116441"/>
                  <a:pt x="769546" y="119652"/>
                  <a:pt x="774841" y="121963"/>
                </a:cubicBezTo>
                <a:cubicBezTo>
                  <a:pt x="780137" y="124272"/>
                  <a:pt x="786222" y="125426"/>
                  <a:pt x="793095" y="125426"/>
                </a:cubicBezTo>
                <a:cubicBezTo>
                  <a:pt x="800080" y="125426"/>
                  <a:pt x="806191" y="124272"/>
                  <a:pt x="811429" y="121963"/>
                </a:cubicBezTo>
                <a:cubicBezTo>
                  <a:pt x="816669" y="119652"/>
                  <a:pt x="821092" y="116441"/>
                  <a:pt x="824697" y="112329"/>
                </a:cubicBezTo>
                <a:cubicBezTo>
                  <a:pt x="828302" y="108215"/>
                  <a:pt x="831005" y="103398"/>
                  <a:pt x="832806" y="97878"/>
                </a:cubicBezTo>
                <a:cubicBezTo>
                  <a:pt x="834610" y="92356"/>
                  <a:pt x="835511" y="86385"/>
                  <a:pt x="835511" y="79964"/>
                </a:cubicBezTo>
                <a:cubicBezTo>
                  <a:pt x="835511" y="73542"/>
                  <a:pt x="834610" y="67542"/>
                  <a:pt x="832806" y="61965"/>
                </a:cubicBezTo>
                <a:cubicBezTo>
                  <a:pt x="831005" y="56387"/>
                  <a:pt x="828302" y="51541"/>
                  <a:pt x="824697" y="47429"/>
                </a:cubicBezTo>
                <a:cubicBezTo>
                  <a:pt x="821092" y="43317"/>
                  <a:pt x="816669" y="40078"/>
                  <a:pt x="811429" y="37713"/>
                </a:cubicBezTo>
                <a:cubicBezTo>
                  <a:pt x="806191" y="35346"/>
                  <a:pt x="800080" y="34162"/>
                  <a:pt x="793095" y="34162"/>
                </a:cubicBezTo>
                <a:cubicBezTo>
                  <a:pt x="786222" y="34162"/>
                  <a:pt x="780137" y="35346"/>
                  <a:pt x="774841" y="37713"/>
                </a:cubicBezTo>
                <a:cubicBezTo>
                  <a:pt x="769546" y="40078"/>
                  <a:pt x="765096" y="43317"/>
                  <a:pt x="761491" y="47429"/>
                </a:cubicBezTo>
                <a:cubicBezTo>
                  <a:pt x="757886" y="51541"/>
                  <a:pt x="755182" y="56387"/>
                  <a:pt x="753379" y="61965"/>
                </a:cubicBezTo>
                <a:cubicBezTo>
                  <a:pt x="751577" y="67542"/>
                  <a:pt x="750676" y="73542"/>
                  <a:pt x="750676" y="79964"/>
                </a:cubicBezTo>
                <a:close/>
                <a:moveTo>
                  <a:pt x="850047" y="69810"/>
                </a:moveTo>
                <a:lnTo>
                  <a:pt x="850047" y="83342"/>
                </a:lnTo>
                <a:lnTo>
                  <a:pt x="898887" y="83342"/>
                </a:lnTo>
                <a:lnTo>
                  <a:pt x="898887" y="69810"/>
                </a:lnTo>
                <a:lnTo>
                  <a:pt x="850047" y="69810"/>
                </a:lnTo>
                <a:close/>
                <a:moveTo>
                  <a:pt x="924066" y="48850"/>
                </a:moveTo>
                <a:lnTo>
                  <a:pt x="924066" y="123611"/>
                </a:lnTo>
                <a:lnTo>
                  <a:pt x="938432" y="123611"/>
                </a:lnTo>
                <a:lnTo>
                  <a:pt x="938432" y="48850"/>
                </a:lnTo>
                <a:lnTo>
                  <a:pt x="955330" y="48850"/>
                </a:lnTo>
                <a:lnTo>
                  <a:pt x="955330" y="36143"/>
                </a:lnTo>
                <a:lnTo>
                  <a:pt x="938432" y="36143"/>
                </a:lnTo>
                <a:lnTo>
                  <a:pt x="938432" y="24077"/>
                </a:lnTo>
                <a:cubicBezTo>
                  <a:pt x="938432" y="20279"/>
                  <a:pt x="939389" y="17710"/>
                  <a:pt x="941304" y="16369"/>
                </a:cubicBezTo>
                <a:cubicBezTo>
                  <a:pt x="943219" y="15028"/>
                  <a:pt x="945924" y="14358"/>
                  <a:pt x="949417" y="14358"/>
                </a:cubicBezTo>
                <a:cubicBezTo>
                  <a:pt x="950655" y="14358"/>
                  <a:pt x="952006" y="14443"/>
                  <a:pt x="953471" y="14613"/>
                </a:cubicBezTo>
                <a:cubicBezTo>
                  <a:pt x="954935" y="14782"/>
                  <a:pt x="956287" y="15091"/>
                  <a:pt x="957527" y="15542"/>
                </a:cubicBezTo>
                <a:lnTo>
                  <a:pt x="957527" y="3007"/>
                </a:lnTo>
                <a:cubicBezTo>
                  <a:pt x="956176" y="2555"/>
                  <a:pt x="954627" y="2216"/>
                  <a:pt x="952880" y="1991"/>
                </a:cubicBezTo>
                <a:cubicBezTo>
                  <a:pt x="951133" y="1764"/>
                  <a:pt x="949584" y="1650"/>
                  <a:pt x="948233" y="1650"/>
                </a:cubicBezTo>
                <a:cubicBezTo>
                  <a:pt x="940346" y="1650"/>
                  <a:pt x="934346" y="3473"/>
                  <a:pt x="930234" y="7120"/>
                </a:cubicBezTo>
                <a:cubicBezTo>
                  <a:pt x="926122" y="10764"/>
                  <a:pt x="924066" y="16120"/>
                  <a:pt x="924066" y="23187"/>
                </a:cubicBezTo>
                <a:lnTo>
                  <a:pt x="924066" y="36143"/>
                </a:lnTo>
                <a:lnTo>
                  <a:pt x="909363" y="36143"/>
                </a:lnTo>
                <a:lnTo>
                  <a:pt x="909363" y="48850"/>
                </a:lnTo>
                <a:lnTo>
                  <a:pt x="924066" y="48850"/>
                </a:lnTo>
                <a:close/>
                <a:moveTo>
                  <a:pt x="967668" y="36192"/>
                </a:moveTo>
                <a:lnTo>
                  <a:pt x="967668" y="123611"/>
                </a:lnTo>
                <a:lnTo>
                  <a:pt x="982031" y="123611"/>
                </a:lnTo>
                <a:lnTo>
                  <a:pt x="982031" y="84701"/>
                </a:lnTo>
                <a:cubicBezTo>
                  <a:pt x="982031" y="79063"/>
                  <a:pt x="982594" y="74073"/>
                  <a:pt x="983720" y="69732"/>
                </a:cubicBezTo>
                <a:cubicBezTo>
                  <a:pt x="984848" y="65390"/>
                  <a:pt x="986651" y="61696"/>
                  <a:pt x="989130" y="58652"/>
                </a:cubicBezTo>
                <a:cubicBezTo>
                  <a:pt x="991609" y="55605"/>
                  <a:pt x="994876" y="53293"/>
                  <a:pt x="998932" y="51715"/>
                </a:cubicBezTo>
                <a:cubicBezTo>
                  <a:pt x="1002987" y="50135"/>
                  <a:pt x="1007887" y="49345"/>
                  <a:pt x="1013633" y="49345"/>
                </a:cubicBezTo>
                <a:lnTo>
                  <a:pt x="1013633" y="34162"/>
                </a:lnTo>
                <a:cubicBezTo>
                  <a:pt x="1005861" y="33937"/>
                  <a:pt x="999439" y="35515"/>
                  <a:pt x="994367" y="38897"/>
                </a:cubicBezTo>
                <a:cubicBezTo>
                  <a:pt x="989298" y="42278"/>
                  <a:pt x="985017" y="47520"/>
                  <a:pt x="981526" y="54621"/>
                </a:cubicBezTo>
                <a:lnTo>
                  <a:pt x="981188" y="54621"/>
                </a:lnTo>
                <a:lnTo>
                  <a:pt x="981188" y="36192"/>
                </a:lnTo>
                <a:lnTo>
                  <a:pt x="967668" y="36192"/>
                </a:lnTo>
                <a:close/>
                <a:moveTo>
                  <a:pt x="1101850" y="123229"/>
                </a:moveTo>
                <a:cubicBezTo>
                  <a:pt x="1099371" y="124694"/>
                  <a:pt x="1095934" y="125426"/>
                  <a:pt x="1091540" y="125426"/>
                </a:cubicBezTo>
                <a:cubicBezTo>
                  <a:pt x="1087824" y="125426"/>
                  <a:pt x="1084867" y="124384"/>
                  <a:pt x="1082670" y="122301"/>
                </a:cubicBezTo>
                <a:cubicBezTo>
                  <a:pt x="1080473" y="120215"/>
                  <a:pt x="1079374" y="116806"/>
                  <a:pt x="1079374" y="112074"/>
                </a:cubicBezTo>
                <a:cubicBezTo>
                  <a:pt x="1075431" y="116806"/>
                  <a:pt x="1070839" y="120215"/>
                  <a:pt x="1065599" y="122301"/>
                </a:cubicBezTo>
                <a:cubicBezTo>
                  <a:pt x="1060361" y="124384"/>
                  <a:pt x="1054700" y="125426"/>
                  <a:pt x="1048616" y="125426"/>
                </a:cubicBezTo>
                <a:cubicBezTo>
                  <a:pt x="1044672" y="125426"/>
                  <a:pt x="1040926" y="124976"/>
                  <a:pt x="1037376" y="124075"/>
                </a:cubicBezTo>
                <a:cubicBezTo>
                  <a:pt x="1033827" y="123174"/>
                  <a:pt x="1030758" y="121766"/>
                  <a:pt x="1028167" y="119851"/>
                </a:cubicBezTo>
                <a:cubicBezTo>
                  <a:pt x="1025576" y="117936"/>
                  <a:pt x="1023520" y="115430"/>
                  <a:pt x="1021999" y="112334"/>
                </a:cubicBezTo>
                <a:cubicBezTo>
                  <a:pt x="1020478" y="109236"/>
                  <a:pt x="1019717" y="105491"/>
                  <a:pt x="1019717" y="101099"/>
                </a:cubicBezTo>
                <a:cubicBezTo>
                  <a:pt x="1019717" y="96143"/>
                  <a:pt x="1020562" y="92088"/>
                  <a:pt x="1022252" y="88935"/>
                </a:cubicBezTo>
                <a:cubicBezTo>
                  <a:pt x="1023942" y="85783"/>
                  <a:pt x="1026166" y="83221"/>
                  <a:pt x="1028925" y="81251"/>
                </a:cubicBezTo>
                <a:cubicBezTo>
                  <a:pt x="1031686" y="79279"/>
                  <a:pt x="1034841" y="77786"/>
                  <a:pt x="1038389" y="76772"/>
                </a:cubicBezTo>
                <a:cubicBezTo>
                  <a:pt x="1041939" y="75758"/>
                  <a:pt x="1045573" y="74913"/>
                  <a:pt x="1049292" y="74237"/>
                </a:cubicBezTo>
                <a:cubicBezTo>
                  <a:pt x="1053235" y="73450"/>
                  <a:pt x="1056981" y="72859"/>
                  <a:pt x="1060529" y="72466"/>
                </a:cubicBezTo>
                <a:cubicBezTo>
                  <a:pt x="1064078" y="72070"/>
                  <a:pt x="1067204" y="71506"/>
                  <a:pt x="1069908" y="70774"/>
                </a:cubicBezTo>
                <a:cubicBezTo>
                  <a:pt x="1072612" y="70042"/>
                  <a:pt x="1074752" y="68972"/>
                  <a:pt x="1076329" y="67566"/>
                </a:cubicBezTo>
                <a:cubicBezTo>
                  <a:pt x="1077907" y="66158"/>
                  <a:pt x="1078696" y="64102"/>
                  <a:pt x="1078696" y="61398"/>
                </a:cubicBezTo>
                <a:cubicBezTo>
                  <a:pt x="1078696" y="58245"/>
                  <a:pt x="1078105" y="55711"/>
                  <a:pt x="1076922" y="53796"/>
                </a:cubicBezTo>
                <a:cubicBezTo>
                  <a:pt x="1075739" y="51881"/>
                  <a:pt x="1074218" y="50417"/>
                  <a:pt x="1072358" y="49405"/>
                </a:cubicBezTo>
                <a:cubicBezTo>
                  <a:pt x="1070499" y="48390"/>
                  <a:pt x="1068415" y="47715"/>
                  <a:pt x="1066104" y="47378"/>
                </a:cubicBezTo>
                <a:cubicBezTo>
                  <a:pt x="1063796" y="47039"/>
                  <a:pt x="1061515" y="46870"/>
                  <a:pt x="1059263" y="46870"/>
                </a:cubicBezTo>
                <a:cubicBezTo>
                  <a:pt x="1053179" y="46870"/>
                  <a:pt x="1048110" y="48021"/>
                  <a:pt x="1044054" y="50323"/>
                </a:cubicBezTo>
                <a:cubicBezTo>
                  <a:pt x="1039999" y="52624"/>
                  <a:pt x="1037802" y="56975"/>
                  <a:pt x="1037463" y="63373"/>
                </a:cubicBezTo>
                <a:lnTo>
                  <a:pt x="1023098" y="63373"/>
                </a:lnTo>
                <a:cubicBezTo>
                  <a:pt x="1023323" y="57970"/>
                  <a:pt x="1024449" y="53411"/>
                  <a:pt x="1026476" y="49696"/>
                </a:cubicBezTo>
                <a:cubicBezTo>
                  <a:pt x="1028504" y="45981"/>
                  <a:pt x="1031208" y="42970"/>
                  <a:pt x="1034588" y="40663"/>
                </a:cubicBezTo>
                <a:cubicBezTo>
                  <a:pt x="1037968" y="38356"/>
                  <a:pt x="1041826" y="36696"/>
                  <a:pt x="1046164" y="35684"/>
                </a:cubicBezTo>
                <a:cubicBezTo>
                  <a:pt x="1050503" y="34669"/>
                  <a:pt x="1055150" y="34162"/>
                  <a:pt x="1060106" y="34162"/>
                </a:cubicBezTo>
                <a:cubicBezTo>
                  <a:pt x="1064050" y="34162"/>
                  <a:pt x="1067965" y="34444"/>
                  <a:pt x="1071852" y="35008"/>
                </a:cubicBezTo>
                <a:cubicBezTo>
                  <a:pt x="1075739" y="35570"/>
                  <a:pt x="1079260" y="36724"/>
                  <a:pt x="1082414" y="38471"/>
                </a:cubicBezTo>
                <a:cubicBezTo>
                  <a:pt x="1085569" y="40216"/>
                  <a:pt x="1088104" y="42666"/>
                  <a:pt x="1090019" y="45820"/>
                </a:cubicBezTo>
                <a:cubicBezTo>
                  <a:pt x="1091934" y="48973"/>
                  <a:pt x="1092892" y="53083"/>
                  <a:pt x="1092892" y="58151"/>
                </a:cubicBezTo>
                <a:lnTo>
                  <a:pt x="1092892" y="103085"/>
                </a:lnTo>
                <a:cubicBezTo>
                  <a:pt x="1092892" y="106464"/>
                  <a:pt x="1093088" y="108942"/>
                  <a:pt x="1093482" y="110519"/>
                </a:cubicBezTo>
                <a:cubicBezTo>
                  <a:pt x="1093877" y="112095"/>
                  <a:pt x="1095202" y="112883"/>
                  <a:pt x="1097456" y="112883"/>
                </a:cubicBezTo>
                <a:cubicBezTo>
                  <a:pt x="1098695" y="112883"/>
                  <a:pt x="1100160" y="112614"/>
                  <a:pt x="1101850" y="112074"/>
                </a:cubicBezTo>
                <a:lnTo>
                  <a:pt x="1101850" y="123229"/>
                </a:lnTo>
                <a:moveTo>
                  <a:pt x="1078528" y="78443"/>
                </a:moveTo>
                <a:cubicBezTo>
                  <a:pt x="1076725" y="79794"/>
                  <a:pt x="1074359" y="80779"/>
                  <a:pt x="1071429" y="81398"/>
                </a:cubicBezTo>
                <a:cubicBezTo>
                  <a:pt x="1068502" y="82017"/>
                  <a:pt x="1065432" y="82523"/>
                  <a:pt x="1062221" y="82917"/>
                </a:cubicBezTo>
                <a:cubicBezTo>
                  <a:pt x="1059010" y="83311"/>
                  <a:pt x="1055770" y="83761"/>
                  <a:pt x="1052502" y="84268"/>
                </a:cubicBezTo>
                <a:cubicBezTo>
                  <a:pt x="1049236" y="84773"/>
                  <a:pt x="1046307" y="85589"/>
                  <a:pt x="1043716" y="86715"/>
                </a:cubicBezTo>
                <a:cubicBezTo>
                  <a:pt x="1041126" y="87841"/>
                  <a:pt x="1039013" y="89445"/>
                  <a:pt x="1037378" y="91527"/>
                </a:cubicBezTo>
                <a:cubicBezTo>
                  <a:pt x="1035745" y="93609"/>
                  <a:pt x="1034928" y="96451"/>
                  <a:pt x="1034928" y="100052"/>
                </a:cubicBezTo>
                <a:cubicBezTo>
                  <a:pt x="1034928" y="102416"/>
                  <a:pt x="1035407" y="104414"/>
                  <a:pt x="1036365" y="106047"/>
                </a:cubicBezTo>
                <a:cubicBezTo>
                  <a:pt x="1037322" y="107679"/>
                  <a:pt x="1038562" y="109001"/>
                  <a:pt x="1040083" y="110013"/>
                </a:cubicBezTo>
                <a:cubicBezTo>
                  <a:pt x="1041605" y="111026"/>
                  <a:pt x="1043379" y="111757"/>
                  <a:pt x="1045406" y="112208"/>
                </a:cubicBezTo>
                <a:cubicBezTo>
                  <a:pt x="1047434" y="112658"/>
                  <a:pt x="1049574" y="112883"/>
                  <a:pt x="1051826" y="112883"/>
                </a:cubicBezTo>
                <a:cubicBezTo>
                  <a:pt x="1056559" y="112883"/>
                  <a:pt x="1060615" y="112236"/>
                  <a:pt x="1063995" y="110942"/>
                </a:cubicBezTo>
                <a:cubicBezTo>
                  <a:pt x="1067375" y="109647"/>
                  <a:pt x="1070135" y="108016"/>
                  <a:pt x="1072275" y="106047"/>
                </a:cubicBezTo>
                <a:cubicBezTo>
                  <a:pt x="1074415" y="104077"/>
                  <a:pt x="1075993" y="101939"/>
                  <a:pt x="1077007" y="99632"/>
                </a:cubicBezTo>
                <a:cubicBezTo>
                  <a:pt x="1078021" y="97323"/>
                  <a:pt x="1078528" y="95156"/>
                  <a:pt x="1078528" y="93131"/>
                </a:cubicBezTo>
                <a:lnTo>
                  <a:pt x="1078528" y="78443"/>
                </a:lnTo>
                <a:close/>
                <a:moveTo>
                  <a:pt x="1190571" y="116156"/>
                </a:moveTo>
                <a:lnTo>
                  <a:pt x="1190571" y="36192"/>
                </a:lnTo>
                <a:lnTo>
                  <a:pt x="1177051" y="36192"/>
                </a:lnTo>
                <a:lnTo>
                  <a:pt x="1177051" y="48701"/>
                </a:lnTo>
                <a:lnTo>
                  <a:pt x="1176883" y="48701"/>
                </a:lnTo>
                <a:cubicBezTo>
                  <a:pt x="1174292" y="43854"/>
                  <a:pt x="1170687" y="40220"/>
                  <a:pt x="1166068" y="37798"/>
                </a:cubicBezTo>
                <a:cubicBezTo>
                  <a:pt x="1161449" y="35374"/>
                  <a:pt x="1156378" y="34162"/>
                  <a:pt x="1150857" y="34162"/>
                </a:cubicBezTo>
                <a:cubicBezTo>
                  <a:pt x="1143308" y="34162"/>
                  <a:pt x="1136942" y="35599"/>
                  <a:pt x="1131759" y="38474"/>
                </a:cubicBezTo>
                <a:cubicBezTo>
                  <a:pt x="1126578" y="41346"/>
                  <a:pt x="1122410" y="45009"/>
                  <a:pt x="1119255" y="49461"/>
                </a:cubicBezTo>
                <a:cubicBezTo>
                  <a:pt x="1116101" y="53914"/>
                  <a:pt x="1113847" y="58873"/>
                  <a:pt x="1112494" y="64340"/>
                </a:cubicBezTo>
                <a:cubicBezTo>
                  <a:pt x="1111143" y="69805"/>
                  <a:pt x="1110467" y="75129"/>
                  <a:pt x="1110467" y="80312"/>
                </a:cubicBezTo>
                <a:cubicBezTo>
                  <a:pt x="1110467" y="86286"/>
                  <a:pt x="1111284" y="91950"/>
                  <a:pt x="1112917" y="97303"/>
                </a:cubicBezTo>
                <a:cubicBezTo>
                  <a:pt x="1114552" y="102656"/>
                  <a:pt x="1117002" y="107334"/>
                  <a:pt x="1120269" y="111336"/>
                </a:cubicBezTo>
                <a:cubicBezTo>
                  <a:pt x="1123537" y="115337"/>
                  <a:pt x="1127593" y="118520"/>
                  <a:pt x="1132437" y="120888"/>
                </a:cubicBezTo>
                <a:cubicBezTo>
                  <a:pt x="1137282" y="123253"/>
                  <a:pt x="1142971" y="124436"/>
                  <a:pt x="1149505" y="124436"/>
                </a:cubicBezTo>
                <a:cubicBezTo>
                  <a:pt x="1155137" y="124436"/>
                  <a:pt x="1160460" y="123169"/>
                  <a:pt x="1165472" y="120635"/>
                </a:cubicBezTo>
                <a:cubicBezTo>
                  <a:pt x="1170487" y="118099"/>
                  <a:pt x="1174234" y="114127"/>
                  <a:pt x="1176713" y="108719"/>
                </a:cubicBezTo>
                <a:lnTo>
                  <a:pt x="1177051" y="108719"/>
                </a:lnTo>
                <a:lnTo>
                  <a:pt x="1177051" y="114464"/>
                </a:lnTo>
                <a:cubicBezTo>
                  <a:pt x="1177051" y="119309"/>
                  <a:pt x="1176572" y="123756"/>
                  <a:pt x="1175614" y="127806"/>
                </a:cubicBezTo>
                <a:cubicBezTo>
                  <a:pt x="1174657" y="131856"/>
                  <a:pt x="1173108" y="135315"/>
                  <a:pt x="1170968" y="138183"/>
                </a:cubicBezTo>
                <a:cubicBezTo>
                  <a:pt x="1168827" y="141050"/>
                  <a:pt x="1166123" y="143299"/>
                  <a:pt x="1162855" y="144928"/>
                </a:cubicBezTo>
                <a:cubicBezTo>
                  <a:pt x="1159589" y="146560"/>
                  <a:pt x="1155589" y="147376"/>
                  <a:pt x="1150857" y="147376"/>
                </a:cubicBezTo>
                <a:cubicBezTo>
                  <a:pt x="1148491" y="147376"/>
                  <a:pt x="1146013" y="147122"/>
                  <a:pt x="1143422" y="146615"/>
                </a:cubicBezTo>
                <a:cubicBezTo>
                  <a:pt x="1140832" y="146108"/>
                  <a:pt x="1138438" y="145290"/>
                  <a:pt x="1136241" y="144163"/>
                </a:cubicBezTo>
                <a:cubicBezTo>
                  <a:pt x="1134044" y="143037"/>
                  <a:pt x="1132185" y="141572"/>
                  <a:pt x="1130663" y="139769"/>
                </a:cubicBezTo>
                <a:cubicBezTo>
                  <a:pt x="1129143" y="137967"/>
                  <a:pt x="1128327" y="135771"/>
                  <a:pt x="1128213" y="133180"/>
                </a:cubicBezTo>
                <a:lnTo>
                  <a:pt x="1113848" y="133180"/>
                </a:lnTo>
                <a:cubicBezTo>
                  <a:pt x="1114073" y="137911"/>
                  <a:pt x="1115312" y="141912"/>
                  <a:pt x="1117564" y="145184"/>
                </a:cubicBezTo>
                <a:cubicBezTo>
                  <a:pt x="1119817" y="148457"/>
                  <a:pt x="1122662" y="151113"/>
                  <a:pt x="1126099" y="153152"/>
                </a:cubicBezTo>
                <a:cubicBezTo>
                  <a:pt x="1129535" y="155191"/>
                  <a:pt x="1133366" y="156663"/>
                  <a:pt x="1137589" y="157569"/>
                </a:cubicBezTo>
                <a:cubicBezTo>
                  <a:pt x="1141815" y="158475"/>
                  <a:pt x="1145956" y="158928"/>
                  <a:pt x="1150013" y="158928"/>
                </a:cubicBezTo>
                <a:cubicBezTo>
                  <a:pt x="1163983" y="158928"/>
                  <a:pt x="1174235" y="155377"/>
                  <a:pt x="1180769" y="148276"/>
                </a:cubicBezTo>
                <a:cubicBezTo>
                  <a:pt x="1187303" y="141176"/>
                  <a:pt x="1190571" y="130469"/>
                  <a:pt x="1190571" y="116156"/>
                </a:cubicBezTo>
                <a:moveTo>
                  <a:pt x="1150351" y="111893"/>
                </a:moveTo>
                <a:cubicBezTo>
                  <a:pt x="1145619" y="111893"/>
                  <a:pt x="1141675" y="110908"/>
                  <a:pt x="1138520" y="108938"/>
                </a:cubicBezTo>
                <a:cubicBezTo>
                  <a:pt x="1135367" y="106968"/>
                  <a:pt x="1132833" y="104378"/>
                  <a:pt x="1130916" y="101169"/>
                </a:cubicBezTo>
                <a:cubicBezTo>
                  <a:pt x="1129001" y="97959"/>
                  <a:pt x="1127649" y="94384"/>
                  <a:pt x="1126860" y="90444"/>
                </a:cubicBezTo>
                <a:cubicBezTo>
                  <a:pt x="1126072" y="86504"/>
                  <a:pt x="1125679" y="82563"/>
                  <a:pt x="1125679" y="78621"/>
                </a:cubicBezTo>
                <a:cubicBezTo>
                  <a:pt x="1125679" y="74455"/>
                  <a:pt x="1126157" y="70458"/>
                  <a:pt x="1127115" y="66630"/>
                </a:cubicBezTo>
                <a:cubicBezTo>
                  <a:pt x="1128072" y="62802"/>
                  <a:pt x="1129593" y="59424"/>
                  <a:pt x="1131677" y="56496"/>
                </a:cubicBezTo>
                <a:cubicBezTo>
                  <a:pt x="1133762" y="53568"/>
                  <a:pt x="1136438" y="51232"/>
                  <a:pt x="1139704" y="49487"/>
                </a:cubicBezTo>
                <a:cubicBezTo>
                  <a:pt x="1142972" y="47742"/>
                  <a:pt x="1146916" y="46870"/>
                  <a:pt x="1151535" y="46870"/>
                </a:cubicBezTo>
                <a:cubicBezTo>
                  <a:pt x="1156041" y="46870"/>
                  <a:pt x="1159871" y="47771"/>
                  <a:pt x="1163025" y="49572"/>
                </a:cubicBezTo>
                <a:cubicBezTo>
                  <a:pt x="1166180" y="51374"/>
                  <a:pt x="1168742" y="53767"/>
                  <a:pt x="1170712" y="56751"/>
                </a:cubicBezTo>
                <a:cubicBezTo>
                  <a:pt x="1172684" y="59734"/>
                  <a:pt x="1174120" y="63083"/>
                  <a:pt x="1175021" y="66800"/>
                </a:cubicBezTo>
                <a:cubicBezTo>
                  <a:pt x="1175924" y="70515"/>
                  <a:pt x="1176375" y="74287"/>
                  <a:pt x="1176375" y="78115"/>
                </a:cubicBezTo>
                <a:cubicBezTo>
                  <a:pt x="1176375" y="82169"/>
                  <a:pt x="1175896" y="86223"/>
                  <a:pt x="1174939" y="90276"/>
                </a:cubicBezTo>
                <a:cubicBezTo>
                  <a:pt x="1173981" y="94328"/>
                  <a:pt x="1172488" y="97959"/>
                  <a:pt x="1170460" y="101169"/>
                </a:cubicBezTo>
                <a:cubicBezTo>
                  <a:pt x="1168433" y="104378"/>
                  <a:pt x="1165757" y="106968"/>
                  <a:pt x="1162432" y="108938"/>
                </a:cubicBezTo>
                <a:cubicBezTo>
                  <a:pt x="1159109" y="110908"/>
                  <a:pt x="1155082" y="111893"/>
                  <a:pt x="1150351" y="111893"/>
                </a:cubicBezTo>
                <a:close/>
                <a:moveTo>
                  <a:pt x="1282842" y="156948"/>
                </a:moveTo>
                <a:lnTo>
                  <a:pt x="1293827" y="156948"/>
                </a:lnTo>
                <a:cubicBezTo>
                  <a:pt x="1285828" y="143982"/>
                  <a:pt x="1280110" y="131129"/>
                  <a:pt x="1276674" y="118389"/>
                </a:cubicBezTo>
                <a:cubicBezTo>
                  <a:pt x="1273237" y="105647"/>
                  <a:pt x="1271519" y="92173"/>
                  <a:pt x="1271519" y="77966"/>
                </a:cubicBezTo>
                <a:cubicBezTo>
                  <a:pt x="1271519" y="64098"/>
                  <a:pt x="1273209" y="50850"/>
                  <a:pt x="1276589" y="38223"/>
                </a:cubicBezTo>
                <a:cubicBezTo>
                  <a:pt x="1279970" y="25595"/>
                  <a:pt x="1285716" y="12854"/>
                  <a:pt x="1293827" y="0"/>
                </a:cubicBezTo>
                <a:lnTo>
                  <a:pt x="1282842" y="0"/>
                </a:lnTo>
                <a:cubicBezTo>
                  <a:pt x="1274054" y="11613"/>
                  <a:pt x="1267434" y="24184"/>
                  <a:pt x="1262984" y="37715"/>
                </a:cubicBezTo>
                <a:cubicBezTo>
                  <a:pt x="1258535" y="51245"/>
                  <a:pt x="1256310" y="64662"/>
                  <a:pt x="1256310" y="77966"/>
                </a:cubicBezTo>
                <a:cubicBezTo>
                  <a:pt x="1256310" y="85408"/>
                  <a:pt x="1256930" y="92511"/>
                  <a:pt x="1258169" y="99276"/>
                </a:cubicBezTo>
                <a:cubicBezTo>
                  <a:pt x="1259409" y="106041"/>
                  <a:pt x="1261183" y="112637"/>
                  <a:pt x="1263492" y="119065"/>
                </a:cubicBezTo>
                <a:cubicBezTo>
                  <a:pt x="1265802" y="125491"/>
                  <a:pt x="1268590" y="131832"/>
                  <a:pt x="1271857" y="138090"/>
                </a:cubicBezTo>
                <a:cubicBezTo>
                  <a:pt x="1275125" y="144347"/>
                  <a:pt x="1278786" y="150633"/>
                  <a:pt x="1282842" y="156948"/>
                </a:cubicBezTo>
                <a:close/>
                <a:moveTo>
                  <a:pt x="1318332" y="34894"/>
                </a:moveTo>
                <a:cubicBezTo>
                  <a:pt x="1318332" y="31858"/>
                  <a:pt x="1318895" y="29215"/>
                  <a:pt x="1320021" y="26965"/>
                </a:cubicBezTo>
                <a:cubicBezTo>
                  <a:pt x="1321149" y="24715"/>
                  <a:pt x="1322642" y="22802"/>
                  <a:pt x="1324500" y="21228"/>
                </a:cubicBezTo>
                <a:cubicBezTo>
                  <a:pt x="1326359" y="19653"/>
                  <a:pt x="1328583" y="18472"/>
                  <a:pt x="1331174" y="17684"/>
                </a:cubicBezTo>
                <a:cubicBezTo>
                  <a:pt x="1333766" y="16897"/>
                  <a:pt x="1336470" y="16503"/>
                  <a:pt x="1339286" y="16503"/>
                </a:cubicBezTo>
                <a:cubicBezTo>
                  <a:pt x="1345145" y="16503"/>
                  <a:pt x="1349961" y="18051"/>
                  <a:pt x="1353735" y="21145"/>
                </a:cubicBezTo>
                <a:cubicBezTo>
                  <a:pt x="1357510" y="24238"/>
                  <a:pt x="1359397" y="28821"/>
                  <a:pt x="1359397" y="34894"/>
                </a:cubicBezTo>
                <a:cubicBezTo>
                  <a:pt x="1359397" y="40970"/>
                  <a:pt x="1357538" y="45695"/>
                  <a:pt x="1353820" y="49069"/>
                </a:cubicBezTo>
                <a:cubicBezTo>
                  <a:pt x="1350103" y="52444"/>
                  <a:pt x="1345371" y="54131"/>
                  <a:pt x="1339624" y="54131"/>
                </a:cubicBezTo>
                <a:cubicBezTo>
                  <a:pt x="1336695" y="54131"/>
                  <a:pt x="1333935" y="53738"/>
                  <a:pt x="1331344" y="52950"/>
                </a:cubicBezTo>
                <a:cubicBezTo>
                  <a:pt x="1328753" y="52163"/>
                  <a:pt x="1326500" y="50982"/>
                  <a:pt x="1324585" y="49407"/>
                </a:cubicBezTo>
                <a:cubicBezTo>
                  <a:pt x="1322670" y="47832"/>
                  <a:pt x="1321149" y="45836"/>
                  <a:pt x="1320021" y="43417"/>
                </a:cubicBezTo>
                <a:cubicBezTo>
                  <a:pt x="1318895" y="40998"/>
                  <a:pt x="1318332" y="38157"/>
                  <a:pt x="1318332" y="34894"/>
                </a:cubicBezTo>
                <a:moveTo>
                  <a:pt x="1303123" y="34376"/>
                </a:moveTo>
                <a:cubicBezTo>
                  <a:pt x="1303123" y="39783"/>
                  <a:pt x="1304644" y="44767"/>
                  <a:pt x="1307685" y="49330"/>
                </a:cubicBezTo>
                <a:cubicBezTo>
                  <a:pt x="1310728" y="53892"/>
                  <a:pt x="1314784" y="57187"/>
                  <a:pt x="1319854" y="59214"/>
                </a:cubicBezTo>
                <a:cubicBezTo>
                  <a:pt x="1313094" y="61579"/>
                  <a:pt x="1307911" y="65380"/>
                  <a:pt x="1304304" y="70617"/>
                </a:cubicBezTo>
                <a:cubicBezTo>
                  <a:pt x="1300699" y="75851"/>
                  <a:pt x="1298897" y="82016"/>
                  <a:pt x="1298897" y="89111"/>
                </a:cubicBezTo>
                <a:cubicBezTo>
                  <a:pt x="1298897" y="95191"/>
                  <a:pt x="1299939" y="100512"/>
                  <a:pt x="1302022" y="105073"/>
                </a:cubicBezTo>
                <a:cubicBezTo>
                  <a:pt x="1304107" y="109633"/>
                  <a:pt x="1306981" y="113434"/>
                  <a:pt x="1310643" y="116476"/>
                </a:cubicBezTo>
                <a:cubicBezTo>
                  <a:pt x="1314304" y="119515"/>
                  <a:pt x="1318613" y="121767"/>
                  <a:pt x="1323569" y="123232"/>
                </a:cubicBezTo>
                <a:cubicBezTo>
                  <a:pt x="1328527" y="124695"/>
                  <a:pt x="1333880" y="125426"/>
                  <a:pt x="1339627" y="125426"/>
                </a:cubicBezTo>
                <a:cubicBezTo>
                  <a:pt x="1345147" y="125426"/>
                  <a:pt x="1350329" y="124638"/>
                  <a:pt x="1355173" y="123061"/>
                </a:cubicBezTo>
                <a:cubicBezTo>
                  <a:pt x="1360018" y="121485"/>
                  <a:pt x="1364214" y="119149"/>
                  <a:pt x="1367762" y="116053"/>
                </a:cubicBezTo>
                <a:cubicBezTo>
                  <a:pt x="1371312" y="112955"/>
                  <a:pt x="1374129" y="109154"/>
                  <a:pt x="1376213" y="104650"/>
                </a:cubicBezTo>
                <a:cubicBezTo>
                  <a:pt x="1378298" y="100146"/>
                  <a:pt x="1379341" y="94966"/>
                  <a:pt x="1379341" y="89111"/>
                </a:cubicBezTo>
                <a:cubicBezTo>
                  <a:pt x="1379341" y="81679"/>
                  <a:pt x="1377594" y="75402"/>
                  <a:pt x="1374101" y="70279"/>
                </a:cubicBezTo>
                <a:cubicBezTo>
                  <a:pt x="1370609" y="65154"/>
                  <a:pt x="1365258" y="61466"/>
                  <a:pt x="1358046" y="59214"/>
                </a:cubicBezTo>
                <a:cubicBezTo>
                  <a:pt x="1363116" y="56962"/>
                  <a:pt x="1367144" y="53611"/>
                  <a:pt x="1370130" y="49162"/>
                </a:cubicBezTo>
                <a:cubicBezTo>
                  <a:pt x="1373116" y="44711"/>
                  <a:pt x="1374609" y="39783"/>
                  <a:pt x="1374609" y="34376"/>
                </a:cubicBezTo>
                <a:cubicBezTo>
                  <a:pt x="1374609" y="30548"/>
                  <a:pt x="1373932" y="26803"/>
                  <a:pt x="1372579" y="23143"/>
                </a:cubicBezTo>
                <a:cubicBezTo>
                  <a:pt x="1371228" y="19482"/>
                  <a:pt x="1369116" y="16215"/>
                  <a:pt x="1366244" y="13342"/>
                </a:cubicBezTo>
                <a:cubicBezTo>
                  <a:pt x="1363371" y="10469"/>
                  <a:pt x="1359625" y="8161"/>
                  <a:pt x="1355006" y="6416"/>
                </a:cubicBezTo>
                <a:cubicBezTo>
                  <a:pt x="1350387" y="4669"/>
                  <a:pt x="1344810" y="3796"/>
                  <a:pt x="1338275" y="3796"/>
                </a:cubicBezTo>
                <a:cubicBezTo>
                  <a:pt x="1333656" y="3796"/>
                  <a:pt x="1329234" y="4472"/>
                  <a:pt x="1325008" y="5825"/>
                </a:cubicBezTo>
                <a:cubicBezTo>
                  <a:pt x="1320783" y="7176"/>
                  <a:pt x="1317036" y="9147"/>
                  <a:pt x="1313768" y="11738"/>
                </a:cubicBezTo>
                <a:cubicBezTo>
                  <a:pt x="1310502" y="14327"/>
                  <a:pt x="1307911" y="17508"/>
                  <a:pt x="1305996" y="21282"/>
                </a:cubicBezTo>
                <a:cubicBezTo>
                  <a:pt x="1304081" y="25055"/>
                  <a:pt x="1303123" y="29420"/>
                  <a:pt x="1303123" y="34376"/>
                </a:cubicBezTo>
                <a:moveTo>
                  <a:pt x="1314108" y="89776"/>
                </a:moveTo>
                <a:cubicBezTo>
                  <a:pt x="1314108" y="86291"/>
                  <a:pt x="1314755" y="83144"/>
                  <a:pt x="1316050" y="80333"/>
                </a:cubicBezTo>
                <a:cubicBezTo>
                  <a:pt x="1317346" y="77521"/>
                  <a:pt x="1319149" y="75103"/>
                  <a:pt x="1321457" y="73079"/>
                </a:cubicBezTo>
                <a:cubicBezTo>
                  <a:pt x="1323768" y="71056"/>
                  <a:pt x="1326472" y="69510"/>
                  <a:pt x="1329570" y="68443"/>
                </a:cubicBezTo>
                <a:cubicBezTo>
                  <a:pt x="1332669" y="67374"/>
                  <a:pt x="1335965" y="66839"/>
                  <a:pt x="1339456" y="66839"/>
                </a:cubicBezTo>
                <a:cubicBezTo>
                  <a:pt x="1342836" y="66839"/>
                  <a:pt x="1346018" y="67429"/>
                  <a:pt x="1349003" y="68610"/>
                </a:cubicBezTo>
                <a:cubicBezTo>
                  <a:pt x="1351989" y="69791"/>
                  <a:pt x="1354609" y="71394"/>
                  <a:pt x="1356862" y="73417"/>
                </a:cubicBezTo>
                <a:cubicBezTo>
                  <a:pt x="1359116" y="75440"/>
                  <a:pt x="1360890" y="77830"/>
                  <a:pt x="1362185" y="80586"/>
                </a:cubicBezTo>
                <a:cubicBezTo>
                  <a:pt x="1363481" y="83340"/>
                  <a:pt x="1364129" y="86347"/>
                  <a:pt x="1364129" y="89608"/>
                </a:cubicBezTo>
                <a:cubicBezTo>
                  <a:pt x="1364129" y="92981"/>
                  <a:pt x="1363538" y="96073"/>
                  <a:pt x="1362355" y="98884"/>
                </a:cubicBezTo>
                <a:cubicBezTo>
                  <a:pt x="1361172" y="101695"/>
                  <a:pt x="1359482" y="104140"/>
                  <a:pt x="1357285" y="106220"/>
                </a:cubicBezTo>
                <a:cubicBezTo>
                  <a:pt x="1355088" y="108300"/>
                  <a:pt x="1352497" y="109931"/>
                  <a:pt x="1349511" y="111112"/>
                </a:cubicBezTo>
                <a:cubicBezTo>
                  <a:pt x="1346526" y="112293"/>
                  <a:pt x="1343232" y="112883"/>
                  <a:pt x="1339627" y="112883"/>
                </a:cubicBezTo>
                <a:cubicBezTo>
                  <a:pt x="1332190" y="112883"/>
                  <a:pt x="1326078" y="110832"/>
                  <a:pt x="1321290" y="106728"/>
                </a:cubicBezTo>
                <a:cubicBezTo>
                  <a:pt x="1316502" y="102623"/>
                  <a:pt x="1314108" y="96972"/>
                  <a:pt x="1314108" y="89776"/>
                </a:cubicBezTo>
                <a:close/>
                <a:moveTo>
                  <a:pt x="1408745" y="94730"/>
                </a:moveTo>
                <a:lnTo>
                  <a:pt x="1394379" y="94730"/>
                </a:lnTo>
                <a:cubicBezTo>
                  <a:pt x="1395282" y="105074"/>
                  <a:pt x="1399056" y="112776"/>
                  <a:pt x="1405702" y="117837"/>
                </a:cubicBezTo>
                <a:cubicBezTo>
                  <a:pt x="1412350" y="122896"/>
                  <a:pt x="1420687" y="125426"/>
                  <a:pt x="1430715" y="125426"/>
                </a:cubicBezTo>
                <a:cubicBezTo>
                  <a:pt x="1445248" y="125426"/>
                  <a:pt x="1455810" y="119879"/>
                  <a:pt x="1462399" y="108786"/>
                </a:cubicBezTo>
                <a:cubicBezTo>
                  <a:pt x="1468990" y="97693"/>
                  <a:pt x="1472286" y="81785"/>
                  <a:pt x="1472286" y="61063"/>
                </a:cubicBezTo>
                <a:cubicBezTo>
                  <a:pt x="1472286" y="49689"/>
                  <a:pt x="1471187" y="40314"/>
                  <a:pt x="1468990" y="32937"/>
                </a:cubicBezTo>
                <a:cubicBezTo>
                  <a:pt x="1466793" y="25561"/>
                  <a:pt x="1463835" y="19733"/>
                  <a:pt x="1460117" y="15454"/>
                </a:cubicBezTo>
                <a:cubicBezTo>
                  <a:pt x="1456400" y="11173"/>
                  <a:pt x="1452063" y="8161"/>
                  <a:pt x="1447105" y="6416"/>
                </a:cubicBezTo>
                <a:cubicBezTo>
                  <a:pt x="1442149" y="4669"/>
                  <a:pt x="1436854" y="3796"/>
                  <a:pt x="1431220" y="3796"/>
                </a:cubicBezTo>
                <a:cubicBezTo>
                  <a:pt x="1425475" y="3796"/>
                  <a:pt x="1420179" y="4753"/>
                  <a:pt x="1415333" y="6668"/>
                </a:cubicBezTo>
                <a:cubicBezTo>
                  <a:pt x="1410489" y="8582"/>
                  <a:pt x="1406320" y="11256"/>
                  <a:pt x="1402827" y="14691"/>
                </a:cubicBezTo>
                <a:cubicBezTo>
                  <a:pt x="1399335" y="18125"/>
                  <a:pt x="1396632" y="22236"/>
                  <a:pt x="1394717" y="27022"/>
                </a:cubicBezTo>
                <a:cubicBezTo>
                  <a:pt x="1392802" y="31808"/>
                  <a:pt x="1391844" y="37072"/>
                  <a:pt x="1391844" y="42814"/>
                </a:cubicBezTo>
                <a:cubicBezTo>
                  <a:pt x="1391844" y="48671"/>
                  <a:pt x="1392661" y="54076"/>
                  <a:pt x="1394294" y="59031"/>
                </a:cubicBezTo>
                <a:cubicBezTo>
                  <a:pt x="1395929" y="63985"/>
                  <a:pt x="1398351" y="68208"/>
                  <a:pt x="1401561" y="71700"/>
                </a:cubicBezTo>
                <a:cubicBezTo>
                  <a:pt x="1404772" y="75189"/>
                  <a:pt x="1408743" y="77920"/>
                  <a:pt x="1413474" y="79892"/>
                </a:cubicBezTo>
                <a:cubicBezTo>
                  <a:pt x="1418207" y="81862"/>
                  <a:pt x="1423615" y="82847"/>
                  <a:pt x="1429699" y="82847"/>
                </a:cubicBezTo>
                <a:cubicBezTo>
                  <a:pt x="1435558" y="82847"/>
                  <a:pt x="1440965" y="81354"/>
                  <a:pt x="1445921" y="78368"/>
                </a:cubicBezTo>
                <a:cubicBezTo>
                  <a:pt x="1450879" y="75382"/>
                  <a:pt x="1454710" y="71354"/>
                  <a:pt x="1457414" y="66284"/>
                </a:cubicBezTo>
                <a:lnTo>
                  <a:pt x="1457752" y="66622"/>
                </a:lnTo>
                <a:cubicBezTo>
                  <a:pt x="1457302" y="82276"/>
                  <a:pt x="1454880" y="93900"/>
                  <a:pt x="1450486" y="101494"/>
                </a:cubicBezTo>
                <a:cubicBezTo>
                  <a:pt x="1446091" y="109087"/>
                  <a:pt x="1439501" y="112883"/>
                  <a:pt x="1430715" y="112883"/>
                </a:cubicBezTo>
                <a:cubicBezTo>
                  <a:pt x="1424968" y="112883"/>
                  <a:pt x="1420010" y="111315"/>
                  <a:pt x="1415841" y="108177"/>
                </a:cubicBezTo>
                <a:cubicBezTo>
                  <a:pt x="1411674" y="105040"/>
                  <a:pt x="1409309" y="100557"/>
                  <a:pt x="1408745" y="94730"/>
                </a:cubicBezTo>
                <a:moveTo>
                  <a:pt x="1455217" y="43827"/>
                </a:moveTo>
                <a:cubicBezTo>
                  <a:pt x="1455217" y="47313"/>
                  <a:pt x="1454654" y="50659"/>
                  <a:pt x="1453526" y="53863"/>
                </a:cubicBezTo>
                <a:cubicBezTo>
                  <a:pt x="1452400" y="57067"/>
                  <a:pt x="1450767" y="59879"/>
                  <a:pt x="1448626" y="62298"/>
                </a:cubicBezTo>
                <a:cubicBezTo>
                  <a:pt x="1446486" y="64715"/>
                  <a:pt x="1443894" y="66627"/>
                  <a:pt x="1440852" y="68033"/>
                </a:cubicBezTo>
                <a:cubicBezTo>
                  <a:pt x="1437811" y="69437"/>
                  <a:pt x="1434431" y="70140"/>
                  <a:pt x="1430712" y="70140"/>
                </a:cubicBezTo>
                <a:cubicBezTo>
                  <a:pt x="1427221" y="70140"/>
                  <a:pt x="1424038" y="69437"/>
                  <a:pt x="1421164" y="68033"/>
                </a:cubicBezTo>
                <a:cubicBezTo>
                  <a:pt x="1418291" y="66627"/>
                  <a:pt x="1415812" y="64743"/>
                  <a:pt x="1413727" y="62383"/>
                </a:cubicBezTo>
                <a:cubicBezTo>
                  <a:pt x="1411643" y="60021"/>
                  <a:pt x="1410010" y="57322"/>
                  <a:pt x="1408827" y="54286"/>
                </a:cubicBezTo>
                <a:cubicBezTo>
                  <a:pt x="1407645" y="51250"/>
                  <a:pt x="1407053" y="48101"/>
                  <a:pt x="1407053" y="44840"/>
                </a:cubicBezTo>
                <a:cubicBezTo>
                  <a:pt x="1407053" y="41129"/>
                  <a:pt x="1407475" y="37587"/>
                  <a:pt x="1408319" y="34214"/>
                </a:cubicBezTo>
                <a:cubicBezTo>
                  <a:pt x="1409165" y="30841"/>
                  <a:pt x="1410517" y="27833"/>
                  <a:pt x="1412375" y="25191"/>
                </a:cubicBezTo>
                <a:cubicBezTo>
                  <a:pt x="1414236" y="22547"/>
                  <a:pt x="1416658" y="20438"/>
                  <a:pt x="1419642" y="18865"/>
                </a:cubicBezTo>
                <a:cubicBezTo>
                  <a:pt x="1422628" y="17291"/>
                  <a:pt x="1426262" y="16503"/>
                  <a:pt x="1430545" y="16503"/>
                </a:cubicBezTo>
                <a:cubicBezTo>
                  <a:pt x="1434600" y="16503"/>
                  <a:pt x="1438148" y="17235"/>
                  <a:pt x="1441189" y="18698"/>
                </a:cubicBezTo>
                <a:cubicBezTo>
                  <a:pt x="1444232" y="20159"/>
                  <a:pt x="1446795" y="22155"/>
                  <a:pt x="1448879" y="24686"/>
                </a:cubicBezTo>
                <a:cubicBezTo>
                  <a:pt x="1450964" y="27214"/>
                  <a:pt x="1452542" y="30109"/>
                  <a:pt x="1453611" y="33370"/>
                </a:cubicBezTo>
                <a:cubicBezTo>
                  <a:pt x="1454682" y="36632"/>
                  <a:pt x="1455217" y="40117"/>
                  <a:pt x="1455217" y="43827"/>
                </a:cubicBezTo>
                <a:close/>
                <a:moveTo>
                  <a:pt x="1478539" y="156948"/>
                </a:moveTo>
                <a:lnTo>
                  <a:pt x="1489354" y="156948"/>
                </a:lnTo>
                <a:cubicBezTo>
                  <a:pt x="1498142" y="145335"/>
                  <a:pt x="1504761" y="132792"/>
                  <a:pt x="1509212" y="119320"/>
                </a:cubicBezTo>
                <a:cubicBezTo>
                  <a:pt x="1513663" y="105845"/>
                  <a:pt x="1515888" y="92455"/>
                  <a:pt x="1515888" y="79149"/>
                </a:cubicBezTo>
                <a:cubicBezTo>
                  <a:pt x="1515888" y="71709"/>
                  <a:pt x="1515269" y="64607"/>
                  <a:pt x="1514029" y="57842"/>
                </a:cubicBezTo>
                <a:cubicBezTo>
                  <a:pt x="1512790" y="51076"/>
                  <a:pt x="1511015" y="44451"/>
                  <a:pt x="1508704" y="37968"/>
                </a:cubicBezTo>
                <a:cubicBezTo>
                  <a:pt x="1506395" y="31485"/>
                  <a:pt x="1503607" y="25115"/>
                  <a:pt x="1500339" y="18858"/>
                </a:cubicBezTo>
                <a:cubicBezTo>
                  <a:pt x="1497073" y="12600"/>
                  <a:pt x="1493411" y="6314"/>
                  <a:pt x="1489354" y="0"/>
                </a:cubicBezTo>
                <a:lnTo>
                  <a:pt x="1478539" y="0"/>
                </a:lnTo>
                <a:cubicBezTo>
                  <a:pt x="1486426" y="12966"/>
                  <a:pt x="1492087" y="25847"/>
                  <a:pt x="1495522" y="38644"/>
                </a:cubicBezTo>
                <a:cubicBezTo>
                  <a:pt x="1498959" y="51441"/>
                  <a:pt x="1500677" y="64943"/>
                  <a:pt x="1500677" y="79149"/>
                </a:cubicBezTo>
                <a:cubicBezTo>
                  <a:pt x="1500677" y="92906"/>
                  <a:pt x="1498987" y="106127"/>
                  <a:pt x="1495607" y="118812"/>
                </a:cubicBezTo>
                <a:cubicBezTo>
                  <a:pt x="1492227" y="131495"/>
                  <a:pt x="1486538" y="144207"/>
                  <a:pt x="1478539" y="156948"/>
                </a:cubicBezTo>
                <a:close/>
              </a:path>
            </a:pathLst>
          </a:custGeom>
          <a:solidFill xmlns:a="http://schemas.openxmlformats.org/drawingml/2006/main">
            <a:srgbClr val="FF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|Std(24)">
            <a:extLst xmlns:a="http://schemas.openxmlformats.org/drawingml/2006/main">
              <a:ext uri="{FF2B5EF4-FFF2-40B4-BE49-F238E27FC236}">
                <a16:creationId xmlns:a16="http://schemas.microsoft.com/office/drawing/2014/main" id="{6ED78A29-13EE-4CED-954D-AEF1CC02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8135" y="1709311"/>
            <a:ext cx="648944" cy="168830"/>
          </a:xfrm>
          <a:custGeom xmlns:a="http://schemas.openxmlformats.org/drawingml/2006/main">
            <a:pathLst>
              <a:path w="648944" h="168830">
                <a:moveTo>
                  <a:pt x="0" y="0"/>
                </a:moveTo>
                <a:lnTo>
                  <a:pt x="0" y="168830"/>
                </a:lnTo>
                <a:lnTo>
                  <a:pt x="11493" y="168830"/>
                </a:lnTo>
                <a:lnTo>
                  <a:pt x="11493" y="0"/>
                </a:lnTo>
                <a:lnTo>
                  <a:pt x="0" y="0"/>
                </a:lnTo>
                <a:close/>
                <a:moveTo>
                  <a:pt x="154462" y="47447"/>
                </a:moveTo>
                <a:lnTo>
                  <a:pt x="169671" y="47447"/>
                </a:lnTo>
                <a:cubicBezTo>
                  <a:pt x="169445" y="40801"/>
                  <a:pt x="168178" y="35084"/>
                  <a:pt x="165867" y="30297"/>
                </a:cubicBezTo>
                <a:cubicBezTo>
                  <a:pt x="163558" y="25507"/>
                  <a:pt x="160404" y="21534"/>
                  <a:pt x="156403" y="18378"/>
                </a:cubicBezTo>
                <a:cubicBezTo>
                  <a:pt x="152405" y="15220"/>
                  <a:pt x="147758" y="12908"/>
                  <a:pt x="142463" y="11442"/>
                </a:cubicBezTo>
                <a:cubicBezTo>
                  <a:pt x="137168" y="9975"/>
                  <a:pt x="131422" y="9242"/>
                  <a:pt x="125225" y="9242"/>
                </a:cubicBezTo>
                <a:cubicBezTo>
                  <a:pt x="119705" y="9242"/>
                  <a:pt x="114325" y="9946"/>
                  <a:pt x="109085" y="11354"/>
                </a:cubicBezTo>
                <a:cubicBezTo>
                  <a:pt x="103847" y="12762"/>
                  <a:pt x="99172" y="14903"/>
                  <a:pt x="95060" y="17777"/>
                </a:cubicBezTo>
                <a:cubicBezTo>
                  <a:pt x="90949" y="20650"/>
                  <a:pt x="87655" y="24312"/>
                  <a:pt x="85176" y="28762"/>
                </a:cubicBezTo>
                <a:cubicBezTo>
                  <a:pt x="82697" y="33211"/>
                  <a:pt x="81457" y="38477"/>
                  <a:pt x="81457" y="44559"/>
                </a:cubicBezTo>
                <a:cubicBezTo>
                  <a:pt x="81457" y="50079"/>
                  <a:pt x="82556" y="54670"/>
                  <a:pt x="84753" y="58332"/>
                </a:cubicBezTo>
                <a:cubicBezTo>
                  <a:pt x="86950" y="61994"/>
                  <a:pt x="89879" y="64980"/>
                  <a:pt x="93541" y="67290"/>
                </a:cubicBezTo>
                <a:cubicBezTo>
                  <a:pt x="97202" y="69599"/>
                  <a:pt x="101343" y="71457"/>
                  <a:pt x="105962" y="72865"/>
                </a:cubicBezTo>
                <a:cubicBezTo>
                  <a:pt x="110581" y="74273"/>
                  <a:pt x="115285" y="75513"/>
                  <a:pt x="120073" y="76584"/>
                </a:cubicBezTo>
                <a:cubicBezTo>
                  <a:pt x="124860" y="77653"/>
                  <a:pt x="129564" y="78695"/>
                  <a:pt x="134183" y="79709"/>
                </a:cubicBezTo>
                <a:cubicBezTo>
                  <a:pt x="138802" y="80723"/>
                  <a:pt x="142943" y="82047"/>
                  <a:pt x="146604" y="83680"/>
                </a:cubicBezTo>
                <a:cubicBezTo>
                  <a:pt x="150266" y="85313"/>
                  <a:pt x="153196" y="87426"/>
                  <a:pt x="155393" y="90018"/>
                </a:cubicBezTo>
                <a:cubicBezTo>
                  <a:pt x="157590" y="92609"/>
                  <a:pt x="158688" y="95989"/>
                  <a:pt x="158688" y="100158"/>
                </a:cubicBezTo>
                <a:cubicBezTo>
                  <a:pt x="158688" y="104552"/>
                  <a:pt x="157786" y="108157"/>
                  <a:pt x="155983" y="110973"/>
                </a:cubicBezTo>
                <a:cubicBezTo>
                  <a:pt x="154181" y="113789"/>
                  <a:pt x="151816" y="116014"/>
                  <a:pt x="148887" y="117649"/>
                </a:cubicBezTo>
                <a:cubicBezTo>
                  <a:pt x="145957" y="119282"/>
                  <a:pt x="142662" y="120436"/>
                  <a:pt x="139000" y="121112"/>
                </a:cubicBezTo>
                <a:cubicBezTo>
                  <a:pt x="135338" y="121788"/>
                  <a:pt x="131705" y="122125"/>
                  <a:pt x="128100" y="122125"/>
                </a:cubicBezTo>
                <a:cubicBezTo>
                  <a:pt x="123592" y="122125"/>
                  <a:pt x="119198" y="121562"/>
                  <a:pt x="114915" y="120436"/>
                </a:cubicBezTo>
                <a:cubicBezTo>
                  <a:pt x="110635" y="119310"/>
                  <a:pt x="106889" y="117565"/>
                  <a:pt x="103677" y="115199"/>
                </a:cubicBezTo>
                <a:cubicBezTo>
                  <a:pt x="100468" y="112832"/>
                  <a:pt x="97877" y="109817"/>
                  <a:pt x="95905" y="106156"/>
                </a:cubicBezTo>
                <a:cubicBezTo>
                  <a:pt x="93934" y="102494"/>
                  <a:pt x="92948" y="98128"/>
                  <a:pt x="92948" y="93059"/>
                </a:cubicBezTo>
                <a:lnTo>
                  <a:pt x="77739" y="93059"/>
                </a:lnTo>
                <a:cubicBezTo>
                  <a:pt x="77739" y="100382"/>
                  <a:pt x="79062" y="106720"/>
                  <a:pt x="81710" y="112071"/>
                </a:cubicBezTo>
                <a:cubicBezTo>
                  <a:pt x="84357" y="117423"/>
                  <a:pt x="87962" y="121819"/>
                  <a:pt x="92525" y="125258"/>
                </a:cubicBezTo>
                <a:cubicBezTo>
                  <a:pt x="97087" y="128697"/>
                  <a:pt x="102382" y="131262"/>
                  <a:pt x="108409" y="132953"/>
                </a:cubicBezTo>
                <a:cubicBezTo>
                  <a:pt x="114438" y="134646"/>
                  <a:pt x="120832" y="135493"/>
                  <a:pt x="127592" y="135493"/>
                </a:cubicBezTo>
                <a:cubicBezTo>
                  <a:pt x="133112" y="135493"/>
                  <a:pt x="138660" y="134845"/>
                  <a:pt x="144237" y="133549"/>
                </a:cubicBezTo>
                <a:cubicBezTo>
                  <a:pt x="149814" y="132254"/>
                  <a:pt x="154855" y="130171"/>
                  <a:pt x="159361" y="127298"/>
                </a:cubicBezTo>
                <a:cubicBezTo>
                  <a:pt x="163869" y="124424"/>
                  <a:pt x="167559" y="120705"/>
                  <a:pt x="170431" y="116143"/>
                </a:cubicBezTo>
                <a:cubicBezTo>
                  <a:pt x="173304" y="111580"/>
                  <a:pt x="174740" y="106089"/>
                  <a:pt x="174740" y="99668"/>
                </a:cubicBezTo>
                <a:cubicBezTo>
                  <a:pt x="174740" y="93696"/>
                  <a:pt x="173642" y="88739"/>
                  <a:pt x="171445" y="84797"/>
                </a:cubicBezTo>
                <a:cubicBezTo>
                  <a:pt x="169248" y="80853"/>
                  <a:pt x="166318" y="77586"/>
                  <a:pt x="162657" y="74995"/>
                </a:cubicBezTo>
                <a:cubicBezTo>
                  <a:pt x="158995" y="72403"/>
                  <a:pt x="154854" y="70347"/>
                  <a:pt x="150235" y="68827"/>
                </a:cubicBezTo>
                <a:cubicBezTo>
                  <a:pt x="145618" y="67306"/>
                  <a:pt x="140914" y="65982"/>
                  <a:pt x="136125" y="64856"/>
                </a:cubicBezTo>
                <a:cubicBezTo>
                  <a:pt x="131337" y="63728"/>
                  <a:pt x="126634" y="62686"/>
                  <a:pt x="122014" y="61728"/>
                </a:cubicBezTo>
                <a:cubicBezTo>
                  <a:pt x="117397" y="60770"/>
                  <a:pt x="113257" y="59559"/>
                  <a:pt x="109596" y="58095"/>
                </a:cubicBezTo>
                <a:cubicBezTo>
                  <a:pt x="105934" y="56630"/>
                  <a:pt x="103004" y="54743"/>
                  <a:pt x="100807" y="52434"/>
                </a:cubicBezTo>
                <a:cubicBezTo>
                  <a:pt x="98610" y="50124"/>
                  <a:pt x="97512" y="47110"/>
                  <a:pt x="97512" y="43391"/>
                </a:cubicBezTo>
                <a:cubicBezTo>
                  <a:pt x="97512" y="39449"/>
                  <a:pt x="98272" y="36155"/>
                  <a:pt x="99791" y="33507"/>
                </a:cubicBezTo>
                <a:cubicBezTo>
                  <a:pt x="101313" y="30858"/>
                  <a:pt x="103341" y="28745"/>
                  <a:pt x="105875" y="27169"/>
                </a:cubicBezTo>
                <a:cubicBezTo>
                  <a:pt x="108410" y="25591"/>
                  <a:pt x="111311" y="24464"/>
                  <a:pt x="114577" y="23788"/>
                </a:cubicBezTo>
                <a:cubicBezTo>
                  <a:pt x="117846" y="23113"/>
                  <a:pt x="121169" y="22775"/>
                  <a:pt x="124549" y="22775"/>
                </a:cubicBezTo>
                <a:cubicBezTo>
                  <a:pt x="132887" y="22775"/>
                  <a:pt x="139731" y="24718"/>
                  <a:pt x="145083" y="28605"/>
                </a:cubicBezTo>
                <a:cubicBezTo>
                  <a:pt x="150435" y="32492"/>
                  <a:pt x="153561" y="38773"/>
                  <a:pt x="154462" y="47447"/>
                </a:cubicBezTo>
                <a:close/>
                <a:moveTo>
                  <a:pt x="211753" y="45384"/>
                </a:moveTo>
                <a:lnTo>
                  <a:pt x="211753" y="19309"/>
                </a:lnTo>
                <a:lnTo>
                  <a:pt x="197387" y="19309"/>
                </a:lnTo>
                <a:lnTo>
                  <a:pt x="197387" y="45384"/>
                </a:lnTo>
                <a:lnTo>
                  <a:pt x="182516" y="45384"/>
                </a:lnTo>
                <a:lnTo>
                  <a:pt x="182516" y="58092"/>
                </a:lnTo>
                <a:lnTo>
                  <a:pt x="197387" y="58092"/>
                </a:lnTo>
                <a:lnTo>
                  <a:pt x="197387" y="113740"/>
                </a:lnTo>
                <a:cubicBezTo>
                  <a:pt x="197387" y="117798"/>
                  <a:pt x="197782" y="121068"/>
                  <a:pt x="198571" y="123549"/>
                </a:cubicBezTo>
                <a:cubicBezTo>
                  <a:pt x="199360" y="126029"/>
                  <a:pt x="200571" y="127947"/>
                  <a:pt x="202204" y="129302"/>
                </a:cubicBezTo>
                <a:cubicBezTo>
                  <a:pt x="203837" y="130655"/>
                  <a:pt x="205978" y="131585"/>
                  <a:pt x="208625" y="132092"/>
                </a:cubicBezTo>
                <a:cubicBezTo>
                  <a:pt x="211272" y="132599"/>
                  <a:pt x="214455" y="132853"/>
                  <a:pt x="218174" y="132853"/>
                </a:cubicBezTo>
                <a:lnTo>
                  <a:pt x="229159" y="132853"/>
                </a:lnTo>
                <a:lnTo>
                  <a:pt x="229159" y="120145"/>
                </a:lnTo>
                <a:lnTo>
                  <a:pt x="222568" y="120145"/>
                </a:lnTo>
                <a:cubicBezTo>
                  <a:pt x="220314" y="120145"/>
                  <a:pt x="218483" y="120061"/>
                  <a:pt x="217075" y="119892"/>
                </a:cubicBezTo>
                <a:cubicBezTo>
                  <a:pt x="215667" y="119722"/>
                  <a:pt x="214569" y="119356"/>
                  <a:pt x="213780" y="118794"/>
                </a:cubicBezTo>
                <a:cubicBezTo>
                  <a:pt x="212992" y="118230"/>
                  <a:pt x="212458" y="117441"/>
                  <a:pt x="212176" y="116427"/>
                </a:cubicBezTo>
                <a:cubicBezTo>
                  <a:pt x="211894" y="115411"/>
                  <a:pt x="211753" y="114058"/>
                  <a:pt x="211753" y="112368"/>
                </a:cubicBezTo>
                <a:lnTo>
                  <a:pt x="211753" y="58092"/>
                </a:lnTo>
                <a:lnTo>
                  <a:pt x="229159" y="58092"/>
                </a:lnTo>
                <a:lnTo>
                  <a:pt x="229159" y="45384"/>
                </a:lnTo>
                <a:lnTo>
                  <a:pt x="211753" y="45384"/>
                </a:lnTo>
                <a:close/>
                <a:moveTo>
                  <a:pt x="255522" y="89879"/>
                </a:moveTo>
                <a:cubicBezTo>
                  <a:pt x="255522" y="85602"/>
                  <a:pt x="255973" y="81438"/>
                  <a:pt x="256874" y="77386"/>
                </a:cubicBezTo>
                <a:cubicBezTo>
                  <a:pt x="257776" y="73334"/>
                  <a:pt x="259241" y="69732"/>
                  <a:pt x="261268" y="66581"/>
                </a:cubicBezTo>
                <a:cubicBezTo>
                  <a:pt x="263296" y="63428"/>
                  <a:pt x="266000" y="60895"/>
                  <a:pt x="269380" y="58982"/>
                </a:cubicBezTo>
                <a:cubicBezTo>
                  <a:pt x="272760" y="57068"/>
                  <a:pt x="276872" y="56112"/>
                  <a:pt x="281716" y="56112"/>
                </a:cubicBezTo>
                <a:cubicBezTo>
                  <a:pt x="286673" y="56112"/>
                  <a:pt x="290897" y="57041"/>
                  <a:pt x="294391" y="58899"/>
                </a:cubicBezTo>
                <a:cubicBezTo>
                  <a:pt x="297884" y="60756"/>
                  <a:pt x="300728" y="63204"/>
                  <a:pt x="302923" y="66243"/>
                </a:cubicBezTo>
                <a:cubicBezTo>
                  <a:pt x="305120" y="69281"/>
                  <a:pt x="306726" y="72798"/>
                  <a:pt x="307740" y="76795"/>
                </a:cubicBezTo>
                <a:cubicBezTo>
                  <a:pt x="308755" y="80790"/>
                  <a:pt x="309262" y="84926"/>
                  <a:pt x="309262" y="89204"/>
                </a:cubicBezTo>
                <a:cubicBezTo>
                  <a:pt x="309262" y="93256"/>
                  <a:pt x="308783" y="97252"/>
                  <a:pt x="307825" y="101192"/>
                </a:cubicBezTo>
                <a:cubicBezTo>
                  <a:pt x="306868" y="105130"/>
                  <a:pt x="305319" y="108648"/>
                  <a:pt x="303179" y="111744"/>
                </a:cubicBezTo>
                <a:cubicBezTo>
                  <a:pt x="301038" y="114838"/>
                  <a:pt x="298278" y="117342"/>
                  <a:pt x="294899" y="119255"/>
                </a:cubicBezTo>
                <a:cubicBezTo>
                  <a:pt x="291519" y="121169"/>
                  <a:pt x="287407" y="122125"/>
                  <a:pt x="282562" y="122125"/>
                </a:cubicBezTo>
                <a:cubicBezTo>
                  <a:pt x="277943" y="122125"/>
                  <a:pt x="273915" y="121225"/>
                  <a:pt x="270479" y="119426"/>
                </a:cubicBezTo>
                <a:cubicBezTo>
                  <a:pt x="267042" y="117624"/>
                  <a:pt x="264225" y="115203"/>
                  <a:pt x="262028" y="112164"/>
                </a:cubicBezTo>
                <a:cubicBezTo>
                  <a:pt x="259831" y="109125"/>
                  <a:pt x="258197" y="105664"/>
                  <a:pt x="257126" y="101782"/>
                </a:cubicBezTo>
                <a:cubicBezTo>
                  <a:pt x="256057" y="97899"/>
                  <a:pt x="255522" y="93931"/>
                  <a:pt x="255522" y="89879"/>
                </a:cubicBezTo>
                <a:moveTo>
                  <a:pt x="323119" y="132809"/>
                </a:moveTo>
                <a:lnTo>
                  <a:pt x="323119" y="12213"/>
                </a:lnTo>
                <a:lnTo>
                  <a:pt x="308754" y="12213"/>
                </a:lnTo>
                <a:lnTo>
                  <a:pt x="308754" y="57094"/>
                </a:lnTo>
                <a:lnTo>
                  <a:pt x="308416" y="57094"/>
                </a:lnTo>
                <a:cubicBezTo>
                  <a:pt x="306838" y="54503"/>
                  <a:pt x="304894" y="52335"/>
                  <a:pt x="302586" y="50588"/>
                </a:cubicBezTo>
                <a:cubicBezTo>
                  <a:pt x="300277" y="48842"/>
                  <a:pt x="297826" y="47434"/>
                  <a:pt x="295234" y="46364"/>
                </a:cubicBezTo>
                <a:cubicBezTo>
                  <a:pt x="292643" y="45293"/>
                  <a:pt x="290052" y="44533"/>
                  <a:pt x="287459" y="44082"/>
                </a:cubicBezTo>
                <a:cubicBezTo>
                  <a:pt x="284868" y="43630"/>
                  <a:pt x="282446" y="43404"/>
                  <a:pt x="280192" y="43404"/>
                </a:cubicBezTo>
                <a:cubicBezTo>
                  <a:pt x="273546" y="43404"/>
                  <a:pt x="267716" y="44615"/>
                  <a:pt x="262701" y="47037"/>
                </a:cubicBezTo>
                <a:cubicBezTo>
                  <a:pt x="257688" y="49460"/>
                  <a:pt x="253521" y="52728"/>
                  <a:pt x="250197" y="56841"/>
                </a:cubicBezTo>
                <a:cubicBezTo>
                  <a:pt x="246874" y="60954"/>
                  <a:pt x="244395" y="65770"/>
                  <a:pt x="242761" y="71292"/>
                </a:cubicBezTo>
                <a:cubicBezTo>
                  <a:pt x="241127" y="76812"/>
                  <a:pt x="240311" y="82670"/>
                  <a:pt x="240311" y="88866"/>
                </a:cubicBezTo>
                <a:cubicBezTo>
                  <a:pt x="240311" y="95063"/>
                  <a:pt x="241156" y="100923"/>
                  <a:pt x="242846" y="106445"/>
                </a:cubicBezTo>
                <a:cubicBezTo>
                  <a:pt x="244536" y="111965"/>
                  <a:pt x="247042" y="116809"/>
                  <a:pt x="250365" y="120978"/>
                </a:cubicBezTo>
                <a:cubicBezTo>
                  <a:pt x="253690" y="125147"/>
                  <a:pt x="257859" y="128471"/>
                  <a:pt x="262872" y="130950"/>
                </a:cubicBezTo>
                <a:cubicBezTo>
                  <a:pt x="267885" y="133429"/>
                  <a:pt x="273772" y="134668"/>
                  <a:pt x="280533" y="134668"/>
                </a:cubicBezTo>
                <a:cubicBezTo>
                  <a:pt x="286617" y="134668"/>
                  <a:pt x="292194" y="133599"/>
                  <a:pt x="297263" y="131460"/>
                </a:cubicBezTo>
                <a:cubicBezTo>
                  <a:pt x="302333" y="129320"/>
                  <a:pt x="306050" y="125828"/>
                  <a:pt x="308416" y="120986"/>
                </a:cubicBezTo>
                <a:lnTo>
                  <a:pt x="308754" y="120986"/>
                </a:lnTo>
                <a:lnTo>
                  <a:pt x="308754" y="132809"/>
                </a:lnTo>
                <a:lnTo>
                  <a:pt x="323119" y="132809"/>
                </a:lnTo>
                <a:close/>
                <a:moveTo>
                  <a:pt x="415897" y="166190"/>
                </a:moveTo>
                <a:lnTo>
                  <a:pt x="426882" y="166190"/>
                </a:lnTo>
                <a:cubicBezTo>
                  <a:pt x="418883" y="153224"/>
                  <a:pt x="413166" y="140371"/>
                  <a:pt x="409729" y="127631"/>
                </a:cubicBezTo>
                <a:cubicBezTo>
                  <a:pt x="406293" y="114889"/>
                  <a:pt x="404574" y="101414"/>
                  <a:pt x="404574" y="87208"/>
                </a:cubicBezTo>
                <a:cubicBezTo>
                  <a:pt x="404574" y="73340"/>
                  <a:pt x="406264" y="60092"/>
                  <a:pt x="409644" y="47465"/>
                </a:cubicBezTo>
                <a:cubicBezTo>
                  <a:pt x="413025" y="34837"/>
                  <a:pt x="418772" y="22096"/>
                  <a:pt x="426882" y="9242"/>
                </a:cubicBezTo>
                <a:lnTo>
                  <a:pt x="415897" y="9242"/>
                </a:lnTo>
                <a:cubicBezTo>
                  <a:pt x="407109" y="20854"/>
                  <a:pt x="400490" y="33426"/>
                  <a:pt x="396039" y="46957"/>
                </a:cubicBezTo>
                <a:cubicBezTo>
                  <a:pt x="391590" y="60487"/>
                  <a:pt x="389365" y="73904"/>
                  <a:pt x="389365" y="87208"/>
                </a:cubicBezTo>
                <a:cubicBezTo>
                  <a:pt x="389365" y="94650"/>
                  <a:pt x="389985" y="101753"/>
                  <a:pt x="391225" y="108518"/>
                </a:cubicBezTo>
                <a:cubicBezTo>
                  <a:pt x="392464" y="115282"/>
                  <a:pt x="394238" y="121879"/>
                  <a:pt x="396547" y="128306"/>
                </a:cubicBezTo>
                <a:cubicBezTo>
                  <a:pt x="398857" y="134732"/>
                  <a:pt x="401646" y="141074"/>
                  <a:pt x="404912" y="147332"/>
                </a:cubicBezTo>
                <a:cubicBezTo>
                  <a:pt x="408180" y="153589"/>
                  <a:pt x="411842" y="159875"/>
                  <a:pt x="415897" y="166190"/>
                </a:cubicBezTo>
                <a:close/>
                <a:moveTo>
                  <a:pt x="432629" y="55490"/>
                </a:moveTo>
                <a:lnTo>
                  <a:pt x="446993" y="55490"/>
                </a:lnTo>
                <a:cubicBezTo>
                  <a:pt x="446881" y="51884"/>
                  <a:pt x="447247" y="48306"/>
                  <a:pt x="448091" y="44758"/>
                </a:cubicBezTo>
                <a:cubicBezTo>
                  <a:pt x="448937" y="41210"/>
                  <a:pt x="450317" y="38028"/>
                  <a:pt x="452232" y="35212"/>
                </a:cubicBezTo>
                <a:cubicBezTo>
                  <a:pt x="454147" y="32394"/>
                  <a:pt x="456597" y="30112"/>
                  <a:pt x="459582" y="28365"/>
                </a:cubicBezTo>
                <a:cubicBezTo>
                  <a:pt x="462568" y="26619"/>
                  <a:pt x="466145" y="25745"/>
                  <a:pt x="470314" y="25745"/>
                </a:cubicBezTo>
                <a:cubicBezTo>
                  <a:pt x="473469" y="25745"/>
                  <a:pt x="476454" y="26252"/>
                  <a:pt x="479270" y="27267"/>
                </a:cubicBezTo>
                <a:cubicBezTo>
                  <a:pt x="482087" y="28279"/>
                  <a:pt x="484538" y="29743"/>
                  <a:pt x="486621" y="31658"/>
                </a:cubicBezTo>
                <a:cubicBezTo>
                  <a:pt x="488707" y="33573"/>
                  <a:pt x="490369" y="35855"/>
                  <a:pt x="491609" y="38502"/>
                </a:cubicBezTo>
                <a:cubicBezTo>
                  <a:pt x="492848" y="41148"/>
                  <a:pt x="493468" y="44104"/>
                  <a:pt x="493468" y="47370"/>
                </a:cubicBezTo>
                <a:cubicBezTo>
                  <a:pt x="493468" y="51537"/>
                  <a:pt x="492820" y="55198"/>
                  <a:pt x="491523" y="58353"/>
                </a:cubicBezTo>
                <a:cubicBezTo>
                  <a:pt x="490227" y="61505"/>
                  <a:pt x="488311" y="64433"/>
                  <a:pt x="485776" y="67135"/>
                </a:cubicBezTo>
                <a:cubicBezTo>
                  <a:pt x="483242" y="69838"/>
                  <a:pt x="480060" y="72513"/>
                  <a:pt x="476229" y="75160"/>
                </a:cubicBezTo>
                <a:cubicBezTo>
                  <a:pt x="472399" y="77806"/>
                  <a:pt x="467949" y="80706"/>
                  <a:pt x="462880" y="83861"/>
                </a:cubicBezTo>
                <a:cubicBezTo>
                  <a:pt x="458711" y="86338"/>
                  <a:pt x="454710" y="88984"/>
                  <a:pt x="450879" y="91800"/>
                </a:cubicBezTo>
                <a:cubicBezTo>
                  <a:pt x="447048" y="94616"/>
                  <a:pt x="443612" y="97883"/>
                  <a:pt x="440569" y="101599"/>
                </a:cubicBezTo>
                <a:cubicBezTo>
                  <a:pt x="437528" y="105316"/>
                  <a:pt x="435022" y="109681"/>
                  <a:pt x="433050" y="114694"/>
                </a:cubicBezTo>
                <a:cubicBezTo>
                  <a:pt x="431080" y="119705"/>
                  <a:pt x="429813" y="125758"/>
                  <a:pt x="429249" y="132853"/>
                </a:cubicBezTo>
                <a:lnTo>
                  <a:pt x="507493" y="132853"/>
                </a:lnTo>
                <a:lnTo>
                  <a:pt x="507493" y="120145"/>
                </a:lnTo>
                <a:lnTo>
                  <a:pt x="445979" y="120145"/>
                </a:lnTo>
                <a:cubicBezTo>
                  <a:pt x="446655" y="116428"/>
                  <a:pt x="448091" y="113134"/>
                  <a:pt x="450288" y="110264"/>
                </a:cubicBezTo>
                <a:cubicBezTo>
                  <a:pt x="452485" y="107391"/>
                  <a:pt x="455133" y="104716"/>
                  <a:pt x="458230" y="102239"/>
                </a:cubicBezTo>
                <a:cubicBezTo>
                  <a:pt x="461330" y="99760"/>
                  <a:pt x="464738" y="97423"/>
                  <a:pt x="468455" y="95227"/>
                </a:cubicBezTo>
                <a:cubicBezTo>
                  <a:pt x="472173" y="93030"/>
                  <a:pt x="475892" y="90806"/>
                  <a:pt x="479610" y="88554"/>
                </a:cubicBezTo>
                <a:cubicBezTo>
                  <a:pt x="483327" y="86188"/>
                  <a:pt x="486932" y="83710"/>
                  <a:pt x="490425" y="81120"/>
                </a:cubicBezTo>
                <a:cubicBezTo>
                  <a:pt x="493918" y="78529"/>
                  <a:pt x="497016" y="75629"/>
                  <a:pt x="499718" y="72419"/>
                </a:cubicBezTo>
                <a:cubicBezTo>
                  <a:pt x="502423" y="69210"/>
                  <a:pt x="504591" y="65578"/>
                  <a:pt x="506224" y="61524"/>
                </a:cubicBezTo>
                <a:cubicBezTo>
                  <a:pt x="507859" y="57469"/>
                  <a:pt x="508677" y="52795"/>
                  <a:pt x="508677" y="47502"/>
                </a:cubicBezTo>
                <a:cubicBezTo>
                  <a:pt x="508677" y="41870"/>
                  <a:pt x="507691" y="36914"/>
                  <a:pt x="505719" y="32636"/>
                </a:cubicBezTo>
                <a:cubicBezTo>
                  <a:pt x="503747" y="28355"/>
                  <a:pt x="501071" y="24779"/>
                  <a:pt x="497692" y="21908"/>
                </a:cubicBezTo>
                <a:cubicBezTo>
                  <a:pt x="494312" y="19036"/>
                  <a:pt x="490341" y="16840"/>
                  <a:pt x="485778" y="15320"/>
                </a:cubicBezTo>
                <a:cubicBezTo>
                  <a:pt x="481216" y="13798"/>
                  <a:pt x="476343" y="13038"/>
                  <a:pt x="471160" y="13038"/>
                </a:cubicBezTo>
                <a:cubicBezTo>
                  <a:pt x="464851" y="13038"/>
                  <a:pt x="459217" y="14111"/>
                  <a:pt x="454259" y="16258"/>
                </a:cubicBezTo>
                <a:cubicBezTo>
                  <a:pt x="449303" y="18404"/>
                  <a:pt x="445163" y="21367"/>
                  <a:pt x="441838" y="25147"/>
                </a:cubicBezTo>
                <a:cubicBezTo>
                  <a:pt x="438515" y="28926"/>
                  <a:pt x="436064" y="33407"/>
                  <a:pt x="434486" y="38590"/>
                </a:cubicBezTo>
                <a:cubicBezTo>
                  <a:pt x="432910" y="43773"/>
                  <a:pt x="432291" y="49406"/>
                  <a:pt x="432629" y="55490"/>
                </a:cubicBezTo>
                <a:close/>
                <a:moveTo>
                  <a:pt x="576444" y="92089"/>
                </a:moveTo>
                <a:lnTo>
                  <a:pt x="536222" y="92089"/>
                </a:lnTo>
                <a:lnTo>
                  <a:pt x="576107" y="33486"/>
                </a:lnTo>
                <a:lnTo>
                  <a:pt x="576444" y="33486"/>
                </a:lnTo>
                <a:lnTo>
                  <a:pt x="576444" y="92089"/>
                </a:lnTo>
                <a:moveTo>
                  <a:pt x="589964" y="92089"/>
                </a:moveTo>
                <a:lnTo>
                  <a:pt x="589964" y="13038"/>
                </a:lnTo>
                <a:lnTo>
                  <a:pt x="578471" y="13038"/>
                </a:lnTo>
                <a:lnTo>
                  <a:pt x="523886" y="90939"/>
                </a:lnTo>
                <a:lnTo>
                  <a:pt x="523886" y="104797"/>
                </a:lnTo>
                <a:lnTo>
                  <a:pt x="576444" y="104797"/>
                </a:lnTo>
                <a:lnTo>
                  <a:pt x="576444" y="132853"/>
                </a:lnTo>
                <a:lnTo>
                  <a:pt x="589964" y="132853"/>
                </a:lnTo>
                <a:lnTo>
                  <a:pt x="589964" y="104797"/>
                </a:lnTo>
                <a:lnTo>
                  <a:pt x="606187" y="104797"/>
                </a:lnTo>
                <a:lnTo>
                  <a:pt x="606187" y="92089"/>
                </a:lnTo>
                <a:lnTo>
                  <a:pt x="589964" y="92089"/>
                </a:lnTo>
                <a:close/>
                <a:moveTo>
                  <a:pt x="611594" y="166190"/>
                </a:moveTo>
                <a:lnTo>
                  <a:pt x="622409" y="166190"/>
                </a:lnTo>
                <a:cubicBezTo>
                  <a:pt x="631197" y="154577"/>
                  <a:pt x="637817" y="142034"/>
                  <a:pt x="642268" y="128562"/>
                </a:cubicBezTo>
                <a:cubicBezTo>
                  <a:pt x="646718" y="115087"/>
                  <a:pt x="648944" y="101697"/>
                  <a:pt x="648944" y="88391"/>
                </a:cubicBezTo>
                <a:cubicBezTo>
                  <a:pt x="648944" y="80951"/>
                  <a:pt x="648324" y="73849"/>
                  <a:pt x="647084" y="67084"/>
                </a:cubicBezTo>
                <a:cubicBezTo>
                  <a:pt x="645845" y="60317"/>
                  <a:pt x="644070" y="53693"/>
                  <a:pt x="641760" y="47210"/>
                </a:cubicBezTo>
                <a:cubicBezTo>
                  <a:pt x="639451" y="40727"/>
                  <a:pt x="636662" y="34357"/>
                  <a:pt x="633394" y="28100"/>
                </a:cubicBezTo>
                <a:cubicBezTo>
                  <a:pt x="630128" y="21842"/>
                  <a:pt x="626466" y="15556"/>
                  <a:pt x="622409" y="9242"/>
                </a:cubicBezTo>
                <a:lnTo>
                  <a:pt x="611594" y="9242"/>
                </a:lnTo>
                <a:cubicBezTo>
                  <a:pt x="619482" y="22207"/>
                  <a:pt x="625143" y="35089"/>
                  <a:pt x="628577" y="47886"/>
                </a:cubicBezTo>
                <a:cubicBezTo>
                  <a:pt x="632014" y="60683"/>
                  <a:pt x="633732" y="74185"/>
                  <a:pt x="633732" y="88391"/>
                </a:cubicBezTo>
                <a:cubicBezTo>
                  <a:pt x="633732" y="102148"/>
                  <a:pt x="632042" y="115368"/>
                  <a:pt x="628663" y="128054"/>
                </a:cubicBezTo>
                <a:cubicBezTo>
                  <a:pt x="625283" y="140737"/>
                  <a:pt x="619593" y="153449"/>
                  <a:pt x="611594" y="166190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|">
            <a:extLst xmlns:a="http://schemas.openxmlformats.org/drawingml/2006/main">
              <a:ext uri="{FF2B5EF4-FFF2-40B4-BE49-F238E27FC236}">
                <a16:creationId xmlns:a16="http://schemas.microsoft.com/office/drawing/2014/main" id="{E8CEBE92-40D4-4AD2-86D5-20FEFCFF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012" y="1709311"/>
            <a:ext cx="11493" cy="168830"/>
          </a:xfrm>
          <a:custGeom xmlns:a="http://schemas.openxmlformats.org/drawingml/2006/main">
            <a:pathLst>
              <a:path w="11493" h="168830">
                <a:moveTo>
                  <a:pt x="0" y="0"/>
                </a:moveTo>
                <a:lnTo>
                  <a:pt x="0" y="168830"/>
                </a:lnTo>
                <a:lnTo>
                  <a:pt x="11493" y="168830"/>
                </a:lnTo>
                <a:lnTo>
                  <a:pt x="1149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Non-stdFrag.(83)">
            <a:extLst xmlns:a="http://schemas.openxmlformats.org/drawingml/2006/main">
              <a:ext uri="{FF2B5EF4-FFF2-40B4-BE49-F238E27FC236}">
                <a16:creationId xmlns:a16="http://schemas.microsoft.com/office/drawing/2014/main" id="{6EE4A354-1265-4C58-9689-566760CE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510" y="1718553"/>
            <a:ext cx="1353146" cy="158928"/>
          </a:xfrm>
          <a:custGeom xmlns:a="http://schemas.openxmlformats.org/drawingml/2006/main">
            <a:pathLst>
              <a:path w="1353146" h="158928">
                <a:moveTo>
                  <a:pt x="0" y="2971"/>
                </a:moveTo>
                <a:lnTo>
                  <a:pt x="0" y="123611"/>
                </a:lnTo>
                <a:lnTo>
                  <a:pt x="15212" y="123611"/>
                </a:lnTo>
                <a:lnTo>
                  <a:pt x="15212" y="26795"/>
                </a:lnTo>
                <a:lnTo>
                  <a:pt x="15549" y="26795"/>
                </a:lnTo>
                <a:lnTo>
                  <a:pt x="78582" y="123611"/>
                </a:lnTo>
                <a:lnTo>
                  <a:pt x="96158" y="123611"/>
                </a:lnTo>
                <a:lnTo>
                  <a:pt x="96158" y="2971"/>
                </a:lnTo>
                <a:lnTo>
                  <a:pt x="80949" y="2971"/>
                </a:lnTo>
                <a:lnTo>
                  <a:pt x="80949" y="100800"/>
                </a:lnTo>
                <a:lnTo>
                  <a:pt x="80612" y="100800"/>
                </a:lnTo>
                <a:lnTo>
                  <a:pt x="17068" y="2971"/>
                </a:lnTo>
                <a:lnTo>
                  <a:pt x="0" y="2971"/>
                </a:lnTo>
                <a:close/>
                <a:moveTo>
                  <a:pt x="130296" y="79962"/>
                </a:moveTo>
                <a:cubicBezTo>
                  <a:pt x="130296" y="74670"/>
                  <a:pt x="131000" y="69971"/>
                  <a:pt x="132408" y="65864"/>
                </a:cubicBezTo>
                <a:cubicBezTo>
                  <a:pt x="133816" y="61755"/>
                  <a:pt x="135760" y="58294"/>
                  <a:pt x="138239" y="55480"/>
                </a:cubicBezTo>
                <a:cubicBezTo>
                  <a:pt x="140718" y="52666"/>
                  <a:pt x="143619" y="50527"/>
                  <a:pt x="146942" y="49064"/>
                </a:cubicBezTo>
                <a:cubicBezTo>
                  <a:pt x="150265" y="47601"/>
                  <a:pt x="153786" y="46870"/>
                  <a:pt x="157504" y="46870"/>
                </a:cubicBezTo>
                <a:cubicBezTo>
                  <a:pt x="161222" y="46870"/>
                  <a:pt x="164743" y="47601"/>
                  <a:pt x="168066" y="49064"/>
                </a:cubicBezTo>
                <a:cubicBezTo>
                  <a:pt x="171389" y="50527"/>
                  <a:pt x="174290" y="52666"/>
                  <a:pt x="176769" y="55480"/>
                </a:cubicBezTo>
                <a:cubicBezTo>
                  <a:pt x="179248" y="58294"/>
                  <a:pt x="181192" y="61755"/>
                  <a:pt x="182599" y="65864"/>
                </a:cubicBezTo>
                <a:cubicBezTo>
                  <a:pt x="184007" y="69971"/>
                  <a:pt x="184711" y="74670"/>
                  <a:pt x="184711" y="79962"/>
                </a:cubicBezTo>
                <a:cubicBezTo>
                  <a:pt x="184711" y="85251"/>
                  <a:pt x="184007" y="89951"/>
                  <a:pt x="182599" y="94059"/>
                </a:cubicBezTo>
                <a:cubicBezTo>
                  <a:pt x="181192" y="98168"/>
                  <a:pt x="179248" y="101601"/>
                  <a:pt x="176769" y="104358"/>
                </a:cubicBezTo>
                <a:cubicBezTo>
                  <a:pt x="174290" y="107116"/>
                  <a:pt x="171389" y="109226"/>
                  <a:pt x="168066" y="110689"/>
                </a:cubicBezTo>
                <a:cubicBezTo>
                  <a:pt x="164743" y="112152"/>
                  <a:pt x="161222" y="112883"/>
                  <a:pt x="157504" y="112883"/>
                </a:cubicBezTo>
                <a:cubicBezTo>
                  <a:pt x="153786" y="112883"/>
                  <a:pt x="150265" y="112152"/>
                  <a:pt x="146942" y="110689"/>
                </a:cubicBezTo>
                <a:cubicBezTo>
                  <a:pt x="143619" y="109226"/>
                  <a:pt x="140718" y="107116"/>
                  <a:pt x="138239" y="104358"/>
                </a:cubicBezTo>
                <a:cubicBezTo>
                  <a:pt x="135760" y="101601"/>
                  <a:pt x="133816" y="98168"/>
                  <a:pt x="132408" y="94059"/>
                </a:cubicBezTo>
                <a:cubicBezTo>
                  <a:pt x="131000" y="89951"/>
                  <a:pt x="130296" y="85251"/>
                  <a:pt x="130296" y="79962"/>
                </a:cubicBezTo>
                <a:moveTo>
                  <a:pt x="115085" y="79964"/>
                </a:moveTo>
                <a:cubicBezTo>
                  <a:pt x="115085" y="86385"/>
                  <a:pt x="115986" y="92356"/>
                  <a:pt x="117787" y="97878"/>
                </a:cubicBezTo>
                <a:cubicBezTo>
                  <a:pt x="119591" y="103398"/>
                  <a:pt x="122295" y="108215"/>
                  <a:pt x="125900" y="112329"/>
                </a:cubicBezTo>
                <a:cubicBezTo>
                  <a:pt x="129505" y="116441"/>
                  <a:pt x="133955" y="119652"/>
                  <a:pt x="139250" y="121963"/>
                </a:cubicBezTo>
                <a:cubicBezTo>
                  <a:pt x="144546" y="124272"/>
                  <a:pt x="150631" y="125426"/>
                  <a:pt x="157504" y="125426"/>
                </a:cubicBezTo>
                <a:cubicBezTo>
                  <a:pt x="164489" y="125426"/>
                  <a:pt x="170600" y="124272"/>
                  <a:pt x="175838" y="121963"/>
                </a:cubicBezTo>
                <a:cubicBezTo>
                  <a:pt x="181078" y="119652"/>
                  <a:pt x="185500" y="116441"/>
                  <a:pt x="189105" y="112329"/>
                </a:cubicBezTo>
                <a:cubicBezTo>
                  <a:pt x="192710" y="108215"/>
                  <a:pt x="195414" y="103398"/>
                  <a:pt x="197215" y="97878"/>
                </a:cubicBezTo>
                <a:cubicBezTo>
                  <a:pt x="199019" y="92356"/>
                  <a:pt x="199920" y="86385"/>
                  <a:pt x="199920" y="79964"/>
                </a:cubicBezTo>
                <a:cubicBezTo>
                  <a:pt x="199920" y="73542"/>
                  <a:pt x="199019" y="67542"/>
                  <a:pt x="197215" y="61965"/>
                </a:cubicBezTo>
                <a:cubicBezTo>
                  <a:pt x="195414" y="56387"/>
                  <a:pt x="192710" y="51541"/>
                  <a:pt x="189105" y="47429"/>
                </a:cubicBezTo>
                <a:cubicBezTo>
                  <a:pt x="185500" y="43317"/>
                  <a:pt x="181078" y="40078"/>
                  <a:pt x="175838" y="37713"/>
                </a:cubicBezTo>
                <a:cubicBezTo>
                  <a:pt x="170600" y="35346"/>
                  <a:pt x="164489" y="34162"/>
                  <a:pt x="157504" y="34162"/>
                </a:cubicBezTo>
                <a:cubicBezTo>
                  <a:pt x="150631" y="34162"/>
                  <a:pt x="144546" y="35346"/>
                  <a:pt x="139250" y="37713"/>
                </a:cubicBezTo>
                <a:cubicBezTo>
                  <a:pt x="133955" y="40078"/>
                  <a:pt x="129505" y="43317"/>
                  <a:pt x="125900" y="47429"/>
                </a:cubicBezTo>
                <a:cubicBezTo>
                  <a:pt x="122295" y="51541"/>
                  <a:pt x="119591" y="56387"/>
                  <a:pt x="117787" y="61965"/>
                </a:cubicBezTo>
                <a:cubicBezTo>
                  <a:pt x="115986" y="67542"/>
                  <a:pt x="115085" y="73542"/>
                  <a:pt x="115085" y="79964"/>
                </a:cubicBezTo>
                <a:close/>
                <a:moveTo>
                  <a:pt x="216820" y="36192"/>
                </a:moveTo>
                <a:lnTo>
                  <a:pt x="216820" y="123611"/>
                </a:lnTo>
                <a:lnTo>
                  <a:pt x="231186" y="123611"/>
                </a:lnTo>
                <a:lnTo>
                  <a:pt x="231186" y="74253"/>
                </a:lnTo>
                <a:cubicBezTo>
                  <a:pt x="231186" y="70309"/>
                  <a:pt x="231721" y="66675"/>
                  <a:pt x="232790" y="63350"/>
                </a:cubicBezTo>
                <a:cubicBezTo>
                  <a:pt x="233861" y="60025"/>
                  <a:pt x="235467" y="57123"/>
                  <a:pt x="237607" y="54644"/>
                </a:cubicBezTo>
                <a:cubicBezTo>
                  <a:pt x="239747" y="52165"/>
                  <a:pt x="242423" y="50250"/>
                  <a:pt x="245634" y="48899"/>
                </a:cubicBezTo>
                <a:cubicBezTo>
                  <a:pt x="248846" y="47546"/>
                  <a:pt x="252648" y="46870"/>
                  <a:pt x="257042" y="46870"/>
                </a:cubicBezTo>
                <a:cubicBezTo>
                  <a:pt x="262562" y="46870"/>
                  <a:pt x="266900" y="48448"/>
                  <a:pt x="270054" y="51604"/>
                </a:cubicBezTo>
                <a:cubicBezTo>
                  <a:pt x="273209" y="54759"/>
                  <a:pt x="274786" y="59040"/>
                  <a:pt x="274786" y="64448"/>
                </a:cubicBezTo>
                <a:lnTo>
                  <a:pt x="274786" y="123611"/>
                </a:lnTo>
                <a:lnTo>
                  <a:pt x="289152" y="123611"/>
                </a:lnTo>
                <a:lnTo>
                  <a:pt x="289152" y="66119"/>
                </a:lnTo>
                <a:cubicBezTo>
                  <a:pt x="289152" y="61385"/>
                  <a:pt x="288673" y="57073"/>
                  <a:pt x="287715" y="53185"/>
                </a:cubicBezTo>
                <a:cubicBezTo>
                  <a:pt x="286758" y="49296"/>
                  <a:pt x="285096" y="45943"/>
                  <a:pt x="282728" y="43126"/>
                </a:cubicBezTo>
                <a:cubicBezTo>
                  <a:pt x="280363" y="40306"/>
                  <a:pt x="277265" y="38107"/>
                  <a:pt x="273435" y="36529"/>
                </a:cubicBezTo>
                <a:cubicBezTo>
                  <a:pt x="269605" y="34951"/>
                  <a:pt x="264816" y="34162"/>
                  <a:pt x="259069" y="34162"/>
                </a:cubicBezTo>
                <a:cubicBezTo>
                  <a:pt x="246112" y="34162"/>
                  <a:pt x="236649" y="39460"/>
                  <a:pt x="230678" y="50057"/>
                </a:cubicBezTo>
                <a:lnTo>
                  <a:pt x="230340" y="50057"/>
                </a:lnTo>
                <a:lnTo>
                  <a:pt x="230340" y="36192"/>
                </a:lnTo>
                <a:lnTo>
                  <a:pt x="216820" y="36192"/>
                </a:lnTo>
                <a:close/>
                <a:moveTo>
                  <a:pt x="308417" y="69810"/>
                </a:moveTo>
                <a:lnTo>
                  <a:pt x="308417" y="83342"/>
                </a:lnTo>
                <a:lnTo>
                  <a:pt x="357257" y="83342"/>
                </a:lnTo>
                <a:lnTo>
                  <a:pt x="357257" y="69810"/>
                </a:lnTo>
                <a:lnTo>
                  <a:pt x="308417" y="69810"/>
                </a:lnTo>
                <a:close/>
                <a:moveTo>
                  <a:pt x="385309" y="96050"/>
                </a:moveTo>
                <a:lnTo>
                  <a:pt x="370946" y="96050"/>
                </a:lnTo>
                <a:cubicBezTo>
                  <a:pt x="371171" y="101453"/>
                  <a:pt x="372297" y="106040"/>
                  <a:pt x="374324" y="109810"/>
                </a:cubicBezTo>
                <a:cubicBezTo>
                  <a:pt x="376352" y="113580"/>
                  <a:pt x="379056" y="116619"/>
                  <a:pt x="382436" y="118928"/>
                </a:cubicBezTo>
                <a:cubicBezTo>
                  <a:pt x="385816" y="121235"/>
                  <a:pt x="389703" y="122895"/>
                  <a:pt x="394097" y="123907"/>
                </a:cubicBezTo>
                <a:cubicBezTo>
                  <a:pt x="398491" y="124920"/>
                  <a:pt x="403110" y="125426"/>
                  <a:pt x="407954" y="125426"/>
                </a:cubicBezTo>
                <a:cubicBezTo>
                  <a:pt x="412349" y="125426"/>
                  <a:pt x="416770" y="125003"/>
                  <a:pt x="421219" y="124157"/>
                </a:cubicBezTo>
                <a:cubicBezTo>
                  <a:pt x="425670" y="123313"/>
                  <a:pt x="429669" y="121822"/>
                  <a:pt x="433218" y="119683"/>
                </a:cubicBezTo>
                <a:cubicBezTo>
                  <a:pt x="436768" y="117543"/>
                  <a:pt x="439641" y="114727"/>
                  <a:pt x="441838" y="111236"/>
                </a:cubicBezTo>
                <a:cubicBezTo>
                  <a:pt x="444035" y="107744"/>
                  <a:pt x="445134" y="103352"/>
                  <a:pt x="445134" y="98059"/>
                </a:cubicBezTo>
                <a:cubicBezTo>
                  <a:pt x="445134" y="93892"/>
                  <a:pt x="444316" y="90400"/>
                  <a:pt x="442681" y="87584"/>
                </a:cubicBezTo>
                <a:cubicBezTo>
                  <a:pt x="441048" y="84768"/>
                  <a:pt x="438908" y="82431"/>
                  <a:pt x="436260" y="80573"/>
                </a:cubicBezTo>
                <a:cubicBezTo>
                  <a:pt x="433613" y="78714"/>
                  <a:pt x="430571" y="77222"/>
                  <a:pt x="427135" y="76096"/>
                </a:cubicBezTo>
                <a:cubicBezTo>
                  <a:pt x="423700" y="74970"/>
                  <a:pt x="420180" y="74013"/>
                  <a:pt x="416575" y="73224"/>
                </a:cubicBezTo>
                <a:cubicBezTo>
                  <a:pt x="413193" y="72436"/>
                  <a:pt x="409813" y="71676"/>
                  <a:pt x="406433" y="70944"/>
                </a:cubicBezTo>
                <a:cubicBezTo>
                  <a:pt x="403053" y="70212"/>
                  <a:pt x="400011" y="69311"/>
                  <a:pt x="397307" y="68242"/>
                </a:cubicBezTo>
                <a:cubicBezTo>
                  <a:pt x="394605" y="67171"/>
                  <a:pt x="392380" y="65819"/>
                  <a:pt x="390634" y="64185"/>
                </a:cubicBezTo>
                <a:cubicBezTo>
                  <a:pt x="388887" y="62552"/>
                  <a:pt x="388014" y="60497"/>
                  <a:pt x="388014" y="58020"/>
                </a:cubicBezTo>
                <a:cubicBezTo>
                  <a:pt x="388014" y="55768"/>
                  <a:pt x="388577" y="53938"/>
                  <a:pt x="389703" y="52530"/>
                </a:cubicBezTo>
                <a:cubicBezTo>
                  <a:pt x="390830" y="51122"/>
                  <a:pt x="392295" y="49996"/>
                  <a:pt x="394097" y="49152"/>
                </a:cubicBezTo>
                <a:cubicBezTo>
                  <a:pt x="395900" y="48306"/>
                  <a:pt x="397900" y="47715"/>
                  <a:pt x="400097" y="47378"/>
                </a:cubicBezTo>
                <a:cubicBezTo>
                  <a:pt x="402294" y="47039"/>
                  <a:pt x="404463" y="46870"/>
                  <a:pt x="406603" y="46870"/>
                </a:cubicBezTo>
                <a:cubicBezTo>
                  <a:pt x="408969" y="46870"/>
                  <a:pt x="411306" y="47123"/>
                  <a:pt x="413615" y="47630"/>
                </a:cubicBezTo>
                <a:cubicBezTo>
                  <a:pt x="415925" y="48136"/>
                  <a:pt x="418038" y="48952"/>
                  <a:pt x="419953" y="50078"/>
                </a:cubicBezTo>
                <a:cubicBezTo>
                  <a:pt x="421868" y="51204"/>
                  <a:pt x="423445" y="52695"/>
                  <a:pt x="424685" y="54552"/>
                </a:cubicBezTo>
                <a:cubicBezTo>
                  <a:pt x="425924" y="56408"/>
                  <a:pt x="426657" y="58744"/>
                  <a:pt x="426882" y="61558"/>
                </a:cubicBezTo>
                <a:lnTo>
                  <a:pt x="441248" y="61558"/>
                </a:lnTo>
                <a:cubicBezTo>
                  <a:pt x="440909" y="56260"/>
                  <a:pt x="439782" y="51835"/>
                  <a:pt x="437867" y="48283"/>
                </a:cubicBezTo>
                <a:cubicBezTo>
                  <a:pt x="435952" y="44731"/>
                  <a:pt x="433389" y="41913"/>
                  <a:pt x="430177" y="39827"/>
                </a:cubicBezTo>
                <a:cubicBezTo>
                  <a:pt x="426968" y="37742"/>
                  <a:pt x="423279" y="36277"/>
                  <a:pt x="419110" y="35431"/>
                </a:cubicBezTo>
                <a:cubicBezTo>
                  <a:pt x="414941" y="34585"/>
                  <a:pt x="410378" y="34162"/>
                  <a:pt x="405420" y="34162"/>
                </a:cubicBezTo>
                <a:cubicBezTo>
                  <a:pt x="401589" y="34162"/>
                  <a:pt x="397731" y="34641"/>
                  <a:pt x="393844" y="35598"/>
                </a:cubicBezTo>
                <a:cubicBezTo>
                  <a:pt x="389957" y="36556"/>
                  <a:pt x="386465" y="38021"/>
                  <a:pt x="383367" y="39992"/>
                </a:cubicBezTo>
                <a:cubicBezTo>
                  <a:pt x="380269" y="41963"/>
                  <a:pt x="377734" y="44524"/>
                  <a:pt x="375762" y="47677"/>
                </a:cubicBezTo>
                <a:cubicBezTo>
                  <a:pt x="373791" y="50830"/>
                  <a:pt x="372805" y="54602"/>
                  <a:pt x="372805" y="58995"/>
                </a:cubicBezTo>
                <a:cubicBezTo>
                  <a:pt x="372805" y="64626"/>
                  <a:pt x="374213" y="69019"/>
                  <a:pt x="377029" y="72172"/>
                </a:cubicBezTo>
                <a:cubicBezTo>
                  <a:pt x="379846" y="75324"/>
                  <a:pt x="383367" y="77774"/>
                  <a:pt x="387591" y="79521"/>
                </a:cubicBezTo>
                <a:cubicBezTo>
                  <a:pt x="391816" y="81266"/>
                  <a:pt x="396407" y="82617"/>
                  <a:pt x="401363" y="83574"/>
                </a:cubicBezTo>
                <a:cubicBezTo>
                  <a:pt x="406321" y="84532"/>
                  <a:pt x="410912" y="85602"/>
                  <a:pt x="415136" y="86785"/>
                </a:cubicBezTo>
                <a:cubicBezTo>
                  <a:pt x="419362" y="87966"/>
                  <a:pt x="422882" y="89514"/>
                  <a:pt x="425698" y="91429"/>
                </a:cubicBezTo>
                <a:cubicBezTo>
                  <a:pt x="428516" y="93344"/>
                  <a:pt x="429925" y="96160"/>
                  <a:pt x="429925" y="99877"/>
                </a:cubicBezTo>
                <a:cubicBezTo>
                  <a:pt x="429925" y="102579"/>
                  <a:pt x="429248" y="104804"/>
                  <a:pt x="427895" y="106550"/>
                </a:cubicBezTo>
                <a:cubicBezTo>
                  <a:pt x="426544" y="108295"/>
                  <a:pt x="424826" y="109618"/>
                  <a:pt x="422741" y="110519"/>
                </a:cubicBezTo>
                <a:cubicBezTo>
                  <a:pt x="420657" y="111420"/>
                  <a:pt x="418376" y="112039"/>
                  <a:pt x="415897" y="112378"/>
                </a:cubicBezTo>
                <a:cubicBezTo>
                  <a:pt x="413420" y="112715"/>
                  <a:pt x="411054" y="112883"/>
                  <a:pt x="408800" y="112883"/>
                </a:cubicBezTo>
                <a:cubicBezTo>
                  <a:pt x="405871" y="112883"/>
                  <a:pt x="403026" y="112603"/>
                  <a:pt x="400265" y="112043"/>
                </a:cubicBezTo>
                <a:cubicBezTo>
                  <a:pt x="397504" y="111481"/>
                  <a:pt x="395025" y="110555"/>
                  <a:pt x="392828" y="109266"/>
                </a:cubicBezTo>
                <a:cubicBezTo>
                  <a:pt x="390631" y="107975"/>
                  <a:pt x="388857" y="106235"/>
                  <a:pt x="387506" y="104046"/>
                </a:cubicBezTo>
                <a:cubicBezTo>
                  <a:pt x="386154" y="101858"/>
                  <a:pt x="385422" y="99192"/>
                  <a:pt x="385309" y="96050"/>
                </a:cubicBezTo>
                <a:close/>
                <a:moveTo>
                  <a:pt x="480962" y="36143"/>
                </a:moveTo>
                <a:lnTo>
                  <a:pt x="480962" y="10067"/>
                </a:lnTo>
                <a:lnTo>
                  <a:pt x="466596" y="10067"/>
                </a:lnTo>
                <a:lnTo>
                  <a:pt x="466596" y="36143"/>
                </a:lnTo>
                <a:lnTo>
                  <a:pt x="451725" y="36143"/>
                </a:lnTo>
                <a:lnTo>
                  <a:pt x="451725" y="48850"/>
                </a:lnTo>
                <a:lnTo>
                  <a:pt x="466596" y="48850"/>
                </a:lnTo>
                <a:lnTo>
                  <a:pt x="466596" y="104498"/>
                </a:lnTo>
                <a:cubicBezTo>
                  <a:pt x="466596" y="108556"/>
                  <a:pt x="466990" y="111826"/>
                  <a:pt x="467780" y="114307"/>
                </a:cubicBezTo>
                <a:cubicBezTo>
                  <a:pt x="468569" y="116788"/>
                  <a:pt x="469780" y="118705"/>
                  <a:pt x="471413" y="120060"/>
                </a:cubicBezTo>
                <a:cubicBezTo>
                  <a:pt x="473046" y="121413"/>
                  <a:pt x="475186" y="122343"/>
                  <a:pt x="477834" y="122850"/>
                </a:cubicBezTo>
                <a:cubicBezTo>
                  <a:pt x="480481" y="123357"/>
                  <a:pt x="483664" y="123611"/>
                  <a:pt x="487383" y="123611"/>
                </a:cubicBezTo>
                <a:lnTo>
                  <a:pt x="498368" y="123611"/>
                </a:lnTo>
                <a:lnTo>
                  <a:pt x="498368" y="110903"/>
                </a:lnTo>
                <a:lnTo>
                  <a:pt x="491777" y="110903"/>
                </a:lnTo>
                <a:cubicBezTo>
                  <a:pt x="489523" y="110903"/>
                  <a:pt x="487692" y="110819"/>
                  <a:pt x="486284" y="110650"/>
                </a:cubicBezTo>
                <a:cubicBezTo>
                  <a:pt x="484876" y="110480"/>
                  <a:pt x="483778" y="110114"/>
                  <a:pt x="482988" y="109552"/>
                </a:cubicBezTo>
                <a:cubicBezTo>
                  <a:pt x="482201" y="108988"/>
                  <a:pt x="481667" y="108199"/>
                  <a:pt x="481385" y="107185"/>
                </a:cubicBezTo>
                <a:cubicBezTo>
                  <a:pt x="481103" y="106169"/>
                  <a:pt x="480962" y="104816"/>
                  <a:pt x="480962" y="103126"/>
                </a:cubicBezTo>
                <a:lnTo>
                  <a:pt x="480962" y="48850"/>
                </a:lnTo>
                <a:lnTo>
                  <a:pt x="498368" y="48850"/>
                </a:lnTo>
                <a:lnTo>
                  <a:pt x="498368" y="36143"/>
                </a:lnTo>
                <a:lnTo>
                  <a:pt x="480962" y="36143"/>
                </a:lnTo>
                <a:close/>
                <a:moveTo>
                  <a:pt x="524732" y="80637"/>
                </a:moveTo>
                <a:cubicBezTo>
                  <a:pt x="524732" y="76360"/>
                  <a:pt x="525182" y="72196"/>
                  <a:pt x="526083" y="68144"/>
                </a:cubicBezTo>
                <a:cubicBezTo>
                  <a:pt x="526986" y="64092"/>
                  <a:pt x="528450" y="60490"/>
                  <a:pt x="530477" y="57339"/>
                </a:cubicBezTo>
                <a:cubicBezTo>
                  <a:pt x="532506" y="54186"/>
                  <a:pt x="535210" y="51653"/>
                  <a:pt x="538590" y="49740"/>
                </a:cubicBezTo>
                <a:cubicBezTo>
                  <a:pt x="541969" y="47826"/>
                  <a:pt x="546081" y="46870"/>
                  <a:pt x="550926" y="46870"/>
                </a:cubicBezTo>
                <a:cubicBezTo>
                  <a:pt x="555882" y="46870"/>
                  <a:pt x="560107" y="47799"/>
                  <a:pt x="563600" y="49657"/>
                </a:cubicBezTo>
                <a:cubicBezTo>
                  <a:pt x="567093" y="51514"/>
                  <a:pt x="569937" y="53962"/>
                  <a:pt x="572133" y="57001"/>
                </a:cubicBezTo>
                <a:cubicBezTo>
                  <a:pt x="574330" y="60039"/>
                  <a:pt x="575935" y="63556"/>
                  <a:pt x="576950" y="67553"/>
                </a:cubicBezTo>
                <a:cubicBezTo>
                  <a:pt x="577964" y="71548"/>
                  <a:pt x="578471" y="75685"/>
                  <a:pt x="578471" y="79962"/>
                </a:cubicBezTo>
                <a:cubicBezTo>
                  <a:pt x="578471" y="84014"/>
                  <a:pt x="577992" y="88010"/>
                  <a:pt x="577035" y="91950"/>
                </a:cubicBezTo>
                <a:cubicBezTo>
                  <a:pt x="576077" y="95888"/>
                  <a:pt x="574528" y="99406"/>
                  <a:pt x="572388" y="102502"/>
                </a:cubicBezTo>
                <a:cubicBezTo>
                  <a:pt x="570248" y="105596"/>
                  <a:pt x="567488" y="108100"/>
                  <a:pt x="564108" y="110013"/>
                </a:cubicBezTo>
                <a:cubicBezTo>
                  <a:pt x="560728" y="111927"/>
                  <a:pt x="556616" y="112883"/>
                  <a:pt x="551772" y="112883"/>
                </a:cubicBezTo>
                <a:cubicBezTo>
                  <a:pt x="547152" y="112883"/>
                  <a:pt x="543125" y="111984"/>
                  <a:pt x="539688" y="110184"/>
                </a:cubicBezTo>
                <a:cubicBezTo>
                  <a:pt x="536252" y="108382"/>
                  <a:pt x="533435" y="105961"/>
                  <a:pt x="531238" y="102922"/>
                </a:cubicBezTo>
                <a:cubicBezTo>
                  <a:pt x="529041" y="99883"/>
                  <a:pt x="527407" y="96422"/>
                  <a:pt x="526336" y="92540"/>
                </a:cubicBezTo>
                <a:cubicBezTo>
                  <a:pt x="525266" y="88657"/>
                  <a:pt x="524732" y="84689"/>
                  <a:pt x="524732" y="80637"/>
                </a:cubicBezTo>
                <a:moveTo>
                  <a:pt x="592329" y="123567"/>
                </a:moveTo>
                <a:lnTo>
                  <a:pt x="592329" y="2971"/>
                </a:lnTo>
                <a:lnTo>
                  <a:pt x="577963" y="2971"/>
                </a:lnTo>
                <a:lnTo>
                  <a:pt x="577963" y="47852"/>
                </a:lnTo>
                <a:lnTo>
                  <a:pt x="577625" y="47852"/>
                </a:lnTo>
                <a:cubicBezTo>
                  <a:pt x="576047" y="45262"/>
                  <a:pt x="574104" y="43093"/>
                  <a:pt x="571795" y="41346"/>
                </a:cubicBezTo>
                <a:cubicBezTo>
                  <a:pt x="569486" y="39600"/>
                  <a:pt x="567036" y="38192"/>
                  <a:pt x="564443" y="37122"/>
                </a:cubicBezTo>
                <a:cubicBezTo>
                  <a:pt x="561852" y="36051"/>
                  <a:pt x="559261" y="35291"/>
                  <a:pt x="556668" y="34840"/>
                </a:cubicBezTo>
                <a:cubicBezTo>
                  <a:pt x="554078" y="34388"/>
                  <a:pt x="551656" y="34162"/>
                  <a:pt x="549402" y="34162"/>
                </a:cubicBezTo>
                <a:cubicBezTo>
                  <a:pt x="542756" y="34162"/>
                  <a:pt x="536925" y="35373"/>
                  <a:pt x="531911" y="37795"/>
                </a:cubicBezTo>
                <a:cubicBezTo>
                  <a:pt x="526898" y="40218"/>
                  <a:pt x="522730" y="43486"/>
                  <a:pt x="519407" y="47599"/>
                </a:cubicBezTo>
                <a:cubicBezTo>
                  <a:pt x="516084" y="51712"/>
                  <a:pt x="513605" y="56529"/>
                  <a:pt x="511970" y="62050"/>
                </a:cubicBezTo>
                <a:cubicBezTo>
                  <a:pt x="510337" y="67570"/>
                  <a:pt x="509520" y="73428"/>
                  <a:pt x="509520" y="79624"/>
                </a:cubicBezTo>
                <a:cubicBezTo>
                  <a:pt x="509520" y="85821"/>
                  <a:pt x="510365" y="91681"/>
                  <a:pt x="512055" y="97203"/>
                </a:cubicBezTo>
                <a:cubicBezTo>
                  <a:pt x="513745" y="102723"/>
                  <a:pt x="516251" y="107567"/>
                  <a:pt x="519574" y="111736"/>
                </a:cubicBezTo>
                <a:cubicBezTo>
                  <a:pt x="522899" y="115905"/>
                  <a:pt x="527068" y="119229"/>
                  <a:pt x="532081" y="121708"/>
                </a:cubicBezTo>
                <a:cubicBezTo>
                  <a:pt x="537094" y="124187"/>
                  <a:pt x="542981" y="125426"/>
                  <a:pt x="549742" y="125426"/>
                </a:cubicBezTo>
                <a:cubicBezTo>
                  <a:pt x="555826" y="125426"/>
                  <a:pt x="561403" y="124357"/>
                  <a:pt x="566473" y="122218"/>
                </a:cubicBezTo>
                <a:cubicBezTo>
                  <a:pt x="571542" y="120078"/>
                  <a:pt x="575260" y="116586"/>
                  <a:pt x="577625" y="111744"/>
                </a:cubicBezTo>
                <a:lnTo>
                  <a:pt x="577963" y="111744"/>
                </a:lnTo>
                <a:lnTo>
                  <a:pt x="577963" y="123567"/>
                </a:lnTo>
                <a:lnTo>
                  <a:pt x="592329" y="123567"/>
                </a:lnTo>
                <a:close/>
                <a:moveTo>
                  <a:pt x="663814" y="2971"/>
                </a:moveTo>
                <a:lnTo>
                  <a:pt x="663814" y="123611"/>
                </a:lnTo>
                <a:lnTo>
                  <a:pt x="679868" y="123611"/>
                </a:lnTo>
                <a:lnTo>
                  <a:pt x="679868" y="68324"/>
                </a:lnTo>
                <a:lnTo>
                  <a:pt x="735299" y="68324"/>
                </a:lnTo>
                <a:lnTo>
                  <a:pt x="735299" y="54791"/>
                </a:lnTo>
                <a:lnTo>
                  <a:pt x="679868" y="54791"/>
                </a:lnTo>
                <a:lnTo>
                  <a:pt x="679868" y="16503"/>
                </a:lnTo>
                <a:lnTo>
                  <a:pt x="743071" y="16503"/>
                </a:lnTo>
                <a:lnTo>
                  <a:pt x="743071" y="2971"/>
                </a:lnTo>
                <a:lnTo>
                  <a:pt x="663814" y="2971"/>
                </a:lnTo>
                <a:close/>
                <a:moveTo>
                  <a:pt x="757945" y="36192"/>
                </a:moveTo>
                <a:lnTo>
                  <a:pt x="757945" y="123611"/>
                </a:lnTo>
                <a:lnTo>
                  <a:pt x="772308" y="123611"/>
                </a:lnTo>
                <a:lnTo>
                  <a:pt x="772308" y="84701"/>
                </a:lnTo>
                <a:cubicBezTo>
                  <a:pt x="772308" y="79063"/>
                  <a:pt x="772871" y="74073"/>
                  <a:pt x="773997" y="69732"/>
                </a:cubicBezTo>
                <a:cubicBezTo>
                  <a:pt x="775125" y="65390"/>
                  <a:pt x="776928" y="61696"/>
                  <a:pt x="779407" y="58652"/>
                </a:cubicBezTo>
                <a:cubicBezTo>
                  <a:pt x="781886" y="55605"/>
                  <a:pt x="785153" y="53293"/>
                  <a:pt x="789208" y="51715"/>
                </a:cubicBezTo>
                <a:cubicBezTo>
                  <a:pt x="793264" y="50135"/>
                  <a:pt x="798164" y="49345"/>
                  <a:pt x="803909" y="49345"/>
                </a:cubicBezTo>
                <a:lnTo>
                  <a:pt x="803909" y="34162"/>
                </a:lnTo>
                <a:cubicBezTo>
                  <a:pt x="796137" y="33937"/>
                  <a:pt x="789715" y="35515"/>
                  <a:pt x="784644" y="38897"/>
                </a:cubicBezTo>
                <a:cubicBezTo>
                  <a:pt x="779574" y="42278"/>
                  <a:pt x="775294" y="47520"/>
                  <a:pt x="771802" y="54621"/>
                </a:cubicBezTo>
                <a:lnTo>
                  <a:pt x="771465" y="54621"/>
                </a:lnTo>
                <a:lnTo>
                  <a:pt x="771465" y="36192"/>
                </a:lnTo>
                <a:lnTo>
                  <a:pt x="757945" y="36192"/>
                </a:lnTo>
                <a:close/>
                <a:moveTo>
                  <a:pt x="892128" y="123229"/>
                </a:moveTo>
                <a:cubicBezTo>
                  <a:pt x="889649" y="124694"/>
                  <a:pt x="886212" y="125426"/>
                  <a:pt x="881818" y="125426"/>
                </a:cubicBezTo>
                <a:cubicBezTo>
                  <a:pt x="878101" y="125426"/>
                  <a:pt x="875145" y="124384"/>
                  <a:pt x="872948" y="122301"/>
                </a:cubicBezTo>
                <a:cubicBezTo>
                  <a:pt x="870750" y="120215"/>
                  <a:pt x="869652" y="116806"/>
                  <a:pt x="869652" y="112074"/>
                </a:cubicBezTo>
                <a:cubicBezTo>
                  <a:pt x="865708" y="116806"/>
                  <a:pt x="861117" y="120215"/>
                  <a:pt x="855877" y="122301"/>
                </a:cubicBezTo>
                <a:cubicBezTo>
                  <a:pt x="850639" y="124384"/>
                  <a:pt x="844978" y="125426"/>
                  <a:pt x="838894" y="125426"/>
                </a:cubicBezTo>
                <a:cubicBezTo>
                  <a:pt x="834950" y="125426"/>
                  <a:pt x="831203" y="124976"/>
                  <a:pt x="827653" y="124075"/>
                </a:cubicBezTo>
                <a:cubicBezTo>
                  <a:pt x="824105" y="123174"/>
                  <a:pt x="821036" y="121766"/>
                  <a:pt x="818445" y="119851"/>
                </a:cubicBezTo>
                <a:cubicBezTo>
                  <a:pt x="815854" y="117936"/>
                  <a:pt x="813798" y="115430"/>
                  <a:pt x="812277" y="112334"/>
                </a:cubicBezTo>
                <a:cubicBezTo>
                  <a:pt x="810755" y="109236"/>
                  <a:pt x="809995" y="105491"/>
                  <a:pt x="809995" y="101099"/>
                </a:cubicBezTo>
                <a:cubicBezTo>
                  <a:pt x="809995" y="96143"/>
                  <a:pt x="810840" y="92088"/>
                  <a:pt x="812529" y="88935"/>
                </a:cubicBezTo>
                <a:cubicBezTo>
                  <a:pt x="814219" y="85783"/>
                  <a:pt x="816444" y="83221"/>
                  <a:pt x="819203" y="81251"/>
                </a:cubicBezTo>
                <a:cubicBezTo>
                  <a:pt x="821964" y="79279"/>
                  <a:pt x="825119" y="77786"/>
                  <a:pt x="828667" y="76772"/>
                </a:cubicBezTo>
                <a:cubicBezTo>
                  <a:pt x="832217" y="75758"/>
                  <a:pt x="835851" y="74913"/>
                  <a:pt x="839569" y="74237"/>
                </a:cubicBezTo>
                <a:cubicBezTo>
                  <a:pt x="843513" y="73450"/>
                  <a:pt x="847259" y="72859"/>
                  <a:pt x="850807" y="72466"/>
                </a:cubicBezTo>
                <a:cubicBezTo>
                  <a:pt x="854355" y="72070"/>
                  <a:pt x="857482" y="71506"/>
                  <a:pt x="860186" y="70774"/>
                </a:cubicBezTo>
                <a:cubicBezTo>
                  <a:pt x="862890" y="70042"/>
                  <a:pt x="865030" y="68972"/>
                  <a:pt x="866607" y="67566"/>
                </a:cubicBezTo>
                <a:cubicBezTo>
                  <a:pt x="868185" y="66158"/>
                  <a:pt x="868974" y="64102"/>
                  <a:pt x="868974" y="61398"/>
                </a:cubicBezTo>
                <a:cubicBezTo>
                  <a:pt x="868974" y="58245"/>
                  <a:pt x="868382" y="55711"/>
                  <a:pt x="867200" y="53796"/>
                </a:cubicBezTo>
                <a:cubicBezTo>
                  <a:pt x="866017" y="51881"/>
                  <a:pt x="864496" y="50417"/>
                  <a:pt x="862635" y="49405"/>
                </a:cubicBezTo>
                <a:cubicBezTo>
                  <a:pt x="860777" y="48390"/>
                  <a:pt x="858693" y="47715"/>
                  <a:pt x="856382" y="47378"/>
                </a:cubicBezTo>
                <a:cubicBezTo>
                  <a:pt x="854073" y="47039"/>
                  <a:pt x="851793" y="46870"/>
                  <a:pt x="849541" y="46870"/>
                </a:cubicBezTo>
                <a:cubicBezTo>
                  <a:pt x="843457" y="46870"/>
                  <a:pt x="838387" y="48021"/>
                  <a:pt x="834332" y="50323"/>
                </a:cubicBezTo>
                <a:cubicBezTo>
                  <a:pt x="830277" y="52624"/>
                  <a:pt x="828080" y="56975"/>
                  <a:pt x="827741" y="63373"/>
                </a:cubicBezTo>
                <a:lnTo>
                  <a:pt x="813375" y="63373"/>
                </a:lnTo>
                <a:cubicBezTo>
                  <a:pt x="813600" y="57970"/>
                  <a:pt x="814727" y="53411"/>
                  <a:pt x="816753" y="49696"/>
                </a:cubicBezTo>
                <a:cubicBezTo>
                  <a:pt x="818782" y="45981"/>
                  <a:pt x="821486" y="42970"/>
                  <a:pt x="824866" y="40663"/>
                </a:cubicBezTo>
                <a:cubicBezTo>
                  <a:pt x="828246" y="38356"/>
                  <a:pt x="832104" y="36696"/>
                  <a:pt x="836441" y="35684"/>
                </a:cubicBezTo>
                <a:cubicBezTo>
                  <a:pt x="840780" y="34669"/>
                  <a:pt x="845428" y="34162"/>
                  <a:pt x="850384" y="34162"/>
                </a:cubicBezTo>
                <a:cubicBezTo>
                  <a:pt x="854328" y="34162"/>
                  <a:pt x="858243" y="34444"/>
                  <a:pt x="862130" y="35008"/>
                </a:cubicBezTo>
                <a:cubicBezTo>
                  <a:pt x="866017" y="35570"/>
                  <a:pt x="869538" y="36724"/>
                  <a:pt x="872692" y="38471"/>
                </a:cubicBezTo>
                <a:cubicBezTo>
                  <a:pt x="875847" y="40216"/>
                  <a:pt x="878382" y="42666"/>
                  <a:pt x="880297" y="45820"/>
                </a:cubicBezTo>
                <a:cubicBezTo>
                  <a:pt x="882212" y="48973"/>
                  <a:pt x="883169" y="53083"/>
                  <a:pt x="883169" y="58151"/>
                </a:cubicBezTo>
                <a:lnTo>
                  <a:pt x="883169" y="103085"/>
                </a:lnTo>
                <a:cubicBezTo>
                  <a:pt x="883169" y="106464"/>
                  <a:pt x="883366" y="108942"/>
                  <a:pt x="883760" y="110519"/>
                </a:cubicBezTo>
                <a:cubicBezTo>
                  <a:pt x="884155" y="112095"/>
                  <a:pt x="885480" y="112883"/>
                  <a:pt x="887734" y="112883"/>
                </a:cubicBezTo>
                <a:cubicBezTo>
                  <a:pt x="888973" y="112883"/>
                  <a:pt x="890438" y="112614"/>
                  <a:pt x="892128" y="112074"/>
                </a:cubicBezTo>
                <a:lnTo>
                  <a:pt x="892128" y="123229"/>
                </a:lnTo>
                <a:moveTo>
                  <a:pt x="868806" y="78443"/>
                </a:moveTo>
                <a:cubicBezTo>
                  <a:pt x="867003" y="79794"/>
                  <a:pt x="864636" y="80779"/>
                  <a:pt x="861707" y="81398"/>
                </a:cubicBezTo>
                <a:cubicBezTo>
                  <a:pt x="858779" y="82017"/>
                  <a:pt x="855710" y="82523"/>
                  <a:pt x="852499" y="82917"/>
                </a:cubicBezTo>
                <a:cubicBezTo>
                  <a:pt x="849287" y="83311"/>
                  <a:pt x="846048" y="83761"/>
                  <a:pt x="842780" y="84268"/>
                </a:cubicBezTo>
                <a:cubicBezTo>
                  <a:pt x="839513" y="84773"/>
                  <a:pt x="836585" y="85589"/>
                  <a:pt x="833994" y="86715"/>
                </a:cubicBezTo>
                <a:cubicBezTo>
                  <a:pt x="831404" y="87841"/>
                  <a:pt x="829291" y="89445"/>
                  <a:pt x="827656" y="91527"/>
                </a:cubicBezTo>
                <a:cubicBezTo>
                  <a:pt x="826023" y="93609"/>
                  <a:pt x="825206" y="96451"/>
                  <a:pt x="825206" y="100052"/>
                </a:cubicBezTo>
                <a:cubicBezTo>
                  <a:pt x="825206" y="102416"/>
                  <a:pt x="825685" y="104414"/>
                  <a:pt x="826643" y="106047"/>
                </a:cubicBezTo>
                <a:cubicBezTo>
                  <a:pt x="827600" y="107679"/>
                  <a:pt x="828840" y="109001"/>
                  <a:pt x="830361" y="110013"/>
                </a:cubicBezTo>
                <a:cubicBezTo>
                  <a:pt x="831882" y="111026"/>
                  <a:pt x="833656" y="111757"/>
                  <a:pt x="835683" y="112208"/>
                </a:cubicBezTo>
                <a:cubicBezTo>
                  <a:pt x="837712" y="112658"/>
                  <a:pt x="839852" y="112883"/>
                  <a:pt x="842104" y="112883"/>
                </a:cubicBezTo>
                <a:cubicBezTo>
                  <a:pt x="846837" y="112883"/>
                  <a:pt x="850893" y="112236"/>
                  <a:pt x="854273" y="110942"/>
                </a:cubicBezTo>
                <a:cubicBezTo>
                  <a:pt x="857653" y="109647"/>
                  <a:pt x="860413" y="108016"/>
                  <a:pt x="862553" y="106047"/>
                </a:cubicBezTo>
                <a:cubicBezTo>
                  <a:pt x="864693" y="104077"/>
                  <a:pt x="866271" y="101939"/>
                  <a:pt x="867285" y="99632"/>
                </a:cubicBezTo>
                <a:cubicBezTo>
                  <a:pt x="868299" y="97323"/>
                  <a:pt x="868806" y="95156"/>
                  <a:pt x="868806" y="93131"/>
                </a:cubicBezTo>
                <a:lnTo>
                  <a:pt x="868806" y="78443"/>
                </a:lnTo>
                <a:close/>
                <a:moveTo>
                  <a:pt x="980848" y="116156"/>
                </a:moveTo>
                <a:lnTo>
                  <a:pt x="980848" y="36192"/>
                </a:lnTo>
                <a:lnTo>
                  <a:pt x="967328" y="36192"/>
                </a:lnTo>
                <a:lnTo>
                  <a:pt x="967328" y="48701"/>
                </a:lnTo>
                <a:lnTo>
                  <a:pt x="967160" y="48701"/>
                </a:lnTo>
                <a:cubicBezTo>
                  <a:pt x="964570" y="43854"/>
                  <a:pt x="960965" y="40220"/>
                  <a:pt x="956345" y="37798"/>
                </a:cubicBezTo>
                <a:cubicBezTo>
                  <a:pt x="951726" y="35374"/>
                  <a:pt x="946656" y="34162"/>
                  <a:pt x="941134" y="34162"/>
                </a:cubicBezTo>
                <a:cubicBezTo>
                  <a:pt x="933585" y="34162"/>
                  <a:pt x="927219" y="35599"/>
                  <a:pt x="922036" y="38474"/>
                </a:cubicBezTo>
                <a:cubicBezTo>
                  <a:pt x="916855" y="41346"/>
                  <a:pt x="912687" y="45009"/>
                  <a:pt x="909532" y="49461"/>
                </a:cubicBezTo>
                <a:cubicBezTo>
                  <a:pt x="906378" y="53914"/>
                  <a:pt x="904124" y="58873"/>
                  <a:pt x="902771" y="64340"/>
                </a:cubicBezTo>
                <a:cubicBezTo>
                  <a:pt x="901420" y="69805"/>
                  <a:pt x="900744" y="75129"/>
                  <a:pt x="900744" y="80312"/>
                </a:cubicBezTo>
                <a:cubicBezTo>
                  <a:pt x="900744" y="86286"/>
                  <a:pt x="901561" y="91950"/>
                  <a:pt x="903194" y="97303"/>
                </a:cubicBezTo>
                <a:cubicBezTo>
                  <a:pt x="904829" y="102656"/>
                  <a:pt x="907279" y="107334"/>
                  <a:pt x="910546" y="111336"/>
                </a:cubicBezTo>
                <a:cubicBezTo>
                  <a:pt x="913814" y="115337"/>
                  <a:pt x="917870" y="118520"/>
                  <a:pt x="922714" y="120888"/>
                </a:cubicBezTo>
                <a:cubicBezTo>
                  <a:pt x="927559" y="123253"/>
                  <a:pt x="933248" y="124436"/>
                  <a:pt x="939783" y="124436"/>
                </a:cubicBezTo>
                <a:cubicBezTo>
                  <a:pt x="945414" y="124436"/>
                  <a:pt x="950737" y="123169"/>
                  <a:pt x="955750" y="120635"/>
                </a:cubicBezTo>
                <a:cubicBezTo>
                  <a:pt x="960764" y="118099"/>
                  <a:pt x="964511" y="114127"/>
                  <a:pt x="966990" y="108719"/>
                </a:cubicBezTo>
                <a:lnTo>
                  <a:pt x="967328" y="108719"/>
                </a:lnTo>
                <a:lnTo>
                  <a:pt x="967328" y="114464"/>
                </a:lnTo>
                <a:cubicBezTo>
                  <a:pt x="967328" y="119309"/>
                  <a:pt x="966849" y="123756"/>
                  <a:pt x="965892" y="127806"/>
                </a:cubicBezTo>
                <a:cubicBezTo>
                  <a:pt x="964934" y="131856"/>
                  <a:pt x="963385" y="135315"/>
                  <a:pt x="961245" y="138183"/>
                </a:cubicBezTo>
                <a:cubicBezTo>
                  <a:pt x="959105" y="141050"/>
                  <a:pt x="956400" y="143299"/>
                  <a:pt x="953132" y="144928"/>
                </a:cubicBezTo>
                <a:cubicBezTo>
                  <a:pt x="949866" y="146560"/>
                  <a:pt x="945867" y="147376"/>
                  <a:pt x="941134" y="147376"/>
                </a:cubicBezTo>
                <a:cubicBezTo>
                  <a:pt x="938768" y="147376"/>
                  <a:pt x="936290" y="147122"/>
                  <a:pt x="933700" y="146615"/>
                </a:cubicBezTo>
                <a:cubicBezTo>
                  <a:pt x="931109" y="146108"/>
                  <a:pt x="928715" y="145290"/>
                  <a:pt x="926518" y="144163"/>
                </a:cubicBezTo>
                <a:cubicBezTo>
                  <a:pt x="924321" y="143037"/>
                  <a:pt x="922462" y="141572"/>
                  <a:pt x="920940" y="139769"/>
                </a:cubicBezTo>
                <a:cubicBezTo>
                  <a:pt x="919421" y="137967"/>
                  <a:pt x="918604" y="135771"/>
                  <a:pt x="918491" y="133180"/>
                </a:cubicBezTo>
                <a:lnTo>
                  <a:pt x="904125" y="133180"/>
                </a:lnTo>
                <a:cubicBezTo>
                  <a:pt x="904350" y="137911"/>
                  <a:pt x="905589" y="141912"/>
                  <a:pt x="907841" y="145184"/>
                </a:cubicBezTo>
                <a:cubicBezTo>
                  <a:pt x="910095" y="148457"/>
                  <a:pt x="912940" y="151113"/>
                  <a:pt x="916376" y="153152"/>
                </a:cubicBezTo>
                <a:cubicBezTo>
                  <a:pt x="919813" y="155191"/>
                  <a:pt x="923643" y="156663"/>
                  <a:pt x="927867" y="157569"/>
                </a:cubicBezTo>
                <a:cubicBezTo>
                  <a:pt x="932092" y="158475"/>
                  <a:pt x="936234" y="158928"/>
                  <a:pt x="940291" y="158928"/>
                </a:cubicBezTo>
                <a:cubicBezTo>
                  <a:pt x="954260" y="158928"/>
                  <a:pt x="964512" y="155377"/>
                  <a:pt x="971046" y="148276"/>
                </a:cubicBezTo>
                <a:cubicBezTo>
                  <a:pt x="977581" y="141176"/>
                  <a:pt x="980848" y="130469"/>
                  <a:pt x="980848" y="116156"/>
                </a:cubicBezTo>
                <a:moveTo>
                  <a:pt x="940628" y="111893"/>
                </a:moveTo>
                <a:cubicBezTo>
                  <a:pt x="935896" y="111893"/>
                  <a:pt x="931952" y="110908"/>
                  <a:pt x="928798" y="108938"/>
                </a:cubicBezTo>
                <a:cubicBezTo>
                  <a:pt x="925645" y="106968"/>
                  <a:pt x="923110" y="104378"/>
                  <a:pt x="921193" y="101169"/>
                </a:cubicBezTo>
                <a:cubicBezTo>
                  <a:pt x="919278" y="97959"/>
                  <a:pt x="917926" y="94384"/>
                  <a:pt x="917137" y="90444"/>
                </a:cubicBezTo>
                <a:cubicBezTo>
                  <a:pt x="916349" y="86504"/>
                  <a:pt x="915956" y="82563"/>
                  <a:pt x="915956" y="78621"/>
                </a:cubicBezTo>
                <a:cubicBezTo>
                  <a:pt x="915956" y="74455"/>
                  <a:pt x="916435" y="70458"/>
                  <a:pt x="917392" y="66630"/>
                </a:cubicBezTo>
                <a:cubicBezTo>
                  <a:pt x="918350" y="62802"/>
                  <a:pt x="919870" y="59424"/>
                  <a:pt x="921954" y="56496"/>
                </a:cubicBezTo>
                <a:cubicBezTo>
                  <a:pt x="924039" y="53568"/>
                  <a:pt x="926715" y="51232"/>
                  <a:pt x="929981" y="49487"/>
                </a:cubicBezTo>
                <a:cubicBezTo>
                  <a:pt x="933249" y="47742"/>
                  <a:pt x="937193" y="46870"/>
                  <a:pt x="941812" y="46870"/>
                </a:cubicBezTo>
                <a:cubicBezTo>
                  <a:pt x="946318" y="46870"/>
                  <a:pt x="950148" y="47771"/>
                  <a:pt x="953303" y="49572"/>
                </a:cubicBezTo>
                <a:cubicBezTo>
                  <a:pt x="956457" y="51374"/>
                  <a:pt x="959019" y="53767"/>
                  <a:pt x="960990" y="56751"/>
                </a:cubicBezTo>
                <a:cubicBezTo>
                  <a:pt x="962961" y="59734"/>
                  <a:pt x="964398" y="63083"/>
                  <a:pt x="965298" y="66800"/>
                </a:cubicBezTo>
                <a:cubicBezTo>
                  <a:pt x="966201" y="70515"/>
                  <a:pt x="966652" y="74287"/>
                  <a:pt x="966652" y="78115"/>
                </a:cubicBezTo>
                <a:cubicBezTo>
                  <a:pt x="966652" y="82169"/>
                  <a:pt x="966174" y="86223"/>
                  <a:pt x="965216" y="90276"/>
                </a:cubicBezTo>
                <a:cubicBezTo>
                  <a:pt x="964258" y="94328"/>
                  <a:pt x="962765" y="97959"/>
                  <a:pt x="960737" y="101169"/>
                </a:cubicBezTo>
                <a:cubicBezTo>
                  <a:pt x="958710" y="104378"/>
                  <a:pt x="956034" y="106968"/>
                  <a:pt x="952709" y="108938"/>
                </a:cubicBezTo>
                <a:cubicBezTo>
                  <a:pt x="949386" y="110908"/>
                  <a:pt x="945359" y="111893"/>
                  <a:pt x="940628" y="111893"/>
                </a:cubicBezTo>
                <a:close/>
                <a:moveTo>
                  <a:pt x="1005690" y="104797"/>
                </a:moveTo>
                <a:lnTo>
                  <a:pt x="1005690" y="123611"/>
                </a:lnTo>
                <a:lnTo>
                  <a:pt x="1024449" y="123611"/>
                </a:lnTo>
                <a:lnTo>
                  <a:pt x="1024449" y="104797"/>
                </a:lnTo>
                <a:lnTo>
                  <a:pt x="1005690" y="104797"/>
                </a:lnTo>
                <a:close/>
                <a:moveTo>
                  <a:pt x="1120100" y="156948"/>
                </a:moveTo>
                <a:lnTo>
                  <a:pt x="1131085" y="156948"/>
                </a:lnTo>
                <a:cubicBezTo>
                  <a:pt x="1123086" y="143982"/>
                  <a:pt x="1117368" y="131129"/>
                  <a:pt x="1113932" y="118389"/>
                </a:cubicBezTo>
                <a:cubicBezTo>
                  <a:pt x="1110495" y="105647"/>
                  <a:pt x="1108777" y="92173"/>
                  <a:pt x="1108777" y="77966"/>
                </a:cubicBezTo>
                <a:cubicBezTo>
                  <a:pt x="1108777" y="64098"/>
                  <a:pt x="1110467" y="50850"/>
                  <a:pt x="1113847" y="38223"/>
                </a:cubicBezTo>
                <a:cubicBezTo>
                  <a:pt x="1117228" y="25595"/>
                  <a:pt x="1122974" y="12854"/>
                  <a:pt x="1131085" y="0"/>
                </a:cubicBezTo>
                <a:lnTo>
                  <a:pt x="1120100" y="0"/>
                </a:lnTo>
                <a:cubicBezTo>
                  <a:pt x="1111312" y="11613"/>
                  <a:pt x="1104692" y="24184"/>
                  <a:pt x="1100242" y="37715"/>
                </a:cubicBezTo>
                <a:cubicBezTo>
                  <a:pt x="1095792" y="51245"/>
                  <a:pt x="1093568" y="64662"/>
                  <a:pt x="1093568" y="77966"/>
                </a:cubicBezTo>
                <a:cubicBezTo>
                  <a:pt x="1093568" y="85408"/>
                  <a:pt x="1094188" y="92511"/>
                  <a:pt x="1095427" y="99276"/>
                </a:cubicBezTo>
                <a:cubicBezTo>
                  <a:pt x="1096667" y="106041"/>
                  <a:pt x="1098441" y="112637"/>
                  <a:pt x="1100750" y="119065"/>
                </a:cubicBezTo>
                <a:cubicBezTo>
                  <a:pt x="1103060" y="125491"/>
                  <a:pt x="1105848" y="131832"/>
                  <a:pt x="1109115" y="138090"/>
                </a:cubicBezTo>
                <a:cubicBezTo>
                  <a:pt x="1112383" y="144347"/>
                  <a:pt x="1116044" y="150633"/>
                  <a:pt x="1120100" y="156948"/>
                </a:cubicBezTo>
                <a:close/>
                <a:moveTo>
                  <a:pt x="1155590" y="34894"/>
                </a:moveTo>
                <a:cubicBezTo>
                  <a:pt x="1155590" y="31858"/>
                  <a:pt x="1156153" y="29215"/>
                  <a:pt x="1157279" y="26965"/>
                </a:cubicBezTo>
                <a:cubicBezTo>
                  <a:pt x="1158407" y="24715"/>
                  <a:pt x="1159900" y="22802"/>
                  <a:pt x="1161758" y="21228"/>
                </a:cubicBezTo>
                <a:cubicBezTo>
                  <a:pt x="1163617" y="19653"/>
                  <a:pt x="1165841" y="18472"/>
                  <a:pt x="1168432" y="17684"/>
                </a:cubicBezTo>
                <a:cubicBezTo>
                  <a:pt x="1171024" y="16897"/>
                  <a:pt x="1173728" y="16503"/>
                  <a:pt x="1176544" y="16503"/>
                </a:cubicBezTo>
                <a:cubicBezTo>
                  <a:pt x="1182403" y="16503"/>
                  <a:pt x="1187219" y="18051"/>
                  <a:pt x="1190992" y="21145"/>
                </a:cubicBezTo>
                <a:cubicBezTo>
                  <a:pt x="1194768" y="24238"/>
                  <a:pt x="1196655" y="28821"/>
                  <a:pt x="1196655" y="34894"/>
                </a:cubicBezTo>
                <a:cubicBezTo>
                  <a:pt x="1196655" y="40970"/>
                  <a:pt x="1194796" y="45695"/>
                  <a:pt x="1191078" y="49069"/>
                </a:cubicBezTo>
                <a:cubicBezTo>
                  <a:pt x="1187361" y="52444"/>
                  <a:pt x="1182629" y="54131"/>
                  <a:pt x="1176882" y="54131"/>
                </a:cubicBezTo>
                <a:cubicBezTo>
                  <a:pt x="1173953" y="54131"/>
                  <a:pt x="1171193" y="53738"/>
                  <a:pt x="1168602" y="52950"/>
                </a:cubicBezTo>
                <a:cubicBezTo>
                  <a:pt x="1166011" y="52163"/>
                  <a:pt x="1163758" y="50982"/>
                  <a:pt x="1161843" y="49407"/>
                </a:cubicBezTo>
                <a:cubicBezTo>
                  <a:pt x="1159928" y="47832"/>
                  <a:pt x="1158407" y="45836"/>
                  <a:pt x="1157279" y="43417"/>
                </a:cubicBezTo>
                <a:cubicBezTo>
                  <a:pt x="1156153" y="40998"/>
                  <a:pt x="1155590" y="38157"/>
                  <a:pt x="1155590" y="34894"/>
                </a:cubicBezTo>
                <a:moveTo>
                  <a:pt x="1140381" y="34376"/>
                </a:moveTo>
                <a:cubicBezTo>
                  <a:pt x="1140381" y="39783"/>
                  <a:pt x="1141902" y="44767"/>
                  <a:pt x="1144943" y="49330"/>
                </a:cubicBezTo>
                <a:cubicBezTo>
                  <a:pt x="1147986" y="53892"/>
                  <a:pt x="1152042" y="57187"/>
                  <a:pt x="1157111" y="59214"/>
                </a:cubicBezTo>
                <a:cubicBezTo>
                  <a:pt x="1150352" y="61579"/>
                  <a:pt x="1145169" y="65380"/>
                  <a:pt x="1141562" y="70617"/>
                </a:cubicBezTo>
                <a:cubicBezTo>
                  <a:pt x="1137957" y="75851"/>
                  <a:pt x="1136155" y="82016"/>
                  <a:pt x="1136155" y="89111"/>
                </a:cubicBezTo>
                <a:cubicBezTo>
                  <a:pt x="1136155" y="95191"/>
                  <a:pt x="1137196" y="100512"/>
                  <a:pt x="1139280" y="105073"/>
                </a:cubicBezTo>
                <a:cubicBezTo>
                  <a:pt x="1141365" y="109633"/>
                  <a:pt x="1144239" y="113434"/>
                  <a:pt x="1147900" y="116476"/>
                </a:cubicBezTo>
                <a:cubicBezTo>
                  <a:pt x="1151562" y="119515"/>
                  <a:pt x="1155871" y="121767"/>
                  <a:pt x="1160827" y="123232"/>
                </a:cubicBezTo>
                <a:cubicBezTo>
                  <a:pt x="1165785" y="124695"/>
                  <a:pt x="1171138" y="125426"/>
                  <a:pt x="1176885" y="125426"/>
                </a:cubicBezTo>
                <a:cubicBezTo>
                  <a:pt x="1182405" y="125426"/>
                  <a:pt x="1187587" y="124638"/>
                  <a:pt x="1192431" y="123061"/>
                </a:cubicBezTo>
                <a:cubicBezTo>
                  <a:pt x="1197276" y="121485"/>
                  <a:pt x="1201472" y="119149"/>
                  <a:pt x="1205020" y="116053"/>
                </a:cubicBezTo>
                <a:cubicBezTo>
                  <a:pt x="1208570" y="112955"/>
                  <a:pt x="1211387" y="109154"/>
                  <a:pt x="1213471" y="104650"/>
                </a:cubicBezTo>
                <a:cubicBezTo>
                  <a:pt x="1215556" y="100146"/>
                  <a:pt x="1216599" y="94966"/>
                  <a:pt x="1216599" y="89111"/>
                </a:cubicBezTo>
                <a:cubicBezTo>
                  <a:pt x="1216599" y="81679"/>
                  <a:pt x="1214852" y="75402"/>
                  <a:pt x="1211359" y="70279"/>
                </a:cubicBezTo>
                <a:cubicBezTo>
                  <a:pt x="1207867" y="65154"/>
                  <a:pt x="1202516" y="61466"/>
                  <a:pt x="1195304" y="59214"/>
                </a:cubicBezTo>
                <a:cubicBezTo>
                  <a:pt x="1200374" y="56962"/>
                  <a:pt x="1204402" y="53611"/>
                  <a:pt x="1207388" y="49162"/>
                </a:cubicBezTo>
                <a:cubicBezTo>
                  <a:pt x="1210374" y="44711"/>
                  <a:pt x="1211867" y="39783"/>
                  <a:pt x="1211867" y="34376"/>
                </a:cubicBezTo>
                <a:cubicBezTo>
                  <a:pt x="1211867" y="30548"/>
                  <a:pt x="1211190" y="26803"/>
                  <a:pt x="1209837" y="23143"/>
                </a:cubicBezTo>
                <a:cubicBezTo>
                  <a:pt x="1208486" y="19482"/>
                  <a:pt x="1206374" y="16215"/>
                  <a:pt x="1203502" y="13342"/>
                </a:cubicBezTo>
                <a:cubicBezTo>
                  <a:pt x="1200629" y="10469"/>
                  <a:pt x="1196883" y="8161"/>
                  <a:pt x="1192264" y="6416"/>
                </a:cubicBezTo>
                <a:cubicBezTo>
                  <a:pt x="1187645" y="4669"/>
                  <a:pt x="1182068" y="3796"/>
                  <a:pt x="1175533" y="3796"/>
                </a:cubicBezTo>
                <a:cubicBezTo>
                  <a:pt x="1170914" y="3796"/>
                  <a:pt x="1166492" y="4472"/>
                  <a:pt x="1162266" y="5825"/>
                </a:cubicBezTo>
                <a:cubicBezTo>
                  <a:pt x="1158041" y="7176"/>
                  <a:pt x="1154294" y="9147"/>
                  <a:pt x="1151026" y="11738"/>
                </a:cubicBezTo>
                <a:cubicBezTo>
                  <a:pt x="1147760" y="14327"/>
                  <a:pt x="1145169" y="17508"/>
                  <a:pt x="1143254" y="21282"/>
                </a:cubicBezTo>
                <a:cubicBezTo>
                  <a:pt x="1141339" y="25055"/>
                  <a:pt x="1140381" y="29420"/>
                  <a:pt x="1140381" y="34376"/>
                </a:cubicBezTo>
                <a:moveTo>
                  <a:pt x="1151366" y="89776"/>
                </a:moveTo>
                <a:cubicBezTo>
                  <a:pt x="1151366" y="86291"/>
                  <a:pt x="1152013" y="83144"/>
                  <a:pt x="1153308" y="80333"/>
                </a:cubicBezTo>
                <a:cubicBezTo>
                  <a:pt x="1154604" y="77521"/>
                  <a:pt x="1156407" y="75103"/>
                  <a:pt x="1158715" y="73079"/>
                </a:cubicBezTo>
                <a:cubicBezTo>
                  <a:pt x="1161026" y="71056"/>
                  <a:pt x="1163730" y="69510"/>
                  <a:pt x="1166828" y="68443"/>
                </a:cubicBezTo>
                <a:cubicBezTo>
                  <a:pt x="1169927" y="67374"/>
                  <a:pt x="1173223" y="66839"/>
                  <a:pt x="1176714" y="66839"/>
                </a:cubicBezTo>
                <a:cubicBezTo>
                  <a:pt x="1180094" y="66839"/>
                  <a:pt x="1183276" y="67429"/>
                  <a:pt x="1186261" y="68610"/>
                </a:cubicBezTo>
                <a:cubicBezTo>
                  <a:pt x="1189247" y="69791"/>
                  <a:pt x="1191867" y="71394"/>
                  <a:pt x="1194120" y="73417"/>
                </a:cubicBezTo>
                <a:cubicBezTo>
                  <a:pt x="1196374" y="75440"/>
                  <a:pt x="1198148" y="77830"/>
                  <a:pt x="1199443" y="80586"/>
                </a:cubicBezTo>
                <a:cubicBezTo>
                  <a:pt x="1200739" y="83340"/>
                  <a:pt x="1201387" y="86347"/>
                  <a:pt x="1201387" y="89608"/>
                </a:cubicBezTo>
                <a:cubicBezTo>
                  <a:pt x="1201387" y="92981"/>
                  <a:pt x="1200796" y="96073"/>
                  <a:pt x="1199613" y="98884"/>
                </a:cubicBezTo>
                <a:cubicBezTo>
                  <a:pt x="1198430" y="101695"/>
                  <a:pt x="1196740" y="104140"/>
                  <a:pt x="1194543" y="106220"/>
                </a:cubicBezTo>
                <a:cubicBezTo>
                  <a:pt x="1192346" y="108300"/>
                  <a:pt x="1189755" y="109931"/>
                  <a:pt x="1186769" y="111112"/>
                </a:cubicBezTo>
                <a:cubicBezTo>
                  <a:pt x="1183784" y="112293"/>
                  <a:pt x="1180490" y="112883"/>
                  <a:pt x="1176885" y="112883"/>
                </a:cubicBezTo>
                <a:cubicBezTo>
                  <a:pt x="1169448" y="112883"/>
                  <a:pt x="1163335" y="110832"/>
                  <a:pt x="1158548" y="106728"/>
                </a:cubicBezTo>
                <a:cubicBezTo>
                  <a:pt x="1153760" y="102623"/>
                  <a:pt x="1151366" y="96972"/>
                  <a:pt x="1151366" y="89776"/>
                </a:cubicBezTo>
                <a:close/>
                <a:moveTo>
                  <a:pt x="1260199" y="55119"/>
                </a:moveTo>
                <a:lnTo>
                  <a:pt x="1260199" y="67334"/>
                </a:lnTo>
                <a:cubicBezTo>
                  <a:pt x="1262903" y="67004"/>
                  <a:pt x="1265776" y="66839"/>
                  <a:pt x="1268817" y="66839"/>
                </a:cubicBezTo>
                <a:cubicBezTo>
                  <a:pt x="1272422" y="66839"/>
                  <a:pt x="1275773" y="67317"/>
                  <a:pt x="1278871" y="68273"/>
                </a:cubicBezTo>
                <a:cubicBezTo>
                  <a:pt x="1281970" y="69228"/>
                  <a:pt x="1284646" y="70691"/>
                  <a:pt x="1286898" y="72659"/>
                </a:cubicBezTo>
                <a:cubicBezTo>
                  <a:pt x="1289152" y="74626"/>
                  <a:pt x="1290954" y="77043"/>
                  <a:pt x="1292306" y="79910"/>
                </a:cubicBezTo>
                <a:cubicBezTo>
                  <a:pt x="1293659" y="82778"/>
                  <a:pt x="1294335" y="86066"/>
                  <a:pt x="1294335" y="89776"/>
                </a:cubicBezTo>
                <a:cubicBezTo>
                  <a:pt x="1294335" y="93374"/>
                  <a:pt x="1293631" y="96607"/>
                  <a:pt x="1292223" y="99474"/>
                </a:cubicBezTo>
                <a:cubicBezTo>
                  <a:pt x="1290815" y="102342"/>
                  <a:pt x="1288928" y="104760"/>
                  <a:pt x="1286560" y="106728"/>
                </a:cubicBezTo>
                <a:cubicBezTo>
                  <a:pt x="1284195" y="108695"/>
                  <a:pt x="1281435" y="110213"/>
                  <a:pt x="1278280" y="111282"/>
                </a:cubicBezTo>
                <a:cubicBezTo>
                  <a:pt x="1275126" y="112350"/>
                  <a:pt x="1271803" y="112883"/>
                  <a:pt x="1268311" y="112883"/>
                </a:cubicBezTo>
                <a:cubicBezTo>
                  <a:pt x="1260087" y="112883"/>
                  <a:pt x="1253834" y="110434"/>
                  <a:pt x="1249551" y="105534"/>
                </a:cubicBezTo>
                <a:cubicBezTo>
                  <a:pt x="1245271" y="100633"/>
                  <a:pt x="1243018" y="94296"/>
                  <a:pt x="1242793" y="86522"/>
                </a:cubicBezTo>
                <a:lnTo>
                  <a:pt x="1228427" y="86522"/>
                </a:lnTo>
                <a:cubicBezTo>
                  <a:pt x="1228315" y="92717"/>
                  <a:pt x="1229189" y="98238"/>
                  <a:pt x="1231047" y="103082"/>
                </a:cubicBezTo>
                <a:cubicBezTo>
                  <a:pt x="1232905" y="107926"/>
                  <a:pt x="1235580" y="112014"/>
                  <a:pt x="1239072" y="115346"/>
                </a:cubicBezTo>
                <a:cubicBezTo>
                  <a:pt x="1242565" y="118676"/>
                  <a:pt x="1246790" y="121188"/>
                  <a:pt x="1251746" y="122884"/>
                </a:cubicBezTo>
                <a:cubicBezTo>
                  <a:pt x="1256704" y="124579"/>
                  <a:pt x="1262225" y="125426"/>
                  <a:pt x="1268309" y="125426"/>
                </a:cubicBezTo>
                <a:cubicBezTo>
                  <a:pt x="1273942" y="125426"/>
                  <a:pt x="1279265" y="124666"/>
                  <a:pt x="1284278" y="123147"/>
                </a:cubicBezTo>
                <a:cubicBezTo>
                  <a:pt x="1289293" y="121625"/>
                  <a:pt x="1293659" y="119344"/>
                  <a:pt x="1297375" y="116303"/>
                </a:cubicBezTo>
                <a:cubicBezTo>
                  <a:pt x="1301094" y="113262"/>
                  <a:pt x="1304051" y="109461"/>
                  <a:pt x="1306249" y="104900"/>
                </a:cubicBezTo>
                <a:cubicBezTo>
                  <a:pt x="1308446" y="100337"/>
                  <a:pt x="1309544" y="95071"/>
                  <a:pt x="1309544" y="89100"/>
                </a:cubicBezTo>
                <a:cubicBezTo>
                  <a:pt x="1309544" y="81892"/>
                  <a:pt x="1307770" y="75642"/>
                  <a:pt x="1304222" y="70348"/>
                </a:cubicBezTo>
                <a:cubicBezTo>
                  <a:pt x="1300673" y="65054"/>
                  <a:pt x="1295238" y="61618"/>
                  <a:pt x="1287914" y="60042"/>
                </a:cubicBezTo>
                <a:lnTo>
                  <a:pt x="1287914" y="59704"/>
                </a:lnTo>
                <a:cubicBezTo>
                  <a:pt x="1292645" y="57563"/>
                  <a:pt x="1296588" y="54411"/>
                  <a:pt x="1299743" y="50245"/>
                </a:cubicBezTo>
                <a:cubicBezTo>
                  <a:pt x="1302897" y="46078"/>
                  <a:pt x="1304474" y="41292"/>
                  <a:pt x="1304474" y="35887"/>
                </a:cubicBezTo>
                <a:cubicBezTo>
                  <a:pt x="1304474" y="30371"/>
                  <a:pt x="1303544" y="25585"/>
                  <a:pt x="1301684" y="21532"/>
                </a:cubicBezTo>
                <a:cubicBezTo>
                  <a:pt x="1299826" y="17478"/>
                  <a:pt x="1297263" y="14157"/>
                  <a:pt x="1293995" y="11568"/>
                </a:cubicBezTo>
                <a:cubicBezTo>
                  <a:pt x="1290728" y="8977"/>
                  <a:pt x="1286870" y="7035"/>
                  <a:pt x="1282419" y="5740"/>
                </a:cubicBezTo>
                <a:cubicBezTo>
                  <a:pt x="1277970" y="4444"/>
                  <a:pt x="1273154" y="3796"/>
                  <a:pt x="1267971" y="3796"/>
                </a:cubicBezTo>
                <a:cubicBezTo>
                  <a:pt x="1262000" y="3796"/>
                  <a:pt x="1256734" y="4756"/>
                  <a:pt x="1252171" y="6676"/>
                </a:cubicBezTo>
                <a:cubicBezTo>
                  <a:pt x="1247609" y="8596"/>
                  <a:pt x="1243806" y="11250"/>
                  <a:pt x="1240763" y="14636"/>
                </a:cubicBezTo>
                <a:cubicBezTo>
                  <a:pt x="1237722" y="18021"/>
                  <a:pt x="1235384" y="22080"/>
                  <a:pt x="1233749" y="26813"/>
                </a:cubicBezTo>
                <a:cubicBezTo>
                  <a:pt x="1232116" y="31544"/>
                  <a:pt x="1231187" y="36783"/>
                  <a:pt x="1230962" y="42530"/>
                </a:cubicBezTo>
                <a:lnTo>
                  <a:pt x="1245328" y="42530"/>
                </a:lnTo>
                <a:cubicBezTo>
                  <a:pt x="1245328" y="39037"/>
                  <a:pt x="1245778" y="35713"/>
                  <a:pt x="1246679" y="32558"/>
                </a:cubicBezTo>
                <a:cubicBezTo>
                  <a:pt x="1247581" y="29404"/>
                  <a:pt x="1248962" y="26644"/>
                  <a:pt x="1250820" y="24278"/>
                </a:cubicBezTo>
                <a:cubicBezTo>
                  <a:pt x="1252679" y="21913"/>
                  <a:pt x="1255044" y="20026"/>
                  <a:pt x="1257917" y="18618"/>
                </a:cubicBezTo>
                <a:cubicBezTo>
                  <a:pt x="1260789" y="17208"/>
                  <a:pt x="1264142" y="16503"/>
                  <a:pt x="1267973" y="16503"/>
                </a:cubicBezTo>
                <a:cubicBezTo>
                  <a:pt x="1274057" y="16503"/>
                  <a:pt x="1279127" y="18106"/>
                  <a:pt x="1283182" y="21310"/>
                </a:cubicBezTo>
                <a:cubicBezTo>
                  <a:pt x="1287238" y="24513"/>
                  <a:pt x="1289265" y="29319"/>
                  <a:pt x="1289265" y="35727"/>
                </a:cubicBezTo>
                <a:cubicBezTo>
                  <a:pt x="1289265" y="38875"/>
                  <a:pt x="1288646" y="41686"/>
                  <a:pt x="1287406" y="44160"/>
                </a:cubicBezTo>
                <a:cubicBezTo>
                  <a:pt x="1286167" y="46632"/>
                  <a:pt x="1284504" y="48683"/>
                  <a:pt x="1282419" y="50312"/>
                </a:cubicBezTo>
                <a:cubicBezTo>
                  <a:pt x="1280336" y="51942"/>
                  <a:pt x="1277913" y="53179"/>
                  <a:pt x="1275152" y="54023"/>
                </a:cubicBezTo>
                <a:cubicBezTo>
                  <a:pt x="1272393" y="54865"/>
                  <a:pt x="1269493" y="55286"/>
                  <a:pt x="1266452" y="55286"/>
                </a:cubicBezTo>
                <a:lnTo>
                  <a:pt x="1263409" y="55286"/>
                </a:lnTo>
                <a:cubicBezTo>
                  <a:pt x="1262845" y="55286"/>
                  <a:pt x="1262282" y="55286"/>
                  <a:pt x="1261720" y="55286"/>
                </a:cubicBezTo>
                <a:cubicBezTo>
                  <a:pt x="1261270" y="55286"/>
                  <a:pt x="1260763" y="55231"/>
                  <a:pt x="1260199" y="55119"/>
                </a:cubicBezTo>
                <a:close/>
                <a:moveTo>
                  <a:pt x="1315796" y="156948"/>
                </a:moveTo>
                <a:lnTo>
                  <a:pt x="1326611" y="156948"/>
                </a:lnTo>
                <a:cubicBezTo>
                  <a:pt x="1335399" y="145335"/>
                  <a:pt x="1342019" y="132792"/>
                  <a:pt x="1346470" y="119320"/>
                </a:cubicBezTo>
                <a:cubicBezTo>
                  <a:pt x="1350920" y="105845"/>
                  <a:pt x="1353146" y="92455"/>
                  <a:pt x="1353146" y="79149"/>
                </a:cubicBezTo>
                <a:cubicBezTo>
                  <a:pt x="1353146" y="71709"/>
                  <a:pt x="1352526" y="64607"/>
                  <a:pt x="1351286" y="57842"/>
                </a:cubicBezTo>
                <a:cubicBezTo>
                  <a:pt x="1350047" y="51076"/>
                  <a:pt x="1348272" y="44451"/>
                  <a:pt x="1345962" y="37968"/>
                </a:cubicBezTo>
                <a:cubicBezTo>
                  <a:pt x="1343653" y="31485"/>
                  <a:pt x="1340864" y="25115"/>
                  <a:pt x="1337596" y="18858"/>
                </a:cubicBezTo>
                <a:cubicBezTo>
                  <a:pt x="1334330" y="12600"/>
                  <a:pt x="1330668" y="6314"/>
                  <a:pt x="1326611" y="0"/>
                </a:cubicBezTo>
                <a:lnTo>
                  <a:pt x="1315796" y="0"/>
                </a:lnTo>
                <a:cubicBezTo>
                  <a:pt x="1323684" y="12966"/>
                  <a:pt x="1329345" y="25847"/>
                  <a:pt x="1332779" y="38644"/>
                </a:cubicBezTo>
                <a:cubicBezTo>
                  <a:pt x="1336216" y="51441"/>
                  <a:pt x="1337934" y="64943"/>
                  <a:pt x="1337934" y="79149"/>
                </a:cubicBezTo>
                <a:cubicBezTo>
                  <a:pt x="1337934" y="92906"/>
                  <a:pt x="1336244" y="106127"/>
                  <a:pt x="1332865" y="118812"/>
                </a:cubicBezTo>
                <a:cubicBezTo>
                  <a:pt x="1329485" y="131495"/>
                  <a:pt x="1323795" y="144207"/>
                  <a:pt x="1315796" y="156948"/>
                </a:cubicBezTo>
                <a:close/>
              </a:path>
            </a:pathLst>
          </a:custGeom>
          <a:solidFill xmlns:a="http://schemas.openxmlformats.org/drawingml/2006/main">
            <a:srgbClr val="310067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88716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2026-09-05T17:42:06.8650000Z</dcterms:created>
  <dcterms:modified xsi:type="dcterms:W3CDTF">2026-09-05T17:42:06.8650000Z</dcterms:modified>
</coreProperties>
</file>